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73" r:id="rId2"/>
    <p:sldId id="365" r:id="rId3"/>
    <p:sldId id="366" r:id="rId4"/>
    <p:sldId id="314" r:id="rId5"/>
    <p:sldId id="374" r:id="rId6"/>
    <p:sldId id="347" r:id="rId7"/>
    <p:sldId id="348" r:id="rId8"/>
    <p:sldId id="367" r:id="rId9"/>
    <p:sldId id="323" r:id="rId10"/>
    <p:sldId id="319" r:id="rId11"/>
    <p:sldId id="350" r:id="rId12"/>
    <p:sldId id="326" r:id="rId13"/>
    <p:sldId id="313" r:id="rId14"/>
    <p:sldId id="352" r:id="rId15"/>
    <p:sldId id="353" r:id="rId16"/>
    <p:sldId id="354" r:id="rId17"/>
    <p:sldId id="355" r:id="rId18"/>
    <p:sldId id="356" r:id="rId19"/>
    <p:sldId id="325" r:id="rId20"/>
    <p:sldId id="363" r:id="rId21"/>
    <p:sldId id="342" r:id="rId22"/>
    <p:sldId id="364" r:id="rId23"/>
    <p:sldId id="332" r:id="rId24"/>
    <p:sldId id="333" r:id="rId25"/>
    <p:sldId id="357" r:id="rId26"/>
    <p:sldId id="324" r:id="rId27"/>
    <p:sldId id="351" r:id="rId28"/>
    <p:sldId id="368" r:id="rId29"/>
    <p:sldId id="369" r:id="rId30"/>
    <p:sldId id="343" r:id="rId31"/>
    <p:sldId id="344" r:id="rId32"/>
    <p:sldId id="371" r:id="rId33"/>
    <p:sldId id="322" r:id="rId34"/>
    <p:sldId id="283" r:id="rId35"/>
  </p:sldIdLst>
  <p:sldSz cx="12192000" cy="6858000"/>
  <p:notesSz cx="7099300" cy="93853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0066FF"/>
    <a:srgbClr val="FFFFE7"/>
    <a:srgbClr val="00CC66"/>
    <a:srgbClr val="00CC00"/>
    <a:srgbClr val="66FF33"/>
    <a:srgbClr val="009900"/>
    <a:srgbClr val="FF99FF"/>
    <a:srgbClr val="000000"/>
    <a:srgbClr val="F428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44" autoAdjust="0"/>
    <p:restoredTop sz="94660"/>
  </p:normalViewPr>
  <p:slideViewPr>
    <p:cSldViewPr snapToGrid="0">
      <p:cViewPr varScale="1">
        <p:scale>
          <a:sx n="93" d="100"/>
          <a:sy n="93" d="100"/>
        </p:scale>
        <p:origin x="250" y="77"/>
      </p:cViewPr>
      <p:guideLst/>
    </p:cSldViewPr>
  </p:slideViewPr>
  <p:notesTextViewPr>
    <p:cViewPr>
      <p:scale>
        <a:sx n="1" d="1"/>
        <a:sy n="1" d="1"/>
      </p:scale>
      <p:origin x="0" y="0"/>
    </p:cViewPr>
  </p:notesTextViewPr>
  <p:sorterViewPr>
    <p:cViewPr>
      <p:scale>
        <a:sx n="100" d="100"/>
        <a:sy n="100" d="100"/>
      </p:scale>
      <p:origin x="0" y="0"/>
    </p:cViewPr>
  </p:sorterViewPr>
  <p:gridSpacing cx="45720" cy="4572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50EE5A1-06B2-4643-A487-BE827B21A0A3}"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1DBBD6-9F80-490C-B9C2-9C0BCFB5FCEB}" type="slidenum">
              <a:rPr lang="en-US" smtClean="0"/>
              <a:t>‹#›</a:t>
            </a:fld>
            <a:endParaRPr lang="en-US"/>
          </a:p>
        </p:txBody>
      </p:sp>
    </p:spTree>
    <p:extLst>
      <p:ext uri="{BB962C8B-B14F-4D97-AF65-F5344CB8AC3E}">
        <p14:creationId xmlns:p14="http://schemas.microsoft.com/office/powerpoint/2010/main" val="3056591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50EE5A1-06B2-4643-A487-BE827B21A0A3}"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1DBBD6-9F80-490C-B9C2-9C0BCFB5FCEB}" type="slidenum">
              <a:rPr lang="en-US" smtClean="0"/>
              <a:t>‹#›</a:t>
            </a:fld>
            <a:endParaRPr lang="en-US"/>
          </a:p>
        </p:txBody>
      </p:sp>
    </p:spTree>
    <p:extLst>
      <p:ext uri="{BB962C8B-B14F-4D97-AF65-F5344CB8AC3E}">
        <p14:creationId xmlns:p14="http://schemas.microsoft.com/office/powerpoint/2010/main" val="1639826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0EE5A1-06B2-4643-A487-BE827B21A0A3}"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1DBBD6-9F80-490C-B9C2-9C0BCFB5FCEB}" type="slidenum">
              <a:rPr lang="en-US" smtClean="0"/>
              <a:t>‹#›</a:t>
            </a:fld>
            <a:endParaRPr lang="en-US"/>
          </a:p>
        </p:txBody>
      </p:sp>
    </p:spTree>
    <p:extLst>
      <p:ext uri="{BB962C8B-B14F-4D97-AF65-F5344CB8AC3E}">
        <p14:creationId xmlns:p14="http://schemas.microsoft.com/office/powerpoint/2010/main" val="2953241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50EE5A1-06B2-4643-A487-BE827B21A0A3}"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1DBBD6-9F80-490C-B9C2-9C0BCFB5FCEB}" type="slidenum">
              <a:rPr lang="en-US" smtClean="0"/>
              <a:t>‹#›</a:t>
            </a:fld>
            <a:endParaRPr lang="en-US"/>
          </a:p>
        </p:txBody>
      </p:sp>
    </p:spTree>
    <p:extLst>
      <p:ext uri="{BB962C8B-B14F-4D97-AF65-F5344CB8AC3E}">
        <p14:creationId xmlns:p14="http://schemas.microsoft.com/office/powerpoint/2010/main" val="33874995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50EE5A1-06B2-4643-A487-BE827B21A0A3}" type="datetimeFigureOut">
              <a:rPr lang="en-US" smtClean="0"/>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1DBBD6-9F80-490C-B9C2-9C0BCFB5FCEB}" type="slidenum">
              <a:rPr lang="en-US" smtClean="0"/>
              <a:t>‹#›</a:t>
            </a:fld>
            <a:endParaRPr lang="en-US"/>
          </a:p>
        </p:txBody>
      </p:sp>
    </p:spTree>
    <p:extLst>
      <p:ext uri="{BB962C8B-B14F-4D97-AF65-F5344CB8AC3E}">
        <p14:creationId xmlns:p14="http://schemas.microsoft.com/office/powerpoint/2010/main" val="12867493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50EE5A1-06B2-4643-A487-BE827B21A0A3}" type="datetimeFigureOut">
              <a:rPr lang="en-US" smtClean="0"/>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1DBBD6-9F80-490C-B9C2-9C0BCFB5FCEB}" type="slidenum">
              <a:rPr lang="en-US" smtClean="0"/>
              <a:t>‹#›</a:t>
            </a:fld>
            <a:endParaRPr lang="en-US"/>
          </a:p>
        </p:txBody>
      </p:sp>
    </p:spTree>
    <p:extLst>
      <p:ext uri="{BB962C8B-B14F-4D97-AF65-F5344CB8AC3E}">
        <p14:creationId xmlns:p14="http://schemas.microsoft.com/office/powerpoint/2010/main" val="1662372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0EE5A1-06B2-4643-A487-BE827B21A0A3}" type="datetimeFigureOut">
              <a:rPr lang="en-US" smtClean="0"/>
              <a:t>4/15/2026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1DBBD6-9F80-490C-B9C2-9C0BCFB5FCEB}" type="slidenum">
              <a:rPr lang="en-US" smtClean="0"/>
              <a:t>‹#›</a:t>
            </a:fld>
            <a:endParaRPr lang="en-US"/>
          </a:p>
        </p:txBody>
      </p:sp>
    </p:spTree>
    <p:extLst>
      <p:ext uri="{BB962C8B-B14F-4D97-AF65-F5344CB8AC3E}">
        <p14:creationId xmlns:p14="http://schemas.microsoft.com/office/powerpoint/2010/main" val="401326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50EE5A1-06B2-4643-A487-BE827B21A0A3}"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1DBBD6-9F80-490C-B9C2-9C0BCFB5FCEB}" type="slidenum">
              <a:rPr lang="en-US" smtClean="0"/>
              <a:t>‹#›</a:t>
            </a:fld>
            <a:endParaRPr lang="en-US"/>
          </a:p>
        </p:txBody>
      </p:sp>
    </p:spTree>
    <p:extLst>
      <p:ext uri="{BB962C8B-B14F-4D97-AF65-F5344CB8AC3E}">
        <p14:creationId xmlns:p14="http://schemas.microsoft.com/office/powerpoint/2010/main" val="42643078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50EE5A1-06B2-4643-A487-BE827B21A0A3}"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1DBBD6-9F80-490C-B9C2-9C0BCFB5FCEB}" type="slidenum">
              <a:rPr lang="en-US" smtClean="0"/>
              <a:t>‹#›</a:t>
            </a:fld>
            <a:endParaRPr lang="en-US"/>
          </a:p>
        </p:txBody>
      </p:sp>
    </p:spTree>
    <p:extLst>
      <p:ext uri="{BB962C8B-B14F-4D97-AF65-F5344CB8AC3E}">
        <p14:creationId xmlns:p14="http://schemas.microsoft.com/office/powerpoint/2010/main" val="3754620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50EE5A1-06B2-4643-A487-BE827B21A0A3}"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1DBBD6-9F80-490C-B9C2-9C0BCFB5FCEB}" type="slidenum">
              <a:rPr lang="en-US" smtClean="0"/>
              <a:t>‹#›</a:t>
            </a:fld>
            <a:endParaRPr lang="en-US"/>
          </a:p>
        </p:txBody>
      </p:sp>
    </p:spTree>
    <p:extLst>
      <p:ext uri="{BB962C8B-B14F-4D97-AF65-F5344CB8AC3E}">
        <p14:creationId xmlns:p14="http://schemas.microsoft.com/office/powerpoint/2010/main" val="3026339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50EE5A1-06B2-4643-A487-BE827B21A0A3}"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1DBBD6-9F80-490C-B9C2-9C0BCFB5FCEB}" type="slidenum">
              <a:rPr lang="en-US" smtClean="0"/>
              <a:t>‹#›</a:t>
            </a:fld>
            <a:endParaRPr lang="en-US"/>
          </a:p>
        </p:txBody>
      </p:sp>
    </p:spTree>
    <p:extLst>
      <p:ext uri="{BB962C8B-B14F-4D97-AF65-F5344CB8AC3E}">
        <p14:creationId xmlns:p14="http://schemas.microsoft.com/office/powerpoint/2010/main" val="1167421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0EE5A1-06B2-4643-A487-BE827B21A0A3}" type="datetimeFigureOut">
              <a:rPr lang="en-US" smtClean="0"/>
              <a:t>4/15/2026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1DBBD6-9F80-490C-B9C2-9C0BCFB5FCEB}" type="slidenum">
              <a:rPr lang="en-US" smtClean="0"/>
              <a:t>‹#›</a:t>
            </a:fld>
            <a:endParaRPr lang="en-US"/>
          </a:p>
        </p:txBody>
      </p:sp>
    </p:spTree>
    <p:extLst>
      <p:ext uri="{BB962C8B-B14F-4D97-AF65-F5344CB8AC3E}">
        <p14:creationId xmlns:p14="http://schemas.microsoft.com/office/powerpoint/2010/main" val="15548580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Sphaeralcea/TTL_Calculator_4_Banger" TargetMode="External"/><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hyperlink" Target="https://photos.google.com/photo/AF1QipMiNq32zN_vynShYvaPHf3gs_rkGYuDKeGGfYH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0.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package" Target="../embeddings/Microsoft_Excel_Worksheet.xlsx"/><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package" Target="../embeddings/Microsoft_Excel_Worksheet1.xlsx"/><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package" Target="../embeddings/Microsoft_Excel_Worksheet2.xlsx"/></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C88A3C6-02F4-F9F0-F7AA-FE9F478EE34F}"/>
              </a:ext>
            </a:extLst>
          </p:cNvPr>
          <p:cNvPicPr>
            <a:picLocks noChangeAspect="1"/>
          </p:cNvPicPr>
          <p:nvPr/>
        </p:nvPicPr>
        <p:blipFill>
          <a:blip r:embed="rId2"/>
          <a:stretch>
            <a:fillRect/>
          </a:stretch>
        </p:blipFill>
        <p:spPr>
          <a:xfrm>
            <a:off x="478018" y="157800"/>
            <a:ext cx="6219562" cy="6542399"/>
          </a:xfrm>
          <a:prstGeom prst="rect">
            <a:avLst/>
          </a:prstGeom>
        </p:spPr>
      </p:pic>
      <p:sp>
        <p:nvSpPr>
          <p:cNvPr id="7" name="TextBox 6">
            <a:extLst>
              <a:ext uri="{FF2B5EF4-FFF2-40B4-BE49-F238E27FC236}">
                <a16:creationId xmlns:a16="http://schemas.microsoft.com/office/drawing/2014/main" id="{52BF6CBC-8ACD-13D0-D8D2-BC62462C4676}"/>
              </a:ext>
            </a:extLst>
          </p:cNvPr>
          <p:cNvSpPr txBox="1"/>
          <p:nvPr/>
        </p:nvSpPr>
        <p:spPr>
          <a:xfrm>
            <a:off x="6887267" y="215871"/>
            <a:ext cx="5016402" cy="338554"/>
          </a:xfrm>
          <a:prstGeom prst="rect">
            <a:avLst/>
          </a:prstGeom>
          <a:noFill/>
          <a:ln>
            <a:noFill/>
          </a:ln>
        </p:spPr>
        <p:txBody>
          <a:bodyPr wrap="square">
            <a:spAutoFit/>
          </a:bodyPr>
          <a:lstStyle/>
          <a:p>
            <a:r>
              <a:rPr lang="en-US" sz="1600" dirty="0">
                <a:hlinkClick r:id="rId3"/>
              </a:rPr>
              <a:t>https://github.com/Sphaeralcea/TTL_Calculator_4_Banger</a:t>
            </a:r>
            <a:endParaRPr lang="en-US" sz="1600" dirty="0"/>
          </a:p>
        </p:txBody>
      </p:sp>
      <p:sp>
        <p:nvSpPr>
          <p:cNvPr id="6" name="TextBox 5">
            <a:extLst>
              <a:ext uri="{FF2B5EF4-FFF2-40B4-BE49-F238E27FC236}">
                <a16:creationId xmlns:a16="http://schemas.microsoft.com/office/drawing/2014/main" id="{CF1F4A36-625C-DA37-8DBF-7541C8FB4370}"/>
              </a:ext>
            </a:extLst>
          </p:cNvPr>
          <p:cNvSpPr txBox="1"/>
          <p:nvPr/>
        </p:nvSpPr>
        <p:spPr>
          <a:xfrm>
            <a:off x="6993924" y="869180"/>
            <a:ext cx="1293341" cy="400110"/>
          </a:xfrm>
          <a:prstGeom prst="rect">
            <a:avLst/>
          </a:prstGeom>
          <a:noFill/>
          <a:ln>
            <a:noFill/>
          </a:ln>
        </p:spPr>
        <p:txBody>
          <a:bodyPr wrap="square">
            <a:spAutoFit/>
          </a:bodyPr>
          <a:lstStyle/>
          <a:p>
            <a:r>
              <a:rPr lang="en-US" sz="2000" dirty="0">
                <a:hlinkClick r:id="rId4"/>
              </a:rPr>
              <a:t>Video Clip</a:t>
            </a:r>
            <a:endParaRPr lang="en-US" sz="2000" dirty="0"/>
          </a:p>
        </p:txBody>
      </p:sp>
    </p:spTree>
    <p:extLst>
      <p:ext uri="{BB962C8B-B14F-4D97-AF65-F5344CB8AC3E}">
        <p14:creationId xmlns:p14="http://schemas.microsoft.com/office/powerpoint/2010/main" val="2907547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646BE-BEA8-EA4C-F875-5AF118E346B9}"/>
              </a:ext>
            </a:extLst>
          </p:cNvPr>
          <p:cNvSpPr>
            <a:spLocks noGrp="1"/>
          </p:cNvSpPr>
          <p:nvPr>
            <p:ph type="title"/>
          </p:nvPr>
        </p:nvSpPr>
        <p:spPr>
          <a:xfrm>
            <a:off x="838200" y="292937"/>
            <a:ext cx="10515600" cy="757822"/>
          </a:xfrm>
        </p:spPr>
        <p:txBody>
          <a:bodyPr>
            <a:normAutofit/>
          </a:bodyPr>
          <a:lstStyle/>
          <a:p>
            <a:r>
              <a:rPr lang="en-US" sz="4000" dirty="0"/>
              <a:t>TTL 4-Banger Calculator</a:t>
            </a:r>
          </a:p>
        </p:txBody>
      </p:sp>
      <p:sp>
        <p:nvSpPr>
          <p:cNvPr id="5" name="TextBox 4">
            <a:extLst>
              <a:ext uri="{FF2B5EF4-FFF2-40B4-BE49-F238E27FC236}">
                <a16:creationId xmlns:a16="http://schemas.microsoft.com/office/drawing/2014/main" id="{04F08E9A-2137-2C10-F255-1C8D7B5E57E1}"/>
              </a:ext>
            </a:extLst>
          </p:cNvPr>
          <p:cNvSpPr txBox="1"/>
          <p:nvPr/>
        </p:nvSpPr>
        <p:spPr>
          <a:xfrm>
            <a:off x="689811" y="1499938"/>
            <a:ext cx="5329992" cy="4791440"/>
          </a:xfrm>
          <a:prstGeom prst="rect">
            <a:avLst/>
          </a:prstGeom>
          <a:noFill/>
          <a:ln>
            <a:noFill/>
          </a:ln>
        </p:spPr>
        <p:txBody>
          <a:bodyPr wrap="square" rtlCol="0">
            <a:spAutoFit/>
          </a:bodyPr>
          <a:lstStyle/>
          <a:p>
            <a:pPr>
              <a:lnSpc>
                <a:spcPct val="70000"/>
              </a:lnSpc>
              <a:spcAft>
                <a:spcPts val="300"/>
              </a:spcAft>
            </a:pPr>
            <a:r>
              <a:rPr lang="en-US" sz="2400" dirty="0"/>
              <a:t>Features and Requirements</a:t>
            </a:r>
          </a:p>
          <a:p>
            <a:pPr marL="285750" indent="-285750">
              <a:lnSpc>
                <a:spcPct val="70000"/>
              </a:lnSpc>
              <a:spcAft>
                <a:spcPts val="300"/>
              </a:spcAft>
              <a:buFont typeface="Arial" panose="020B0604020202020204" pitchFamily="34" charset="0"/>
              <a:buChar char="•"/>
            </a:pPr>
            <a:r>
              <a:rPr lang="en-US" sz="1900" dirty="0"/>
              <a:t>All 74hcXX logic implementation (plus 3 4XXX) chips, 77 total, and one 2816 EEPROM</a:t>
            </a:r>
          </a:p>
          <a:p>
            <a:pPr marL="285750" indent="-285750">
              <a:lnSpc>
                <a:spcPct val="70000"/>
              </a:lnSpc>
              <a:spcAft>
                <a:spcPts val="300"/>
              </a:spcAft>
              <a:buFont typeface="Arial" panose="020B0604020202020204" pitchFamily="34" charset="0"/>
              <a:buChar char="•"/>
            </a:pPr>
            <a:r>
              <a:rPr lang="en-US" sz="1900" dirty="0"/>
              <a:t>Purpose built architecture (not a CPU architecture)</a:t>
            </a:r>
          </a:p>
          <a:p>
            <a:pPr marL="285750" indent="-285750">
              <a:lnSpc>
                <a:spcPct val="70000"/>
              </a:lnSpc>
              <a:spcAft>
                <a:spcPts val="300"/>
              </a:spcAft>
              <a:buFont typeface="Arial" panose="020B0604020202020204" pitchFamily="34" charset="0"/>
              <a:buChar char="•"/>
            </a:pPr>
            <a:r>
              <a:rPr lang="en-US" sz="1900" dirty="0"/>
              <a:t>RPN style operation (HP Enter key)</a:t>
            </a:r>
          </a:p>
          <a:p>
            <a:pPr marL="285750" indent="-285750">
              <a:lnSpc>
                <a:spcPct val="70000"/>
              </a:lnSpc>
              <a:spcAft>
                <a:spcPts val="300"/>
              </a:spcAft>
              <a:buFont typeface="Arial" panose="020B0604020202020204" pitchFamily="34" charset="0"/>
              <a:buChar char="•"/>
            </a:pPr>
            <a:r>
              <a:rPr lang="en-US" sz="1900" dirty="0"/>
              <a:t>Add, subtract, multiply, and divide, clear entry, clear all</a:t>
            </a:r>
          </a:p>
          <a:p>
            <a:pPr marL="285750" indent="-285750">
              <a:lnSpc>
                <a:spcPct val="70000"/>
              </a:lnSpc>
              <a:spcAft>
                <a:spcPts val="300"/>
              </a:spcAft>
              <a:buFont typeface="Arial" panose="020B0604020202020204" pitchFamily="34" charset="0"/>
              <a:buChar char="•"/>
            </a:pPr>
            <a:r>
              <a:rPr lang="en-US" sz="1900" dirty="0"/>
              <a:t>8 numeric digits plus an Error and sign digit</a:t>
            </a:r>
          </a:p>
          <a:p>
            <a:pPr marL="742950" lvl="1" indent="-285750">
              <a:lnSpc>
                <a:spcPct val="70000"/>
              </a:lnSpc>
              <a:spcAft>
                <a:spcPts val="300"/>
              </a:spcAft>
              <a:buFont typeface="Wingdings" panose="05000000000000000000" pitchFamily="2" charset="2"/>
              <a:buChar char="§"/>
            </a:pPr>
            <a:r>
              <a:rPr lang="en-US" sz="1900" dirty="0"/>
              <a:t>Max num: +99,999,999 to -99,999,999</a:t>
            </a:r>
          </a:p>
          <a:p>
            <a:pPr marL="742950" lvl="1" indent="-285750">
              <a:lnSpc>
                <a:spcPct val="70000"/>
              </a:lnSpc>
              <a:spcAft>
                <a:spcPts val="300"/>
              </a:spcAft>
              <a:buFont typeface="Wingdings" panose="05000000000000000000" pitchFamily="2" charset="2"/>
              <a:buChar char="§"/>
            </a:pPr>
            <a:r>
              <a:rPr lang="en-US" sz="1900" dirty="0"/>
              <a:t>Min Num:  +0.0000001 to -0.0000001</a:t>
            </a:r>
          </a:p>
          <a:p>
            <a:pPr marL="285750" indent="-285750">
              <a:lnSpc>
                <a:spcPct val="70000"/>
              </a:lnSpc>
              <a:spcAft>
                <a:spcPts val="300"/>
              </a:spcAft>
              <a:buFont typeface="Arial" panose="020B0604020202020204" pitchFamily="34" charset="0"/>
              <a:buChar char="•"/>
            </a:pPr>
            <a:r>
              <a:rPr lang="en-US" sz="1900" dirty="0"/>
              <a:t>Floating decimal point</a:t>
            </a:r>
          </a:p>
          <a:p>
            <a:pPr marL="285750" indent="-285750">
              <a:lnSpc>
                <a:spcPct val="70000"/>
              </a:lnSpc>
              <a:spcAft>
                <a:spcPts val="300"/>
              </a:spcAft>
              <a:buFont typeface="Arial" panose="020B0604020202020204" pitchFamily="34" charset="0"/>
              <a:buChar char="•"/>
            </a:pPr>
            <a:r>
              <a:rPr lang="en-US" sz="1900" dirty="0"/>
              <a:t>Signals error on overflow for all operations, keyboard input overflow, and divide by 0</a:t>
            </a:r>
          </a:p>
          <a:p>
            <a:pPr marL="285750" indent="-285750">
              <a:lnSpc>
                <a:spcPct val="70000"/>
              </a:lnSpc>
              <a:spcAft>
                <a:spcPts val="300"/>
              </a:spcAft>
              <a:buFont typeface="Arial" panose="020B0604020202020204" pitchFamily="34" charset="0"/>
              <a:buChar char="•"/>
            </a:pPr>
            <a:r>
              <a:rPr lang="en-US" sz="1900" dirty="0"/>
              <a:t>Underflow handling</a:t>
            </a:r>
          </a:p>
          <a:p>
            <a:pPr marL="285750" indent="-285750">
              <a:lnSpc>
                <a:spcPct val="70000"/>
              </a:lnSpc>
              <a:spcAft>
                <a:spcPts val="300"/>
              </a:spcAft>
              <a:buFont typeface="Arial" panose="020B0604020202020204" pitchFamily="34" charset="0"/>
              <a:buChar char="•"/>
            </a:pPr>
            <a:r>
              <a:rPr lang="en-US" sz="1900" dirty="0"/>
              <a:t>Leading zero blanking during operand entry</a:t>
            </a:r>
          </a:p>
          <a:p>
            <a:pPr marL="285750" indent="-285750">
              <a:lnSpc>
                <a:spcPct val="70000"/>
              </a:lnSpc>
              <a:spcAft>
                <a:spcPts val="300"/>
              </a:spcAft>
              <a:buFont typeface="Arial" panose="020B0604020202020204" pitchFamily="34" charset="0"/>
              <a:buChar char="•"/>
            </a:pPr>
            <a:r>
              <a:rPr lang="en-US" sz="1900" dirty="0"/>
              <a:t>Running total operation (last result = Operand1 + Enter)</a:t>
            </a:r>
          </a:p>
          <a:p>
            <a:pPr marL="285750" indent="-285750">
              <a:lnSpc>
                <a:spcPct val="70000"/>
              </a:lnSpc>
              <a:spcAft>
                <a:spcPts val="300"/>
              </a:spcAft>
              <a:buFont typeface="Arial" panose="020B0604020202020204" pitchFamily="34" charset="0"/>
              <a:buChar char="•"/>
            </a:pPr>
            <a:r>
              <a:rPr lang="en-US" sz="1900" dirty="0"/>
              <a:t>All rising edge flip-flop design</a:t>
            </a:r>
          </a:p>
          <a:p>
            <a:pPr marL="285750" indent="-285750">
              <a:lnSpc>
                <a:spcPct val="70000"/>
              </a:lnSpc>
              <a:spcAft>
                <a:spcPts val="300"/>
              </a:spcAft>
              <a:buFont typeface="Arial" panose="020B0604020202020204" pitchFamily="34" charset="0"/>
              <a:buChar char="•"/>
            </a:pPr>
            <a:r>
              <a:rPr lang="en-US" sz="1900" dirty="0"/>
              <a:t>All on a single PCB</a:t>
            </a:r>
          </a:p>
        </p:txBody>
      </p:sp>
      <p:sp>
        <p:nvSpPr>
          <p:cNvPr id="3" name="TextBox 2">
            <a:extLst>
              <a:ext uri="{FF2B5EF4-FFF2-40B4-BE49-F238E27FC236}">
                <a16:creationId xmlns:a16="http://schemas.microsoft.com/office/drawing/2014/main" id="{9231F444-4126-182B-FF85-FB33507C612D}"/>
              </a:ext>
            </a:extLst>
          </p:cNvPr>
          <p:cNvSpPr txBox="1"/>
          <p:nvPr/>
        </p:nvSpPr>
        <p:spPr>
          <a:xfrm>
            <a:off x="6697579" y="453891"/>
            <a:ext cx="5093368" cy="6211829"/>
          </a:xfrm>
          <a:prstGeom prst="rect">
            <a:avLst/>
          </a:prstGeom>
          <a:noFill/>
          <a:ln>
            <a:noFill/>
          </a:ln>
        </p:spPr>
        <p:txBody>
          <a:bodyPr wrap="square" rtlCol="0">
            <a:spAutoFit/>
          </a:bodyPr>
          <a:lstStyle/>
          <a:p>
            <a:pPr>
              <a:lnSpc>
                <a:spcPct val="70000"/>
              </a:lnSpc>
              <a:spcAft>
                <a:spcPts val="300"/>
              </a:spcAft>
            </a:pPr>
            <a:r>
              <a:rPr lang="en-US" sz="2400" dirty="0"/>
              <a:t>3 Major logic blocks</a:t>
            </a:r>
          </a:p>
          <a:p>
            <a:pPr marL="285750" indent="-285750">
              <a:lnSpc>
                <a:spcPct val="70000"/>
              </a:lnSpc>
              <a:spcAft>
                <a:spcPts val="300"/>
              </a:spcAft>
              <a:buFont typeface="Wingdings" panose="05000000000000000000" pitchFamily="2" charset="2"/>
              <a:buChar char="Ø"/>
            </a:pPr>
            <a:r>
              <a:rPr lang="en-US" sz="1900" dirty="0"/>
              <a:t>SEQ:  Micro-sequencer engine with 2Kx8b </a:t>
            </a:r>
            <a:r>
              <a:rPr lang="en-US" sz="1900" dirty="0" err="1"/>
              <a:t>uROM</a:t>
            </a:r>
            <a:endParaRPr lang="en-US" sz="1900" dirty="0"/>
          </a:p>
          <a:p>
            <a:pPr marL="742950" lvl="1" indent="-285750">
              <a:lnSpc>
                <a:spcPct val="70000"/>
              </a:lnSpc>
              <a:spcAft>
                <a:spcPts val="300"/>
              </a:spcAft>
              <a:buFont typeface="Courier New" panose="02070309020205020404" pitchFamily="49" charset="0"/>
              <a:buChar char="o"/>
            </a:pPr>
            <a:r>
              <a:rPr lang="en-US" sz="1900" dirty="0"/>
              <a:t>24-bit micro-instruction word</a:t>
            </a:r>
          </a:p>
          <a:p>
            <a:pPr marL="742950" lvl="1" indent="-285750">
              <a:lnSpc>
                <a:spcPct val="70000"/>
              </a:lnSpc>
              <a:spcAft>
                <a:spcPts val="300"/>
              </a:spcAft>
              <a:buFont typeface="Courier New" panose="02070309020205020404" pitchFamily="49" charset="0"/>
              <a:buChar char="o"/>
            </a:pPr>
            <a:r>
              <a:rPr lang="en-US" sz="1900" dirty="0"/>
              <a:t>Unconditional branch, 16 conditional branches, 1 NMI-type interrupt</a:t>
            </a:r>
          </a:p>
          <a:p>
            <a:pPr marL="742950" lvl="1" indent="-285750">
              <a:lnSpc>
                <a:spcPct val="70000"/>
              </a:lnSpc>
              <a:spcAft>
                <a:spcPts val="300"/>
              </a:spcAft>
              <a:buFont typeface="Courier New" panose="02070309020205020404" pitchFamily="49" charset="0"/>
              <a:buChar char="o"/>
            </a:pPr>
            <a:r>
              <a:rPr lang="en-US" sz="1900" dirty="0"/>
              <a:t>Single level loop counter (no nesting)</a:t>
            </a:r>
          </a:p>
          <a:p>
            <a:pPr marL="742950" lvl="1" indent="-285750">
              <a:lnSpc>
                <a:spcPct val="70000"/>
              </a:lnSpc>
              <a:spcAft>
                <a:spcPts val="300"/>
              </a:spcAft>
              <a:buFont typeface="Courier New" panose="02070309020205020404" pitchFamily="49" charset="0"/>
              <a:buChar char="o"/>
            </a:pPr>
            <a:r>
              <a:rPr lang="en-US" sz="1900" dirty="0"/>
              <a:t>Clock and reset generation</a:t>
            </a:r>
          </a:p>
          <a:p>
            <a:pPr marL="285750" indent="-285750">
              <a:lnSpc>
                <a:spcPct val="70000"/>
              </a:lnSpc>
              <a:spcAft>
                <a:spcPts val="300"/>
              </a:spcAft>
              <a:buFont typeface="Wingdings" panose="05000000000000000000" pitchFamily="2" charset="2"/>
              <a:buChar char="Ø"/>
            </a:pPr>
            <a:r>
              <a:rPr lang="en-US" sz="1900" dirty="0"/>
              <a:t>DSKY:  Keyboard and Display unit</a:t>
            </a:r>
          </a:p>
          <a:p>
            <a:pPr marL="742950" lvl="1" indent="-285750">
              <a:lnSpc>
                <a:spcPct val="70000"/>
              </a:lnSpc>
              <a:spcAft>
                <a:spcPts val="300"/>
              </a:spcAft>
              <a:buFont typeface="Courier New" panose="02070309020205020404" pitchFamily="49" charset="0"/>
              <a:buChar char="o"/>
            </a:pPr>
            <a:r>
              <a:rPr lang="en-US" sz="1900" dirty="0"/>
              <a:t>9-digit LED display sequencing,</a:t>
            </a:r>
          </a:p>
          <a:p>
            <a:pPr marL="742950" lvl="1" indent="-285750">
              <a:lnSpc>
                <a:spcPct val="70000"/>
              </a:lnSpc>
              <a:spcAft>
                <a:spcPts val="300"/>
              </a:spcAft>
              <a:buFont typeface="Courier New" panose="02070309020205020404" pitchFamily="49" charset="0"/>
              <a:buChar char="o"/>
            </a:pPr>
            <a:r>
              <a:rPr lang="en-US" sz="1900" dirty="0"/>
              <a:t>18(20)-key keyboard encoding (2 keys not used)</a:t>
            </a:r>
          </a:p>
          <a:p>
            <a:pPr marL="285750" indent="-285750">
              <a:lnSpc>
                <a:spcPct val="70000"/>
              </a:lnSpc>
              <a:spcAft>
                <a:spcPts val="300"/>
              </a:spcAft>
              <a:buFont typeface="Wingdings" panose="05000000000000000000" pitchFamily="2" charset="2"/>
              <a:buChar char="Ø"/>
            </a:pPr>
            <a:r>
              <a:rPr lang="en-US" sz="1900" dirty="0"/>
              <a:t>REG:  Register-Arithmetic unit</a:t>
            </a:r>
          </a:p>
          <a:p>
            <a:pPr marL="742950" lvl="1" indent="-285750">
              <a:lnSpc>
                <a:spcPct val="70000"/>
              </a:lnSpc>
              <a:spcAft>
                <a:spcPts val="300"/>
              </a:spcAft>
              <a:buFont typeface="Courier New" panose="02070309020205020404" pitchFamily="49" charset="0"/>
              <a:buChar char="o"/>
            </a:pPr>
            <a:r>
              <a:rPr lang="en-US" sz="1900" dirty="0"/>
              <a:t>3, 8-digit registers (4-bits X 8)</a:t>
            </a:r>
          </a:p>
          <a:p>
            <a:pPr marL="742950" lvl="1" indent="-285750">
              <a:lnSpc>
                <a:spcPct val="70000"/>
              </a:lnSpc>
              <a:spcAft>
                <a:spcPts val="300"/>
              </a:spcAft>
              <a:buFont typeface="Courier New" panose="02070309020205020404" pitchFamily="49" charset="0"/>
              <a:buChar char="o"/>
            </a:pPr>
            <a:r>
              <a:rPr lang="en-US" sz="1900" dirty="0"/>
              <a:t>1 digit BCD adder/subtractor and  exponent calculator (counters)</a:t>
            </a:r>
          </a:p>
          <a:p>
            <a:pPr marL="742950" lvl="1" indent="-285750">
              <a:lnSpc>
                <a:spcPct val="70000"/>
              </a:lnSpc>
              <a:spcAft>
                <a:spcPts val="300"/>
              </a:spcAft>
              <a:buFont typeface="Courier New" panose="02070309020205020404" pitchFamily="49" charset="0"/>
              <a:buChar char="o"/>
            </a:pPr>
            <a:r>
              <a:rPr lang="en-US" sz="1900" dirty="0"/>
              <a:t>8 status and control register bits, operation progress tracking state machine</a:t>
            </a:r>
          </a:p>
          <a:p>
            <a:pPr marL="285750" indent="-285750">
              <a:lnSpc>
                <a:spcPct val="70000"/>
              </a:lnSpc>
              <a:spcAft>
                <a:spcPts val="300"/>
              </a:spcAft>
              <a:buFont typeface="Arial" panose="020B0604020202020204" pitchFamily="34" charset="0"/>
              <a:buChar char="•"/>
            </a:pPr>
            <a:r>
              <a:rPr lang="en-US" sz="1900" dirty="0"/>
              <a:t>Architectural deficits (intentional)</a:t>
            </a:r>
          </a:p>
          <a:p>
            <a:pPr marL="800100" lvl="1" indent="-342900">
              <a:lnSpc>
                <a:spcPct val="70000"/>
              </a:lnSpc>
              <a:spcAft>
                <a:spcPts val="300"/>
              </a:spcAft>
              <a:buFont typeface="Arial" panose="020B0604020202020204" pitchFamily="34" charset="0"/>
              <a:buChar char="•"/>
            </a:pPr>
            <a:r>
              <a:rPr lang="en-US" sz="1900" dirty="0"/>
              <a:t>No rounding logic</a:t>
            </a:r>
          </a:p>
          <a:p>
            <a:pPr marL="800100" lvl="1" indent="-342900">
              <a:lnSpc>
                <a:spcPct val="70000"/>
              </a:lnSpc>
              <a:spcAft>
                <a:spcPts val="300"/>
              </a:spcAft>
              <a:buFont typeface="Arial" panose="020B0604020202020204" pitchFamily="34" charset="0"/>
              <a:buChar char="•"/>
            </a:pPr>
            <a:r>
              <a:rPr lang="en-US" sz="1900" dirty="0"/>
              <a:t>No guard digits</a:t>
            </a:r>
          </a:p>
          <a:p>
            <a:pPr marL="285750" indent="-285750">
              <a:lnSpc>
                <a:spcPct val="70000"/>
              </a:lnSpc>
              <a:spcAft>
                <a:spcPts val="300"/>
              </a:spcAft>
              <a:buFont typeface="Arial" panose="020B0604020202020204" pitchFamily="34" charset="0"/>
              <a:buChar char="•"/>
            </a:pPr>
            <a:r>
              <a:rPr lang="en-US" sz="1900" dirty="0"/>
              <a:t>Architectural bugs (unintentional)</a:t>
            </a:r>
          </a:p>
          <a:p>
            <a:pPr marL="800100" lvl="1" indent="-342900">
              <a:lnSpc>
                <a:spcPct val="70000"/>
              </a:lnSpc>
              <a:spcAft>
                <a:spcPts val="300"/>
              </a:spcAft>
              <a:buFont typeface="Arial" panose="020B0604020202020204" pitchFamily="34" charset="0"/>
              <a:buChar char="•"/>
            </a:pPr>
            <a:r>
              <a:rPr lang="en-US" sz="1900" dirty="0"/>
              <a:t>Accuracy loss dividing 2 8-digit integers</a:t>
            </a:r>
          </a:p>
          <a:p>
            <a:pPr marL="800100" lvl="1" indent="-342900">
              <a:lnSpc>
                <a:spcPct val="70000"/>
              </a:lnSpc>
              <a:spcAft>
                <a:spcPts val="300"/>
              </a:spcAft>
              <a:buFont typeface="Arial" panose="020B0604020202020204" pitchFamily="34" charset="0"/>
              <a:buChar char="•"/>
            </a:pPr>
            <a:r>
              <a:rPr lang="en-US" sz="1900" dirty="0"/>
              <a:t>Underflow condition in addition not accounted for</a:t>
            </a:r>
          </a:p>
          <a:p>
            <a:pPr marL="800100" lvl="1" indent="-342900">
              <a:lnSpc>
                <a:spcPct val="70000"/>
              </a:lnSpc>
              <a:spcAft>
                <a:spcPts val="300"/>
              </a:spcAft>
              <a:buFont typeface="Arial" panose="020B0604020202020204" pitchFamily="34" charset="0"/>
              <a:buChar char="•"/>
            </a:pPr>
            <a:r>
              <a:rPr lang="en-US" sz="1900" dirty="0"/>
              <a:t>No trailing zero blanking</a:t>
            </a:r>
          </a:p>
        </p:txBody>
      </p:sp>
    </p:spTree>
    <p:extLst>
      <p:ext uri="{BB962C8B-B14F-4D97-AF65-F5344CB8AC3E}">
        <p14:creationId xmlns:p14="http://schemas.microsoft.com/office/powerpoint/2010/main" val="69012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0990E-AB8C-A101-DD6B-7F4F84E4B5EF}"/>
              </a:ext>
            </a:extLst>
          </p:cNvPr>
          <p:cNvSpPr>
            <a:spLocks noGrp="1"/>
          </p:cNvSpPr>
          <p:nvPr>
            <p:ph type="title"/>
          </p:nvPr>
        </p:nvSpPr>
        <p:spPr>
          <a:xfrm>
            <a:off x="2528152" y="231281"/>
            <a:ext cx="7135695" cy="749801"/>
          </a:xfrm>
        </p:spPr>
        <p:txBody>
          <a:bodyPr>
            <a:normAutofit/>
          </a:bodyPr>
          <a:lstStyle/>
          <a:p>
            <a:pPr algn="ctr"/>
            <a:r>
              <a:rPr lang="en-US" sz="3600" dirty="0"/>
              <a:t>Top Level Process View</a:t>
            </a:r>
          </a:p>
        </p:txBody>
      </p:sp>
      <p:graphicFrame>
        <p:nvGraphicFramePr>
          <p:cNvPr id="18" name="Table 17">
            <a:extLst>
              <a:ext uri="{FF2B5EF4-FFF2-40B4-BE49-F238E27FC236}">
                <a16:creationId xmlns:a16="http://schemas.microsoft.com/office/drawing/2014/main" id="{34B182EE-DF07-CDFE-2569-AC277CB9AB5D}"/>
              </a:ext>
            </a:extLst>
          </p:cNvPr>
          <p:cNvGraphicFramePr>
            <a:graphicFrameLocks noGrp="1"/>
          </p:cNvGraphicFramePr>
          <p:nvPr>
            <p:extLst>
              <p:ext uri="{D42A27DB-BD31-4B8C-83A1-F6EECF244321}">
                <p14:modId xmlns:p14="http://schemas.microsoft.com/office/powerpoint/2010/main" val="902684701"/>
              </p:ext>
            </p:extLst>
          </p:nvPr>
        </p:nvGraphicFramePr>
        <p:xfrm>
          <a:off x="8933339" y="4024632"/>
          <a:ext cx="1042016" cy="742572"/>
        </p:xfrm>
        <a:graphic>
          <a:graphicData uri="http://schemas.openxmlformats.org/drawingml/2006/table">
            <a:tbl>
              <a:tblPr firstRow="1" bandRow="1">
                <a:tableStyleId>{5940675A-B579-460E-94D1-54222C63F5DA}</a:tableStyleId>
              </a:tblPr>
              <a:tblGrid>
                <a:gridCol w="230522">
                  <a:extLst>
                    <a:ext uri="{9D8B030D-6E8A-4147-A177-3AD203B41FA5}">
                      <a16:colId xmlns:a16="http://schemas.microsoft.com/office/drawing/2014/main" val="1617166292"/>
                    </a:ext>
                  </a:extLst>
                </a:gridCol>
                <a:gridCol w="204152">
                  <a:extLst>
                    <a:ext uri="{9D8B030D-6E8A-4147-A177-3AD203B41FA5}">
                      <a16:colId xmlns:a16="http://schemas.microsoft.com/office/drawing/2014/main" val="3718307428"/>
                    </a:ext>
                  </a:extLst>
                </a:gridCol>
                <a:gridCol w="204152">
                  <a:extLst>
                    <a:ext uri="{9D8B030D-6E8A-4147-A177-3AD203B41FA5}">
                      <a16:colId xmlns:a16="http://schemas.microsoft.com/office/drawing/2014/main" val="2047298529"/>
                    </a:ext>
                  </a:extLst>
                </a:gridCol>
                <a:gridCol w="204152">
                  <a:extLst>
                    <a:ext uri="{9D8B030D-6E8A-4147-A177-3AD203B41FA5}">
                      <a16:colId xmlns:a16="http://schemas.microsoft.com/office/drawing/2014/main" val="1886651913"/>
                    </a:ext>
                  </a:extLst>
                </a:gridCol>
                <a:gridCol w="199038">
                  <a:extLst>
                    <a:ext uri="{9D8B030D-6E8A-4147-A177-3AD203B41FA5}">
                      <a16:colId xmlns:a16="http://schemas.microsoft.com/office/drawing/2014/main" val="2598814123"/>
                    </a:ext>
                  </a:extLst>
                </a:gridCol>
              </a:tblGrid>
              <a:tr h="185643">
                <a:tc>
                  <a:txBody>
                    <a:bodyPr/>
                    <a:lstStyle/>
                    <a:p>
                      <a:pPr algn="ctr"/>
                      <a:r>
                        <a:rPr lang="en-US" sz="600" dirty="0"/>
                        <a:t>1</a:t>
                      </a:r>
                    </a:p>
                  </a:txBody>
                  <a:tcPr marL="45720" marR="45720"/>
                </a:tc>
                <a:tc>
                  <a:txBody>
                    <a:bodyPr/>
                    <a:lstStyle/>
                    <a:p>
                      <a:pPr algn="ctr"/>
                      <a:r>
                        <a:rPr lang="en-US" sz="600" dirty="0"/>
                        <a:t>2</a:t>
                      </a:r>
                    </a:p>
                  </a:txBody>
                  <a:tcPr marL="45720" marR="45720"/>
                </a:tc>
                <a:tc>
                  <a:txBody>
                    <a:bodyPr/>
                    <a:lstStyle/>
                    <a:p>
                      <a:pPr algn="ctr"/>
                      <a:r>
                        <a:rPr lang="en-US" sz="600" dirty="0"/>
                        <a:t>3</a:t>
                      </a:r>
                    </a:p>
                  </a:txBody>
                  <a:tcPr marL="45720" marR="45720"/>
                </a:tc>
                <a:tc>
                  <a:txBody>
                    <a:bodyPr/>
                    <a:lstStyle/>
                    <a:p>
                      <a:pPr algn="ctr"/>
                      <a:r>
                        <a:rPr lang="en-US" sz="600" dirty="0"/>
                        <a:t>+</a:t>
                      </a:r>
                    </a:p>
                  </a:txBody>
                  <a:tcPr marL="45720" marR="45720"/>
                </a:tc>
                <a:tc>
                  <a:txBody>
                    <a:bodyPr/>
                    <a:lstStyle/>
                    <a:p>
                      <a:r>
                        <a:rPr lang="en-US" sz="600" dirty="0" err="1"/>
                        <a:t>Clr</a:t>
                      </a:r>
                      <a:endParaRPr lang="en-US" sz="600" dirty="0"/>
                    </a:p>
                  </a:txBody>
                  <a:tcPr marL="45720" marR="45720"/>
                </a:tc>
                <a:extLst>
                  <a:ext uri="{0D108BD9-81ED-4DB2-BD59-A6C34878D82A}">
                    <a16:rowId xmlns:a16="http://schemas.microsoft.com/office/drawing/2014/main" val="68751816"/>
                  </a:ext>
                </a:extLst>
              </a:tr>
              <a:tr h="185643">
                <a:tc>
                  <a:txBody>
                    <a:bodyPr/>
                    <a:lstStyle/>
                    <a:p>
                      <a:pPr algn="ctr"/>
                      <a:r>
                        <a:rPr lang="en-US" sz="600" dirty="0"/>
                        <a:t>4</a:t>
                      </a:r>
                    </a:p>
                  </a:txBody>
                  <a:tcPr marL="45720" marR="45720"/>
                </a:tc>
                <a:tc>
                  <a:txBody>
                    <a:bodyPr/>
                    <a:lstStyle/>
                    <a:p>
                      <a:pPr algn="ctr"/>
                      <a:r>
                        <a:rPr lang="en-US" sz="600" dirty="0"/>
                        <a:t>5</a:t>
                      </a:r>
                    </a:p>
                  </a:txBody>
                  <a:tcPr marL="45720" marR="45720"/>
                </a:tc>
                <a:tc>
                  <a:txBody>
                    <a:bodyPr/>
                    <a:lstStyle/>
                    <a:p>
                      <a:pPr algn="ctr"/>
                      <a:r>
                        <a:rPr lang="en-US" sz="600" dirty="0"/>
                        <a:t>6</a:t>
                      </a:r>
                    </a:p>
                  </a:txBody>
                  <a:tcPr marL="45720" marR="45720"/>
                </a:tc>
                <a:tc>
                  <a:txBody>
                    <a:bodyPr/>
                    <a:lstStyle/>
                    <a:p>
                      <a:pPr algn="ctr"/>
                      <a:r>
                        <a:rPr lang="en-US" sz="600" dirty="0"/>
                        <a:t>-</a:t>
                      </a:r>
                    </a:p>
                  </a:txBody>
                  <a:tcPr marL="45720" marR="45720"/>
                </a:tc>
                <a:tc>
                  <a:txBody>
                    <a:bodyPr/>
                    <a:lstStyle/>
                    <a:p>
                      <a:r>
                        <a:rPr lang="en-US" sz="600" dirty="0"/>
                        <a:t>CE</a:t>
                      </a:r>
                    </a:p>
                  </a:txBody>
                  <a:tcPr marL="45720" marR="45720"/>
                </a:tc>
                <a:extLst>
                  <a:ext uri="{0D108BD9-81ED-4DB2-BD59-A6C34878D82A}">
                    <a16:rowId xmlns:a16="http://schemas.microsoft.com/office/drawing/2014/main" val="1404800539"/>
                  </a:ext>
                </a:extLst>
              </a:tr>
              <a:tr h="185643">
                <a:tc>
                  <a:txBody>
                    <a:bodyPr/>
                    <a:lstStyle/>
                    <a:p>
                      <a:pPr algn="ctr"/>
                      <a:r>
                        <a:rPr lang="en-US" sz="600" dirty="0"/>
                        <a:t>7</a:t>
                      </a:r>
                    </a:p>
                  </a:txBody>
                  <a:tcPr marL="45720" marR="45720"/>
                </a:tc>
                <a:tc>
                  <a:txBody>
                    <a:bodyPr/>
                    <a:lstStyle/>
                    <a:p>
                      <a:pPr algn="ctr"/>
                      <a:r>
                        <a:rPr lang="en-US" sz="600" dirty="0"/>
                        <a:t>8</a:t>
                      </a:r>
                    </a:p>
                  </a:txBody>
                  <a:tcPr marL="45720" marR="45720"/>
                </a:tc>
                <a:tc>
                  <a:txBody>
                    <a:bodyPr/>
                    <a:lstStyle/>
                    <a:p>
                      <a:pPr algn="ctr"/>
                      <a:r>
                        <a:rPr lang="en-US" sz="600" dirty="0"/>
                        <a:t>9</a:t>
                      </a:r>
                    </a:p>
                  </a:txBody>
                  <a:tcPr marL="45720" marR="45720"/>
                </a:tc>
                <a:tc>
                  <a:txBody>
                    <a:bodyPr/>
                    <a:lstStyle/>
                    <a:p>
                      <a:pPr algn="ctr"/>
                      <a:r>
                        <a:rPr lang="en-US" sz="600" dirty="0"/>
                        <a:t>X</a:t>
                      </a:r>
                    </a:p>
                  </a:txBody>
                  <a:tcPr marL="45720" marR="45720"/>
                </a:tc>
                <a:tc>
                  <a:txBody>
                    <a:bodyPr/>
                    <a:lstStyle/>
                    <a:p>
                      <a:endParaRPr lang="en-US" sz="600" dirty="0"/>
                    </a:p>
                  </a:txBody>
                  <a:tcPr marL="45720" marR="45720"/>
                </a:tc>
                <a:extLst>
                  <a:ext uri="{0D108BD9-81ED-4DB2-BD59-A6C34878D82A}">
                    <a16:rowId xmlns:a16="http://schemas.microsoft.com/office/drawing/2014/main" val="3090190825"/>
                  </a:ext>
                </a:extLst>
              </a:tr>
              <a:tr h="185643">
                <a:tc>
                  <a:txBody>
                    <a:bodyPr/>
                    <a:lstStyle/>
                    <a:p>
                      <a:pPr algn="ctr"/>
                      <a:r>
                        <a:rPr lang="en-US" sz="600" dirty="0"/>
                        <a:t>0</a:t>
                      </a:r>
                    </a:p>
                  </a:txBody>
                  <a:tcPr marL="45720" marR="45720"/>
                </a:tc>
                <a:tc>
                  <a:txBody>
                    <a:bodyPr/>
                    <a:lstStyle/>
                    <a:p>
                      <a:pPr algn="ctr"/>
                      <a:r>
                        <a:rPr lang="en-US" sz="600" dirty="0"/>
                        <a:t>,</a:t>
                      </a:r>
                    </a:p>
                  </a:txBody>
                  <a:tcPr marL="45720" marR="45720"/>
                </a:tc>
                <a:tc>
                  <a:txBody>
                    <a:bodyPr/>
                    <a:lstStyle/>
                    <a:p>
                      <a:r>
                        <a:rPr lang="en-US" sz="600" dirty="0"/>
                        <a:t>Ent</a:t>
                      </a:r>
                    </a:p>
                  </a:txBody>
                  <a:tcPr marL="45720" marR="45720"/>
                </a:tc>
                <a:tc>
                  <a:txBody>
                    <a:bodyPr/>
                    <a:lstStyle/>
                    <a:p>
                      <a:pPr algn="ctr"/>
                      <a:r>
                        <a:rPr lang="en-US" sz="600" dirty="0"/>
                        <a:t>/</a:t>
                      </a:r>
                    </a:p>
                  </a:txBody>
                  <a:tcPr marL="45720" marR="45720"/>
                </a:tc>
                <a:tc>
                  <a:txBody>
                    <a:bodyPr/>
                    <a:lstStyle/>
                    <a:p>
                      <a:endParaRPr lang="en-US" sz="600" dirty="0"/>
                    </a:p>
                  </a:txBody>
                  <a:tcPr marL="45720" marR="45720"/>
                </a:tc>
                <a:extLst>
                  <a:ext uri="{0D108BD9-81ED-4DB2-BD59-A6C34878D82A}">
                    <a16:rowId xmlns:a16="http://schemas.microsoft.com/office/drawing/2014/main" val="3541544810"/>
                  </a:ext>
                </a:extLst>
              </a:tr>
            </a:tbl>
          </a:graphicData>
        </a:graphic>
      </p:graphicFrame>
      <p:grpSp>
        <p:nvGrpSpPr>
          <p:cNvPr id="12" name="Group 11">
            <a:extLst>
              <a:ext uri="{FF2B5EF4-FFF2-40B4-BE49-F238E27FC236}">
                <a16:creationId xmlns:a16="http://schemas.microsoft.com/office/drawing/2014/main" id="{4CAB9611-8977-1F4A-5CC4-246549B96302}"/>
              </a:ext>
            </a:extLst>
          </p:cNvPr>
          <p:cNvGrpSpPr/>
          <p:nvPr/>
        </p:nvGrpSpPr>
        <p:grpSpPr>
          <a:xfrm>
            <a:off x="859106" y="5295880"/>
            <a:ext cx="618841" cy="296091"/>
            <a:chOff x="1220051" y="5295880"/>
            <a:chExt cx="618841" cy="296091"/>
          </a:xfrm>
        </p:grpSpPr>
        <p:sp>
          <p:nvSpPr>
            <p:cNvPr id="310" name="TextBox 309">
              <a:extLst>
                <a:ext uri="{FF2B5EF4-FFF2-40B4-BE49-F238E27FC236}">
                  <a16:creationId xmlns:a16="http://schemas.microsoft.com/office/drawing/2014/main" id="{59E4D855-B571-F407-C2C9-3D359C6D26C2}"/>
                </a:ext>
              </a:extLst>
            </p:cNvPr>
            <p:cNvSpPr txBox="1"/>
            <p:nvPr/>
          </p:nvSpPr>
          <p:spPr>
            <a:xfrm>
              <a:off x="1251189" y="5321935"/>
              <a:ext cx="556563" cy="246221"/>
            </a:xfrm>
            <a:prstGeom prst="rect">
              <a:avLst/>
            </a:prstGeom>
            <a:noFill/>
            <a:ln>
              <a:noFill/>
            </a:ln>
          </p:spPr>
          <p:txBody>
            <a:bodyPr wrap="none" rtlCol="0">
              <a:spAutoFit/>
            </a:bodyPr>
            <a:lstStyle/>
            <a:p>
              <a:r>
                <a:rPr lang="en-US" sz="1000" dirty="0"/>
                <a:t>Txt File</a:t>
              </a:r>
            </a:p>
          </p:txBody>
        </p:sp>
        <p:sp>
          <p:nvSpPr>
            <p:cNvPr id="319" name="Rectangle: Rounded Corners 318">
              <a:extLst>
                <a:ext uri="{FF2B5EF4-FFF2-40B4-BE49-F238E27FC236}">
                  <a16:creationId xmlns:a16="http://schemas.microsoft.com/office/drawing/2014/main" id="{1E0C9EEF-9BDE-8402-9B6F-5B12E82C48F4}"/>
                </a:ext>
              </a:extLst>
            </p:cNvPr>
            <p:cNvSpPr/>
            <p:nvPr/>
          </p:nvSpPr>
          <p:spPr>
            <a:xfrm>
              <a:off x="1220051" y="5295880"/>
              <a:ext cx="618841" cy="29609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cxnSp>
        <p:nvCxnSpPr>
          <p:cNvPr id="325" name="Straight Arrow Connector 324">
            <a:extLst>
              <a:ext uri="{FF2B5EF4-FFF2-40B4-BE49-F238E27FC236}">
                <a16:creationId xmlns:a16="http://schemas.microsoft.com/office/drawing/2014/main" id="{CE505657-0754-D092-F6F9-CCF14A468CCE}"/>
              </a:ext>
            </a:extLst>
          </p:cNvPr>
          <p:cNvCxnSpPr>
            <a:cxnSpLocks/>
            <a:stCxn id="319" idx="3"/>
            <a:endCxn id="328" idx="1"/>
          </p:cNvCxnSpPr>
          <p:nvPr/>
        </p:nvCxnSpPr>
        <p:spPr>
          <a:xfrm flipV="1">
            <a:off x="1477947" y="5436791"/>
            <a:ext cx="420816" cy="7135"/>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27" name="Straight Arrow Connector 326">
            <a:extLst>
              <a:ext uri="{FF2B5EF4-FFF2-40B4-BE49-F238E27FC236}">
                <a16:creationId xmlns:a16="http://schemas.microsoft.com/office/drawing/2014/main" id="{3659B270-E9A5-F883-C54C-44D1CF4286F2}"/>
              </a:ext>
            </a:extLst>
          </p:cNvPr>
          <p:cNvCxnSpPr>
            <a:cxnSpLocks/>
            <a:stCxn id="316" idx="3"/>
          </p:cNvCxnSpPr>
          <p:nvPr/>
        </p:nvCxnSpPr>
        <p:spPr>
          <a:xfrm flipV="1">
            <a:off x="3061811" y="5049659"/>
            <a:ext cx="3149494" cy="120355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336" name="Group 335">
            <a:extLst>
              <a:ext uri="{FF2B5EF4-FFF2-40B4-BE49-F238E27FC236}">
                <a16:creationId xmlns:a16="http://schemas.microsoft.com/office/drawing/2014/main" id="{F9D96F61-D4FE-23D0-FD40-C11612AC6464}"/>
              </a:ext>
            </a:extLst>
          </p:cNvPr>
          <p:cNvGrpSpPr/>
          <p:nvPr/>
        </p:nvGrpSpPr>
        <p:grpSpPr>
          <a:xfrm>
            <a:off x="1898763" y="5318125"/>
            <a:ext cx="927282" cy="308170"/>
            <a:chOff x="2010853" y="3109277"/>
            <a:chExt cx="999306" cy="466184"/>
          </a:xfrm>
        </p:grpSpPr>
        <p:sp>
          <p:nvSpPr>
            <p:cNvPr id="328" name="TextBox 327">
              <a:extLst>
                <a:ext uri="{FF2B5EF4-FFF2-40B4-BE49-F238E27FC236}">
                  <a16:creationId xmlns:a16="http://schemas.microsoft.com/office/drawing/2014/main" id="{FF937513-3595-748F-6878-04898F93ED0E}"/>
                </a:ext>
              </a:extLst>
            </p:cNvPr>
            <p:cNvSpPr txBox="1"/>
            <p:nvPr/>
          </p:nvSpPr>
          <p:spPr>
            <a:xfrm>
              <a:off x="2010853" y="3165678"/>
              <a:ext cx="976549" cy="246221"/>
            </a:xfrm>
            <a:prstGeom prst="rect">
              <a:avLst/>
            </a:prstGeom>
            <a:noFill/>
            <a:ln>
              <a:noFill/>
            </a:ln>
          </p:spPr>
          <p:txBody>
            <a:bodyPr wrap="none" rtlCol="0">
              <a:spAutoFit/>
            </a:bodyPr>
            <a:lstStyle/>
            <a:p>
              <a:r>
                <a:rPr lang="en-US" sz="1000" dirty="0"/>
                <a:t>Arduino Sketch</a:t>
              </a:r>
            </a:p>
          </p:txBody>
        </p:sp>
        <p:sp>
          <p:nvSpPr>
            <p:cNvPr id="335" name="Rectangle: Rounded Corners 334">
              <a:extLst>
                <a:ext uri="{FF2B5EF4-FFF2-40B4-BE49-F238E27FC236}">
                  <a16:creationId xmlns:a16="http://schemas.microsoft.com/office/drawing/2014/main" id="{34BC4A45-0395-E5D4-CACA-46F2BF023CD7}"/>
                </a:ext>
              </a:extLst>
            </p:cNvPr>
            <p:cNvSpPr/>
            <p:nvPr/>
          </p:nvSpPr>
          <p:spPr>
            <a:xfrm>
              <a:off x="2018668" y="3109277"/>
              <a:ext cx="991491" cy="46618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cxnSp>
        <p:nvCxnSpPr>
          <p:cNvPr id="340" name="Straight Arrow Connector 339">
            <a:extLst>
              <a:ext uri="{FF2B5EF4-FFF2-40B4-BE49-F238E27FC236}">
                <a16:creationId xmlns:a16="http://schemas.microsoft.com/office/drawing/2014/main" id="{A736A1CA-B3FF-0C60-D45D-7D45C5B1A4D9}"/>
              </a:ext>
            </a:extLst>
          </p:cNvPr>
          <p:cNvCxnSpPr>
            <a:cxnSpLocks/>
            <a:stCxn id="335" idx="2"/>
          </p:cNvCxnSpPr>
          <p:nvPr/>
        </p:nvCxnSpPr>
        <p:spPr>
          <a:xfrm flipH="1">
            <a:off x="1931073" y="5626295"/>
            <a:ext cx="434957" cy="58344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343" name="Group 342">
            <a:extLst>
              <a:ext uri="{FF2B5EF4-FFF2-40B4-BE49-F238E27FC236}">
                <a16:creationId xmlns:a16="http://schemas.microsoft.com/office/drawing/2014/main" id="{9A5C2BC1-797F-FCFE-EDE1-C59E22C76E14}"/>
              </a:ext>
            </a:extLst>
          </p:cNvPr>
          <p:cNvGrpSpPr>
            <a:grpSpLocks noChangeAspect="1"/>
          </p:cNvGrpSpPr>
          <p:nvPr/>
        </p:nvGrpSpPr>
        <p:grpSpPr>
          <a:xfrm>
            <a:off x="1129694" y="5845398"/>
            <a:ext cx="2036444" cy="711675"/>
            <a:chOff x="856635" y="3847798"/>
            <a:chExt cx="2130092" cy="744402"/>
          </a:xfrm>
        </p:grpSpPr>
        <p:sp>
          <p:nvSpPr>
            <p:cNvPr id="312" name="Rectangle 311">
              <a:extLst>
                <a:ext uri="{FF2B5EF4-FFF2-40B4-BE49-F238E27FC236}">
                  <a16:creationId xmlns:a16="http://schemas.microsoft.com/office/drawing/2014/main" id="{FB2B3075-97A7-F7A6-68CC-B14C4A719732}"/>
                </a:ext>
              </a:extLst>
            </p:cNvPr>
            <p:cNvSpPr/>
            <p:nvPr/>
          </p:nvSpPr>
          <p:spPr>
            <a:xfrm>
              <a:off x="873554" y="3847798"/>
              <a:ext cx="2113173" cy="74440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15" name="Group 314">
              <a:extLst>
                <a:ext uri="{FF2B5EF4-FFF2-40B4-BE49-F238E27FC236}">
                  <a16:creationId xmlns:a16="http://schemas.microsoft.com/office/drawing/2014/main" id="{1CBABAF3-2E08-396F-CE25-2932B4B0ED24}"/>
                </a:ext>
              </a:extLst>
            </p:cNvPr>
            <p:cNvGrpSpPr/>
            <p:nvPr/>
          </p:nvGrpSpPr>
          <p:grpSpPr>
            <a:xfrm>
              <a:off x="1055076" y="4137504"/>
              <a:ext cx="909224" cy="246221"/>
              <a:chOff x="1070707" y="5439508"/>
              <a:chExt cx="909224" cy="246221"/>
            </a:xfrm>
          </p:grpSpPr>
          <p:sp>
            <p:nvSpPr>
              <p:cNvPr id="313" name="Rectangle 312">
                <a:extLst>
                  <a:ext uri="{FF2B5EF4-FFF2-40B4-BE49-F238E27FC236}">
                    <a16:creationId xmlns:a16="http://schemas.microsoft.com/office/drawing/2014/main" id="{A51ABFF8-4125-E1DC-EFD5-574E954E27AE}"/>
                  </a:ext>
                </a:extLst>
              </p:cNvPr>
              <p:cNvSpPr/>
              <p:nvPr/>
            </p:nvSpPr>
            <p:spPr>
              <a:xfrm>
                <a:off x="1070707" y="5474005"/>
                <a:ext cx="909224" cy="2117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14" name="TextBox 313">
                <a:extLst>
                  <a:ext uri="{FF2B5EF4-FFF2-40B4-BE49-F238E27FC236}">
                    <a16:creationId xmlns:a16="http://schemas.microsoft.com/office/drawing/2014/main" id="{A72A9E4C-ABDA-705F-B3F0-7DC3763F5F7E}"/>
                  </a:ext>
                </a:extLst>
              </p:cNvPr>
              <p:cNvSpPr txBox="1"/>
              <p:nvPr/>
            </p:nvSpPr>
            <p:spPr>
              <a:xfrm>
                <a:off x="1070708" y="5439508"/>
                <a:ext cx="909223" cy="246221"/>
              </a:xfrm>
              <a:prstGeom prst="rect">
                <a:avLst/>
              </a:prstGeom>
              <a:noFill/>
              <a:ln>
                <a:noFill/>
              </a:ln>
            </p:spPr>
            <p:txBody>
              <a:bodyPr wrap="none" rtlCol="0">
                <a:spAutoFit/>
              </a:bodyPr>
              <a:lstStyle/>
              <a:p>
                <a:r>
                  <a:rPr lang="en-US" sz="1000" dirty="0"/>
                  <a:t>Arduino Nano</a:t>
                </a:r>
              </a:p>
            </p:txBody>
          </p:sp>
        </p:grpSp>
        <p:grpSp>
          <p:nvGrpSpPr>
            <p:cNvPr id="318" name="Group 317">
              <a:extLst>
                <a:ext uri="{FF2B5EF4-FFF2-40B4-BE49-F238E27FC236}">
                  <a16:creationId xmlns:a16="http://schemas.microsoft.com/office/drawing/2014/main" id="{00830BCB-C1B1-B915-5060-88FECDD517A1}"/>
                </a:ext>
              </a:extLst>
            </p:cNvPr>
            <p:cNvGrpSpPr/>
            <p:nvPr/>
          </p:nvGrpSpPr>
          <p:grpSpPr>
            <a:xfrm>
              <a:off x="2088248" y="4097791"/>
              <a:ext cx="789354" cy="353159"/>
              <a:chOff x="1609969" y="5251938"/>
              <a:chExt cx="789354" cy="353159"/>
            </a:xfrm>
          </p:grpSpPr>
          <p:sp>
            <p:nvSpPr>
              <p:cNvPr id="316" name="Rectangle 315">
                <a:extLst>
                  <a:ext uri="{FF2B5EF4-FFF2-40B4-BE49-F238E27FC236}">
                    <a16:creationId xmlns:a16="http://schemas.microsoft.com/office/drawing/2014/main" id="{F29C92DF-63C9-5CAD-09A5-DC44B1A470A2}"/>
                  </a:ext>
                </a:extLst>
              </p:cNvPr>
              <p:cNvSpPr/>
              <p:nvPr/>
            </p:nvSpPr>
            <p:spPr>
              <a:xfrm>
                <a:off x="1609969" y="5251938"/>
                <a:ext cx="789354" cy="35315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17" name="TextBox 316">
                <a:extLst>
                  <a:ext uri="{FF2B5EF4-FFF2-40B4-BE49-F238E27FC236}">
                    <a16:creationId xmlns:a16="http://schemas.microsoft.com/office/drawing/2014/main" id="{6D4ADFAE-7588-66D1-FBCA-996583CA0CBE}"/>
                  </a:ext>
                </a:extLst>
              </p:cNvPr>
              <p:cNvSpPr txBox="1"/>
              <p:nvPr/>
            </p:nvSpPr>
            <p:spPr>
              <a:xfrm>
                <a:off x="1779436" y="5298836"/>
                <a:ext cx="447558" cy="246221"/>
              </a:xfrm>
              <a:prstGeom prst="rect">
                <a:avLst/>
              </a:prstGeom>
              <a:noFill/>
              <a:ln>
                <a:noFill/>
              </a:ln>
            </p:spPr>
            <p:txBody>
              <a:bodyPr wrap="none" rtlCol="0">
                <a:spAutoFit/>
              </a:bodyPr>
              <a:lstStyle/>
              <a:p>
                <a:r>
                  <a:rPr lang="en-US" sz="1000" dirty="0"/>
                  <a:t>2816</a:t>
                </a:r>
              </a:p>
            </p:txBody>
          </p:sp>
        </p:grpSp>
        <p:sp>
          <p:nvSpPr>
            <p:cNvPr id="341" name="TextBox 340">
              <a:extLst>
                <a:ext uri="{FF2B5EF4-FFF2-40B4-BE49-F238E27FC236}">
                  <a16:creationId xmlns:a16="http://schemas.microsoft.com/office/drawing/2014/main" id="{6771EF06-525D-CC37-0B4F-B689D42C2DC6}"/>
                </a:ext>
              </a:extLst>
            </p:cNvPr>
            <p:cNvSpPr txBox="1"/>
            <p:nvPr/>
          </p:nvSpPr>
          <p:spPr>
            <a:xfrm>
              <a:off x="856635" y="3848436"/>
              <a:ext cx="1227694" cy="257544"/>
            </a:xfrm>
            <a:prstGeom prst="rect">
              <a:avLst/>
            </a:prstGeom>
            <a:noFill/>
            <a:ln>
              <a:noFill/>
            </a:ln>
          </p:spPr>
          <p:txBody>
            <a:bodyPr wrap="none" rtlCol="0">
              <a:spAutoFit/>
            </a:bodyPr>
            <a:lstStyle/>
            <a:p>
              <a:r>
                <a:rPr lang="en-US" sz="1000" b="1" dirty="0"/>
                <a:t>2816 Programmer </a:t>
              </a:r>
            </a:p>
          </p:txBody>
        </p:sp>
      </p:grpSp>
      <p:grpSp>
        <p:nvGrpSpPr>
          <p:cNvPr id="16" name="Group 15">
            <a:extLst>
              <a:ext uri="{FF2B5EF4-FFF2-40B4-BE49-F238E27FC236}">
                <a16:creationId xmlns:a16="http://schemas.microsoft.com/office/drawing/2014/main" id="{573D3D64-23D5-793D-AC0A-5B69C4F5EB69}"/>
              </a:ext>
            </a:extLst>
          </p:cNvPr>
          <p:cNvGrpSpPr>
            <a:grpSpLocks noChangeAspect="1"/>
          </p:cNvGrpSpPr>
          <p:nvPr/>
        </p:nvGrpSpPr>
        <p:grpSpPr>
          <a:xfrm>
            <a:off x="5813280" y="3161846"/>
            <a:ext cx="4433005" cy="3237594"/>
            <a:chOff x="5017001" y="2108726"/>
            <a:chExt cx="5343562" cy="3902609"/>
          </a:xfrm>
        </p:grpSpPr>
        <p:sp>
          <p:nvSpPr>
            <p:cNvPr id="19" name="Rectangle 18">
              <a:extLst>
                <a:ext uri="{FF2B5EF4-FFF2-40B4-BE49-F238E27FC236}">
                  <a16:creationId xmlns:a16="http://schemas.microsoft.com/office/drawing/2014/main" id="{8A132A2B-B851-0A7F-ED44-7C56B660E0A5}"/>
                </a:ext>
              </a:extLst>
            </p:cNvPr>
            <p:cNvSpPr/>
            <p:nvPr/>
          </p:nvSpPr>
          <p:spPr>
            <a:xfrm>
              <a:off x="8059424" y="2732411"/>
              <a:ext cx="2047818" cy="136285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p>
          </p:txBody>
        </p:sp>
        <p:cxnSp>
          <p:nvCxnSpPr>
            <p:cNvPr id="21" name="Straight Connector 20">
              <a:extLst>
                <a:ext uri="{FF2B5EF4-FFF2-40B4-BE49-F238E27FC236}">
                  <a16:creationId xmlns:a16="http://schemas.microsoft.com/office/drawing/2014/main" id="{CEC435DD-D6E2-6716-4ABF-4F0390EF3C89}"/>
                </a:ext>
              </a:extLst>
            </p:cNvPr>
            <p:cNvCxnSpPr/>
            <p:nvPr/>
          </p:nvCxnSpPr>
          <p:spPr>
            <a:xfrm>
              <a:off x="8148806" y="2824190"/>
              <a:ext cx="14482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C72D43B-5B6B-2439-18EE-3DC71C5C901E}"/>
                </a:ext>
              </a:extLst>
            </p:cNvPr>
            <p:cNvCxnSpPr/>
            <p:nvPr/>
          </p:nvCxnSpPr>
          <p:spPr>
            <a:xfrm>
              <a:off x="8148493" y="2923566"/>
              <a:ext cx="14482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519326F-9359-CDA3-1859-7D831B7CC266}"/>
                </a:ext>
              </a:extLst>
            </p:cNvPr>
            <p:cNvCxnSpPr/>
            <p:nvPr/>
          </p:nvCxnSpPr>
          <p:spPr>
            <a:xfrm>
              <a:off x="8148493" y="3024767"/>
              <a:ext cx="14482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76BFBC6-9E6C-5B35-27D2-B66316D04DF4}"/>
                </a:ext>
              </a:extLst>
            </p:cNvPr>
            <p:cNvCxnSpPr>
              <a:cxnSpLocks/>
            </p:cNvCxnSpPr>
            <p:nvPr/>
          </p:nvCxnSpPr>
          <p:spPr>
            <a:xfrm>
              <a:off x="8156852" y="2832402"/>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FC0C7E5-DB8E-9F15-EF97-8241C3C4FD61}"/>
                </a:ext>
              </a:extLst>
            </p:cNvPr>
            <p:cNvCxnSpPr>
              <a:cxnSpLocks/>
            </p:cNvCxnSpPr>
            <p:nvPr/>
          </p:nvCxnSpPr>
          <p:spPr>
            <a:xfrm>
              <a:off x="8156852" y="2932326"/>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6551F03-1394-26E2-B21D-3AAD0A0E82FF}"/>
                </a:ext>
              </a:extLst>
            </p:cNvPr>
            <p:cNvCxnSpPr/>
            <p:nvPr/>
          </p:nvCxnSpPr>
          <p:spPr>
            <a:xfrm>
              <a:off x="8368422" y="2822799"/>
              <a:ext cx="14482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740ECF1-D79C-F39F-7725-BF9BED9F6BC2}"/>
                </a:ext>
              </a:extLst>
            </p:cNvPr>
            <p:cNvCxnSpPr/>
            <p:nvPr/>
          </p:nvCxnSpPr>
          <p:spPr>
            <a:xfrm>
              <a:off x="8368109" y="2922175"/>
              <a:ext cx="14482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1BCC7E3-B466-16F0-E8BE-C27923D3D56C}"/>
                </a:ext>
              </a:extLst>
            </p:cNvPr>
            <p:cNvCxnSpPr/>
            <p:nvPr/>
          </p:nvCxnSpPr>
          <p:spPr>
            <a:xfrm>
              <a:off x="8368109" y="3023376"/>
              <a:ext cx="14482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CBA16A8-9953-5D68-1FEA-0387269EEE49}"/>
                </a:ext>
              </a:extLst>
            </p:cNvPr>
            <p:cNvCxnSpPr>
              <a:cxnSpLocks/>
            </p:cNvCxnSpPr>
            <p:nvPr/>
          </p:nvCxnSpPr>
          <p:spPr>
            <a:xfrm>
              <a:off x="8505197" y="2831011"/>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DE9826F-1054-B10F-61BD-5CBA37FF6320}"/>
                </a:ext>
              </a:extLst>
            </p:cNvPr>
            <p:cNvCxnSpPr>
              <a:cxnSpLocks/>
            </p:cNvCxnSpPr>
            <p:nvPr/>
          </p:nvCxnSpPr>
          <p:spPr>
            <a:xfrm>
              <a:off x="8376468" y="2831011"/>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7E838C2-10FD-65EC-4FC1-CEBEF5DB5BE6}"/>
                </a:ext>
              </a:extLst>
            </p:cNvPr>
            <p:cNvCxnSpPr>
              <a:cxnSpLocks/>
            </p:cNvCxnSpPr>
            <p:nvPr/>
          </p:nvCxnSpPr>
          <p:spPr>
            <a:xfrm>
              <a:off x="8505197" y="2932988"/>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5527C31-EDF3-E46D-A909-6B8768C914A1}"/>
                </a:ext>
              </a:extLst>
            </p:cNvPr>
            <p:cNvCxnSpPr>
              <a:cxnSpLocks/>
            </p:cNvCxnSpPr>
            <p:nvPr/>
          </p:nvCxnSpPr>
          <p:spPr>
            <a:xfrm>
              <a:off x="8376468" y="2930935"/>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89E2FE37-A7E3-367A-5EC5-8A65F7883E5B}"/>
                </a:ext>
              </a:extLst>
            </p:cNvPr>
            <p:cNvSpPr/>
            <p:nvPr/>
          </p:nvSpPr>
          <p:spPr>
            <a:xfrm>
              <a:off x="8525914" y="3007689"/>
              <a:ext cx="22929" cy="16644"/>
            </a:xfrm>
            <a:prstGeom prst="ellipse">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p>
          </p:txBody>
        </p:sp>
        <p:cxnSp>
          <p:nvCxnSpPr>
            <p:cNvPr id="42" name="Straight Connector 41">
              <a:extLst>
                <a:ext uri="{FF2B5EF4-FFF2-40B4-BE49-F238E27FC236}">
                  <a16:creationId xmlns:a16="http://schemas.microsoft.com/office/drawing/2014/main" id="{BD551F0E-4A26-2474-2F4B-3E90688CC177}"/>
                </a:ext>
              </a:extLst>
            </p:cNvPr>
            <p:cNvCxnSpPr/>
            <p:nvPr/>
          </p:nvCxnSpPr>
          <p:spPr>
            <a:xfrm>
              <a:off x="8577850" y="2823407"/>
              <a:ext cx="14482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B84F926-C47B-86F3-20AC-EE7D1DDDAD4C}"/>
                </a:ext>
              </a:extLst>
            </p:cNvPr>
            <p:cNvCxnSpPr/>
            <p:nvPr/>
          </p:nvCxnSpPr>
          <p:spPr>
            <a:xfrm>
              <a:off x="8577537" y="2922783"/>
              <a:ext cx="14482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D91D33AC-CE15-D429-CA1A-2CDAB557C196}"/>
                </a:ext>
              </a:extLst>
            </p:cNvPr>
            <p:cNvCxnSpPr/>
            <p:nvPr/>
          </p:nvCxnSpPr>
          <p:spPr>
            <a:xfrm>
              <a:off x="8577537" y="3023984"/>
              <a:ext cx="14482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37AD700-4AD6-A1E1-4F37-698AE273880D}"/>
                </a:ext>
              </a:extLst>
            </p:cNvPr>
            <p:cNvCxnSpPr>
              <a:cxnSpLocks/>
            </p:cNvCxnSpPr>
            <p:nvPr/>
          </p:nvCxnSpPr>
          <p:spPr>
            <a:xfrm>
              <a:off x="8714625" y="2831619"/>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10812EAC-546D-4B51-E8D3-CF88F06C2AEF}"/>
                </a:ext>
              </a:extLst>
            </p:cNvPr>
            <p:cNvCxnSpPr>
              <a:cxnSpLocks/>
            </p:cNvCxnSpPr>
            <p:nvPr/>
          </p:nvCxnSpPr>
          <p:spPr>
            <a:xfrm>
              <a:off x="8585896" y="2831619"/>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DA0DF281-728E-6845-BCBE-4C4AF3867A34}"/>
                </a:ext>
              </a:extLst>
            </p:cNvPr>
            <p:cNvCxnSpPr>
              <a:cxnSpLocks/>
            </p:cNvCxnSpPr>
            <p:nvPr/>
          </p:nvCxnSpPr>
          <p:spPr>
            <a:xfrm>
              <a:off x="8714625" y="2933596"/>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84E5DBB7-4EFB-24C1-EE2D-571DEF91538C}"/>
                </a:ext>
              </a:extLst>
            </p:cNvPr>
            <p:cNvCxnSpPr>
              <a:cxnSpLocks/>
            </p:cNvCxnSpPr>
            <p:nvPr/>
          </p:nvCxnSpPr>
          <p:spPr>
            <a:xfrm>
              <a:off x="8585896" y="2931543"/>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A7DB894C-4C0C-7F6B-A6A2-1C7FD2DC5F2D}"/>
                </a:ext>
              </a:extLst>
            </p:cNvPr>
            <p:cNvSpPr/>
            <p:nvPr/>
          </p:nvSpPr>
          <p:spPr>
            <a:xfrm>
              <a:off x="8735342" y="3008297"/>
              <a:ext cx="22929" cy="16644"/>
            </a:xfrm>
            <a:prstGeom prst="ellipse">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p>
          </p:txBody>
        </p:sp>
        <p:cxnSp>
          <p:nvCxnSpPr>
            <p:cNvPr id="51" name="Straight Connector 50">
              <a:extLst>
                <a:ext uri="{FF2B5EF4-FFF2-40B4-BE49-F238E27FC236}">
                  <a16:creationId xmlns:a16="http://schemas.microsoft.com/office/drawing/2014/main" id="{23F7DB2A-8FA6-F706-9B9F-E1BE6D91335F}"/>
                </a:ext>
              </a:extLst>
            </p:cNvPr>
            <p:cNvCxnSpPr/>
            <p:nvPr/>
          </p:nvCxnSpPr>
          <p:spPr>
            <a:xfrm>
              <a:off x="8787470" y="2822212"/>
              <a:ext cx="14482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D061F4B4-E8CA-4CA5-4ECE-E4C71D559796}"/>
                </a:ext>
              </a:extLst>
            </p:cNvPr>
            <p:cNvCxnSpPr/>
            <p:nvPr/>
          </p:nvCxnSpPr>
          <p:spPr>
            <a:xfrm>
              <a:off x="8787157" y="2921588"/>
              <a:ext cx="14482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AEABFC8-37CD-0927-C4E8-A79756C068AA}"/>
                </a:ext>
              </a:extLst>
            </p:cNvPr>
            <p:cNvCxnSpPr/>
            <p:nvPr/>
          </p:nvCxnSpPr>
          <p:spPr>
            <a:xfrm>
              <a:off x="8787157" y="3022789"/>
              <a:ext cx="14482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03C3A49C-C8D3-3526-DC2F-64F856CA605D}"/>
                </a:ext>
              </a:extLst>
            </p:cNvPr>
            <p:cNvCxnSpPr>
              <a:cxnSpLocks/>
            </p:cNvCxnSpPr>
            <p:nvPr/>
          </p:nvCxnSpPr>
          <p:spPr>
            <a:xfrm>
              <a:off x="8924245" y="2830424"/>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C81D5FB-803A-C017-930D-39F1860872AE}"/>
                </a:ext>
              </a:extLst>
            </p:cNvPr>
            <p:cNvCxnSpPr>
              <a:cxnSpLocks/>
            </p:cNvCxnSpPr>
            <p:nvPr/>
          </p:nvCxnSpPr>
          <p:spPr>
            <a:xfrm>
              <a:off x="8795516" y="2830424"/>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E5F6B78-F30B-592B-7A86-A57B36E0B31A}"/>
                </a:ext>
              </a:extLst>
            </p:cNvPr>
            <p:cNvCxnSpPr>
              <a:cxnSpLocks/>
            </p:cNvCxnSpPr>
            <p:nvPr/>
          </p:nvCxnSpPr>
          <p:spPr>
            <a:xfrm>
              <a:off x="8924245" y="2932401"/>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BC631D3-4A2A-1428-E85A-9BCC1AD9ACCD}"/>
                </a:ext>
              </a:extLst>
            </p:cNvPr>
            <p:cNvCxnSpPr>
              <a:cxnSpLocks/>
            </p:cNvCxnSpPr>
            <p:nvPr/>
          </p:nvCxnSpPr>
          <p:spPr>
            <a:xfrm>
              <a:off x="8795516" y="2930348"/>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28E22903-5EF3-6E59-7854-FA27B5EC975D}"/>
                </a:ext>
              </a:extLst>
            </p:cNvPr>
            <p:cNvSpPr/>
            <p:nvPr/>
          </p:nvSpPr>
          <p:spPr>
            <a:xfrm>
              <a:off x="8944962" y="3007102"/>
              <a:ext cx="22929" cy="16644"/>
            </a:xfrm>
            <a:prstGeom prst="ellipse">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p>
          </p:txBody>
        </p:sp>
        <p:cxnSp>
          <p:nvCxnSpPr>
            <p:cNvPr id="78" name="Straight Connector 77">
              <a:extLst>
                <a:ext uri="{FF2B5EF4-FFF2-40B4-BE49-F238E27FC236}">
                  <a16:creationId xmlns:a16="http://schemas.microsoft.com/office/drawing/2014/main" id="{E6F7AB62-43AB-8974-D263-DC76FF17B642}"/>
                </a:ext>
              </a:extLst>
            </p:cNvPr>
            <p:cNvCxnSpPr/>
            <p:nvPr/>
          </p:nvCxnSpPr>
          <p:spPr>
            <a:xfrm>
              <a:off x="9834686" y="2824190"/>
              <a:ext cx="14482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92AEC897-F1F8-6468-A3DB-35FE2F7CE357}"/>
                </a:ext>
              </a:extLst>
            </p:cNvPr>
            <p:cNvCxnSpPr/>
            <p:nvPr/>
          </p:nvCxnSpPr>
          <p:spPr>
            <a:xfrm>
              <a:off x="9834373" y="2923566"/>
              <a:ext cx="14482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2CB6F778-F6C1-E33E-6C9C-AB3AA5C6C35D}"/>
                </a:ext>
              </a:extLst>
            </p:cNvPr>
            <p:cNvCxnSpPr/>
            <p:nvPr/>
          </p:nvCxnSpPr>
          <p:spPr>
            <a:xfrm>
              <a:off x="9834373" y="3024767"/>
              <a:ext cx="14482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F4A00968-D3F4-E40D-BF60-D4CF3980637F}"/>
                </a:ext>
              </a:extLst>
            </p:cNvPr>
            <p:cNvCxnSpPr>
              <a:cxnSpLocks/>
            </p:cNvCxnSpPr>
            <p:nvPr/>
          </p:nvCxnSpPr>
          <p:spPr>
            <a:xfrm>
              <a:off x="9971461" y="2832402"/>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9D8BE754-92DA-0479-C8D4-5F877DB9FAC2}"/>
                </a:ext>
              </a:extLst>
            </p:cNvPr>
            <p:cNvCxnSpPr>
              <a:cxnSpLocks/>
            </p:cNvCxnSpPr>
            <p:nvPr/>
          </p:nvCxnSpPr>
          <p:spPr>
            <a:xfrm>
              <a:off x="9842732" y="2832402"/>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A85295B9-4314-8000-F5BD-8A04AF5D69DA}"/>
                </a:ext>
              </a:extLst>
            </p:cNvPr>
            <p:cNvCxnSpPr>
              <a:cxnSpLocks/>
            </p:cNvCxnSpPr>
            <p:nvPr/>
          </p:nvCxnSpPr>
          <p:spPr>
            <a:xfrm>
              <a:off x="9971461" y="2934379"/>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2E50BE3-4922-B12C-AC93-F6115E68968E}"/>
                </a:ext>
              </a:extLst>
            </p:cNvPr>
            <p:cNvCxnSpPr>
              <a:cxnSpLocks/>
            </p:cNvCxnSpPr>
            <p:nvPr/>
          </p:nvCxnSpPr>
          <p:spPr>
            <a:xfrm>
              <a:off x="9842732" y="2932326"/>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AC683AE6-64DF-9222-D8D3-42F7BD899334}"/>
                </a:ext>
              </a:extLst>
            </p:cNvPr>
            <p:cNvSpPr/>
            <p:nvPr/>
          </p:nvSpPr>
          <p:spPr>
            <a:xfrm>
              <a:off x="9992178" y="3009080"/>
              <a:ext cx="22929" cy="16644"/>
            </a:xfrm>
            <a:prstGeom prst="ellipse">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p>
          </p:txBody>
        </p:sp>
        <p:cxnSp>
          <p:nvCxnSpPr>
            <p:cNvPr id="109" name="Straight Connector 108">
              <a:extLst>
                <a:ext uri="{FF2B5EF4-FFF2-40B4-BE49-F238E27FC236}">
                  <a16:creationId xmlns:a16="http://schemas.microsoft.com/office/drawing/2014/main" id="{01DC2C85-F937-0A3B-8C43-BCBBCB40DCE3}"/>
                </a:ext>
              </a:extLst>
            </p:cNvPr>
            <p:cNvCxnSpPr/>
            <p:nvPr/>
          </p:nvCxnSpPr>
          <p:spPr>
            <a:xfrm>
              <a:off x="8990169" y="2824493"/>
              <a:ext cx="14482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4245072F-CCA7-AE60-11AB-B605FACC375C}"/>
                </a:ext>
              </a:extLst>
            </p:cNvPr>
            <p:cNvCxnSpPr/>
            <p:nvPr/>
          </p:nvCxnSpPr>
          <p:spPr>
            <a:xfrm>
              <a:off x="8989856" y="2923869"/>
              <a:ext cx="14482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69879B61-B0CE-7BFA-A539-99C96ED068A7}"/>
                </a:ext>
              </a:extLst>
            </p:cNvPr>
            <p:cNvCxnSpPr/>
            <p:nvPr/>
          </p:nvCxnSpPr>
          <p:spPr>
            <a:xfrm>
              <a:off x="8989856" y="3025070"/>
              <a:ext cx="14482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197FFD57-C03B-5507-2176-3D42B8B9669D}"/>
                </a:ext>
              </a:extLst>
            </p:cNvPr>
            <p:cNvCxnSpPr>
              <a:cxnSpLocks/>
            </p:cNvCxnSpPr>
            <p:nvPr/>
          </p:nvCxnSpPr>
          <p:spPr>
            <a:xfrm>
              <a:off x="9126944" y="2832705"/>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2E8A3C86-1400-A7FC-6BE1-CA5118BA9713}"/>
                </a:ext>
              </a:extLst>
            </p:cNvPr>
            <p:cNvCxnSpPr>
              <a:cxnSpLocks/>
            </p:cNvCxnSpPr>
            <p:nvPr/>
          </p:nvCxnSpPr>
          <p:spPr>
            <a:xfrm>
              <a:off x="8998215" y="2832705"/>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F7914CA8-D09F-C131-0517-A0A670F5BCCC}"/>
                </a:ext>
              </a:extLst>
            </p:cNvPr>
            <p:cNvCxnSpPr>
              <a:cxnSpLocks/>
            </p:cNvCxnSpPr>
            <p:nvPr/>
          </p:nvCxnSpPr>
          <p:spPr>
            <a:xfrm>
              <a:off x="9126944" y="2934682"/>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DEAF6C90-6605-B206-B746-47E180E6927E}"/>
                </a:ext>
              </a:extLst>
            </p:cNvPr>
            <p:cNvCxnSpPr>
              <a:cxnSpLocks/>
            </p:cNvCxnSpPr>
            <p:nvPr/>
          </p:nvCxnSpPr>
          <p:spPr>
            <a:xfrm>
              <a:off x="8998215" y="2932629"/>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6" name="Oval 115">
              <a:extLst>
                <a:ext uri="{FF2B5EF4-FFF2-40B4-BE49-F238E27FC236}">
                  <a16:creationId xmlns:a16="http://schemas.microsoft.com/office/drawing/2014/main" id="{36C518D4-CF72-6BFA-4924-1B254D53B105}"/>
                </a:ext>
              </a:extLst>
            </p:cNvPr>
            <p:cNvSpPr/>
            <p:nvPr/>
          </p:nvSpPr>
          <p:spPr>
            <a:xfrm>
              <a:off x="9147661" y="3009383"/>
              <a:ext cx="22929" cy="16644"/>
            </a:xfrm>
            <a:prstGeom prst="ellipse">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p>
          </p:txBody>
        </p:sp>
        <p:cxnSp>
          <p:nvCxnSpPr>
            <p:cNvPr id="118" name="Straight Connector 117">
              <a:extLst>
                <a:ext uri="{FF2B5EF4-FFF2-40B4-BE49-F238E27FC236}">
                  <a16:creationId xmlns:a16="http://schemas.microsoft.com/office/drawing/2014/main" id="{48EAE250-CFB6-7BDB-D627-8C33BCCEF0DF}"/>
                </a:ext>
              </a:extLst>
            </p:cNvPr>
            <p:cNvCxnSpPr/>
            <p:nvPr/>
          </p:nvCxnSpPr>
          <p:spPr>
            <a:xfrm>
              <a:off x="9209778" y="2823101"/>
              <a:ext cx="14482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5E4C3230-EE81-776D-CE2D-B118056C556E}"/>
                </a:ext>
              </a:extLst>
            </p:cNvPr>
            <p:cNvCxnSpPr/>
            <p:nvPr/>
          </p:nvCxnSpPr>
          <p:spPr>
            <a:xfrm>
              <a:off x="9209465" y="2922477"/>
              <a:ext cx="14482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4331314F-BE38-114A-7C99-9DB5A3F25F33}"/>
                </a:ext>
              </a:extLst>
            </p:cNvPr>
            <p:cNvCxnSpPr/>
            <p:nvPr/>
          </p:nvCxnSpPr>
          <p:spPr>
            <a:xfrm>
              <a:off x="9209465" y="3023678"/>
              <a:ext cx="14482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2EE7C056-68E3-B0D0-E8C4-A27B476F9AA5}"/>
                </a:ext>
              </a:extLst>
            </p:cNvPr>
            <p:cNvCxnSpPr>
              <a:cxnSpLocks/>
            </p:cNvCxnSpPr>
            <p:nvPr/>
          </p:nvCxnSpPr>
          <p:spPr>
            <a:xfrm>
              <a:off x="9346553" y="2831313"/>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FAC99092-F150-22AA-E48F-70CAE987092A}"/>
                </a:ext>
              </a:extLst>
            </p:cNvPr>
            <p:cNvCxnSpPr>
              <a:cxnSpLocks/>
            </p:cNvCxnSpPr>
            <p:nvPr/>
          </p:nvCxnSpPr>
          <p:spPr>
            <a:xfrm>
              <a:off x="9217824" y="2831313"/>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13E8D38A-78C2-BADB-97C0-24852F4B83C7}"/>
                </a:ext>
              </a:extLst>
            </p:cNvPr>
            <p:cNvCxnSpPr>
              <a:cxnSpLocks/>
            </p:cNvCxnSpPr>
            <p:nvPr/>
          </p:nvCxnSpPr>
          <p:spPr>
            <a:xfrm>
              <a:off x="9346553" y="2933290"/>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C767EB25-4D74-D236-557A-995AFAC23F8C}"/>
                </a:ext>
              </a:extLst>
            </p:cNvPr>
            <p:cNvCxnSpPr>
              <a:cxnSpLocks/>
            </p:cNvCxnSpPr>
            <p:nvPr/>
          </p:nvCxnSpPr>
          <p:spPr>
            <a:xfrm>
              <a:off x="9217824" y="2931237"/>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5" name="Oval 124">
              <a:extLst>
                <a:ext uri="{FF2B5EF4-FFF2-40B4-BE49-F238E27FC236}">
                  <a16:creationId xmlns:a16="http://schemas.microsoft.com/office/drawing/2014/main" id="{208F91FB-549E-5756-5D55-6E9D9A0A743D}"/>
                </a:ext>
              </a:extLst>
            </p:cNvPr>
            <p:cNvSpPr/>
            <p:nvPr/>
          </p:nvSpPr>
          <p:spPr>
            <a:xfrm>
              <a:off x="9367270" y="3007991"/>
              <a:ext cx="22929" cy="16644"/>
            </a:xfrm>
            <a:prstGeom prst="ellipse">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p>
          </p:txBody>
        </p:sp>
        <p:cxnSp>
          <p:nvCxnSpPr>
            <p:cNvPr id="127" name="Straight Connector 126">
              <a:extLst>
                <a:ext uri="{FF2B5EF4-FFF2-40B4-BE49-F238E27FC236}">
                  <a16:creationId xmlns:a16="http://schemas.microsoft.com/office/drawing/2014/main" id="{2C500D1E-2DC7-2E77-D29D-7668C536AC5B}"/>
                </a:ext>
              </a:extLst>
            </p:cNvPr>
            <p:cNvCxnSpPr/>
            <p:nvPr/>
          </p:nvCxnSpPr>
          <p:spPr>
            <a:xfrm>
              <a:off x="9419206" y="2823710"/>
              <a:ext cx="14482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9A652CD0-7779-3EA5-B63B-061974F4A05C}"/>
                </a:ext>
              </a:extLst>
            </p:cNvPr>
            <p:cNvCxnSpPr/>
            <p:nvPr/>
          </p:nvCxnSpPr>
          <p:spPr>
            <a:xfrm>
              <a:off x="9418893" y="2923086"/>
              <a:ext cx="14482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2ADC74E7-01A2-CAA1-19AA-9C6171389030}"/>
                </a:ext>
              </a:extLst>
            </p:cNvPr>
            <p:cNvCxnSpPr/>
            <p:nvPr/>
          </p:nvCxnSpPr>
          <p:spPr>
            <a:xfrm>
              <a:off x="9418893" y="3024287"/>
              <a:ext cx="14482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D780CC16-C45F-D20F-8255-CBB8681C5D8F}"/>
                </a:ext>
              </a:extLst>
            </p:cNvPr>
            <p:cNvCxnSpPr>
              <a:cxnSpLocks/>
            </p:cNvCxnSpPr>
            <p:nvPr/>
          </p:nvCxnSpPr>
          <p:spPr>
            <a:xfrm>
              <a:off x="9555981" y="2831922"/>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E88D5F1-D37F-58A4-9710-F4F28BE1738D}"/>
                </a:ext>
              </a:extLst>
            </p:cNvPr>
            <p:cNvCxnSpPr>
              <a:cxnSpLocks/>
            </p:cNvCxnSpPr>
            <p:nvPr/>
          </p:nvCxnSpPr>
          <p:spPr>
            <a:xfrm>
              <a:off x="9427252" y="2831922"/>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AFDCAFA5-61C6-96F7-3432-A4AE3010E568}"/>
                </a:ext>
              </a:extLst>
            </p:cNvPr>
            <p:cNvCxnSpPr>
              <a:cxnSpLocks/>
            </p:cNvCxnSpPr>
            <p:nvPr/>
          </p:nvCxnSpPr>
          <p:spPr>
            <a:xfrm>
              <a:off x="9555981" y="2933899"/>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DD4D759E-0233-8FC8-FE3B-1E305130B97B}"/>
                </a:ext>
              </a:extLst>
            </p:cNvPr>
            <p:cNvCxnSpPr>
              <a:cxnSpLocks/>
            </p:cNvCxnSpPr>
            <p:nvPr/>
          </p:nvCxnSpPr>
          <p:spPr>
            <a:xfrm>
              <a:off x="9427252" y="2931846"/>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4" name="Oval 133">
              <a:extLst>
                <a:ext uri="{FF2B5EF4-FFF2-40B4-BE49-F238E27FC236}">
                  <a16:creationId xmlns:a16="http://schemas.microsoft.com/office/drawing/2014/main" id="{9A7D6F9D-11CB-B173-80E9-33DAF25D5166}"/>
                </a:ext>
              </a:extLst>
            </p:cNvPr>
            <p:cNvSpPr/>
            <p:nvPr/>
          </p:nvSpPr>
          <p:spPr>
            <a:xfrm>
              <a:off x="9576698" y="3008600"/>
              <a:ext cx="22929" cy="16644"/>
            </a:xfrm>
            <a:prstGeom prst="ellipse">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p>
          </p:txBody>
        </p:sp>
        <p:cxnSp>
          <p:nvCxnSpPr>
            <p:cNvPr id="136" name="Straight Connector 135">
              <a:extLst>
                <a:ext uri="{FF2B5EF4-FFF2-40B4-BE49-F238E27FC236}">
                  <a16:creationId xmlns:a16="http://schemas.microsoft.com/office/drawing/2014/main" id="{6ABFAF90-9C91-7B79-226E-659151284A70}"/>
                </a:ext>
              </a:extLst>
            </p:cNvPr>
            <p:cNvCxnSpPr/>
            <p:nvPr/>
          </p:nvCxnSpPr>
          <p:spPr>
            <a:xfrm>
              <a:off x="9628826" y="2822515"/>
              <a:ext cx="14482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117907CB-C86E-AA9C-168C-EA3D8AA0E283}"/>
                </a:ext>
              </a:extLst>
            </p:cNvPr>
            <p:cNvCxnSpPr/>
            <p:nvPr/>
          </p:nvCxnSpPr>
          <p:spPr>
            <a:xfrm>
              <a:off x="9628513" y="2921891"/>
              <a:ext cx="14482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DF633281-5E30-3EAA-D1DF-1331F36E5993}"/>
                </a:ext>
              </a:extLst>
            </p:cNvPr>
            <p:cNvCxnSpPr/>
            <p:nvPr/>
          </p:nvCxnSpPr>
          <p:spPr>
            <a:xfrm>
              <a:off x="9628513" y="3023092"/>
              <a:ext cx="14482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6A26AB9-76EF-89CC-6B73-6B848B2B140E}"/>
                </a:ext>
              </a:extLst>
            </p:cNvPr>
            <p:cNvCxnSpPr>
              <a:cxnSpLocks/>
            </p:cNvCxnSpPr>
            <p:nvPr/>
          </p:nvCxnSpPr>
          <p:spPr>
            <a:xfrm>
              <a:off x="9765601" y="2830727"/>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A47F1BF0-42EF-FE3E-DC7F-9A9C1B21C707}"/>
                </a:ext>
              </a:extLst>
            </p:cNvPr>
            <p:cNvCxnSpPr>
              <a:cxnSpLocks/>
            </p:cNvCxnSpPr>
            <p:nvPr/>
          </p:nvCxnSpPr>
          <p:spPr>
            <a:xfrm>
              <a:off x="9636872" y="2830727"/>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B1DF9922-6FC2-227F-9F61-B4B1FB220D1D}"/>
                </a:ext>
              </a:extLst>
            </p:cNvPr>
            <p:cNvCxnSpPr>
              <a:cxnSpLocks/>
            </p:cNvCxnSpPr>
            <p:nvPr/>
          </p:nvCxnSpPr>
          <p:spPr>
            <a:xfrm>
              <a:off x="9765601" y="2932704"/>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6035D2B7-03C1-8F17-19BC-C9B5770BE366}"/>
                </a:ext>
              </a:extLst>
            </p:cNvPr>
            <p:cNvCxnSpPr>
              <a:cxnSpLocks/>
            </p:cNvCxnSpPr>
            <p:nvPr/>
          </p:nvCxnSpPr>
          <p:spPr>
            <a:xfrm>
              <a:off x="9636872" y="2930651"/>
              <a:ext cx="0" cy="8176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3" name="Oval 142">
              <a:extLst>
                <a:ext uri="{FF2B5EF4-FFF2-40B4-BE49-F238E27FC236}">
                  <a16:creationId xmlns:a16="http://schemas.microsoft.com/office/drawing/2014/main" id="{B7BDB82A-0376-2CEC-0FEB-4839F54ED852}"/>
                </a:ext>
              </a:extLst>
            </p:cNvPr>
            <p:cNvSpPr/>
            <p:nvPr/>
          </p:nvSpPr>
          <p:spPr>
            <a:xfrm>
              <a:off x="9786318" y="3007405"/>
              <a:ext cx="22929" cy="16644"/>
            </a:xfrm>
            <a:prstGeom prst="ellipse">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p>
          </p:txBody>
        </p:sp>
        <p:sp>
          <p:nvSpPr>
            <p:cNvPr id="145" name="TextBox 144">
              <a:extLst>
                <a:ext uri="{FF2B5EF4-FFF2-40B4-BE49-F238E27FC236}">
                  <a16:creationId xmlns:a16="http://schemas.microsoft.com/office/drawing/2014/main" id="{6ADC2ABB-5C77-0AB6-6CE2-240E60F648C0}"/>
                </a:ext>
              </a:extLst>
            </p:cNvPr>
            <p:cNvSpPr txBox="1"/>
            <p:nvPr/>
          </p:nvSpPr>
          <p:spPr>
            <a:xfrm>
              <a:off x="8126517" y="3656456"/>
              <a:ext cx="576202" cy="315346"/>
            </a:xfrm>
            <a:prstGeom prst="rect">
              <a:avLst/>
            </a:prstGeom>
            <a:noFill/>
            <a:ln>
              <a:noFill/>
            </a:ln>
          </p:spPr>
          <p:txBody>
            <a:bodyPr wrap="none" rtlCol="0">
              <a:spAutoFit/>
            </a:bodyPr>
            <a:lstStyle/>
            <a:p>
              <a:r>
                <a:rPr lang="en-US" sz="1100" dirty="0"/>
                <a:t>DSKY</a:t>
              </a:r>
            </a:p>
          </p:txBody>
        </p:sp>
        <p:sp>
          <p:nvSpPr>
            <p:cNvPr id="147" name="Rectangle 146">
              <a:extLst>
                <a:ext uri="{FF2B5EF4-FFF2-40B4-BE49-F238E27FC236}">
                  <a16:creationId xmlns:a16="http://schemas.microsoft.com/office/drawing/2014/main" id="{63E546A5-9B8F-A57E-2EFD-6BD6AF480271}"/>
                </a:ext>
              </a:extLst>
            </p:cNvPr>
            <p:cNvSpPr/>
            <p:nvPr/>
          </p:nvSpPr>
          <p:spPr>
            <a:xfrm>
              <a:off x="8369895" y="4686015"/>
              <a:ext cx="587231" cy="1797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sp>
          <p:nvSpPr>
            <p:cNvPr id="148" name="TextBox 147">
              <a:extLst>
                <a:ext uri="{FF2B5EF4-FFF2-40B4-BE49-F238E27FC236}">
                  <a16:creationId xmlns:a16="http://schemas.microsoft.com/office/drawing/2014/main" id="{D0C2697D-0640-6393-41AD-49CB7AD53F47}"/>
                </a:ext>
              </a:extLst>
            </p:cNvPr>
            <p:cNvSpPr txBox="1"/>
            <p:nvPr/>
          </p:nvSpPr>
          <p:spPr>
            <a:xfrm>
              <a:off x="8451738" y="4658923"/>
              <a:ext cx="448673" cy="259697"/>
            </a:xfrm>
            <a:prstGeom prst="rect">
              <a:avLst/>
            </a:prstGeom>
            <a:noFill/>
            <a:ln>
              <a:noFill/>
            </a:ln>
          </p:spPr>
          <p:txBody>
            <a:bodyPr wrap="none" rtlCol="0">
              <a:spAutoFit/>
            </a:bodyPr>
            <a:lstStyle/>
            <a:p>
              <a:r>
                <a:rPr lang="en-US" sz="800" dirty="0" err="1"/>
                <a:t>Xreg</a:t>
              </a:r>
              <a:endParaRPr lang="en-US" sz="800" dirty="0"/>
            </a:p>
          </p:txBody>
        </p:sp>
        <p:sp>
          <p:nvSpPr>
            <p:cNvPr id="151" name="Rectangle 150">
              <a:extLst>
                <a:ext uri="{FF2B5EF4-FFF2-40B4-BE49-F238E27FC236}">
                  <a16:creationId xmlns:a16="http://schemas.microsoft.com/office/drawing/2014/main" id="{EBE82510-4794-BAA2-38F5-B043D6DC9FBC}"/>
                </a:ext>
              </a:extLst>
            </p:cNvPr>
            <p:cNvSpPr/>
            <p:nvPr/>
          </p:nvSpPr>
          <p:spPr>
            <a:xfrm>
              <a:off x="8369077" y="4963497"/>
              <a:ext cx="587231" cy="1797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sp>
          <p:nvSpPr>
            <p:cNvPr id="152" name="TextBox 151">
              <a:extLst>
                <a:ext uri="{FF2B5EF4-FFF2-40B4-BE49-F238E27FC236}">
                  <a16:creationId xmlns:a16="http://schemas.microsoft.com/office/drawing/2014/main" id="{23D46095-0324-9A4E-365B-3EF44766A103}"/>
                </a:ext>
              </a:extLst>
            </p:cNvPr>
            <p:cNvSpPr txBox="1"/>
            <p:nvPr/>
          </p:nvSpPr>
          <p:spPr>
            <a:xfrm>
              <a:off x="8450920" y="4941847"/>
              <a:ext cx="444809" cy="259697"/>
            </a:xfrm>
            <a:prstGeom prst="rect">
              <a:avLst/>
            </a:prstGeom>
            <a:noFill/>
            <a:ln>
              <a:noFill/>
            </a:ln>
          </p:spPr>
          <p:txBody>
            <a:bodyPr wrap="none" rtlCol="0">
              <a:spAutoFit/>
            </a:bodyPr>
            <a:lstStyle/>
            <a:p>
              <a:r>
                <a:rPr lang="en-US" sz="800" dirty="0" err="1"/>
                <a:t>Yreg</a:t>
              </a:r>
              <a:endParaRPr lang="en-US" sz="800" dirty="0"/>
            </a:p>
          </p:txBody>
        </p:sp>
        <p:sp>
          <p:nvSpPr>
            <p:cNvPr id="154" name="Rectangle 153">
              <a:extLst>
                <a:ext uri="{FF2B5EF4-FFF2-40B4-BE49-F238E27FC236}">
                  <a16:creationId xmlns:a16="http://schemas.microsoft.com/office/drawing/2014/main" id="{18AF0160-7957-08B0-682F-58B7DA8CF4B1}"/>
                </a:ext>
              </a:extLst>
            </p:cNvPr>
            <p:cNvSpPr/>
            <p:nvPr/>
          </p:nvSpPr>
          <p:spPr>
            <a:xfrm>
              <a:off x="8364642" y="5225313"/>
              <a:ext cx="587231" cy="1797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sp>
          <p:nvSpPr>
            <p:cNvPr id="155" name="TextBox 154">
              <a:extLst>
                <a:ext uri="{FF2B5EF4-FFF2-40B4-BE49-F238E27FC236}">
                  <a16:creationId xmlns:a16="http://schemas.microsoft.com/office/drawing/2014/main" id="{DE9797DA-DD08-8F53-58B9-20E9FE598DE6}"/>
                </a:ext>
              </a:extLst>
            </p:cNvPr>
            <p:cNvSpPr txBox="1"/>
            <p:nvPr/>
          </p:nvSpPr>
          <p:spPr>
            <a:xfrm>
              <a:off x="8446485" y="5198221"/>
              <a:ext cx="467996" cy="259697"/>
            </a:xfrm>
            <a:prstGeom prst="rect">
              <a:avLst/>
            </a:prstGeom>
            <a:noFill/>
            <a:ln>
              <a:noFill/>
            </a:ln>
          </p:spPr>
          <p:txBody>
            <a:bodyPr wrap="none" rtlCol="0">
              <a:spAutoFit/>
            </a:bodyPr>
            <a:lstStyle/>
            <a:p>
              <a:r>
                <a:rPr lang="en-US" sz="800" dirty="0" err="1"/>
                <a:t>Qreg</a:t>
              </a:r>
              <a:endParaRPr lang="en-US" sz="800" dirty="0"/>
            </a:p>
          </p:txBody>
        </p:sp>
        <p:sp>
          <p:nvSpPr>
            <p:cNvPr id="156" name="Rectangle 155">
              <a:extLst>
                <a:ext uri="{FF2B5EF4-FFF2-40B4-BE49-F238E27FC236}">
                  <a16:creationId xmlns:a16="http://schemas.microsoft.com/office/drawing/2014/main" id="{76D0B098-A0A1-094E-1E0C-7CBB9B8EBFC5}"/>
                </a:ext>
              </a:extLst>
            </p:cNvPr>
            <p:cNvSpPr/>
            <p:nvPr/>
          </p:nvSpPr>
          <p:spPr>
            <a:xfrm>
              <a:off x="8161928" y="4686015"/>
              <a:ext cx="155806" cy="1797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sp>
          <p:nvSpPr>
            <p:cNvPr id="157" name="TextBox 156">
              <a:extLst>
                <a:ext uri="{FF2B5EF4-FFF2-40B4-BE49-F238E27FC236}">
                  <a16:creationId xmlns:a16="http://schemas.microsoft.com/office/drawing/2014/main" id="{3AEABE12-AD41-3532-43AC-4A10C8D79146}"/>
                </a:ext>
              </a:extLst>
            </p:cNvPr>
            <p:cNvSpPr txBox="1"/>
            <p:nvPr/>
          </p:nvSpPr>
          <p:spPr>
            <a:xfrm>
              <a:off x="8068580" y="4652781"/>
              <a:ext cx="348195" cy="259697"/>
            </a:xfrm>
            <a:prstGeom prst="rect">
              <a:avLst/>
            </a:prstGeom>
            <a:noFill/>
            <a:ln>
              <a:noFill/>
            </a:ln>
          </p:spPr>
          <p:txBody>
            <a:bodyPr wrap="none" rtlCol="0">
              <a:spAutoFit/>
            </a:bodyPr>
            <a:lstStyle/>
            <a:p>
              <a:r>
                <a:rPr lang="en-US" sz="800" dirty="0"/>
                <a:t>X9</a:t>
              </a:r>
            </a:p>
          </p:txBody>
        </p:sp>
        <p:sp>
          <p:nvSpPr>
            <p:cNvPr id="160" name="Rectangle 159">
              <a:extLst>
                <a:ext uri="{FF2B5EF4-FFF2-40B4-BE49-F238E27FC236}">
                  <a16:creationId xmlns:a16="http://schemas.microsoft.com/office/drawing/2014/main" id="{A58C69C1-99C5-9C01-3E79-84AC52054D61}"/>
                </a:ext>
              </a:extLst>
            </p:cNvPr>
            <p:cNvSpPr/>
            <p:nvPr/>
          </p:nvSpPr>
          <p:spPr>
            <a:xfrm>
              <a:off x="9004398" y="5224978"/>
              <a:ext cx="155806" cy="1797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sp>
          <p:nvSpPr>
            <p:cNvPr id="161" name="TextBox 160">
              <a:extLst>
                <a:ext uri="{FF2B5EF4-FFF2-40B4-BE49-F238E27FC236}">
                  <a16:creationId xmlns:a16="http://schemas.microsoft.com/office/drawing/2014/main" id="{17E5EC0C-E85C-2B71-8852-F77326340A44}"/>
                </a:ext>
              </a:extLst>
            </p:cNvPr>
            <p:cNvSpPr txBox="1"/>
            <p:nvPr/>
          </p:nvSpPr>
          <p:spPr>
            <a:xfrm>
              <a:off x="8902207" y="5188007"/>
              <a:ext cx="357856" cy="259697"/>
            </a:xfrm>
            <a:prstGeom prst="rect">
              <a:avLst/>
            </a:prstGeom>
            <a:noFill/>
            <a:ln>
              <a:noFill/>
            </a:ln>
          </p:spPr>
          <p:txBody>
            <a:bodyPr wrap="none" rtlCol="0">
              <a:spAutoFit/>
            </a:bodyPr>
            <a:lstStyle/>
            <a:p>
              <a:r>
                <a:rPr lang="en-US" sz="800" dirty="0"/>
                <a:t>QL</a:t>
              </a:r>
            </a:p>
          </p:txBody>
        </p:sp>
        <p:sp>
          <p:nvSpPr>
            <p:cNvPr id="162" name="Rectangle 161">
              <a:extLst>
                <a:ext uri="{FF2B5EF4-FFF2-40B4-BE49-F238E27FC236}">
                  <a16:creationId xmlns:a16="http://schemas.microsoft.com/office/drawing/2014/main" id="{BFEF295E-625E-BD38-ED9A-38657B33ED55}"/>
                </a:ext>
              </a:extLst>
            </p:cNvPr>
            <p:cNvSpPr/>
            <p:nvPr/>
          </p:nvSpPr>
          <p:spPr>
            <a:xfrm>
              <a:off x="9422299" y="4313365"/>
              <a:ext cx="587231" cy="24622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sp>
          <p:nvSpPr>
            <p:cNvPr id="163" name="TextBox 162">
              <a:extLst>
                <a:ext uri="{FF2B5EF4-FFF2-40B4-BE49-F238E27FC236}">
                  <a16:creationId xmlns:a16="http://schemas.microsoft.com/office/drawing/2014/main" id="{94596ED1-E79B-2FA7-E403-B30EF804CC9D}"/>
                </a:ext>
              </a:extLst>
            </p:cNvPr>
            <p:cNvSpPr txBox="1"/>
            <p:nvPr/>
          </p:nvSpPr>
          <p:spPr>
            <a:xfrm>
              <a:off x="9397557" y="4313365"/>
              <a:ext cx="661222" cy="259697"/>
            </a:xfrm>
            <a:prstGeom prst="rect">
              <a:avLst/>
            </a:prstGeom>
            <a:noFill/>
            <a:ln>
              <a:noFill/>
            </a:ln>
          </p:spPr>
          <p:txBody>
            <a:bodyPr wrap="none" rtlCol="0">
              <a:spAutoFit/>
            </a:bodyPr>
            <a:lstStyle/>
            <a:p>
              <a:r>
                <a:rPr lang="en-US" sz="800" dirty="0"/>
                <a:t>Add/Sub</a:t>
              </a:r>
            </a:p>
          </p:txBody>
        </p:sp>
        <p:sp>
          <p:nvSpPr>
            <p:cNvPr id="168" name="Rectangle 167">
              <a:extLst>
                <a:ext uri="{FF2B5EF4-FFF2-40B4-BE49-F238E27FC236}">
                  <a16:creationId xmlns:a16="http://schemas.microsoft.com/office/drawing/2014/main" id="{820A7C3D-8385-C145-FE46-1E26E2242B82}"/>
                </a:ext>
              </a:extLst>
            </p:cNvPr>
            <p:cNvSpPr/>
            <p:nvPr/>
          </p:nvSpPr>
          <p:spPr>
            <a:xfrm>
              <a:off x="9419786" y="4605697"/>
              <a:ext cx="587231" cy="24622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sp>
          <p:nvSpPr>
            <p:cNvPr id="169" name="TextBox 168">
              <a:extLst>
                <a:ext uri="{FF2B5EF4-FFF2-40B4-BE49-F238E27FC236}">
                  <a16:creationId xmlns:a16="http://schemas.microsoft.com/office/drawing/2014/main" id="{E7A6AE92-B9E1-66DE-71AC-7709FC6153CA}"/>
                </a:ext>
              </a:extLst>
            </p:cNvPr>
            <p:cNvSpPr txBox="1"/>
            <p:nvPr/>
          </p:nvSpPr>
          <p:spPr>
            <a:xfrm>
              <a:off x="9366950" y="4605696"/>
              <a:ext cx="726919" cy="259697"/>
            </a:xfrm>
            <a:prstGeom prst="rect">
              <a:avLst/>
            </a:prstGeom>
            <a:noFill/>
            <a:ln>
              <a:noFill/>
            </a:ln>
          </p:spPr>
          <p:txBody>
            <a:bodyPr wrap="none" rtlCol="0">
              <a:spAutoFit/>
            </a:bodyPr>
            <a:lstStyle/>
            <a:p>
              <a:r>
                <a:rPr lang="en-US" sz="800" dirty="0" err="1"/>
                <a:t>MetaData</a:t>
              </a:r>
              <a:endParaRPr lang="en-US" sz="800" dirty="0"/>
            </a:p>
          </p:txBody>
        </p:sp>
        <p:sp>
          <p:nvSpPr>
            <p:cNvPr id="172" name="Rectangle 171">
              <a:extLst>
                <a:ext uri="{FF2B5EF4-FFF2-40B4-BE49-F238E27FC236}">
                  <a16:creationId xmlns:a16="http://schemas.microsoft.com/office/drawing/2014/main" id="{0630345E-EC44-6786-F8D7-6FD0A7B481FA}"/>
                </a:ext>
              </a:extLst>
            </p:cNvPr>
            <p:cNvSpPr/>
            <p:nvPr/>
          </p:nvSpPr>
          <p:spPr>
            <a:xfrm>
              <a:off x="9415928" y="4890204"/>
              <a:ext cx="587231" cy="24622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sp>
          <p:nvSpPr>
            <p:cNvPr id="173" name="TextBox 172">
              <a:extLst>
                <a:ext uri="{FF2B5EF4-FFF2-40B4-BE49-F238E27FC236}">
                  <a16:creationId xmlns:a16="http://schemas.microsoft.com/office/drawing/2014/main" id="{13910CAB-7AB0-C3E2-A61A-5FD9A2CBB9C6}"/>
                </a:ext>
              </a:extLst>
            </p:cNvPr>
            <p:cNvSpPr txBox="1"/>
            <p:nvPr/>
          </p:nvSpPr>
          <p:spPr>
            <a:xfrm>
              <a:off x="9467813" y="4890204"/>
              <a:ext cx="533693" cy="259697"/>
            </a:xfrm>
            <a:prstGeom prst="rect">
              <a:avLst/>
            </a:prstGeom>
            <a:noFill/>
            <a:ln>
              <a:noFill/>
            </a:ln>
          </p:spPr>
          <p:txBody>
            <a:bodyPr wrap="none" rtlCol="0">
              <a:spAutoFit/>
            </a:bodyPr>
            <a:lstStyle/>
            <a:p>
              <a:r>
                <a:rPr lang="en-US" sz="800" dirty="0"/>
                <a:t>Status</a:t>
              </a:r>
            </a:p>
          </p:txBody>
        </p:sp>
        <p:sp>
          <p:nvSpPr>
            <p:cNvPr id="175" name="Rectangle 174">
              <a:extLst>
                <a:ext uri="{FF2B5EF4-FFF2-40B4-BE49-F238E27FC236}">
                  <a16:creationId xmlns:a16="http://schemas.microsoft.com/office/drawing/2014/main" id="{6BE147E8-7ABF-72FD-D049-1F5F4404D0F4}"/>
                </a:ext>
              </a:extLst>
            </p:cNvPr>
            <p:cNvSpPr/>
            <p:nvPr/>
          </p:nvSpPr>
          <p:spPr>
            <a:xfrm>
              <a:off x="9410700" y="5176355"/>
              <a:ext cx="587231" cy="24622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sp>
          <p:nvSpPr>
            <p:cNvPr id="176" name="TextBox 175">
              <a:extLst>
                <a:ext uri="{FF2B5EF4-FFF2-40B4-BE49-F238E27FC236}">
                  <a16:creationId xmlns:a16="http://schemas.microsoft.com/office/drawing/2014/main" id="{C34BC965-B8A6-772C-4F2E-A1E9183CCEF3}"/>
                </a:ext>
              </a:extLst>
            </p:cNvPr>
            <p:cNvSpPr txBox="1"/>
            <p:nvPr/>
          </p:nvSpPr>
          <p:spPr>
            <a:xfrm>
              <a:off x="9462585" y="5176355"/>
              <a:ext cx="570404" cy="259697"/>
            </a:xfrm>
            <a:prstGeom prst="rect">
              <a:avLst/>
            </a:prstGeom>
            <a:noFill/>
            <a:ln>
              <a:noFill/>
            </a:ln>
          </p:spPr>
          <p:txBody>
            <a:bodyPr wrap="none" rtlCol="0">
              <a:spAutoFit/>
            </a:bodyPr>
            <a:lstStyle/>
            <a:p>
              <a:r>
                <a:rPr lang="en-US" sz="800" dirty="0"/>
                <a:t>Trk SM</a:t>
              </a:r>
            </a:p>
          </p:txBody>
        </p:sp>
        <p:sp>
          <p:nvSpPr>
            <p:cNvPr id="179" name="Rectangle 178">
              <a:extLst>
                <a:ext uri="{FF2B5EF4-FFF2-40B4-BE49-F238E27FC236}">
                  <a16:creationId xmlns:a16="http://schemas.microsoft.com/office/drawing/2014/main" id="{C2DDEFFB-C35E-E1F9-F89E-65346B623422}"/>
                </a:ext>
              </a:extLst>
            </p:cNvPr>
            <p:cNvSpPr/>
            <p:nvPr/>
          </p:nvSpPr>
          <p:spPr>
            <a:xfrm>
              <a:off x="9410700" y="5451620"/>
              <a:ext cx="587231" cy="24622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sp>
          <p:nvSpPr>
            <p:cNvPr id="180" name="TextBox 179">
              <a:extLst>
                <a:ext uri="{FF2B5EF4-FFF2-40B4-BE49-F238E27FC236}">
                  <a16:creationId xmlns:a16="http://schemas.microsoft.com/office/drawing/2014/main" id="{F1EFA988-B352-06C2-8598-297468ECD043}"/>
                </a:ext>
              </a:extLst>
            </p:cNvPr>
            <p:cNvSpPr txBox="1"/>
            <p:nvPr/>
          </p:nvSpPr>
          <p:spPr>
            <a:xfrm>
              <a:off x="9531030" y="5451620"/>
              <a:ext cx="379112" cy="259697"/>
            </a:xfrm>
            <a:prstGeom prst="rect">
              <a:avLst/>
            </a:prstGeom>
            <a:noFill/>
            <a:ln>
              <a:noFill/>
            </a:ln>
          </p:spPr>
          <p:txBody>
            <a:bodyPr wrap="none" rtlCol="0">
              <a:spAutoFit/>
            </a:bodyPr>
            <a:lstStyle/>
            <a:p>
              <a:r>
                <a:rPr lang="en-US" sz="800" dirty="0" err="1"/>
                <a:t>Rst</a:t>
              </a:r>
              <a:endParaRPr lang="en-US" sz="800" dirty="0"/>
            </a:p>
          </p:txBody>
        </p:sp>
        <p:sp>
          <p:nvSpPr>
            <p:cNvPr id="183" name="Rectangle 182">
              <a:extLst>
                <a:ext uri="{FF2B5EF4-FFF2-40B4-BE49-F238E27FC236}">
                  <a16:creationId xmlns:a16="http://schemas.microsoft.com/office/drawing/2014/main" id="{39BE1C86-7508-CC4D-3EED-FB15783F141C}"/>
                </a:ext>
              </a:extLst>
            </p:cNvPr>
            <p:cNvSpPr/>
            <p:nvPr/>
          </p:nvSpPr>
          <p:spPr>
            <a:xfrm>
              <a:off x="8059425" y="4185063"/>
              <a:ext cx="2047818" cy="16165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p>
          </p:txBody>
        </p:sp>
        <p:sp>
          <p:nvSpPr>
            <p:cNvPr id="184" name="TextBox 183">
              <a:extLst>
                <a:ext uri="{FF2B5EF4-FFF2-40B4-BE49-F238E27FC236}">
                  <a16:creationId xmlns:a16="http://schemas.microsoft.com/office/drawing/2014/main" id="{7FB4A489-25B0-DD71-5D51-04890830B479}"/>
                </a:ext>
              </a:extLst>
            </p:cNvPr>
            <p:cNvSpPr txBox="1"/>
            <p:nvPr/>
          </p:nvSpPr>
          <p:spPr>
            <a:xfrm>
              <a:off x="8126517" y="4250874"/>
              <a:ext cx="506641" cy="315346"/>
            </a:xfrm>
            <a:prstGeom prst="rect">
              <a:avLst/>
            </a:prstGeom>
            <a:noFill/>
            <a:ln>
              <a:noFill/>
            </a:ln>
          </p:spPr>
          <p:txBody>
            <a:bodyPr wrap="none" rtlCol="0">
              <a:spAutoFit/>
            </a:bodyPr>
            <a:lstStyle/>
            <a:p>
              <a:r>
                <a:rPr lang="en-US" sz="1100" dirty="0"/>
                <a:t>REG</a:t>
              </a:r>
            </a:p>
          </p:txBody>
        </p:sp>
        <p:sp>
          <p:nvSpPr>
            <p:cNvPr id="193" name="Arrow: Bent-Up 192">
              <a:extLst>
                <a:ext uri="{FF2B5EF4-FFF2-40B4-BE49-F238E27FC236}">
                  <a16:creationId xmlns:a16="http://schemas.microsoft.com/office/drawing/2014/main" id="{5C4CF7BC-1149-5215-E96D-89837DBEE1F9}"/>
                </a:ext>
              </a:extLst>
            </p:cNvPr>
            <p:cNvSpPr/>
            <p:nvPr/>
          </p:nvSpPr>
          <p:spPr>
            <a:xfrm rot="5400000" flipH="1">
              <a:off x="7208727" y="3190154"/>
              <a:ext cx="690461" cy="999594"/>
            </a:xfrm>
            <a:prstGeom prst="bentUpArrow">
              <a:avLst>
                <a:gd name="adj1" fmla="val 27341"/>
                <a:gd name="adj2" fmla="val 30664"/>
                <a:gd name="adj3" fmla="val 32499"/>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p>
          </p:txBody>
        </p:sp>
        <p:sp>
          <p:nvSpPr>
            <p:cNvPr id="194" name="Arrow: Bent-Up 193">
              <a:extLst>
                <a:ext uri="{FF2B5EF4-FFF2-40B4-BE49-F238E27FC236}">
                  <a16:creationId xmlns:a16="http://schemas.microsoft.com/office/drawing/2014/main" id="{1389D6AF-07AA-A3BE-7F28-74C596560185}"/>
                </a:ext>
              </a:extLst>
            </p:cNvPr>
            <p:cNvSpPr/>
            <p:nvPr/>
          </p:nvSpPr>
          <p:spPr>
            <a:xfrm rot="16200000" flipH="1" flipV="1">
              <a:off x="7208726" y="4078581"/>
              <a:ext cx="690463" cy="999594"/>
            </a:xfrm>
            <a:prstGeom prst="bentUpArrow">
              <a:avLst>
                <a:gd name="adj1" fmla="val 27341"/>
                <a:gd name="adj2" fmla="val 30664"/>
                <a:gd name="adj3" fmla="val 32499"/>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p>
          </p:txBody>
        </p:sp>
        <p:cxnSp>
          <p:nvCxnSpPr>
            <p:cNvPr id="196" name="Straight Connector 195">
              <a:extLst>
                <a:ext uri="{FF2B5EF4-FFF2-40B4-BE49-F238E27FC236}">
                  <a16:creationId xmlns:a16="http://schemas.microsoft.com/office/drawing/2014/main" id="{532EF40B-3445-EFB5-BB29-BCE4850CC6C2}"/>
                </a:ext>
              </a:extLst>
            </p:cNvPr>
            <p:cNvCxnSpPr>
              <a:cxnSpLocks/>
            </p:cNvCxnSpPr>
            <p:nvPr/>
          </p:nvCxnSpPr>
          <p:spPr>
            <a:xfrm>
              <a:off x="6402190" y="4035183"/>
              <a:ext cx="670182" cy="0"/>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59E46757-F843-154D-9B78-8E8B94C1F9FA}"/>
                </a:ext>
              </a:extLst>
            </p:cNvPr>
            <p:cNvCxnSpPr>
              <a:cxnSpLocks/>
            </p:cNvCxnSpPr>
            <p:nvPr/>
          </p:nvCxnSpPr>
          <p:spPr>
            <a:xfrm>
              <a:off x="6392763" y="4233145"/>
              <a:ext cx="679609" cy="0"/>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A5D7E95B-CA09-7CE9-EEAA-151C0D58F5BA}"/>
                </a:ext>
              </a:extLst>
            </p:cNvPr>
            <p:cNvCxnSpPr>
              <a:cxnSpLocks/>
            </p:cNvCxnSpPr>
            <p:nvPr/>
          </p:nvCxnSpPr>
          <p:spPr>
            <a:xfrm>
              <a:off x="7243347" y="3981653"/>
              <a:ext cx="0" cy="332846"/>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9" name="Arrow: Left 208">
              <a:extLst>
                <a:ext uri="{FF2B5EF4-FFF2-40B4-BE49-F238E27FC236}">
                  <a16:creationId xmlns:a16="http://schemas.microsoft.com/office/drawing/2014/main" id="{44C76F62-ECAA-A5C9-3EAC-34F9D0F0426D}"/>
                </a:ext>
              </a:extLst>
            </p:cNvPr>
            <p:cNvSpPr/>
            <p:nvPr/>
          </p:nvSpPr>
          <p:spPr>
            <a:xfrm>
              <a:off x="6401555" y="5190395"/>
              <a:ext cx="1660992" cy="150623"/>
            </a:xfrm>
            <a:prstGeom prst="lef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p>
          </p:txBody>
        </p:sp>
        <p:cxnSp>
          <p:nvCxnSpPr>
            <p:cNvPr id="213" name="Straight Connector 212">
              <a:extLst>
                <a:ext uri="{FF2B5EF4-FFF2-40B4-BE49-F238E27FC236}">
                  <a16:creationId xmlns:a16="http://schemas.microsoft.com/office/drawing/2014/main" id="{C64A7667-3B87-64EA-3499-5A28C6E0DBA8}"/>
                </a:ext>
              </a:extLst>
            </p:cNvPr>
            <p:cNvCxnSpPr/>
            <p:nvPr/>
          </p:nvCxnSpPr>
          <p:spPr>
            <a:xfrm flipH="1">
              <a:off x="7625700" y="3889133"/>
              <a:ext cx="428055" cy="0"/>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C298C590-7F67-E0D1-3E48-4579F40E32C4}"/>
                </a:ext>
              </a:extLst>
            </p:cNvPr>
            <p:cNvCxnSpPr>
              <a:cxnSpLocks/>
            </p:cNvCxnSpPr>
            <p:nvPr/>
          </p:nvCxnSpPr>
          <p:spPr>
            <a:xfrm>
              <a:off x="7625700" y="3889133"/>
              <a:ext cx="0" cy="1336431"/>
            </a:xfrm>
            <a:prstGeom prst="line">
              <a:avLst/>
            </a:prstGeom>
            <a:ln w="952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86" name="Rectangle 185">
              <a:extLst>
                <a:ext uri="{FF2B5EF4-FFF2-40B4-BE49-F238E27FC236}">
                  <a16:creationId xmlns:a16="http://schemas.microsoft.com/office/drawing/2014/main" id="{9459B60B-BC41-F493-791F-8FBC5274B290}"/>
                </a:ext>
              </a:extLst>
            </p:cNvPr>
            <p:cNvSpPr/>
            <p:nvPr/>
          </p:nvSpPr>
          <p:spPr>
            <a:xfrm>
              <a:off x="5469724" y="3810162"/>
              <a:ext cx="677346" cy="71771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p>
          </p:txBody>
        </p:sp>
        <p:sp>
          <p:nvSpPr>
            <p:cNvPr id="187" name="TextBox 186">
              <a:extLst>
                <a:ext uri="{FF2B5EF4-FFF2-40B4-BE49-F238E27FC236}">
                  <a16:creationId xmlns:a16="http://schemas.microsoft.com/office/drawing/2014/main" id="{D8086558-D5D4-61C4-DAE9-8C5415695364}"/>
                </a:ext>
              </a:extLst>
            </p:cNvPr>
            <p:cNvSpPr txBox="1"/>
            <p:nvPr/>
          </p:nvSpPr>
          <p:spPr>
            <a:xfrm>
              <a:off x="5532236" y="4024631"/>
              <a:ext cx="583931" cy="278246"/>
            </a:xfrm>
            <a:prstGeom prst="rect">
              <a:avLst/>
            </a:prstGeom>
            <a:noFill/>
            <a:ln>
              <a:noFill/>
            </a:ln>
          </p:spPr>
          <p:txBody>
            <a:bodyPr wrap="none" rtlCol="0">
              <a:spAutoFit/>
            </a:bodyPr>
            <a:lstStyle/>
            <a:p>
              <a:r>
                <a:rPr lang="en-US" sz="900" dirty="0" err="1"/>
                <a:t>uROM</a:t>
              </a:r>
              <a:endParaRPr lang="en-US" sz="900" dirty="0"/>
            </a:p>
          </p:txBody>
        </p:sp>
        <p:sp>
          <p:nvSpPr>
            <p:cNvPr id="189" name="TextBox 188">
              <a:extLst>
                <a:ext uri="{FF2B5EF4-FFF2-40B4-BE49-F238E27FC236}">
                  <a16:creationId xmlns:a16="http://schemas.microsoft.com/office/drawing/2014/main" id="{B2ED9D30-8E1A-66C5-65C2-E79107F0080A}"/>
                </a:ext>
              </a:extLst>
            </p:cNvPr>
            <p:cNvSpPr txBox="1"/>
            <p:nvPr/>
          </p:nvSpPr>
          <p:spPr>
            <a:xfrm>
              <a:off x="5439569" y="3124785"/>
              <a:ext cx="784887" cy="445194"/>
            </a:xfrm>
            <a:prstGeom prst="rect">
              <a:avLst/>
            </a:prstGeom>
            <a:noFill/>
            <a:ln>
              <a:noFill/>
            </a:ln>
          </p:spPr>
          <p:txBody>
            <a:bodyPr wrap="none" rtlCol="0">
              <a:spAutoFit/>
            </a:bodyPr>
            <a:lstStyle/>
            <a:p>
              <a:pPr algn="ctr"/>
              <a:r>
                <a:rPr lang="en-US" sz="900" dirty="0" err="1"/>
                <a:t>Pwr</a:t>
              </a:r>
              <a:r>
                <a:rPr lang="en-US" sz="900" dirty="0"/>
                <a:t>-On </a:t>
              </a:r>
            </a:p>
            <a:p>
              <a:pPr algn="ctr"/>
              <a:r>
                <a:rPr lang="en-US" sz="900" dirty="0" err="1"/>
                <a:t>Rst</a:t>
              </a:r>
              <a:r>
                <a:rPr lang="en-US" sz="900" dirty="0"/>
                <a:t> Clocks</a:t>
              </a:r>
            </a:p>
          </p:txBody>
        </p:sp>
        <p:sp>
          <p:nvSpPr>
            <p:cNvPr id="190" name="Rectangle 189">
              <a:extLst>
                <a:ext uri="{FF2B5EF4-FFF2-40B4-BE49-F238E27FC236}">
                  <a16:creationId xmlns:a16="http://schemas.microsoft.com/office/drawing/2014/main" id="{80E9451F-92AC-2B96-7142-8D32E3C63221}"/>
                </a:ext>
              </a:extLst>
            </p:cNvPr>
            <p:cNvSpPr/>
            <p:nvPr/>
          </p:nvSpPr>
          <p:spPr>
            <a:xfrm>
              <a:off x="5480793" y="3100587"/>
              <a:ext cx="666277" cy="4713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p>
          </p:txBody>
        </p:sp>
        <p:sp>
          <p:nvSpPr>
            <p:cNvPr id="191" name="Rectangle 190">
              <a:extLst>
                <a:ext uri="{FF2B5EF4-FFF2-40B4-BE49-F238E27FC236}">
                  <a16:creationId xmlns:a16="http://schemas.microsoft.com/office/drawing/2014/main" id="{F7793541-CBA9-9C0B-83C1-E98A065B1381}"/>
                </a:ext>
              </a:extLst>
            </p:cNvPr>
            <p:cNvSpPr/>
            <p:nvPr/>
          </p:nvSpPr>
          <p:spPr>
            <a:xfrm>
              <a:off x="5258856" y="2732410"/>
              <a:ext cx="1133907" cy="30691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p>
          </p:txBody>
        </p:sp>
        <p:sp>
          <p:nvSpPr>
            <p:cNvPr id="216" name="Rectangle 215">
              <a:extLst>
                <a:ext uri="{FF2B5EF4-FFF2-40B4-BE49-F238E27FC236}">
                  <a16:creationId xmlns:a16="http://schemas.microsoft.com/office/drawing/2014/main" id="{FAEED21F-AFEA-A5E2-17F8-94C4BEDAD68A}"/>
                </a:ext>
              </a:extLst>
            </p:cNvPr>
            <p:cNvSpPr/>
            <p:nvPr/>
          </p:nvSpPr>
          <p:spPr>
            <a:xfrm>
              <a:off x="5469723" y="5065761"/>
              <a:ext cx="677346" cy="41030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p>
          </p:txBody>
        </p:sp>
        <p:sp>
          <p:nvSpPr>
            <p:cNvPr id="217" name="TextBox 216">
              <a:extLst>
                <a:ext uri="{FF2B5EF4-FFF2-40B4-BE49-F238E27FC236}">
                  <a16:creationId xmlns:a16="http://schemas.microsoft.com/office/drawing/2014/main" id="{2819C17E-87D5-F56D-E29D-939D16FFFCD8}"/>
                </a:ext>
              </a:extLst>
            </p:cNvPr>
            <p:cNvSpPr txBox="1"/>
            <p:nvPr/>
          </p:nvSpPr>
          <p:spPr>
            <a:xfrm>
              <a:off x="5634699" y="5070236"/>
              <a:ext cx="411959" cy="445194"/>
            </a:xfrm>
            <a:prstGeom prst="rect">
              <a:avLst/>
            </a:prstGeom>
            <a:noFill/>
            <a:ln>
              <a:noFill/>
            </a:ln>
          </p:spPr>
          <p:txBody>
            <a:bodyPr wrap="none" rtlCol="0">
              <a:spAutoFit/>
            </a:bodyPr>
            <a:lstStyle/>
            <a:p>
              <a:r>
                <a:rPr lang="en-US" sz="900" dirty="0"/>
                <a:t>Bra</a:t>
              </a:r>
            </a:p>
            <a:p>
              <a:r>
                <a:rPr lang="en-US" sz="900" dirty="0"/>
                <a:t>Int</a:t>
              </a:r>
            </a:p>
          </p:txBody>
        </p:sp>
        <p:sp>
          <p:nvSpPr>
            <p:cNvPr id="321" name="TextBox 320">
              <a:extLst>
                <a:ext uri="{FF2B5EF4-FFF2-40B4-BE49-F238E27FC236}">
                  <a16:creationId xmlns:a16="http://schemas.microsoft.com/office/drawing/2014/main" id="{8EDE2B5C-226C-FC41-0FE7-22EEE5089962}"/>
                </a:ext>
              </a:extLst>
            </p:cNvPr>
            <p:cNvSpPr txBox="1"/>
            <p:nvPr/>
          </p:nvSpPr>
          <p:spPr>
            <a:xfrm>
              <a:off x="5430634" y="2759933"/>
              <a:ext cx="496978" cy="315346"/>
            </a:xfrm>
            <a:prstGeom prst="rect">
              <a:avLst/>
            </a:prstGeom>
            <a:noFill/>
            <a:ln>
              <a:noFill/>
            </a:ln>
          </p:spPr>
          <p:txBody>
            <a:bodyPr wrap="none" rtlCol="0">
              <a:spAutoFit/>
            </a:bodyPr>
            <a:lstStyle/>
            <a:p>
              <a:r>
                <a:rPr lang="en-US" sz="1100" dirty="0"/>
                <a:t>SEQ</a:t>
              </a:r>
            </a:p>
          </p:txBody>
        </p:sp>
        <p:sp>
          <p:nvSpPr>
            <p:cNvPr id="345" name="Rectangle 344">
              <a:extLst>
                <a:ext uri="{FF2B5EF4-FFF2-40B4-BE49-F238E27FC236}">
                  <a16:creationId xmlns:a16="http://schemas.microsoft.com/office/drawing/2014/main" id="{33B3C91D-2385-EAFE-D2CE-20E027D0F903}"/>
                </a:ext>
              </a:extLst>
            </p:cNvPr>
            <p:cNvSpPr>
              <a:spLocks noChangeAspect="1"/>
            </p:cNvSpPr>
            <p:nvPr/>
          </p:nvSpPr>
          <p:spPr>
            <a:xfrm>
              <a:off x="5017001" y="2108726"/>
              <a:ext cx="5343562" cy="39026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p>
          </p:txBody>
        </p:sp>
        <p:sp>
          <p:nvSpPr>
            <p:cNvPr id="346" name="TextBox 345">
              <a:extLst>
                <a:ext uri="{FF2B5EF4-FFF2-40B4-BE49-F238E27FC236}">
                  <a16:creationId xmlns:a16="http://schemas.microsoft.com/office/drawing/2014/main" id="{5DE867B0-6985-9D9E-11BD-2CA32FE71B3F}"/>
                </a:ext>
              </a:extLst>
            </p:cNvPr>
            <p:cNvSpPr txBox="1"/>
            <p:nvPr/>
          </p:nvSpPr>
          <p:spPr>
            <a:xfrm>
              <a:off x="6131703" y="2172128"/>
              <a:ext cx="2110807" cy="482294"/>
            </a:xfrm>
            <a:prstGeom prst="rect">
              <a:avLst/>
            </a:prstGeom>
            <a:noFill/>
            <a:ln>
              <a:noFill/>
            </a:ln>
          </p:spPr>
          <p:txBody>
            <a:bodyPr wrap="none" rtlCol="0">
              <a:spAutoFit/>
            </a:bodyPr>
            <a:lstStyle/>
            <a:p>
              <a:r>
                <a:rPr lang="en-US" sz="1600" b="1" dirty="0"/>
                <a:t>TTL 4-Banger </a:t>
              </a:r>
              <a:r>
                <a:rPr lang="en-US" sz="2000" b="1" dirty="0"/>
                <a:t>PCB</a:t>
              </a:r>
              <a:endParaRPr lang="en-US" sz="1600" b="1" dirty="0"/>
            </a:p>
          </p:txBody>
        </p:sp>
        <p:sp>
          <p:nvSpPr>
            <p:cNvPr id="3" name="TextBox 2">
              <a:extLst>
                <a:ext uri="{FF2B5EF4-FFF2-40B4-BE49-F238E27FC236}">
                  <a16:creationId xmlns:a16="http://schemas.microsoft.com/office/drawing/2014/main" id="{FA23D53F-EE9A-74A5-FB49-CEE1D809F434}"/>
                </a:ext>
              </a:extLst>
            </p:cNvPr>
            <p:cNvSpPr txBox="1"/>
            <p:nvPr/>
          </p:nvSpPr>
          <p:spPr>
            <a:xfrm>
              <a:off x="6389790" y="3995555"/>
              <a:ext cx="553015" cy="278246"/>
            </a:xfrm>
            <a:prstGeom prst="rect">
              <a:avLst/>
            </a:prstGeom>
            <a:noFill/>
            <a:ln>
              <a:noFill/>
            </a:ln>
          </p:spPr>
          <p:txBody>
            <a:bodyPr wrap="none" rtlCol="0">
              <a:spAutoFit/>
            </a:bodyPr>
            <a:lstStyle/>
            <a:p>
              <a:r>
                <a:rPr lang="en-US" sz="900" dirty="0" err="1"/>
                <a:t>uInstr</a:t>
              </a:r>
              <a:endParaRPr lang="en-US" sz="900" dirty="0"/>
            </a:p>
          </p:txBody>
        </p:sp>
        <p:sp>
          <p:nvSpPr>
            <p:cNvPr id="5" name="TextBox 4">
              <a:extLst>
                <a:ext uri="{FF2B5EF4-FFF2-40B4-BE49-F238E27FC236}">
                  <a16:creationId xmlns:a16="http://schemas.microsoft.com/office/drawing/2014/main" id="{7823D733-B481-27AD-F870-EE461372CF1D}"/>
                </a:ext>
              </a:extLst>
            </p:cNvPr>
            <p:cNvSpPr txBox="1"/>
            <p:nvPr/>
          </p:nvSpPr>
          <p:spPr>
            <a:xfrm>
              <a:off x="6439358" y="5018210"/>
              <a:ext cx="1254428" cy="278246"/>
            </a:xfrm>
            <a:prstGeom prst="rect">
              <a:avLst/>
            </a:prstGeom>
            <a:noFill/>
            <a:ln>
              <a:noFill/>
            </a:ln>
          </p:spPr>
          <p:txBody>
            <a:bodyPr wrap="none" rtlCol="0">
              <a:spAutoFit/>
            </a:bodyPr>
            <a:lstStyle/>
            <a:p>
              <a:r>
                <a:rPr lang="en-US" sz="900" dirty="0"/>
                <a:t>Branch Conditions</a:t>
              </a:r>
            </a:p>
          </p:txBody>
        </p:sp>
        <p:cxnSp>
          <p:nvCxnSpPr>
            <p:cNvPr id="7" name="Straight Arrow Connector 6">
              <a:extLst>
                <a:ext uri="{FF2B5EF4-FFF2-40B4-BE49-F238E27FC236}">
                  <a16:creationId xmlns:a16="http://schemas.microsoft.com/office/drawing/2014/main" id="{8131FF70-4FC9-199D-43EF-614966D74610}"/>
                </a:ext>
              </a:extLst>
            </p:cNvPr>
            <p:cNvCxnSpPr/>
            <p:nvPr/>
          </p:nvCxnSpPr>
          <p:spPr>
            <a:xfrm flipH="1">
              <a:off x="6401555" y="5003820"/>
              <a:ext cx="1224145" cy="0"/>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C8E4B61-088C-1CD7-6748-FFAFEA9802C0}"/>
                </a:ext>
              </a:extLst>
            </p:cNvPr>
            <p:cNvSpPr txBox="1"/>
            <p:nvPr/>
          </p:nvSpPr>
          <p:spPr>
            <a:xfrm>
              <a:off x="6599987" y="4804738"/>
              <a:ext cx="377178" cy="278246"/>
            </a:xfrm>
            <a:prstGeom prst="rect">
              <a:avLst/>
            </a:prstGeom>
            <a:noFill/>
            <a:ln>
              <a:noFill/>
            </a:ln>
          </p:spPr>
          <p:txBody>
            <a:bodyPr wrap="none" rtlCol="0">
              <a:spAutoFit/>
            </a:bodyPr>
            <a:lstStyle/>
            <a:p>
              <a:r>
                <a:rPr lang="en-US" sz="900" dirty="0"/>
                <a:t>Int</a:t>
              </a:r>
            </a:p>
          </p:txBody>
        </p:sp>
      </p:grpSp>
      <p:grpSp>
        <p:nvGrpSpPr>
          <p:cNvPr id="280" name="Group 279">
            <a:extLst>
              <a:ext uri="{FF2B5EF4-FFF2-40B4-BE49-F238E27FC236}">
                <a16:creationId xmlns:a16="http://schemas.microsoft.com/office/drawing/2014/main" id="{6967680F-28FD-5616-D65E-DB01EBAB7C87}"/>
              </a:ext>
            </a:extLst>
          </p:cNvPr>
          <p:cNvGrpSpPr/>
          <p:nvPr/>
        </p:nvGrpSpPr>
        <p:grpSpPr>
          <a:xfrm>
            <a:off x="832657" y="2489491"/>
            <a:ext cx="2042655" cy="1885972"/>
            <a:chOff x="628751" y="521251"/>
            <a:chExt cx="1547347" cy="1885972"/>
          </a:xfrm>
        </p:grpSpPr>
        <p:grpSp>
          <p:nvGrpSpPr>
            <p:cNvPr id="278" name="Group 277">
              <a:extLst>
                <a:ext uri="{FF2B5EF4-FFF2-40B4-BE49-F238E27FC236}">
                  <a16:creationId xmlns:a16="http://schemas.microsoft.com/office/drawing/2014/main" id="{AF2E6BEC-30D5-B192-836D-D7CBB5C4A34B}"/>
                </a:ext>
              </a:extLst>
            </p:cNvPr>
            <p:cNvGrpSpPr/>
            <p:nvPr/>
          </p:nvGrpSpPr>
          <p:grpSpPr>
            <a:xfrm>
              <a:off x="628751" y="786062"/>
              <a:ext cx="1547347" cy="1621161"/>
              <a:chOff x="628751" y="786062"/>
              <a:chExt cx="1547347" cy="1621161"/>
            </a:xfrm>
          </p:grpSpPr>
          <p:sp>
            <p:nvSpPr>
              <p:cNvPr id="223" name="Rectangle 222">
                <a:extLst>
                  <a:ext uri="{FF2B5EF4-FFF2-40B4-BE49-F238E27FC236}">
                    <a16:creationId xmlns:a16="http://schemas.microsoft.com/office/drawing/2014/main" id="{B5AC6CD1-20EF-9114-84F4-0C8C9DAC3564}"/>
                  </a:ext>
                </a:extLst>
              </p:cNvPr>
              <p:cNvSpPr/>
              <p:nvPr/>
            </p:nvSpPr>
            <p:spPr>
              <a:xfrm>
                <a:off x="633666" y="786062"/>
                <a:ext cx="1542432" cy="162116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77" name="Group 276">
                <a:extLst>
                  <a:ext uri="{FF2B5EF4-FFF2-40B4-BE49-F238E27FC236}">
                    <a16:creationId xmlns:a16="http://schemas.microsoft.com/office/drawing/2014/main" id="{B0C2F64B-0DCC-9D44-4EC3-CB84B38D1007}"/>
                  </a:ext>
                </a:extLst>
              </p:cNvPr>
              <p:cNvGrpSpPr/>
              <p:nvPr/>
            </p:nvGrpSpPr>
            <p:grpSpPr>
              <a:xfrm>
                <a:off x="705857" y="786062"/>
                <a:ext cx="1371593" cy="1621159"/>
                <a:chOff x="705857" y="786063"/>
                <a:chExt cx="1371593" cy="1596192"/>
              </a:xfrm>
            </p:grpSpPr>
            <p:cxnSp>
              <p:nvCxnSpPr>
                <p:cNvPr id="225" name="Straight Connector 224">
                  <a:extLst>
                    <a:ext uri="{FF2B5EF4-FFF2-40B4-BE49-F238E27FC236}">
                      <a16:creationId xmlns:a16="http://schemas.microsoft.com/office/drawing/2014/main" id="{28AC872D-6AA8-8FEA-C87C-F8AE1CE3A17B}"/>
                    </a:ext>
                  </a:extLst>
                </p:cNvPr>
                <p:cNvCxnSpPr/>
                <p:nvPr/>
              </p:nvCxnSpPr>
              <p:spPr>
                <a:xfrm>
                  <a:off x="1435767" y="786063"/>
                  <a:ext cx="0" cy="159619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A0E6C52E-104E-9BF1-52DD-5E6A5FE4C86D}"/>
                    </a:ext>
                  </a:extLst>
                </p:cNvPr>
                <p:cNvCxnSpPr/>
                <p:nvPr/>
              </p:nvCxnSpPr>
              <p:spPr>
                <a:xfrm>
                  <a:off x="1523999" y="786063"/>
                  <a:ext cx="0" cy="159619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21FAA5B2-D6B2-4C5F-B807-EB96C6732844}"/>
                    </a:ext>
                  </a:extLst>
                </p:cNvPr>
                <p:cNvCxnSpPr/>
                <p:nvPr/>
              </p:nvCxnSpPr>
              <p:spPr>
                <a:xfrm>
                  <a:off x="1620251" y="786063"/>
                  <a:ext cx="0" cy="159619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42E47C56-6193-04ED-DBA2-B422944B4C5C}"/>
                    </a:ext>
                  </a:extLst>
                </p:cNvPr>
                <p:cNvCxnSpPr/>
                <p:nvPr/>
              </p:nvCxnSpPr>
              <p:spPr>
                <a:xfrm>
                  <a:off x="1708483" y="786063"/>
                  <a:ext cx="0" cy="159619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94051056-F60E-C0F7-3CAE-7D90829051BE}"/>
                    </a:ext>
                  </a:extLst>
                </p:cNvPr>
                <p:cNvCxnSpPr/>
                <p:nvPr/>
              </p:nvCxnSpPr>
              <p:spPr>
                <a:xfrm>
                  <a:off x="1804734" y="786064"/>
                  <a:ext cx="0" cy="159619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37BE97FB-AB29-F53B-1843-8EC2AC37EDA5}"/>
                    </a:ext>
                  </a:extLst>
                </p:cNvPr>
                <p:cNvCxnSpPr/>
                <p:nvPr/>
              </p:nvCxnSpPr>
              <p:spPr>
                <a:xfrm>
                  <a:off x="1892966" y="786064"/>
                  <a:ext cx="0" cy="159619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9C39B83A-FBC6-CB6B-497E-88C20ECDFE85}"/>
                    </a:ext>
                  </a:extLst>
                </p:cNvPr>
                <p:cNvCxnSpPr/>
                <p:nvPr/>
              </p:nvCxnSpPr>
              <p:spPr>
                <a:xfrm>
                  <a:off x="1989218" y="786064"/>
                  <a:ext cx="0" cy="159619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DE075CAF-F618-098C-6DE0-7241A3C6277F}"/>
                    </a:ext>
                  </a:extLst>
                </p:cNvPr>
                <p:cNvCxnSpPr/>
                <p:nvPr/>
              </p:nvCxnSpPr>
              <p:spPr>
                <a:xfrm>
                  <a:off x="2077450" y="786064"/>
                  <a:ext cx="0" cy="159619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9A888107-6E67-4A4D-20CE-5DA22C220984}"/>
                    </a:ext>
                  </a:extLst>
                </p:cNvPr>
                <p:cNvCxnSpPr/>
                <p:nvPr/>
              </p:nvCxnSpPr>
              <p:spPr>
                <a:xfrm>
                  <a:off x="705857" y="786064"/>
                  <a:ext cx="0" cy="159619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F4F10292-380E-10C3-55FC-176C2BF74E90}"/>
                    </a:ext>
                  </a:extLst>
                </p:cNvPr>
                <p:cNvCxnSpPr/>
                <p:nvPr/>
              </p:nvCxnSpPr>
              <p:spPr>
                <a:xfrm>
                  <a:off x="794089" y="786064"/>
                  <a:ext cx="0" cy="159619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5DAF19BA-283F-01C5-14F8-639FB1315023}"/>
                    </a:ext>
                  </a:extLst>
                </p:cNvPr>
                <p:cNvCxnSpPr/>
                <p:nvPr/>
              </p:nvCxnSpPr>
              <p:spPr>
                <a:xfrm>
                  <a:off x="890341" y="786064"/>
                  <a:ext cx="0" cy="159619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0EA4433E-0F9F-41A1-4C98-06E3F52877BC}"/>
                    </a:ext>
                  </a:extLst>
                </p:cNvPr>
                <p:cNvCxnSpPr/>
                <p:nvPr/>
              </p:nvCxnSpPr>
              <p:spPr>
                <a:xfrm>
                  <a:off x="978573" y="786064"/>
                  <a:ext cx="0" cy="159619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83C52895-B80F-7912-B189-217EBF89E3B2}"/>
                    </a:ext>
                  </a:extLst>
                </p:cNvPr>
                <p:cNvCxnSpPr/>
                <p:nvPr/>
              </p:nvCxnSpPr>
              <p:spPr>
                <a:xfrm>
                  <a:off x="1074824" y="786065"/>
                  <a:ext cx="0" cy="159619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C4BC972E-0E58-65CC-1245-AE3214CEE050}"/>
                    </a:ext>
                  </a:extLst>
                </p:cNvPr>
                <p:cNvCxnSpPr/>
                <p:nvPr/>
              </p:nvCxnSpPr>
              <p:spPr>
                <a:xfrm>
                  <a:off x="1163056" y="786065"/>
                  <a:ext cx="0" cy="159619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4A03D50C-FABF-9067-C310-C2845658B7D4}"/>
                    </a:ext>
                  </a:extLst>
                </p:cNvPr>
                <p:cNvCxnSpPr/>
                <p:nvPr/>
              </p:nvCxnSpPr>
              <p:spPr>
                <a:xfrm>
                  <a:off x="1259308" y="786065"/>
                  <a:ext cx="0" cy="159619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43A494CC-6FFB-4A30-AE27-7D209E76978E}"/>
                    </a:ext>
                  </a:extLst>
                </p:cNvPr>
                <p:cNvCxnSpPr/>
                <p:nvPr/>
              </p:nvCxnSpPr>
              <p:spPr>
                <a:xfrm>
                  <a:off x="1347540" y="786065"/>
                  <a:ext cx="0" cy="159619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42" name="Straight Connector 241">
                <a:extLst>
                  <a:ext uri="{FF2B5EF4-FFF2-40B4-BE49-F238E27FC236}">
                    <a16:creationId xmlns:a16="http://schemas.microsoft.com/office/drawing/2014/main" id="{00B5E4B2-9FDF-48EE-A235-CD5743ACB5B1}"/>
                  </a:ext>
                </a:extLst>
              </p:cNvPr>
              <p:cNvCxnSpPr/>
              <p:nvPr/>
            </p:nvCxnSpPr>
            <p:spPr>
              <a:xfrm>
                <a:off x="633666" y="837722"/>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C79A80AF-28F0-FFF2-D4B5-06FBC06F6FB4}"/>
                  </a:ext>
                </a:extLst>
              </p:cNvPr>
              <p:cNvCxnSpPr/>
              <p:nvPr/>
            </p:nvCxnSpPr>
            <p:spPr>
              <a:xfrm>
                <a:off x="631361" y="888556"/>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8891A30C-58BC-1D85-6911-9D39F264DC26}"/>
                  </a:ext>
                </a:extLst>
              </p:cNvPr>
              <p:cNvCxnSpPr/>
              <p:nvPr/>
            </p:nvCxnSpPr>
            <p:spPr>
              <a:xfrm>
                <a:off x="633666" y="941294"/>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AE999770-DF59-1182-BB48-8C3B0ABBA8FF}"/>
                  </a:ext>
                </a:extLst>
              </p:cNvPr>
              <p:cNvCxnSpPr/>
              <p:nvPr/>
            </p:nvCxnSpPr>
            <p:spPr>
              <a:xfrm>
                <a:off x="631361" y="993631"/>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F9AF5F90-AD22-D769-71A2-DD104616D8CC}"/>
                  </a:ext>
                </a:extLst>
              </p:cNvPr>
              <p:cNvCxnSpPr/>
              <p:nvPr/>
            </p:nvCxnSpPr>
            <p:spPr>
              <a:xfrm>
                <a:off x="633666" y="1041557"/>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17DCD6FF-C9CB-95F9-263A-09F31105A82D}"/>
                  </a:ext>
                </a:extLst>
              </p:cNvPr>
              <p:cNvCxnSpPr/>
              <p:nvPr/>
            </p:nvCxnSpPr>
            <p:spPr>
              <a:xfrm>
                <a:off x="633266" y="1092391"/>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15DE70CC-D996-0485-E194-C6EC8F32D29A}"/>
                  </a:ext>
                </a:extLst>
              </p:cNvPr>
              <p:cNvCxnSpPr/>
              <p:nvPr/>
            </p:nvCxnSpPr>
            <p:spPr>
              <a:xfrm>
                <a:off x="630992" y="1139414"/>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A9DDC5DA-B540-86FA-C743-EAF697FE14CA}"/>
                  </a:ext>
                </a:extLst>
              </p:cNvPr>
              <p:cNvCxnSpPr/>
              <p:nvPr/>
            </p:nvCxnSpPr>
            <p:spPr>
              <a:xfrm>
                <a:off x="633266" y="1186036"/>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C2EAD0D3-CA05-E12E-C991-B8A5F5414C7B}"/>
                  </a:ext>
                </a:extLst>
              </p:cNvPr>
              <p:cNvCxnSpPr/>
              <p:nvPr/>
            </p:nvCxnSpPr>
            <p:spPr>
              <a:xfrm>
                <a:off x="631425" y="1229926"/>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31E767CB-8EA2-9794-38C5-7BDD55A5A71F}"/>
                  </a:ext>
                </a:extLst>
              </p:cNvPr>
              <p:cNvCxnSpPr/>
              <p:nvPr/>
            </p:nvCxnSpPr>
            <p:spPr>
              <a:xfrm>
                <a:off x="629120" y="1280760"/>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AADD8E4B-7207-3EF9-C7D5-9F39319AB5D2}"/>
                  </a:ext>
                </a:extLst>
              </p:cNvPr>
              <p:cNvCxnSpPr/>
              <p:nvPr/>
            </p:nvCxnSpPr>
            <p:spPr>
              <a:xfrm>
                <a:off x="631425" y="1333498"/>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EE2E14AB-468A-F994-239E-1451BB764822}"/>
                  </a:ext>
                </a:extLst>
              </p:cNvPr>
              <p:cNvCxnSpPr/>
              <p:nvPr/>
            </p:nvCxnSpPr>
            <p:spPr>
              <a:xfrm>
                <a:off x="629120" y="1385835"/>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43662844-B498-3762-94E7-97BBF4FD0182}"/>
                  </a:ext>
                </a:extLst>
              </p:cNvPr>
              <p:cNvCxnSpPr/>
              <p:nvPr/>
            </p:nvCxnSpPr>
            <p:spPr>
              <a:xfrm>
                <a:off x="631425" y="1433761"/>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36E1271F-089D-5FFC-3558-CE91D45E733D}"/>
                  </a:ext>
                </a:extLst>
              </p:cNvPr>
              <p:cNvCxnSpPr/>
              <p:nvPr/>
            </p:nvCxnSpPr>
            <p:spPr>
              <a:xfrm>
                <a:off x="631025" y="1484595"/>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4AD7A602-5998-D6F5-536D-D22FF2E5BB31}"/>
                  </a:ext>
                </a:extLst>
              </p:cNvPr>
              <p:cNvCxnSpPr/>
              <p:nvPr/>
            </p:nvCxnSpPr>
            <p:spPr>
              <a:xfrm>
                <a:off x="628751" y="1531618"/>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F2B6FC42-4E7F-D380-08BD-E1BAF0F164AB}"/>
                  </a:ext>
                </a:extLst>
              </p:cNvPr>
              <p:cNvCxnSpPr/>
              <p:nvPr/>
            </p:nvCxnSpPr>
            <p:spPr>
              <a:xfrm>
                <a:off x="631025" y="1578240"/>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E2588B10-ED4A-4567-633E-645C52105683}"/>
                  </a:ext>
                </a:extLst>
              </p:cNvPr>
              <p:cNvCxnSpPr/>
              <p:nvPr/>
            </p:nvCxnSpPr>
            <p:spPr>
              <a:xfrm>
                <a:off x="633666" y="1624378"/>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98FDBCC8-46FB-6528-34C7-D83BCF58D702}"/>
                  </a:ext>
                </a:extLst>
              </p:cNvPr>
              <p:cNvCxnSpPr/>
              <p:nvPr/>
            </p:nvCxnSpPr>
            <p:spPr>
              <a:xfrm>
                <a:off x="631361" y="1675212"/>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B45AEB17-EC6E-15BC-0F38-686205E7A534}"/>
                  </a:ext>
                </a:extLst>
              </p:cNvPr>
              <p:cNvCxnSpPr/>
              <p:nvPr/>
            </p:nvCxnSpPr>
            <p:spPr>
              <a:xfrm>
                <a:off x="633666" y="1727950"/>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3994944B-1CDB-E910-7E98-E892D7A856CB}"/>
                  </a:ext>
                </a:extLst>
              </p:cNvPr>
              <p:cNvCxnSpPr/>
              <p:nvPr/>
            </p:nvCxnSpPr>
            <p:spPr>
              <a:xfrm>
                <a:off x="631361" y="1780287"/>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4D1368B5-A6E6-5FC6-1216-1435295179DD}"/>
                  </a:ext>
                </a:extLst>
              </p:cNvPr>
              <p:cNvCxnSpPr/>
              <p:nvPr/>
            </p:nvCxnSpPr>
            <p:spPr>
              <a:xfrm>
                <a:off x="633666" y="1828213"/>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EAD0B0E1-99B3-B583-66E2-D27D455A2B62}"/>
                  </a:ext>
                </a:extLst>
              </p:cNvPr>
              <p:cNvCxnSpPr/>
              <p:nvPr/>
            </p:nvCxnSpPr>
            <p:spPr>
              <a:xfrm>
                <a:off x="633266" y="1879047"/>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C919F3C7-1BFF-DBB6-FB2F-3762B1306D81}"/>
                  </a:ext>
                </a:extLst>
              </p:cNvPr>
              <p:cNvCxnSpPr/>
              <p:nvPr/>
            </p:nvCxnSpPr>
            <p:spPr>
              <a:xfrm>
                <a:off x="630992" y="1926070"/>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839E44C1-1EA1-7D63-4575-689EEBDD85F1}"/>
                  </a:ext>
                </a:extLst>
              </p:cNvPr>
              <p:cNvCxnSpPr/>
              <p:nvPr/>
            </p:nvCxnSpPr>
            <p:spPr>
              <a:xfrm>
                <a:off x="633266" y="1972692"/>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C2658604-2BA2-E3C0-0D11-7DF92EBFCA52}"/>
                  </a:ext>
                </a:extLst>
              </p:cNvPr>
              <p:cNvCxnSpPr/>
              <p:nvPr/>
            </p:nvCxnSpPr>
            <p:spPr>
              <a:xfrm>
                <a:off x="631425" y="2016582"/>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F4A255E3-C514-F914-AFB2-45333050C979}"/>
                  </a:ext>
                </a:extLst>
              </p:cNvPr>
              <p:cNvCxnSpPr/>
              <p:nvPr/>
            </p:nvCxnSpPr>
            <p:spPr>
              <a:xfrm>
                <a:off x="629120" y="2067416"/>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797A8EBD-6346-6AB1-4972-48F48D67B727}"/>
                  </a:ext>
                </a:extLst>
              </p:cNvPr>
              <p:cNvCxnSpPr/>
              <p:nvPr/>
            </p:nvCxnSpPr>
            <p:spPr>
              <a:xfrm>
                <a:off x="631425" y="2120154"/>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6F39D225-DB3F-AE3E-6232-AE49563F396A}"/>
                  </a:ext>
                </a:extLst>
              </p:cNvPr>
              <p:cNvCxnSpPr/>
              <p:nvPr/>
            </p:nvCxnSpPr>
            <p:spPr>
              <a:xfrm>
                <a:off x="629120" y="2172491"/>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A50693B3-CDC5-CAFD-B90D-E7A2A2AE8E14}"/>
                  </a:ext>
                </a:extLst>
              </p:cNvPr>
              <p:cNvCxnSpPr/>
              <p:nvPr/>
            </p:nvCxnSpPr>
            <p:spPr>
              <a:xfrm>
                <a:off x="631425" y="2220417"/>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E0F0FACB-0306-2EE4-F2E5-76397F0CE632}"/>
                  </a:ext>
                </a:extLst>
              </p:cNvPr>
              <p:cNvCxnSpPr/>
              <p:nvPr/>
            </p:nvCxnSpPr>
            <p:spPr>
              <a:xfrm>
                <a:off x="631025" y="2271251"/>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07EC670A-1D58-8C1F-6305-A23451F9DA3F}"/>
                  </a:ext>
                </a:extLst>
              </p:cNvPr>
              <p:cNvCxnSpPr/>
              <p:nvPr/>
            </p:nvCxnSpPr>
            <p:spPr>
              <a:xfrm>
                <a:off x="628751" y="2318274"/>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00D42382-B695-B4FA-FF69-D21DE79AF9DF}"/>
                  </a:ext>
                </a:extLst>
              </p:cNvPr>
              <p:cNvCxnSpPr>
                <a:cxnSpLocks/>
              </p:cNvCxnSpPr>
              <p:nvPr/>
            </p:nvCxnSpPr>
            <p:spPr>
              <a:xfrm>
                <a:off x="631025" y="2364896"/>
                <a:ext cx="1542432" cy="0"/>
              </a:xfrm>
              <a:prstGeom prst="line">
                <a:avLst/>
              </a:prstGeom>
              <a:ln w="31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79" name="TextBox 278">
              <a:extLst>
                <a:ext uri="{FF2B5EF4-FFF2-40B4-BE49-F238E27FC236}">
                  <a16:creationId xmlns:a16="http://schemas.microsoft.com/office/drawing/2014/main" id="{274FCDAD-DCD3-614A-2228-CCB2F69D11FF}"/>
                </a:ext>
              </a:extLst>
            </p:cNvPr>
            <p:cNvSpPr txBox="1"/>
            <p:nvPr/>
          </p:nvSpPr>
          <p:spPr>
            <a:xfrm>
              <a:off x="1028457" y="521251"/>
              <a:ext cx="904888" cy="307777"/>
            </a:xfrm>
            <a:prstGeom prst="rect">
              <a:avLst/>
            </a:prstGeom>
            <a:noFill/>
            <a:ln>
              <a:noFill/>
            </a:ln>
          </p:spPr>
          <p:txBody>
            <a:bodyPr wrap="square" rtlCol="0">
              <a:spAutoFit/>
            </a:bodyPr>
            <a:lstStyle/>
            <a:p>
              <a:r>
                <a:rPr lang="en-US" sz="1400" b="1" dirty="0"/>
                <a:t>Spreadsheet</a:t>
              </a:r>
            </a:p>
          </p:txBody>
        </p:sp>
      </p:grpSp>
      <p:sp>
        <p:nvSpPr>
          <p:cNvPr id="6" name="Rectangle 5">
            <a:extLst>
              <a:ext uri="{FF2B5EF4-FFF2-40B4-BE49-F238E27FC236}">
                <a16:creationId xmlns:a16="http://schemas.microsoft.com/office/drawing/2014/main" id="{070DD59B-40E0-AA3A-898E-D3566E4BFC30}"/>
              </a:ext>
            </a:extLst>
          </p:cNvPr>
          <p:cNvSpPr/>
          <p:nvPr/>
        </p:nvSpPr>
        <p:spPr>
          <a:xfrm rot="3190603">
            <a:off x="644024" y="3249115"/>
            <a:ext cx="1458682" cy="40011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000" b="1" dirty="0" err="1">
                <a:ln/>
                <a:solidFill>
                  <a:schemeClr val="accent3"/>
                </a:solidFill>
              </a:rPr>
              <a:t>MicroCode</a:t>
            </a:r>
            <a:endParaRPr lang="en-US" sz="2000" b="1" dirty="0">
              <a:ln/>
              <a:solidFill>
                <a:schemeClr val="accent3"/>
              </a:solidFill>
            </a:endParaRPr>
          </a:p>
        </p:txBody>
      </p:sp>
      <p:grpSp>
        <p:nvGrpSpPr>
          <p:cNvPr id="59" name="Group 58">
            <a:extLst>
              <a:ext uri="{FF2B5EF4-FFF2-40B4-BE49-F238E27FC236}">
                <a16:creationId xmlns:a16="http://schemas.microsoft.com/office/drawing/2014/main" id="{AC98406D-A23B-EBC9-4BF4-745F89ED28DA}"/>
              </a:ext>
            </a:extLst>
          </p:cNvPr>
          <p:cNvGrpSpPr/>
          <p:nvPr/>
        </p:nvGrpSpPr>
        <p:grpSpPr>
          <a:xfrm>
            <a:off x="1863969" y="2787366"/>
            <a:ext cx="502061" cy="1513582"/>
            <a:chOff x="2719616" y="2784657"/>
            <a:chExt cx="502061" cy="1513582"/>
          </a:xfrm>
        </p:grpSpPr>
        <p:sp>
          <p:nvSpPr>
            <p:cNvPr id="13" name="Rectangle 12">
              <a:extLst>
                <a:ext uri="{FF2B5EF4-FFF2-40B4-BE49-F238E27FC236}">
                  <a16:creationId xmlns:a16="http://schemas.microsoft.com/office/drawing/2014/main" id="{79540288-AFB7-0FA3-5BFF-00480CE731D7}"/>
                </a:ext>
              </a:extLst>
            </p:cNvPr>
            <p:cNvSpPr/>
            <p:nvPr/>
          </p:nvSpPr>
          <p:spPr>
            <a:xfrm>
              <a:off x="2773796" y="2830115"/>
              <a:ext cx="413194" cy="1468124"/>
            </a:xfrm>
            <a:prstGeom prst="rect">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0" name="TextBox 9">
              <a:extLst>
                <a:ext uri="{FF2B5EF4-FFF2-40B4-BE49-F238E27FC236}">
                  <a16:creationId xmlns:a16="http://schemas.microsoft.com/office/drawing/2014/main" id="{5661DC4F-CB6E-3B50-4E48-B07D0E211A6D}"/>
                </a:ext>
              </a:extLst>
            </p:cNvPr>
            <p:cNvSpPr txBox="1"/>
            <p:nvPr/>
          </p:nvSpPr>
          <p:spPr>
            <a:xfrm>
              <a:off x="2719616" y="2784657"/>
              <a:ext cx="502061" cy="553998"/>
            </a:xfrm>
            <a:prstGeom prst="rect">
              <a:avLst/>
            </a:prstGeom>
            <a:noFill/>
            <a:ln>
              <a:noFill/>
            </a:ln>
          </p:spPr>
          <p:txBody>
            <a:bodyPr wrap="none" rtlCol="0">
              <a:spAutoFit/>
            </a:bodyPr>
            <a:lstStyle/>
            <a:p>
              <a:pPr algn="ctr"/>
              <a:r>
                <a:rPr lang="en-US" sz="1000" dirty="0"/>
                <a:t>2816</a:t>
              </a:r>
            </a:p>
            <a:p>
              <a:pPr algn="ctr"/>
              <a:r>
                <a:rPr lang="en-US" sz="1000" dirty="0"/>
                <a:t>ROM</a:t>
              </a:r>
            </a:p>
            <a:p>
              <a:pPr algn="ctr"/>
              <a:r>
                <a:rPr lang="en-US" sz="1000" dirty="0"/>
                <a:t>image</a:t>
              </a:r>
            </a:p>
          </p:txBody>
        </p:sp>
      </p:grpSp>
      <p:grpSp>
        <p:nvGrpSpPr>
          <p:cNvPr id="60" name="Group 59">
            <a:extLst>
              <a:ext uri="{FF2B5EF4-FFF2-40B4-BE49-F238E27FC236}">
                <a16:creationId xmlns:a16="http://schemas.microsoft.com/office/drawing/2014/main" id="{60B4B7AD-C1B8-D89F-1BC2-79440767D247}"/>
              </a:ext>
            </a:extLst>
          </p:cNvPr>
          <p:cNvGrpSpPr/>
          <p:nvPr/>
        </p:nvGrpSpPr>
        <p:grpSpPr>
          <a:xfrm>
            <a:off x="2366030" y="2767922"/>
            <a:ext cx="502061" cy="1533025"/>
            <a:chOff x="2237048" y="2773434"/>
            <a:chExt cx="502061" cy="1530390"/>
          </a:xfrm>
        </p:grpSpPr>
        <p:sp>
          <p:nvSpPr>
            <p:cNvPr id="9" name="Rectangle 8">
              <a:extLst>
                <a:ext uri="{FF2B5EF4-FFF2-40B4-BE49-F238E27FC236}">
                  <a16:creationId xmlns:a16="http://schemas.microsoft.com/office/drawing/2014/main" id="{90CFA817-14B5-588E-239B-683AD6DAD75E}"/>
                </a:ext>
              </a:extLst>
            </p:cNvPr>
            <p:cNvSpPr/>
            <p:nvPr/>
          </p:nvSpPr>
          <p:spPr>
            <a:xfrm>
              <a:off x="2292018" y="2835700"/>
              <a:ext cx="413194" cy="1468124"/>
            </a:xfrm>
            <a:prstGeom prst="rect">
              <a:avLst/>
            </a:prstGeom>
            <a:solidFill>
              <a:schemeClr val="accent5">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4" name="TextBox 13">
              <a:extLst>
                <a:ext uri="{FF2B5EF4-FFF2-40B4-BE49-F238E27FC236}">
                  <a16:creationId xmlns:a16="http://schemas.microsoft.com/office/drawing/2014/main" id="{A80D299A-721B-E305-D69F-A8C39321E3C2}"/>
                </a:ext>
              </a:extLst>
            </p:cNvPr>
            <p:cNvSpPr txBox="1"/>
            <p:nvPr/>
          </p:nvSpPr>
          <p:spPr>
            <a:xfrm>
              <a:off x="2237048" y="2773434"/>
              <a:ext cx="502061" cy="553998"/>
            </a:xfrm>
            <a:prstGeom prst="rect">
              <a:avLst/>
            </a:prstGeom>
            <a:noFill/>
            <a:ln>
              <a:noFill/>
            </a:ln>
          </p:spPr>
          <p:txBody>
            <a:bodyPr wrap="none" rtlCol="0">
              <a:spAutoFit/>
            </a:bodyPr>
            <a:lstStyle/>
            <a:p>
              <a:pPr algn="ctr"/>
              <a:r>
                <a:rPr lang="en-US" sz="1000" dirty="0"/>
                <a:t>Sim</a:t>
              </a:r>
            </a:p>
            <a:p>
              <a:pPr algn="ctr"/>
              <a:r>
                <a:rPr lang="en-US" sz="1000" dirty="0"/>
                <a:t>ROM</a:t>
              </a:r>
            </a:p>
            <a:p>
              <a:pPr algn="ctr"/>
              <a:r>
                <a:rPr lang="en-US" sz="1000" dirty="0"/>
                <a:t>image</a:t>
              </a:r>
            </a:p>
          </p:txBody>
        </p:sp>
      </p:grpSp>
      <p:sp>
        <p:nvSpPr>
          <p:cNvPr id="61" name="Rectangle 60">
            <a:extLst>
              <a:ext uri="{FF2B5EF4-FFF2-40B4-BE49-F238E27FC236}">
                <a16:creationId xmlns:a16="http://schemas.microsoft.com/office/drawing/2014/main" id="{4BE81EF8-6C9B-34D1-CF46-9425E3D754D4}"/>
              </a:ext>
            </a:extLst>
          </p:cNvPr>
          <p:cNvSpPr/>
          <p:nvPr/>
        </p:nvSpPr>
        <p:spPr>
          <a:xfrm>
            <a:off x="3688540" y="1322615"/>
            <a:ext cx="1535492" cy="10858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2" name="TextBox 61">
            <a:extLst>
              <a:ext uri="{FF2B5EF4-FFF2-40B4-BE49-F238E27FC236}">
                <a16:creationId xmlns:a16="http://schemas.microsoft.com/office/drawing/2014/main" id="{1785E4FC-F467-B453-59DF-DB93570880A4}"/>
              </a:ext>
            </a:extLst>
          </p:cNvPr>
          <p:cNvSpPr txBox="1"/>
          <p:nvPr/>
        </p:nvSpPr>
        <p:spPr>
          <a:xfrm>
            <a:off x="3702700" y="1367326"/>
            <a:ext cx="1518364" cy="430887"/>
          </a:xfrm>
          <a:prstGeom prst="rect">
            <a:avLst/>
          </a:prstGeom>
          <a:noFill/>
          <a:ln>
            <a:noFill/>
          </a:ln>
        </p:spPr>
        <p:txBody>
          <a:bodyPr wrap="none" rtlCol="0">
            <a:spAutoFit/>
          </a:bodyPr>
          <a:lstStyle/>
          <a:p>
            <a:pPr algn="ctr"/>
            <a:r>
              <a:rPr lang="en-US" sz="1200" b="1" dirty="0"/>
              <a:t>Logisim Evolution</a:t>
            </a:r>
          </a:p>
          <a:p>
            <a:pPr algn="ctr"/>
            <a:r>
              <a:rPr lang="en-US" sz="1000" dirty="0"/>
              <a:t>RTL Simulation Schematic</a:t>
            </a:r>
          </a:p>
        </p:txBody>
      </p:sp>
      <p:cxnSp>
        <p:nvCxnSpPr>
          <p:cNvPr id="66" name="Straight Arrow Connector 65">
            <a:extLst>
              <a:ext uri="{FF2B5EF4-FFF2-40B4-BE49-F238E27FC236}">
                <a16:creationId xmlns:a16="http://schemas.microsoft.com/office/drawing/2014/main" id="{D057638B-8066-CFFB-6752-C9C0925417B7}"/>
              </a:ext>
            </a:extLst>
          </p:cNvPr>
          <p:cNvCxnSpPr>
            <a:cxnSpLocks/>
            <a:stCxn id="64" idx="2"/>
          </p:cNvCxnSpPr>
          <p:nvPr/>
        </p:nvCxnSpPr>
        <p:spPr>
          <a:xfrm>
            <a:off x="7463239" y="2445118"/>
            <a:ext cx="392501" cy="66007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C010C91F-302D-F19C-4DCA-5CB8280FE48A}"/>
              </a:ext>
            </a:extLst>
          </p:cNvPr>
          <p:cNvCxnSpPr>
            <a:cxnSpLocks/>
          </p:cNvCxnSpPr>
          <p:nvPr/>
        </p:nvCxnSpPr>
        <p:spPr>
          <a:xfrm flipV="1">
            <a:off x="2630908" y="2253343"/>
            <a:ext cx="1237247" cy="125987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029C0B5D-0D99-D297-91A1-8259C7CE2EE0}"/>
              </a:ext>
            </a:extLst>
          </p:cNvPr>
          <p:cNvSpPr/>
          <p:nvPr/>
        </p:nvSpPr>
        <p:spPr>
          <a:xfrm>
            <a:off x="3877435" y="1851256"/>
            <a:ext cx="391885" cy="508424"/>
          </a:xfrm>
          <a:prstGeom prst="rect">
            <a:avLst/>
          </a:prstGeom>
          <a:no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3" name="TextBox 72">
            <a:extLst>
              <a:ext uri="{FF2B5EF4-FFF2-40B4-BE49-F238E27FC236}">
                <a16:creationId xmlns:a16="http://schemas.microsoft.com/office/drawing/2014/main" id="{88186B5E-F2CD-2E71-3455-5F05D56BAD8B}"/>
              </a:ext>
            </a:extLst>
          </p:cNvPr>
          <p:cNvSpPr txBox="1"/>
          <p:nvPr/>
        </p:nvSpPr>
        <p:spPr>
          <a:xfrm>
            <a:off x="3812728" y="1835662"/>
            <a:ext cx="521297" cy="553998"/>
          </a:xfrm>
          <a:prstGeom prst="rect">
            <a:avLst/>
          </a:prstGeom>
          <a:noFill/>
          <a:ln>
            <a:noFill/>
          </a:ln>
        </p:spPr>
        <p:txBody>
          <a:bodyPr wrap="none" rtlCol="0">
            <a:spAutoFit/>
          </a:bodyPr>
          <a:lstStyle/>
          <a:p>
            <a:pPr algn="ctr"/>
            <a:r>
              <a:rPr lang="en-US" sz="1000" dirty="0"/>
              <a:t>Sim</a:t>
            </a:r>
          </a:p>
          <a:p>
            <a:pPr algn="ctr"/>
            <a:r>
              <a:rPr lang="en-US" sz="1000" dirty="0"/>
              <a:t>ROM</a:t>
            </a:r>
          </a:p>
          <a:p>
            <a:pPr algn="ctr"/>
            <a:r>
              <a:rPr lang="en-US" sz="1000" dirty="0"/>
              <a:t>Model</a:t>
            </a:r>
          </a:p>
        </p:txBody>
      </p:sp>
      <p:cxnSp>
        <p:nvCxnSpPr>
          <p:cNvPr id="90" name="Straight Arrow Connector 89">
            <a:extLst>
              <a:ext uri="{FF2B5EF4-FFF2-40B4-BE49-F238E27FC236}">
                <a16:creationId xmlns:a16="http://schemas.microsoft.com/office/drawing/2014/main" id="{A9F3ED96-3165-47C7-2958-20D80977A0A2}"/>
              </a:ext>
            </a:extLst>
          </p:cNvPr>
          <p:cNvCxnSpPr>
            <a:cxnSpLocks/>
          </p:cNvCxnSpPr>
          <p:nvPr/>
        </p:nvCxnSpPr>
        <p:spPr>
          <a:xfrm>
            <a:off x="5142899" y="1702816"/>
            <a:ext cx="1993188" cy="117216"/>
          </a:xfrm>
          <a:prstGeom prst="straightConnector1">
            <a:avLst/>
          </a:prstGeom>
          <a:ln>
            <a:solidFill>
              <a:schemeClr val="tx1"/>
            </a:solidFill>
            <a:prstDash val="lgDash"/>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0DFE1235-9799-E8C1-609F-4DBC70926682}"/>
              </a:ext>
            </a:extLst>
          </p:cNvPr>
          <p:cNvSpPr txBox="1"/>
          <p:nvPr/>
        </p:nvSpPr>
        <p:spPr>
          <a:xfrm rot="179704">
            <a:off x="5188348" y="1528155"/>
            <a:ext cx="1754006" cy="246221"/>
          </a:xfrm>
          <a:prstGeom prst="rect">
            <a:avLst/>
          </a:prstGeom>
          <a:noFill/>
          <a:ln>
            <a:noFill/>
          </a:ln>
        </p:spPr>
        <p:txBody>
          <a:bodyPr wrap="none" rtlCol="0">
            <a:spAutoFit/>
          </a:bodyPr>
          <a:lstStyle/>
          <a:p>
            <a:r>
              <a:rPr lang="en-US" sz="1000" dirty="0"/>
              <a:t>Manual Schematic Translation</a:t>
            </a:r>
          </a:p>
        </p:txBody>
      </p:sp>
      <p:sp>
        <p:nvSpPr>
          <p:cNvPr id="92" name="Smiley Face 91">
            <a:extLst>
              <a:ext uri="{FF2B5EF4-FFF2-40B4-BE49-F238E27FC236}">
                <a16:creationId xmlns:a16="http://schemas.microsoft.com/office/drawing/2014/main" id="{7F675088-90AA-049F-DF88-4E0BF2F02129}"/>
              </a:ext>
            </a:extLst>
          </p:cNvPr>
          <p:cNvSpPr/>
          <p:nvPr/>
        </p:nvSpPr>
        <p:spPr>
          <a:xfrm>
            <a:off x="6847047" y="1619588"/>
            <a:ext cx="151952" cy="148823"/>
          </a:xfrm>
          <a:prstGeom prst="smileyFace">
            <a:avLst>
              <a:gd name="adj" fmla="val -414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3" name="TextBox 92">
            <a:extLst>
              <a:ext uri="{FF2B5EF4-FFF2-40B4-BE49-F238E27FC236}">
                <a16:creationId xmlns:a16="http://schemas.microsoft.com/office/drawing/2014/main" id="{499361B3-6069-3DC9-9C3B-3CD675479946}"/>
              </a:ext>
            </a:extLst>
          </p:cNvPr>
          <p:cNvSpPr txBox="1"/>
          <p:nvPr/>
        </p:nvSpPr>
        <p:spPr>
          <a:xfrm rot="179967">
            <a:off x="5169260" y="1730261"/>
            <a:ext cx="1781258" cy="246221"/>
          </a:xfrm>
          <a:prstGeom prst="rect">
            <a:avLst/>
          </a:prstGeom>
          <a:noFill/>
          <a:ln>
            <a:noFill/>
          </a:ln>
        </p:spPr>
        <p:txBody>
          <a:bodyPr wrap="none" rtlCol="0">
            <a:spAutoFit/>
          </a:bodyPr>
          <a:lstStyle/>
          <a:p>
            <a:r>
              <a:rPr lang="en-US" sz="1000" dirty="0"/>
              <a:t>Manual Functional Verification</a:t>
            </a:r>
          </a:p>
        </p:txBody>
      </p:sp>
      <p:sp>
        <p:nvSpPr>
          <p:cNvPr id="94" name="Smiley Face 93">
            <a:extLst>
              <a:ext uri="{FF2B5EF4-FFF2-40B4-BE49-F238E27FC236}">
                <a16:creationId xmlns:a16="http://schemas.microsoft.com/office/drawing/2014/main" id="{31D2C608-515E-C632-65F3-CA9259EA9E0A}"/>
              </a:ext>
            </a:extLst>
          </p:cNvPr>
          <p:cNvSpPr/>
          <p:nvPr/>
        </p:nvSpPr>
        <p:spPr>
          <a:xfrm>
            <a:off x="6854906" y="1825300"/>
            <a:ext cx="144095" cy="148824"/>
          </a:xfrm>
          <a:prstGeom prst="smileyFace">
            <a:avLst>
              <a:gd name="adj" fmla="val -4653"/>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97" name="Straight Arrow Connector 96">
            <a:extLst>
              <a:ext uri="{FF2B5EF4-FFF2-40B4-BE49-F238E27FC236}">
                <a16:creationId xmlns:a16="http://schemas.microsoft.com/office/drawing/2014/main" id="{F61ABB23-8E0B-3632-A539-4BBC8689B9D8}"/>
              </a:ext>
            </a:extLst>
          </p:cNvPr>
          <p:cNvCxnSpPr>
            <a:cxnSpLocks/>
          </p:cNvCxnSpPr>
          <p:nvPr/>
        </p:nvCxnSpPr>
        <p:spPr>
          <a:xfrm>
            <a:off x="2167207" y="1219989"/>
            <a:ext cx="1521334" cy="454577"/>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101" name="Group 100">
            <a:extLst>
              <a:ext uri="{FF2B5EF4-FFF2-40B4-BE49-F238E27FC236}">
                <a16:creationId xmlns:a16="http://schemas.microsoft.com/office/drawing/2014/main" id="{52FF2D22-8CD2-0A7F-D5BE-451967AF4B6A}"/>
              </a:ext>
            </a:extLst>
          </p:cNvPr>
          <p:cNvGrpSpPr/>
          <p:nvPr/>
        </p:nvGrpSpPr>
        <p:grpSpPr>
          <a:xfrm>
            <a:off x="1246413" y="311860"/>
            <a:ext cx="606527" cy="429242"/>
            <a:chOff x="1653181" y="101525"/>
            <a:chExt cx="606527" cy="429242"/>
          </a:xfrm>
        </p:grpSpPr>
        <p:sp>
          <p:nvSpPr>
            <p:cNvPr id="95" name="TextBox 94">
              <a:extLst>
                <a:ext uri="{FF2B5EF4-FFF2-40B4-BE49-F238E27FC236}">
                  <a16:creationId xmlns:a16="http://schemas.microsoft.com/office/drawing/2014/main" id="{2797CF33-1D1F-3462-B0B0-EDB5EA306C7C}"/>
                </a:ext>
              </a:extLst>
            </p:cNvPr>
            <p:cNvSpPr txBox="1"/>
            <p:nvPr/>
          </p:nvSpPr>
          <p:spPr>
            <a:xfrm>
              <a:off x="1679355" y="116191"/>
              <a:ext cx="580353" cy="400110"/>
            </a:xfrm>
            <a:prstGeom prst="rect">
              <a:avLst/>
            </a:prstGeom>
            <a:noFill/>
            <a:ln>
              <a:noFill/>
            </a:ln>
          </p:spPr>
          <p:txBody>
            <a:bodyPr wrap="square" rtlCol="0">
              <a:spAutoFit/>
            </a:bodyPr>
            <a:lstStyle/>
            <a:p>
              <a:r>
                <a:rPr lang="en-US" sz="1000" dirty="0"/>
                <a:t>Design</a:t>
              </a:r>
            </a:p>
            <a:p>
              <a:r>
                <a:rPr lang="en-US" sz="1000" dirty="0"/>
                <a:t>Entry</a:t>
              </a:r>
            </a:p>
          </p:txBody>
        </p:sp>
        <p:sp>
          <p:nvSpPr>
            <p:cNvPr id="98" name="Thought Bubble: Cloud 97">
              <a:extLst>
                <a:ext uri="{FF2B5EF4-FFF2-40B4-BE49-F238E27FC236}">
                  <a16:creationId xmlns:a16="http://schemas.microsoft.com/office/drawing/2014/main" id="{63C8D89F-80A7-17AF-438D-823E18EB00B5}"/>
                </a:ext>
              </a:extLst>
            </p:cNvPr>
            <p:cNvSpPr/>
            <p:nvPr/>
          </p:nvSpPr>
          <p:spPr>
            <a:xfrm>
              <a:off x="1653181" y="101525"/>
              <a:ext cx="580353" cy="429242"/>
            </a:xfrm>
            <a:prstGeom prst="cloudCallout">
              <a:avLst>
                <a:gd name="adj1" fmla="val 23073"/>
                <a:gd name="adj2" fmla="val 7618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pic>
        <p:nvPicPr>
          <p:cNvPr id="100" name="Graphic 99" descr="Brain in head with solid fill">
            <a:extLst>
              <a:ext uri="{FF2B5EF4-FFF2-40B4-BE49-F238E27FC236}">
                <a16:creationId xmlns:a16="http://schemas.microsoft.com/office/drawing/2014/main" id="{12158910-DA24-FD52-D54D-3C93339E7C7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02200" y="769435"/>
            <a:ext cx="701481" cy="701481"/>
          </a:xfrm>
          <a:prstGeom prst="rect">
            <a:avLst/>
          </a:prstGeom>
        </p:spPr>
      </p:pic>
      <p:cxnSp>
        <p:nvCxnSpPr>
          <p:cNvPr id="104" name="Straight Arrow Connector 103">
            <a:extLst>
              <a:ext uri="{FF2B5EF4-FFF2-40B4-BE49-F238E27FC236}">
                <a16:creationId xmlns:a16="http://schemas.microsoft.com/office/drawing/2014/main" id="{0C73E418-2A65-40D2-5C4C-FFDF52EBA652}"/>
              </a:ext>
            </a:extLst>
          </p:cNvPr>
          <p:cNvCxnSpPr>
            <a:cxnSpLocks/>
            <a:stCxn id="100" idx="2"/>
          </p:cNvCxnSpPr>
          <p:nvPr/>
        </p:nvCxnSpPr>
        <p:spPr>
          <a:xfrm flipH="1">
            <a:off x="1695964" y="1470916"/>
            <a:ext cx="156977" cy="1096913"/>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B71CD44E-B2EB-57D3-B9F9-2831107C26B9}"/>
              </a:ext>
            </a:extLst>
          </p:cNvPr>
          <p:cNvSpPr txBox="1"/>
          <p:nvPr/>
        </p:nvSpPr>
        <p:spPr>
          <a:xfrm rot="1004375">
            <a:off x="2401741" y="1235036"/>
            <a:ext cx="1024639" cy="246221"/>
          </a:xfrm>
          <a:prstGeom prst="rect">
            <a:avLst/>
          </a:prstGeom>
          <a:noFill/>
          <a:ln>
            <a:noFill/>
          </a:ln>
        </p:spPr>
        <p:txBody>
          <a:bodyPr wrap="none" rtlCol="0">
            <a:spAutoFit/>
          </a:bodyPr>
          <a:lstStyle/>
          <a:p>
            <a:r>
              <a:rPr lang="en-US" sz="1000" dirty="0"/>
              <a:t>Schematic Entry</a:t>
            </a:r>
          </a:p>
        </p:txBody>
      </p:sp>
      <p:sp>
        <p:nvSpPr>
          <p:cNvPr id="146" name="TextBox 145">
            <a:extLst>
              <a:ext uri="{FF2B5EF4-FFF2-40B4-BE49-F238E27FC236}">
                <a16:creationId xmlns:a16="http://schemas.microsoft.com/office/drawing/2014/main" id="{9FA0D4B6-3114-6BB7-14AB-C00B4541CFDD}"/>
              </a:ext>
            </a:extLst>
          </p:cNvPr>
          <p:cNvSpPr txBox="1"/>
          <p:nvPr/>
        </p:nvSpPr>
        <p:spPr>
          <a:xfrm rot="5889900">
            <a:off x="1451351" y="1803694"/>
            <a:ext cx="824265" cy="246221"/>
          </a:xfrm>
          <a:prstGeom prst="rect">
            <a:avLst/>
          </a:prstGeom>
          <a:noFill/>
          <a:ln>
            <a:noFill/>
          </a:ln>
        </p:spPr>
        <p:txBody>
          <a:bodyPr wrap="none" rtlCol="0">
            <a:spAutoFit/>
          </a:bodyPr>
          <a:lstStyle/>
          <a:p>
            <a:r>
              <a:rPr lang="en-US" sz="1000" dirty="0" err="1"/>
              <a:t>uCode</a:t>
            </a:r>
            <a:r>
              <a:rPr lang="en-US" sz="1000" dirty="0"/>
              <a:t> Entry</a:t>
            </a:r>
          </a:p>
        </p:txBody>
      </p:sp>
      <p:cxnSp>
        <p:nvCxnSpPr>
          <p:cNvPr id="323" name="Straight Arrow Connector 322">
            <a:extLst>
              <a:ext uri="{FF2B5EF4-FFF2-40B4-BE49-F238E27FC236}">
                <a16:creationId xmlns:a16="http://schemas.microsoft.com/office/drawing/2014/main" id="{4D4FDF52-B720-45B3-3BF9-0EEF1F08289E}"/>
              </a:ext>
            </a:extLst>
          </p:cNvPr>
          <p:cNvCxnSpPr>
            <a:cxnSpLocks/>
            <a:endCxn id="319" idx="0"/>
          </p:cNvCxnSpPr>
          <p:nvPr/>
        </p:nvCxnSpPr>
        <p:spPr>
          <a:xfrm flipH="1">
            <a:off x="1168527" y="4024632"/>
            <a:ext cx="998680" cy="127124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328A318E-3302-AE68-66C6-85C37A14DE93}"/>
              </a:ext>
            </a:extLst>
          </p:cNvPr>
          <p:cNvGrpSpPr/>
          <p:nvPr/>
        </p:nvGrpSpPr>
        <p:grpSpPr>
          <a:xfrm>
            <a:off x="6828931" y="1242642"/>
            <a:ext cx="2355184" cy="1338081"/>
            <a:chOff x="8240627" y="1306810"/>
            <a:chExt cx="2355184" cy="1338081"/>
          </a:xfrm>
        </p:grpSpPr>
        <p:sp>
          <p:nvSpPr>
            <p:cNvPr id="63" name="Rectangle 62">
              <a:extLst>
                <a:ext uri="{FF2B5EF4-FFF2-40B4-BE49-F238E27FC236}">
                  <a16:creationId xmlns:a16="http://schemas.microsoft.com/office/drawing/2014/main" id="{5451FA4A-A0CF-E16C-81FD-183D27BE4F96}"/>
                </a:ext>
              </a:extLst>
            </p:cNvPr>
            <p:cNvSpPr/>
            <p:nvPr/>
          </p:nvSpPr>
          <p:spPr>
            <a:xfrm>
              <a:off x="8240627" y="1306810"/>
              <a:ext cx="2355184" cy="13380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4" name="TextBox 63">
              <a:extLst>
                <a:ext uri="{FF2B5EF4-FFF2-40B4-BE49-F238E27FC236}">
                  <a16:creationId xmlns:a16="http://schemas.microsoft.com/office/drawing/2014/main" id="{9274859A-650A-B71F-F643-29597AB967F6}"/>
                </a:ext>
              </a:extLst>
            </p:cNvPr>
            <p:cNvSpPr txBox="1"/>
            <p:nvPr/>
          </p:nvSpPr>
          <p:spPr>
            <a:xfrm>
              <a:off x="8257202" y="1401290"/>
              <a:ext cx="1235466" cy="1107996"/>
            </a:xfrm>
            <a:prstGeom prst="rect">
              <a:avLst/>
            </a:prstGeom>
            <a:noFill/>
            <a:ln>
              <a:noFill/>
            </a:ln>
          </p:spPr>
          <p:txBody>
            <a:bodyPr wrap="none" rtlCol="0">
              <a:spAutoFit/>
            </a:bodyPr>
            <a:lstStyle/>
            <a:p>
              <a:pPr algn="ctr"/>
              <a:r>
                <a:rPr lang="en-US" sz="1200" b="1" dirty="0" err="1"/>
                <a:t>EasyEDA</a:t>
              </a:r>
              <a:r>
                <a:rPr lang="en-US" sz="1200" b="1" dirty="0"/>
                <a:t>/JLCPCB</a:t>
              </a:r>
            </a:p>
            <a:p>
              <a:pPr algn="ctr"/>
              <a:endParaRPr lang="en-US" sz="1100" dirty="0"/>
            </a:p>
            <a:p>
              <a:pPr algn="ctr"/>
              <a:r>
                <a:rPr lang="en-US" sz="1200" dirty="0"/>
                <a:t>Schematic</a:t>
              </a:r>
            </a:p>
            <a:p>
              <a:pPr algn="ctr"/>
              <a:endParaRPr lang="en-US" sz="1000" dirty="0"/>
            </a:p>
            <a:p>
              <a:pPr algn="ctr"/>
              <a:endParaRPr lang="en-US" sz="1000" dirty="0"/>
            </a:p>
            <a:p>
              <a:pPr algn="ctr"/>
              <a:r>
                <a:rPr lang="en-US" sz="1100" dirty="0">
                  <a:sym typeface="Wingdings" panose="05000000000000000000" pitchFamily="2" charset="2"/>
                </a:rPr>
                <a:t>PCB</a:t>
              </a:r>
              <a:endParaRPr lang="en-US" sz="1000" dirty="0">
                <a:sym typeface="Wingdings" panose="05000000000000000000" pitchFamily="2" charset="2"/>
              </a:endParaRPr>
            </a:p>
          </p:txBody>
        </p:sp>
        <p:cxnSp>
          <p:nvCxnSpPr>
            <p:cNvPr id="17" name="Straight Arrow Connector 16">
              <a:extLst>
                <a:ext uri="{FF2B5EF4-FFF2-40B4-BE49-F238E27FC236}">
                  <a16:creationId xmlns:a16="http://schemas.microsoft.com/office/drawing/2014/main" id="{E1781197-540E-8595-C8F5-7C573E8CC2A1}"/>
                </a:ext>
              </a:extLst>
            </p:cNvPr>
            <p:cNvCxnSpPr>
              <a:cxnSpLocks/>
            </p:cNvCxnSpPr>
            <p:nvPr/>
          </p:nvCxnSpPr>
          <p:spPr>
            <a:xfrm>
              <a:off x="8939760" y="1960519"/>
              <a:ext cx="0" cy="30865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41" name="Group 40">
              <a:extLst>
                <a:ext uri="{FF2B5EF4-FFF2-40B4-BE49-F238E27FC236}">
                  <a16:creationId xmlns:a16="http://schemas.microsoft.com/office/drawing/2014/main" id="{D627FFC4-11BE-CA93-FEED-81E737E5059C}"/>
                </a:ext>
              </a:extLst>
            </p:cNvPr>
            <p:cNvGrpSpPr/>
            <p:nvPr/>
          </p:nvGrpSpPr>
          <p:grpSpPr>
            <a:xfrm>
              <a:off x="9000537" y="2081954"/>
              <a:ext cx="1568185" cy="553998"/>
              <a:chOff x="9289892" y="1920200"/>
              <a:chExt cx="1568185" cy="553998"/>
            </a:xfrm>
          </p:grpSpPr>
          <p:sp>
            <p:nvSpPr>
              <p:cNvPr id="197" name="TextBox 196">
                <a:extLst>
                  <a:ext uri="{FF2B5EF4-FFF2-40B4-BE49-F238E27FC236}">
                    <a16:creationId xmlns:a16="http://schemas.microsoft.com/office/drawing/2014/main" id="{C90D6A04-CFE4-FE37-CC7C-65C9B8EAC42C}"/>
                  </a:ext>
                </a:extLst>
              </p:cNvPr>
              <p:cNvSpPr txBox="1"/>
              <p:nvPr/>
            </p:nvSpPr>
            <p:spPr>
              <a:xfrm>
                <a:off x="9296431" y="1920200"/>
                <a:ext cx="1561646" cy="553998"/>
              </a:xfrm>
              <a:prstGeom prst="rect">
                <a:avLst/>
              </a:prstGeom>
              <a:noFill/>
              <a:ln>
                <a:noFill/>
              </a:ln>
            </p:spPr>
            <p:txBody>
              <a:bodyPr wrap="none" rtlCol="0">
                <a:spAutoFit/>
              </a:bodyPr>
              <a:lstStyle/>
              <a:p>
                <a:r>
                  <a:rPr lang="en-US" sz="1000" dirty="0"/>
                  <a:t>(Autoroute Modules</a:t>
                </a:r>
              </a:p>
              <a:p>
                <a:r>
                  <a:rPr lang="en-US" sz="1000" dirty="0"/>
                  <a:t>           +</a:t>
                </a:r>
              </a:p>
              <a:p>
                <a:r>
                  <a:rPr lang="en-US" sz="1000" dirty="0"/>
                  <a:t>Manual Connect Modules)</a:t>
                </a:r>
              </a:p>
            </p:txBody>
          </p:sp>
          <p:sp>
            <p:nvSpPr>
              <p:cNvPr id="24" name="Left Brace 23">
                <a:extLst>
                  <a:ext uri="{FF2B5EF4-FFF2-40B4-BE49-F238E27FC236}">
                    <a16:creationId xmlns:a16="http://schemas.microsoft.com/office/drawing/2014/main" id="{743FEB78-A9F5-FF07-0187-33C77AF90AA6}"/>
                  </a:ext>
                </a:extLst>
              </p:cNvPr>
              <p:cNvSpPr/>
              <p:nvPr/>
            </p:nvSpPr>
            <p:spPr>
              <a:xfrm>
                <a:off x="9289892" y="1994598"/>
                <a:ext cx="113507" cy="410946"/>
              </a:xfrm>
              <a:prstGeom prst="leftBrac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sp>
        <p:nvSpPr>
          <p:cNvPr id="11" name="Rectangle 10">
            <a:extLst>
              <a:ext uri="{FF2B5EF4-FFF2-40B4-BE49-F238E27FC236}">
                <a16:creationId xmlns:a16="http://schemas.microsoft.com/office/drawing/2014/main" id="{DEF5A86C-0C80-2C2F-CCF2-363E8CA172A9}"/>
              </a:ext>
            </a:extLst>
          </p:cNvPr>
          <p:cNvSpPr/>
          <p:nvPr/>
        </p:nvSpPr>
        <p:spPr>
          <a:xfrm>
            <a:off x="3702700" y="3169356"/>
            <a:ext cx="9144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TextBox 14">
            <a:extLst>
              <a:ext uri="{FF2B5EF4-FFF2-40B4-BE49-F238E27FC236}">
                <a16:creationId xmlns:a16="http://schemas.microsoft.com/office/drawing/2014/main" id="{9E0B6B98-DA5F-D7B1-76FF-19A11C704FA2}"/>
              </a:ext>
            </a:extLst>
          </p:cNvPr>
          <p:cNvSpPr txBox="1"/>
          <p:nvPr/>
        </p:nvSpPr>
        <p:spPr>
          <a:xfrm>
            <a:off x="3877435" y="3267000"/>
            <a:ext cx="650306" cy="738664"/>
          </a:xfrm>
          <a:prstGeom prst="rect">
            <a:avLst/>
          </a:prstGeom>
          <a:noFill/>
          <a:ln>
            <a:noFill/>
          </a:ln>
        </p:spPr>
        <p:txBody>
          <a:bodyPr wrap="none" rtlCol="0">
            <a:spAutoFit/>
          </a:bodyPr>
          <a:lstStyle/>
          <a:p>
            <a:r>
              <a:rPr lang="en-US" sz="1200" b="1" dirty="0" err="1"/>
              <a:t>LTSpice</a:t>
            </a:r>
            <a:endParaRPr lang="en-US" sz="1200" b="1" dirty="0"/>
          </a:p>
          <a:p>
            <a:r>
              <a:rPr lang="en-US" sz="1000" dirty="0" err="1"/>
              <a:t>Clk</a:t>
            </a:r>
            <a:endParaRPr lang="en-US" sz="1000" dirty="0"/>
          </a:p>
          <a:p>
            <a:r>
              <a:rPr lang="en-US" sz="1000" dirty="0" err="1"/>
              <a:t>Rst</a:t>
            </a:r>
            <a:endParaRPr lang="en-US" sz="1000" dirty="0"/>
          </a:p>
          <a:p>
            <a:r>
              <a:rPr lang="en-US" sz="1000" dirty="0" err="1"/>
              <a:t>Disp</a:t>
            </a:r>
            <a:endParaRPr lang="en-US" sz="1000" dirty="0"/>
          </a:p>
        </p:txBody>
      </p:sp>
      <p:cxnSp>
        <p:nvCxnSpPr>
          <p:cNvPr id="25" name="Straight Arrow Connector 24">
            <a:extLst>
              <a:ext uri="{FF2B5EF4-FFF2-40B4-BE49-F238E27FC236}">
                <a16:creationId xmlns:a16="http://schemas.microsoft.com/office/drawing/2014/main" id="{874A2EED-A108-093C-A293-AA1A86C20920}"/>
              </a:ext>
            </a:extLst>
          </p:cNvPr>
          <p:cNvCxnSpPr>
            <a:stCxn id="11" idx="3"/>
            <a:endCxn id="190" idx="1"/>
          </p:cNvCxnSpPr>
          <p:nvPr/>
        </p:nvCxnSpPr>
        <p:spPr>
          <a:xfrm>
            <a:off x="4617100" y="3626556"/>
            <a:ext cx="1580941" cy="55364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576E915-7E8F-67B0-E333-E99830FF41B6}"/>
              </a:ext>
            </a:extLst>
          </p:cNvPr>
          <p:cNvCxnSpPr>
            <a:stCxn id="11" idx="3"/>
          </p:cNvCxnSpPr>
          <p:nvPr/>
        </p:nvCxnSpPr>
        <p:spPr>
          <a:xfrm>
            <a:off x="4617100" y="3626556"/>
            <a:ext cx="3740839" cy="183444"/>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19B9DB90-EA84-A7C5-CA21-ACBD98109C9A}"/>
              </a:ext>
            </a:extLst>
          </p:cNvPr>
          <p:cNvCxnSpPr>
            <a:cxnSpLocks/>
          </p:cNvCxnSpPr>
          <p:nvPr/>
        </p:nvCxnSpPr>
        <p:spPr>
          <a:xfrm>
            <a:off x="2060320" y="1351284"/>
            <a:ext cx="1637501" cy="181807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3307B516-F2EF-8871-7A05-BD963AE564F9}"/>
              </a:ext>
            </a:extLst>
          </p:cNvPr>
          <p:cNvSpPr txBox="1"/>
          <p:nvPr/>
        </p:nvSpPr>
        <p:spPr>
          <a:xfrm rot="2822164">
            <a:off x="2081559" y="1586454"/>
            <a:ext cx="837089" cy="246221"/>
          </a:xfrm>
          <a:prstGeom prst="rect">
            <a:avLst/>
          </a:prstGeom>
          <a:noFill/>
          <a:ln>
            <a:noFill/>
          </a:ln>
        </p:spPr>
        <p:txBody>
          <a:bodyPr wrap="none" rtlCol="0">
            <a:spAutoFit/>
          </a:bodyPr>
          <a:lstStyle/>
          <a:p>
            <a:r>
              <a:rPr lang="en-US" sz="1000" dirty="0"/>
              <a:t>Analog Parts</a:t>
            </a:r>
          </a:p>
        </p:txBody>
      </p:sp>
      <p:pic>
        <p:nvPicPr>
          <p:cNvPr id="30" name="Picture 29">
            <a:extLst>
              <a:ext uri="{FF2B5EF4-FFF2-40B4-BE49-F238E27FC236}">
                <a16:creationId xmlns:a16="http://schemas.microsoft.com/office/drawing/2014/main" id="{17DD9223-E041-2639-BC93-F28B049F41F1}"/>
              </a:ext>
            </a:extLst>
          </p:cNvPr>
          <p:cNvPicPr>
            <a:picLocks noChangeAspect="1"/>
          </p:cNvPicPr>
          <p:nvPr/>
        </p:nvPicPr>
        <p:blipFill>
          <a:blip r:embed="rId3"/>
          <a:srcRect l="13007" t="1053" r="6038" b="27369"/>
          <a:stretch>
            <a:fillRect/>
          </a:stretch>
        </p:blipFill>
        <p:spPr>
          <a:xfrm>
            <a:off x="9728554" y="603084"/>
            <a:ext cx="1737431" cy="2047589"/>
          </a:xfrm>
          <a:prstGeom prst="rect">
            <a:avLst/>
          </a:prstGeom>
        </p:spPr>
      </p:pic>
      <p:cxnSp>
        <p:nvCxnSpPr>
          <p:cNvPr id="32" name="Straight Arrow Connector 31">
            <a:extLst>
              <a:ext uri="{FF2B5EF4-FFF2-40B4-BE49-F238E27FC236}">
                <a16:creationId xmlns:a16="http://schemas.microsoft.com/office/drawing/2014/main" id="{511ECEE1-C950-B838-B224-FE06C25726F7}"/>
              </a:ext>
            </a:extLst>
          </p:cNvPr>
          <p:cNvCxnSpPr/>
          <p:nvPr/>
        </p:nvCxnSpPr>
        <p:spPr>
          <a:xfrm flipV="1">
            <a:off x="7855740" y="1582769"/>
            <a:ext cx="1808107" cy="237263"/>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4F1AFCE3-8242-9243-5086-5F9C3A968614}"/>
              </a:ext>
            </a:extLst>
          </p:cNvPr>
          <p:cNvCxnSpPr>
            <a:cxnSpLocks/>
          </p:cNvCxnSpPr>
          <p:nvPr/>
        </p:nvCxnSpPr>
        <p:spPr>
          <a:xfrm flipH="1">
            <a:off x="5221064" y="902495"/>
            <a:ext cx="4507490" cy="41688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4B4D612E-F39E-894E-0D02-AE1D605C7A57}"/>
              </a:ext>
            </a:extLst>
          </p:cNvPr>
          <p:cNvSpPr txBox="1"/>
          <p:nvPr/>
        </p:nvSpPr>
        <p:spPr>
          <a:xfrm>
            <a:off x="10166255" y="2606283"/>
            <a:ext cx="940899" cy="276999"/>
          </a:xfrm>
          <a:prstGeom prst="rect">
            <a:avLst/>
          </a:prstGeom>
          <a:noFill/>
          <a:ln>
            <a:noFill/>
          </a:ln>
        </p:spPr>
        <p:txBody>
          <a:bodyPr wrap="none" rtlCol="0">
            <a:spAutoFit/>
          </a:bodyPr>
          <a:lstStyle/>
          <a:p>
            <a:r>
              <a:rPr lang="en-US" sz="1200" b="1" dirty="0" err="1"/>
              <a:t>BreadBoard</a:t>
            </a:r>
            <a:endParaRPr lang="en-US" sz="1200" b="1" dirty="0"/>
          </a:p>
        </p:txBody>
      </p:sp>
      <p:sp>
        <p:nvSpPr>
          <p:cNvPr id="75" name="TextBox 74">
            <a:extLst>
              <a:ext uri="{FF2B5EF4-FFF2-40B4-BE49-F238E27FC236}">
                <a16:creationId xmlns:a16="http://schemas.microsoft.com/office/drawing/2014/main" id="{64C299E0-802A-E087-A7E9-1F86356634C5}"/>
              </a:ext>
            </a:extLst>
          </p:cNvPr>
          <p:cNvSpPr txBox="1"/>
          <p:nvPr/>
        </p:nvSpPr>
        <p:spPr>
          <a:xfrm rot="21294983">
            <a:off x="6932820" y="917514"/>
            <a:ext cx="1058303" cy="246221"/>
          </a:xfrm>
          <a:prstGeom prst="rect">
            <a:avLst/>
          </a:prstGeom>
          <a:noFill/>
          <a:ln>
            <a:noFill/>
          </a:ln>
        </p:spPr>
        <p:txBody>
          <a:bodyPr wrap="none" rtlCol="0">
            <a:spAutoFit/>
          </a:bodyPr>
          <a:lstStyle/>
          <a:p>
            <a:r>
              <a:rPr lang="en-US" sz="1000" dirty="0"/>
              <a:t>Design Feedback</a:t>
            </a:r>
          </a:p>
        </p:txBody>
      </p:sp>
    </p:spTree>
    <p:extLst>
      <p:ext uri="{BB962C8B-B14F-4D97-AF65-F5344CB8AC3E}">
        <p14:creationId xmlns:p14="http://schemas.microsoft.com/office/powerpoint/2010/main" val="480612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7C7952-2494-93A7-1724-2EC3B4597C79}"/>
              </a:ext>
            </a:extLst>
          </p:cNvPr>
          <p:cNvSpPr/>
          <p:nvPr/>
        </p:nvSpPr>
        <p:spPr>
          <a:xfrm>
            <a:off x="3031067" y="2425233"/>
            <a:ext cx="586740" cy="109520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 name="Trapezoid 4">
            <a:extLst>
              <a:ext uri="{FF2B5EF4-FFF2-40B4-BE49-F238E27FC236}">
                <a16:creationId xmlns:a16="http://schemas.microsoft.com/office/drawing/2014/main" id="{1292CF66-A9F7-C60A-A734-1C5B57689392}"/>
              </a:ext>
            </a:extLst>
          </p:cNvPr>
          <p:cNvSpPr/>
          <p:nvPr/>
        </p:nvSpPr>
        <p:spPr>
          <a:xfrm rot="5400000">
            <a:off x="2244302" y="2950845"/>
            <a:ext cx="670560" cy="224790"/>
          </a:xfrm>
          <a:prstGeom prst="trapezoi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7" name="Straight Arrow Connector 6">
            <a:extLst>
              <a:ext uri="{FF2B5EF4-FFF2-40B4-BE49-F238E27FC236}">
                <a16:creationId xmlns:a16="http://schemas.microsoft.com/office/drawing/2014/main" id="{EFE154B9-969F-37FC-27E1-44D7D77A2289}"/>
              </a:ext>
            </a:extLst>
          </p:cNvPr>
          <p:cNvCxnSpPr>
            <a:cxnSpLocks/>
          </p:cNvCxnSpPr>
          <p:nvPr/>
        </p:nvCxnSpPr>
        <p:spPr>
          <a:xfrm>
            <a:off x="2696080" y="3080388"/>
            <a:ext cx="334987"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542B0AC-BE4E-A7E6-C4AC-6F14642629B5}"/>
              </a:ext>
            </a:extLst>
          </p:cNvPr>
          <p:cNvCxnSpPr>
            <a:cxnSpLocks/>
          </p:cNvCxnSpPr>
          <p:nvPr/>
        </p:nvCxnSpPr>
        <p:spPr>
          <a:xfrm flipV="1">
            <a:off x="3618269" y="2971799"/>
            <a:ext cx="586740" cy="1038"/>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9610D4E-DF87-5E4F-9F18-BD6664A78076}"/>
              </a:ext>
            </a:extLst>
          </p:cNvPr>
          <p:cNvCxnSpPr>
            <a:cxnSpLocks/>
          </p:cNvCxnSpPr>
          <p:nvPr/>
        </p:nvCxnSpPr>
        <p:spPr>
          <a:xfrm flipV="1">
            <a:off x="4792492" y="2978218"/>
            <a:ext cx="469319" cy="1"/>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76C9165-DA40-FB81-9B3D-29028262B3D2}"/>
              </a:ext>
            </a:extLst>
          </p:cNvPr>
          <p:cNvSpPr txBox="1"/>
          <p:nvPr/>
        </p:nvSpPr>
        <p:spPr>
          <a:xfrm>
            <a:off x="3013140" y="2816428"/>
            <a:ext cx="607859" cy="400110"/>
          </a:xfrm>
          <a:prstGeom prst="rect">
            <a:avLst/>
          </a:prstGeom>
          <a:noFill/>
          <a:ln>
            <a:noFill/>
          </a:ln>
        </p:spPr>
        <p:txBody>
          <a:bodyPr wrap="none" rtlCol="0">
            <a:spAutoFit/>
          </a:bodyPr>
          <a:lstStyle/>
          <a:p>
            <a:pPr algn="ctr"/>
            <a:r>
              <a:rPr lang="en-US" sz="1000" dirty="0"/>
              <a:t>Seq</a:t>
            </a:r>
          </a:p>
          <a:p>
            <a:pPr algn="ctr"/>
            <a:r>
              <a:rPr lang="en-US" sz="1000" dirty="0"/>
              <a:t>Counter</a:t>
            </a:r>
          </a:p>
        </p:txBody>
      </p:sp>
      <p:sp>
        <p:nvSpPr>
          <p:cNvPr id="16" name="Rectangle 15">
            <a:extLst>
              <a:ext uri="{FF2B5EF4-FFF2-40B4-BE49-F238E27FC236}">
                <a16:creationId xmlns:a16="http://schemas.microsoft.com/office/drawing/2014/main" id="{B751ECB1-DD69-6346-3337-C4D19B787154}"/>
              </a:ext>
            </a:extLst>
          </p:cNvPr>
          <p:cNvSpPr/>
          <p:nvPr/>
        </p:nvSpPr>
        <p:spPr>
          <a:xfrm>
            <a:off x="8380307" y="1939289"/>
            <a:ext cx="433132" cy="20650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7" name="TextBox 16">
            <a:extLst>
              <a:ext uri="{FF2B5EF4-FFF2-40B4-BE49-F238E27FC236}">
                <a16:creationId xmlns:a16="http://schemas.microsoft.com/office/drawing/2014/main" id="{D7831AFF-3569-9863-68A4-68F3571B5922}"/>
              </a:ext>
            </a:extLst>
          </p:cNvPr>
          <p:cNvSpPr txBox="1"/>
          <p:nvPr/>
        </p:nvSpPr>
        <p:spPr>
          <a:xfrm>
            <a:off x="8380307" y="2771744"/>
            <a:ext cx="433132" cy="400110"/>
          </a:xfrm>
          <a:prstGeom prst="rect">
            <a:avLst/>
          </a:prstGeom>
          <a:noFill/>
          <a:ln>
            <a:noFill/>
          </a:ln>
        </p:spPr>
        <p:txBody>
          <a:bodyPr wrap="none" rtlCol="0">
            <a:spAutoFit/>
          </a:bodyPr>
          <a:lstStyle/>
          <a:p>
            <a:pPr algn="ctr"/>
            <a:r>
              <a:rPr lang="en-US" sz="1000" dirty="0"/>
              <a:t>Ph4</a:t>
            </a:r>
          </a:p>
          <a:p>
            <a:pPr algn="ctr"/>
            <a:r>
              <a:rPr lang="en-US" sz="1000" dirty="0"/>
              <a:t>Gate</a:t>
            </a:r>
          </a:p>
        </p:txBody>
      </p:sp>
      <p:cxnSp>
        <p:nvCxnSpPr>
          <p:cNvPr id="19" name="Straight Arrow Connector 18">
            <a:extLst>
              <a:ext uri="{FF2B5EF4-FFF2-40B4-BE49-F238E27FC236}">
                <a16:creationId xmlns:a16="http://schemas.microsoft.com/office/drawing/2014/main" id="{28316A0D-03D4-9816-E231-0DB60B344511}"/>
              </a:ext>
            </a:extLst>
          </p:cNvPr>
          <p:cNvCxnSpPr>
            <a:cxnSpLocks/>
            <a:endCxn id="17" idx="1"/>
          </p:cNvCxnSpPr>
          <p:nvPr/>
        </p:nvCxnSpPr>
        <p:spPr>
          <a:xfrm>
            <a:off x="7019661" y="2963288"/>
            <a:ext cx="1360646" cy="8511"/>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2FD52B47-E734-E022-5A02-89AE2AD608F7}"/>
              </a:ext>
            </a:extLst>
          </p:cNvPr>
          <p:cNvCxnSpPr>
            <a:cxnSpLocks/>
          </p:cNvCxnSpPr>
          <p:nvPr/>
        </p:nvCxnSpPr>
        <p:spPr>
          <a:xfrm>
            <a:off x="7888091" y="1269406"/>
            <a:ext cx="1517983" cy="0"/>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09217EB-1C93-DED1-F1BF-F288C0FE6989}"/>
              </a:ext>
            </a:extLst>
          </p:cNvPr>
          <p:cNvCxnSpPr>
            <a:cxnSpLocks/>
          </p:cNvCxnSpPr>
          <p:nvPr/>
        </p:nvCxnSpPr>
        <p:spPr>
          <a:xfrm>
            <a:off x="8824430" y="2983531"/>
            <a:ext cx="591043"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8" name="Trapezoid 27">
            <a:extLst>
              <a:ext uri="{FF2B5EF4-FFF2-40B4-BE49-F238E27FC236}">
                <a16:creationId xmlns:a16="http://schemas.microsoft.com/office/drawing/2014/main" id="{C645FBBA-310F-876A-383D-A7C16B4CB5ED}"/>
              </a:ext>
            </a:extLst>
          </p:cNvPr>
          <p:cNvSpPr/>
          <p:nvPr/>
        </p:nvSpPr>
        <p:spPr>
          <a:xfrm rot="16200000" flipH="1">
            <a:off x="7478292" y="5109397"/>
            <a:ext cx="825440" cy="433132"/>
          </a:xfrm>
          <a:prstGeom prst="trapezoi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38" name="Straight Connector 37">
            <a:extLst>
              <a:ext uri="{FF2B5EF4-FFF2-40B4-BE49-F238E27FC236}">
                <a16:creationId xmlns:a16="http://schemas.microsoft.com/office/drawing/2014/main" id="{714FC39A-4693-9E2F-DC67-35C322773EF3}"/>
              </a:ext>
            </a:extLst>
          </p:cNvPr>
          <p:cNvCxnSpPr>
            <a:cxnSpLocks/>
          </p:cNvCxnSpPr>
          <p:nvPr/>
        </p:nvCxnSpPr>
        <p:spPr>
          <a:xfrm flipH="1">
            <a:off x="2258138" y="3911862"/>
            <a:ext cx="5010127" cy="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C70DD3FF-1306-CC71-0216-FD689973CBE7}"/>
              </a:ext>
            </a:extLst>
          </p:cNvPr>
          <p:cNvCxnSpPr>
            <a:cxnSpLocks/>
          </p:cNvCxnSpPr>
          <p:nvPr/>
        </p:nvCxnSpPr>
        <p:spPr>
          <a:xfrm flipV="1">
            <a:off x="2258138" y="3216538"/>
            <a:ext cx="0" cy="692235"/>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F57C6780-B598-A9F1-6BEF-6EE9E67E62A8}"/>
              </a:ext>
            </a:extLst>
          </p:cNvPr>
          <p:cNvCxnSpPr>
            <a:cxnSpLocks/>
          </p:cNvCxnSpPr>
          <p:nvPr/>
        </p:nvCxnSpPr>
        <p:spPr>
          <a:xfrm>
            <a:off x="2258138" y="3224707"/>
            <a:ext cx="209049" cy="0"/>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8D9B4E95-D949-8738-404C-BF2BF9A92448}"/>
              </a:ext>
            </a:extLst>
          </p:cNvPr>
          <p:cNvSpPr txBox="1"/>
          <p:nvPr/>
        </p:nvSpPr>
        <p:spPr>
          <a:xfrm>
            <a:off x="7674446" y="5048473"/>
            <a:ext cx="455574" cy="553998"/>
          </a:xfrm>
          <a:prstGeom prst="rect">
            <a:avLst/>
          </a:prstGeom>
          <a:noFill/>
          <a:ln>
            <a:noFill/>
          </a:ln>
        </p:spPr>
        <p:txBody>
          <a:bodyPr wrap="none" rtlCol="0">
            <a:spAutoFit/>
          </a:bodyPr>
          <a:lstStyle/>
          <a:p>
            <a:pPr algn="ctr"/>
            <a:r>
              <a:rPr lang="en-US" sz="1000" dirty="0"/>
              <a:t>Cond</a:t>
            </a:r>
          </a:p>
          <a:p>
            <a:pPr algn="ctr"/>
            <a:r>
              <a:rPr lang="en-US" sz="1000" dirty="0"/>
              <a:t>Bra</a:t>
            </a:r>
          </a:p>
          <a:p>
            <a:pPr algn="ctr"/>
            <a:r>
              <a:rPr lang="en-US" sz="1000" dirty="0"/>
              <a:t>Mux</a:t>
            </a:r>
          </a:p>
        </p:txBody>
      </p:sp>
      <p:sp>
        <p:nvSpPr>
          <p:cNvPr id="44" name="Arrow: Right 43">
            <a:extLst>
              <a:ext uri="{FF2B5EF4-FFF2-40B4-BE49-F238E27FC236}">
                <a16:creationId xmlns:a16="http://schemas.microsoft.com/office/drawing/2014/main" id="{08F52036-EA26-C1D3-0065-D0FE3851818A}"/>
              </a:ext>
            </a:extLst>
          </p:cNvPr>
          <p:cNvSpPr/>
          <p:nvPr/>
        </p:nvSpPr>
        <p:spPr>
          <a:xfrm flipH="1">
            <a:off x="8107578" y="5099082"/>
            <a:ext cx="1307895" cy="432625"/>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5" name="TextBox 44">
            <a:extLst>
              <a:ext uri="{FF2B5EF4-FFF2-40B4-BE49-F238E27FC236}">
                <a16:creationId xmlns:a16="http://schemas.microsoft.com/office/drawing/2014/main" id="{5A835204-A896-4AEA-561D-6E32020054CA}"/>
              </a:ext>
            </a:extLst>
          </p:cNvPr>
          <p:cNvSpPr txBox="1"/>
          <p:nvPr/>
        </p:nvSpPr>
        <p:spPr>
          <a:xfrm>
            <a:off x="9362908" y="5091798"/>
            <a:ext cx="752129" cy="400110"/>
          </a:xfrm>
          <a:prstGeom prst="rect">
            <a:avLst/>
          </a:prstGeom>
          <a:noFill/>
          <a:ln>
            <a:noFill/>
          </a:ln>
        </p:spPr>
        <p:txBody>
          <a:bodyPr wrap="none" rtlCol="0">
            <a:spAutoFit/>
          </a:bodyPr>
          <a:lstStyle/>
          <a:p>
            <a:r>
              <a:rPr lang="en-US" sz="1000" dirty="0"/>
              <a:t>15 HW </a:t>
            </a:r>
          </a:p>
          <a:p>
            <a:r>
              <a:rPr lang="en-US" sz="1000" dirty="0"/>
              <a:t>Indications</a:t>
            </a:r>
          </a:p>
        </p:txBody>
      </p:sp>
      <p:grpSp>
        <p:nvGrpSpPr>
          <p:cNvPr id="103" name="Group 102">
            <a:extLst>
              <a:ext uri="{FF2B5EF4-FFF2-40B4-BE49-F238E27FC236}">
                <a16:creationId xmlns:a16="http://schemas.microsoft.com/office/drawing/2014/main" id="{B3D76A9D-B00A-F328-6647-4D2685812270}"/>
              </a:ext>
            </a:extLst>
          </p:cNvPr>
          <p:cNvGrpSpPr/>
          <p:nvPr/>
        </p:nvGrpSpPr>
        <p:grpSpPr>
          <a:xfrm>
            <a:off x="3956860" y="4303284"/>
            <a:ext cx="450764" cy="1981287"/>
            <a:chOff x="5050125" y="4709160"/>
            <a:chExt cx="450764" cy="1714499"/>
          </a:xfrm>
        </p:grpSpPr>
        <p:sp>
          <p:nvSpPr>
            <p:cNvPr id="46" name="Rectangle 45">
              <a:extLst>
                <a:ext uri="{FF2B5EF4-FFF2-40B4-BE49-F238E27FC236}">
                  <a16:creationId xmlns:a16="http://schemas.microsoft.com/office/drawing/2014/main" id="{A6A9ED95-8C0B-7A42-9C58-6F813AD456B8}"/>
                </a:ext>
              </a:extLst>
            </p:cNvPr>
            <p:cNvSpPr/>
            <p:nvPr/>
          </p:nvSpPr>
          <p:spPr>
            <a:xfrm>
              <a:off x="5060076" y="4709160"/>
              <a:ext cx="433132" cy="171449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8" name="TextBox 47">
              <a:extLst>
                <a:ext uri="{FF2B5EF4-FFF2-40B4-BE49-F238E27FC236}">
                  <a16:creationId xmlns:a16="http://schemas.microsoft.com/office/drawing/2014/main" id="{4849E5B3-A402-CC6D-B571-3CB3F2A880CB}"/>
                </a:ext>
              </a:extLst>
            </p:cNvPr>
            <p:cNvSpPr txBox="1"/>
            <p:nvPr/>
          </p:nvSpPr>
          <p:spPr>
            <a:xfrm>
              <a:off x="5050125" y="5334319"/>
              <a:ext cx="450764" cy="346234"/>
            </a:xfrm>
            <a:prstGeom prst="rect">
              <a:avLst/>
            </a:prstGeom>
            <a:noFill/>
            <a:ln>
              <a:noFill/>
            </a:ln>
          </p:spPr>
          <p:txBody>
            <a:bodyPr wrap="none" rtlCol="0">
              <a:spAutoFit/>
            </a:bodyPr>
            <a:lstStyle/>
            <a:p>
              <a:pPr algn="ctr"/>
              <a:r>
                <a:rPr lang="en-US" sz="1000" dirty="0"/>
                <a:t>Bra</a:t>
              </a:r>
            </a:p>
            <a:p>
              <a:pPr algn="ctr"/>
              <a:r>
                <a:rPr lang="en-US" sz="1000" dirty="0"/>
                <a:t>Logic</a:t>
              </a:r>
            </a:p>
          </p:txBody>
        </p:sp>
      </p:grpSp>
      <p:cxnSp>
        <p:nvCxnSpPr>
          <p:cNvPr id="50" name="Straight Arrow Connector 49">
            <a:extLst>
              <a:ext uri="{FF2B5EF4-FFF2-40B4-BE49-F238E27FC236}">
                <a16:creationId xmlns:a16="http://schemas.microsoft.com/office/drawing/2014/main" id="{864C8A63-D799-9F1E-48A5-506744E87FCF}"/>
              </a:ext>
            </a:extLst>
          </p:cNvPr>
          <p:cNvCxnSpPr>
            <a:cxnSpLocks/>
          </p:cNvCxnSpPr>
          <p:nvPr/>
        </p:nvCxnSpPr>
        <p:spPr>
          <a:xfrm flipH="1">
            <a:off x="4400286" y="6153908"/>
            <a:ext cx="5015187"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B2259F87-3F48-A2FE-C172-1B2412B80FFF}"/>
              </a:ext>
            </a:extLst>
          </p:cNvPr>
          <p:cNvSpPr txBox="1"/>
          <p:nvPr/>
        </p:nvSpPr>
        <p:spPr>
          <a:xfrm>
            <a:off x="9391762" y="6030798"/>
            <a:ext cx="881973" cy="246221"/>
          </a:xfrm>
          <a:prstGeom prst="rect">
            <a:avLst/>
          </a:prstGeom>
          <a:noFill/>
          <a:ln>
            <a:noFill/>
          </a:ln>
        </p:spPr>
        <p:txBody>
          <a:bodyPr wrap="none" rtlCol="0">
            <a:spAutoFit/>
          </a:bodyPr>
          <a:lstStyle/>
          <a:p>
            <a:r>
              <a:rPr lang="en-US" sz="1000" dirty="0"/>
              <a:t>HW Interrupt</a:t>
            </a:r>
          </a:p>
        </p:txBody>
      </p:sp>
      <p:cxnSp>
        <p:nvCxnSpPr>
          <p:cNvPr id="53" name="Straight Arrow Connector 52">
            <a:extLst>
              <a:ext uri="{FF2B5EF4-FFF2-40B4-BE49-F238E27FC236}">
                <a16:creationId xmlns:a16="http://schemas.microsoft.com/office/drawing/2014/main" id="{9D1E81AC-7CFB-92A3-0317-363D4F63DC00}"/>
              </a:ext>
            </a:extLst>
          </p:cNvPr>
          <p:cNvCxnSpPr>
            <a:cxnSpLocks/>
            <a:stCxn id="43" idx="1"/>
          </p:cNvCxnSpPr>
          <p:nvPr/>
        </p:nvCxnSpPr>
        <p:spPr>
          <a:xfrm flipH="1">
            <a:off x="4400286" y="5325472"/>
            <a:ext cx="3274160"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4DAA4CE-F45F-0C55-DC1D-68FC73D70C86}"/>
              </a:ext>
            </a:extLst>
          </p:cNvPr>
          <p:cNvCxnSpPr>
            <a:cxnSpLocks/>
          </p:cNvCxnSpPr>
          <p:nvPr/>
        </p:nvCxnSpPr>
        <p:spPr>
          <a:xfrm flipH="1">
            <a:off x="7268265" y="2979333"/>
            <a:ext cx="6228" cy="932529"/>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8661AE29-68EC-B4F1-4909-A3D69F76854F}"/>
              </a:ext>
            </a:extLst>
          </p:cNvPr>
          <p:cNvCxnSpPr>
            <a:cxnSpLocks/>
          </p:cNvCxnSpPr>
          <p:nvPr/>
        </p:nvCxnSpPr>
        <p:spPr>
          <a:xfrm flipH="1" flipV="1">
            <a:off x="2062864" y="6541041"/>
            <a:ext cx="7352609" cy="460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C1AB898B-29B5-001C-C5C0-93F858639EAD}"/>
              </a:ext>
            </a:extLst>
          </p:cNvPr>
          <p:cNvCxnSpPr>
            <a:cxnSpLocks/>
          </p:cNvCxnSpPr>
          <p:nvPr/>
        </p:nvCxnSpPr>
        <p:spPr>
          <a:xfrm flipV="1">
            <a:off x="2062864" y="2866204"/>
            <a:ext cx="0" cy="3674837"/>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1235C444-4EC8-721D-33E5-5AA436561134}"/>
              </a:ext>
            </a:extLst>
          </p:cNvPr>
          <p:cNvCxnSpPr>
            <a:cxnSpLocks/>
          </p:cNvCxnSpPr>
          <p:nvPr/>
        </p:nvCxnSpPr>
        <p:spPr>
          <a:xfrm>
            <a:off x="2062864" y="2870804"/>
            <a:ext cx="404323" cy="0"/>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8B29C5A0-2FC7-0C83-42E0-DD1A7EB3284C}"/>
              </a:ext>
            </a:extLst>
          </p:cNvPr>
          <p:cNvSpPr txBox="1"/>
          <p:nvPr/>
        </p:nvSpPr>
        <p:spPr>
          <a:xfrm>
            <a:off x="9407272" y="6417931"/>
            <a:ext cx="1074333" cy="246221"/>
          </a:xfrm>
          <a:prstGeom prst="rect">
            <a:avLst/>
          </a:prstGeom>
          <a:noFill/>
          <a:ln>
            <a:noFill/>
          </a:ln>
        </p:spPr>
        <p:txBody>
          <a:bodyPr wrap="none" rtlCol="0">
            <a:spAutoFit/>
          </a:bodyPr>
          <a:lstStyle/>
          <a:p>
            <a:r>
              <a:rPr lang="en-US" sz="1000" dirty="0" err="1"/>
              <a:t>IntrptVector</a:t>
            </a:r>
            <a:r>
              <a:rPr lang="en-US" sz="1000" dirty="0"/>
              <a:t>[6:2]</a:t>
            </a:r>
          </a:p>
        </p:txBody>
      </p:sp>
      <p:cxnSp>
        <p:nvCxnSpPr>
          <p:cNvPr id="78" name="Straight Connector 77">
            <a:extLst>
              <a:ext uri="{FF2B5EF4-FFF2-40B4-BE49-F238E27FC236}">
                <a16:creationId xmlns:a16="http://schemas.microsoft.com/office/drawing/2014/main" id="{97234269-8F6D-CDE5-3816-DA01075D4691}"/>
              </a:ext>
            </a:extLst>
          </p:cNvPr>
          <p:cNvCxnSpPr>
            <a:cxnSpLocks/>
          </p:cNvCxnSpPr>
          <p:nvPr/>
        </p:nvCxnSpPr>
        <p:spPr>
          <a:xfrm flipH="1">
            <a:off x="2579582" y="5256529"/>
            <a:ext cx="1383923"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3AF75F17-6FF5-54D7-E2E4-82A728151304}"/>
              </a:ext>
            </a:extLst>
          </p:cNvPr>
          <p:cNvCxnSpPr>
            <a:cxnSpLocks/>
            <a:endCxn id="5" idx="3"/>
          </p:cNvCxnSpPr>
          <p:nvPr/>
        </p:nvCxnSpPr>
        <p:spPr>
          <a:xfrm flipV="1">
            <a:off x="2579582" y="3370421"/>
            <a:ext cx="0" cy="188610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5B32AA74-5EDD-16BD-90CA-CFA85B900069}"/>
              </a:ext>
            </a:extLst>
          </p:cNvPr>
          <p:cNvCxnSpPr>
            <a:cxnSpLocks/>
            <a:endCxn id="2" idx="2"/>
          </p:cNvCxnSpPr>
          <p:nvPr/>
        </p:nvCxnSpPr>
        <p:spPr>
          <a:xfrm flipV="1">
            <a:off x="3324437" y="3520440"/>
            <a:ext cx="0" cy="1736089"/>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AF392062-4B29-0152-9900-A2B6138C4512}"/>
              </a:ext>
            </a:extLst>
          </p:cNvPr>
          <p:cNvSpPr txBox="1"/>
          <p:nvPr/>
        </p:nvSpPr>
        <p:spPr>
          <a:xfrm>
            <a:off x="9362908" y="1128683"/>
            <a:ext cx="910827" cy="246221"/>
          </a:xfrm>
          <a:prstGeom prst="rect">
            <a:avLst/>
          </a:prstGeom>
          <a:noFill/>
          <a:ln>
            <a:noFill/>
          </a:ln>
        </p:spPr>
        <p:txBody>
          <a:bodyPr wrap="none" rtlCol="0">
            <a:spAutoFit/>
          </a:bodyPr>
          <a:lstStyle/>
          <a:p>
            <a:r>
              <a:rPr lang="en-US" sz="1000" dirty="0" err="1"/>
              <a:t>ImmData</a:t>
            </a:r>
            <a:r>
              <a:rPr lang="en-US" sz="1000" dirty="0"/>
              <a:t>[3:0]</a:t>
            </a:r>
          </a:p>
        </p:txBody>
      </p:sp>
      <p:sp>
        <p:nvSpPr>
          <p:cNvPr id="86" name="TextBox 85">
            <a:extLst>
              <a:ext uri="{FF2B5EF4-FFF2-40B4-BE49-F238E27FC236}">
                <a16:creationId xmlns:a16="http://schemas.microsoft.com/office/drawing/2014/main" id="{C1EBC227-4A26-71E7-9645-B9ECACDEC21F}"/>
              </a:ext>
            </a:extLst>
          </p:cNvPr>
          <p:cNvSpPr txBox="1"/>
          <p:nvPr/>
        </p:nvSpPr>
        <p:spPr>
          <a:xfrm>
            <a:off x="9347011" y="2855413"/>
            <a:ext cx="992579" cy="246221"/>
          </a:xfrm>
          <a:prstGeom prst="rect">
            <a:avLst/>
          </a:prstGeom>
          <a:noFill/>
          <a:ln>
            <a:noFill/>
          </a:ln>
        </p:spPr>
        <p:txBody>
          <a:bodyPr wrap="none" rtlCol="0">
            <a:spAutoFit/>
          </a:bodyPr>
          <a:lstStyle/>
          <a:p>
            <a:r>
              <a:rPr lang="en-US" sz="1000" dirty="0" err="1"/>
              <a:t>uInstrBits</a:t>
            </a:r>
            <a:r>
              <a:rPr lang="en-US" sz="1000" dirty="0"/>
              <a:t>[5:23]</a:t>
            </a:r>
          </a:p>
        </p:txBody>
      </p:sp>
      <p:sp>
        <p:nvSpPr>
          <p:cNvPr id="87" name="Rectangle 86">
            <a:extLst>
              <a:ext uri="{FF2B5EF4-FFF2-40B4-BE49-F238E27FC236}">
                <a16:creationId xmlns:a16="http://schemas.microsoft.com/office/drawing/2014/main" id="{11EFF51D-64BD-5E8F-5948-80D14467B755}"/>
              </a:ext>
            </a:extLst>
          </p:cNvPr>
          <p:cNvSpPr/>
          <p:nvPr/>
        </p:nvSpPr>
        <p:spPr>
          <a:xfrm>
            <a:off x="600287" y="831056"/>
            <a:ext cx="426720" cy="3505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88" name="TextBox 87">
            <a:extLst>
              <a:ext uri="{FF2B5EF4-FFF2-40B4-BE49-F238E27FC236}">
                <a16:creationId xmlns:a16="http://schemas.microsoft.com/office/drawing/2014/main" id="{8C1268C5-3F13-754C-D59C-8016938F1903}"/>
              </a:ext>
            </a:extLst>
          </p:cNvPr>
          <p:cNvSpPr txBox="1"/>
          <p:nvPr/>
        </p:nvSpPr>
        <p:spPr>
          <a:xfrm>
            <a:off x="636869" y="824009"/>
            <a:ext cx="346570" cy="400110"/>
          </a:xfrm>
          <a:prstGeom prst="rect">
            <a:avLst/>
          </a:prstGeom>
          <a:noFill/>
          <a:ln>
            <a:noFill/>
          </a:ln>
        </p:spPr>
        <p:txBody>
          <a:bodyPr wrap="none" rtlCol="0">
            <a:spAutoFit/>
          </a:bodyPr>
          <a:lstStyle/>
          <a:p>
            <a:r>
              <a:rPr lang="en-US" sz="1000" dirty="0" err="1"/>
              <a:t>Clk</a:t>
            </a:r>
            <a:endParaRPr lang="en-US" sz="1000" dirty="0"/>
          </a:p>
          <a:p>
            <a:r>
              <a:rPr lang="en-US" sz="1000" dirty="0" err="1"/>
              <a:t>Rst</a:t>
            </a:r>
            <a:endParaRPr lang="en-US" sz="1000" dirty="0"/>
          </a:p>
        </p:txBody>
      </p:sp>
      <p:sp>
        <p:nvSpPr>
          <p:cNvPr id="89" name="Rectangle 88">
            <a:extLst>
              <a:ext uri="{FF2B5EF4-FFF2-40B4-BE49-F238E27FC236}">
                <a16:creationId xmlns:a16="http://schemas.microsoft.com/office/drawing/2014/main" id="{9188E168-BACF-E89D-8C91-F5B05E2E9DB1}"/>
              </a:ext>
            </a:extLst>
          </p:cNvPr>
          <p:cNvSpPr/>
          <p:nvPr/>
        </p:nvSpPr>
        <p:spPr>
          <a:xfrm>
            <a:off x="1568027" y="724376"/>
            <a:ext cx="346567" cy="5539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0" name="Rectangle 89">
            <a:extLst>
              <a:ext uri="{FF2B5EF4-FFF2-40B4-BE49-F238E27FC236}">
                <a16:creationId xmlns:a16="http://schemas.microsoft.com/office/drawing/2014/main" id="{BFEB0087-5E27-04D6-3B60-5D6BFF04E35F}"/>
              </a:ext>
            </a:extLst>
          </p:cNvPr>
          <p:cNvSpPr/>
          <p:nvPr/>
        </p:nvSpPr>
        <p:spPr>
          <a:xfrm>
            <a:off x="2234431" y="724376"/>
            <a:ext cx="397719" cy="55349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3" name="TextBox 92">
            <a:extLst>
              <a:ext uri="{FF2B5EF4-FFF2-40B4-BE49-F238E27FC236}">
                <a16:creationId xmlns:a16="http://schemas.microsoft.com/office/drawing/2014/main" id="{6B36C8EB-C688-4682-E051-176B50D411E5}"/>
              </a:ext>
            </a:extLst>
          </p:cNvPr>
          <p:cNvSpPr txBox="1"/>
          <p:nvPr/>
        </p:nvSpPr>
        <p:spPr>
          <a:xfrm>
            <a:off x="1531124" y="808196"/>
            <a:ext cx="409086" cy="400110"/>
          </a:xfrm>
          <a:prstGeom prst="rect">
            <a:avLst/>
          </a:prstGeom>
          <a:noFill/>
          <a:ln>
            <a:noFill/>
          </a:ln>
        </p:spPr>
        <p:txBody>
          <a:bodyPr wrap="none" rtlCol="0">
            <a:spAutoFit/>
          </a:bodyPr>
          <a:lstStyle/>
          <a:p>
            <a:r>
              <a:rPr lang="en-US" sz="1000" dirty="0" err="1"/>
              <a:t>Phs</a:t>
            </a:r>
            <a:endParaRPr lang="en-US" sz="1000" dirty="0"/>
          </a:p>
          <a:p>
            <a:r>
              <a:rPr lang="en-US" sz="1000" dirty="0" err="1"/>
              <a:t>Cntr</a:t>
            </a:r>
            <a:endParaRPr lang="en-US" sz="1000" dirty="0"/>
          </a:p>
        </p:txBody>
      </p:sp>
      <p:sp>
        <p:nvSpPr>
          <p:cNvPr id="94" name="TextBox 93">
            <a:extLst>
              <a:ext uri="{FF2B5EF4-FFF2-40B4-BE49-F238E27FC236}">
                <a16:creationId xmlns:a16="http://schemas.microsoft.com/office/drawing/2014/main" id="{AA9DCAB5-3D89-A51A-F26B-8E6665879EAA}"/>
              </a:ext>
            </a:extLst>
          </p:cNvPr>
          <p:cNvSpPr txBox="1"/>
          <p:nvPr/>
        </p:nvSpPr>
        <p:spPr>
          <a:xfrm>
            <a:off x="2234431" y="801070"/>
            <a:ext cx="409086" cy="400110"/>
          </a:xfrm>
          <a:prstGeom prst="rect">
            <a:avLst/>
          </a:prstGeom>
          <a:noFill/>
          <a:ln>
            <a:noFill/>
          </a:ln>
        </p:spPr>
        <p:txBody>
          <a:bodyPr wrap="square" rtlCol="0">
            <a:spAutoFit/>
          </a:bodyPr>
          <a:lstStyle/>
          <a:p>
            <a:r>
              <a:rPr lang="en-US" sz="1000" dirty="0" err="1"/>
              <a:t>Phs</a:t>
            </a:r>
            <a:endParaRPr lang="en-US" sz="1000" dirty="0"/>
          </a:p>
          <a:p>
            <a:r>
              <a:rPr lang="en-US" sz="1000" dirty="0"/>
              <a:t>Dec</a:t>
            </a:r>
          </a:p>
        </p:txBody>
      </p:sp>
      <p:cxnSp>
        <p:nvCxnSpPr>
          <p:cNvPr id="96" name="Straight Arrow Connector 95">
            <a:extLst>
              <a:ext uri="{FF2B5EF4-FFF2-40B4-BE49-F238E27FC236}">
                <a16:creationId xmlns:a16="http://schemas.microsoft.com/office/drawing/2014/main" id="{EDAF5A68-7496-1362-40C0-DE9350EA0898}"/>
              </a:ext>
            </a:extLst>
          </p:cNvPr>
          <p:cNvCxnSpPr>
            <a:cxnSpLocks/>
            <a:stCxn id="87" idx="3"/>
          </p:cNvCxnSpPr>
          <p:nvPr/>
        </p:nvCxnSpPr>
        <p:spPr>
          <a:xfrm>
            <a:off x="1027007" y="1006316"/>
            <a:ext cx="547685" cy="1935"/>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8AC472EC-E821-0E6F-9096-A48FC8911CB9}"/>
              </a:ext>
            </a:extLst>
          </p:cNvPr>
          <p:cNvCxnSpPr>
            <a:cxnSpLocks/>
            <a:endCxn id="94" idx="1"/>
          </p:cNvCxnSpPr>
          <p:nvPr/>
        </p:nvCxnSpPr>
        <p:spPr>
          <a:xfrm flipV="1">
            <a:off x="1902110" y="1001125"/>
            <a:ext cx="332321" cy="712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DD3FD1B8-C138-3A1D-757A-F97634922B21}"/>
              </a:ext>
            </a:extLst>
          </p:cNvPr>
          <p:cNvCxnSpPr/>
          <p:nvPr/>
        </p:nvCxnSpPr>
        <p:spPr>
          <a:xfrm flipV="1">
            <a:off x="2628766" y="801070"/>
            <a:ext cx="351612" cy="712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F3A952F9-3DD4-B7A9-0277-52BE5CDBDEEA}"/>
              </a:ext>
            </a:extLst>
          </p:cNvPr>
          <p:cNvCxnSpPr/>
          <p:nvPr/>
        </p:nvCxnSpPr>
        <p:spPr>
          <a:xfrm flipV="1">
            <a:off x="2628766" y="946550"/>
            <a:ext cx="351612" cy="712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4662F012-19FA-62BF-9FF8-1BC022795DC7}"/>
              </a:ext>
            </a:extLst>
          </p:cNvPr>
          <p:cNvCxnSpPr/>
          <p:nvPr/>
        </p:nvCxnSpPr>
        <p:spPr>
          <a:xfrm flipV="1">
            <a:off x="2628766" y="1082833"/>
            <a:ext cx="351612" cy="712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A4DB74BE-A771-5193-9099-164F979E0E3D}"/>
              </a:ext>
            </a:extLst>
          </p:cNvPr>
          <p:cNvCxnSpPr/>
          <p:nvPr/>
        </p:nvCxnSpPr>
        <p:spPr>
          <a:xfrm flipV="1">
            <a:off x="2628766" y="1213841"/>
            <a:ext cx="351612" cy="712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4F8679A8-FA2A-C686-797B-772FE1E47547}"/>
              </a:ext>
            </a:extLst>
          </p:cNvPr>
          <p:cNvSpPr txBox="1"/>
          <p:nvPr/>
        </p:nvSpPr>
        <p:spPr>
          <a:xfrm>
            <a:off x="2911393" y="682521"/>
            <a:ext cx="364202" cy="646331"/>
          </a:xfrm>
          <a:prstGeom prst="rect">
            <a:avLst/>
          </a:prstGeom>
          <a:noFill/>
          <a:ln>
            <a:noFill/>
          </a:ln>
        </p:spPr>
        <p:txBody>
          <a:bodyPr wrap="none" rtlCol="0">
            <a:spAutoFit/>
          </a:bodyPr>
          <a:lstStyle/>
          <a:p>
            <a:r>
              <a:rPr lang="en-US" sz="900" dirty="0"/>
              <a:t>Ph1</a:t>
            </a:r>
          </a:p>
          <a:p>
            <a:r>
              <a:rPr lang="en-US" sz="900" dirty="0"/>
              <a:t>Ph2</a:t>
            </a:r>
          </a:p>
          <a:p>
            <a:r>
              <a:rPr lang="en-US" sz="900" dirty="0"/>
              <a:t>Ph3</a:t>
            </a:r>
          </a:p>
          <a:p>
            <a:r>
              <a:rPr lang="en-US" sz="900" dirty="0"/>
              <a:t>ph4</a:t>
            </a:r>
          </a:p>
        </p:txBody>
      </p:sp>
      <p:grpSp>
        <p:nvGrpSpPr>
          <p:cNvPr id="63" name="Group 62">
            <a:extLst>
              <a:ext uri="{FF2B5EF4-FFF2-40B4-BE49-F238E27FC236}">
                <a16:creationId xmlns:a16="http://schemas.microsoft.com/office/drawing/2014/main" id="{BFB045C6-6635-8701-360F-170AADBEB66D}"/>
              </a:ext>
            </a:extLst>
          </p:cNvPr>
          <p:cNvGrpSpPr/>
          <p:nvPr/>
        </p:nvGrpSpPr>
        <p:grpSpPr>
          <a:xfrm>
            <a:off x="4205751" y="2425233"/>
            <a:ext cx="586740" cy="1073419"/>
            <a:chOff x="4334087" y="2514600"/>
            <a:chExt cx="586740" cy="914400"/>
          </a:xfrm>
        </p:grpSpPr>
        <p:sp>
          <p:nvSpPr>
            <p:cNvPr id="3" name="Rectangle 2">
              <a:extLst>
                <a:ext uri="{FF2B5EF4-FFF2-40B4-BE49-F238E27FC236}">
                  <a16:creationId xmlns:a16="http://schemas.microsoft.com/office/drawing/2014/main" id="{C2F4851A-ABCE-E0D9-C990-D2E75359191E}"/>
                </a:ext>
              </a:extLst>
            </p:cNvPr>
            <p:cNvSpPr/>
            <p:nvPr/>
          </p:nvSpPr>
          <p:spPr>
            <a:xfrm>
              <a:off x="4334087" y="2514600"/>
              <a:ext cx="58674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3" name="TextBox 12">
              <a:extLst>
                <a:ext uri="{FF2B5EF4-FFF2-40B4-BE49-F238E27FC236}">
                  <a16:creationId xmlns:a16="http://schemas.microsoft.com/office/drawing/2014/main" id="{6E7D28A8-063D-E252-0B65-0C304F53339C}"/>
                </a:ext>
              </a:extLst>
            </p:cNvPr>
            <p:cNvSpPr txBox="1"/>
            <p:nvPr/>
          </p:nvSpPr>
          <p:spPr>
            <a:xfrm>
              <a:off x="4370014" y="2842106"/>
              <a:ext cx="514885" cy="246221"/>
            </a:xfrm>
            <a:prstGeom prst="rect">
              <a:avLst/>
            </a:prstGeom>
            <a:noFill/>
            <a:ln>
              <a:noFill/>
            </a:ln>
          </p:spPr>
          <p:txBody>
            <a:bodyPr wrap="none" rtlCol="0">
              <a:spAutoFit/>
            </a:bodyPr>
            <a:lstStyle/>
            <a:p>
              <a:r>
                <a:rPr lang="en-US" sz="1000" dirty="0" err="1"/>
                <a:t>uROM</a:t>
              </a:r>
              <a:endParaRPr lang="en-US" sz="1000" dirty="0"/>
            </a:p>
          </p:txBody>
        </p:sp>
        <p:sp>
          <p:nvSpPr>
            <p:cNvPr id="118" name="TextBox 117">
              <a:extLst>
                <a:ext uri="{FF2B5EF4-FFF2-40B4-BE49-F238E27FC236}">
                  <a16:creationId xmlns:a16="http://schemas.microsoft.com/office/drawing/2014/main" id="{F905A09F-4768-96DF-6A63-6B28F991135B}"/>
                </a:ext>
              </a:extLst>
            </p:cNvPr>
            <p:cNvSpPr txBox="1"/>
            <p:nvPr/>
          </p:nvSpPr>
          <p:spPr>
            <a:xfrm>
              <a:off x="4398857" y="3124601"/>
              <a:ext cx="439544" cy="246221"/>
            </a:xfrm>
            <a:prstGeom prst="rect">
              <a:avLst/>
            </a:prstGeom>
            <a:noFill/>
            <a:ln>
              <a:noFill/>
            </a:ln>
          </p:spPr>
          <p:txBody>
            <a:bodyPr wrap="none" rtlCol="0">
              <a:spAutoFit/>
            </a:bodyPr>
            <a:lstStyle/>
            <a:p>
              <a:r>
                <a:rPr lang="en-US" sz="1000" dirty="0"/>
                <a:t>2Kx8</a:t>
              </a:r>
            </a:p>
          </p:txBody>
        </p:sp>
      </p:grpSp>
      <p:sp>
        <p:nvSpPr>
          <p:cNvPr id="119" name="Right Brace 118">
            <a:extLst>
              <a:ext uri="{FF2B5EF4-FFF2-40B4-BE49-F238E27FC236}">
                <a16:creationId xmlns:a16="http://schemas.microsoft.com/office/drawing/2014/main" id="{519DE8AE-0350-EE7E-C7A2-B1A1A3D8FDEC}"/>
              </a:ext>
            </a:extLst>
          </p:cNvPr>
          <p:cNvSpPr/>
          <p:nvPr/>
        </p:nvSpPr>
        <p:spPr>
          <a:xfrm>
            <a:off x="3275595" y="757465"/>
            <a:ext cx="190112" cy="347734"/>
          </a:xfrm>
          <a:prstGeom prst="rightBrac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21" name="Straight Connector 120">
            <a:extLst>
              <a:ext uri="{FF2B5EF4-FFF2-40B4-BE49-F238E27FC236}">
                <a16:creationId xmlns:a16="http://schemas.microsoft.com/office/drawing/2014/main" id="{0D2B7FFD-9ED8-E4A8-AB55-361813F5F2F5}"/>
              </a:ext>
            </a:extLst>
          </p:cNvPr>
          <p:cNvCxnSpPr>
            <a:cxnSpLocks/>
            <a:stCxn id="119" idx="1"/>
          </p:cNvCxnSpPr>
          <p:nvPr/>
        </p:nvCxnSpPr>
        <p:spPr>
          <a:xfrm flipV="1">
            <a:off x="3465707" y="930784"/>
            <a:ext cx="2308560" cy="548"/>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823A9BD7-D83A-1D03-676D-2CE9E229429D}"/>
              </a:ext>
            </a:extLst>
          </p:cNvPr>
          <p:cNvCxnSpPr>
            <a:cxnSpLocks/>
          </p:cNvCxnSpPr>
          <p:nvPr/>
        </p:nvCxnSpPr>
        <p:spPr>
          <a:xfrm>
            <a:off x="5774267" y="2049034"/>
            <a:ext cx="339092"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7B5841D3-BEC1-8DE3-0E8E-F12AF7F1FFD1}"/>
              </a:ext>
            </a:extLst>
          </p:cNvPr>
          <p:cNvCxnSpPr>
            <a:cxnSpLocks/>
          </p:cNvCxnSpPr>
          <p:nvPr/>
        </p:nvCxnSpPr>
        <p:spPr>
          <a:xfrm flipV="1">
            <a:off x="5774267" y="931332"/>
            <a:ext cx="0" cy="2375748"/>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103EAFC5-8321-628D-A42C-2E57B1E5D0D1}"/>
              </a:ext>
            </a:extLst>
          </p:cNvPr>
          <p:cNvCxnSpPr>
            <a:cxnSpLocks/>
          </p:cNvCxnSpPr>
          <p:nvPr/>
        </p:nvCxnSpPr>
        <p:spPr>
          <a:xfrm>
            <a:off x="7420187" y="2148840"/>
            <a:ext cx="960120"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9036C498-4028-1C2A-C189-ED2667F4AC2C}"/>
              </a:ext>
            </a:extLst>
          </p:cNvPr>
          <p:cNvCxnSpPr>
            <a:cxnSpLocks/>
          </p:cNvCxnSpPr>
          <p:nvPr/>
        </p:nvCxnSpPr>
        <p:spPr>
          <a:xfrm flipV="1">
            <a:off x="3278100" y="1208180"/>
            <a:ext cx="4142087" cy="7017"/>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3D4DB3CF-074A-9E91-7652-3A6BE948CF4B}"/>
              </a:ext>
            </a:extLst>
          </p:cNvPr>
          <p:cNvCxnSpPr>
            <a:cxnSpLocks/>
          </p:cNvCxnSpPr>
          <p:nvPr/>
        </p:nvCxnSpPr>
        <p:spPr>
          <a:xfrm>
            <a:off x="7422306" y="1208306"/>
            <a:ext cx="0" cy="94053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D847EF71-D538-09D2-633C-41D89126BA31}"/>
              </a:ext>
            </a:extLst>
          </p:cNvPr>
          <p:cNvCxnSpPr>
            <a:cxnSpLocks/>
          </p:cNvCxnSpPr>
          <p:nvPr/>
        </p:nvCxnSpPr>
        <p:spPr>
          <a:xfrm flipH="1">
            <a:off x="1300617" y="1001125"/>
            <a:ext cx="232" cy="153840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9706BD3E-ACB2-E57B-5057-4F434D55AA72}"/>
              </a:ext>
            </a:extLst>
          </p:cNvPr>
          <p:cNvCxnSpPr>
            <a:cxnSpLocks/>
          </p:cNvCxnSpPr>
          <p:nvPr/>
        </p:nvCxnSpPr>
        <p:spPr>
          <a:xfrm>
            <a:off x="2806717" y="2539533"/>
            <a:ext cx="224350"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1E3A7F10-E8DB-5E20-9303-CFD67B01B75F}"/>
              </a:ext>
            </a:extLst>
          </p:cNvPr>
          <p:cNvCxnSpPr>
            <a:cxnSpLocks/>
          </p:cNvCxnSpPr>
          <p:nvPr/>
        </p:nvCxnSpPr>
        <p:spPr>
          <a:xfrm>
            <a:off x="1300617" y="2541710"/>
            <a:ext cx="150610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2" name="Straight Arrow Connector 151">
            <a:extLst>
              <a:ext uri="{FF2B5EF4-FFF2-40B4-BE49-F238E27FC236}">
                <a16:creationId xmlns:a16="http://schemas.microsoft.com/office/drawing/2014/main" id="{D55856BB-FA52-E90D-4D3A-A2D0DDA5851E}"/>
              </a:ext>
            </a:extLst>
          </p:cNvPr>
          <p:cNvCxnSpPr>
            <a:cxnSpLocks/>
          </p:cNvCxnSpPr>
          <p:nvPr/>
        </p:nvCxnSpPr>
        <p:spPr>
          <a:xfrm>
            <a:off x="6399471" y="1596189"/>
            <a:ext cx="0" cy="32804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70" name="Straight Arrow Connector 169">
            <a:extLst>
              <a:ext uri="{FF2B5EF4-FFF2-40B4-BE49-F238E27FC236}">
                <a16:creationId xmlns:a16="http://schemas.microsoft.com/office/drawing/2014/main" id="{C66A0203-5CE6-F7E5-8DF7-E68EB864AC5F}"/>
              </a:ext>
            </a:extLst>
          </p:cNvPr>
          <p:cNvCxnSpPr>
            <a:cxnSpLocks/>
          </p:cNvCxnSpPr>
          <p:nvPr/>
        </p:nvCxnSpPr>
        <p:spPr>
          <a:xfrm flipH="1">
            <a:off x="8107578" y="5620306"/>
            <a:ext cx="394649"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2BFDDA24-67FB-B71E-F81A-C76413077FB3}"/>
              </a:ext>
            </a:extLst>
          </p:cNvPr>
          <p:cNvCxnSpPr>
            <a:cxnSpLocks/>
          </p:cNvCxnSpPr>
          <p:nvPr/>
        </p:nvCxnSpPr>
        <p:spPr>
          <a:xfrm>
            <a:off x="8497052" y="5623092"/>
            <a:ext cx="6160" cy="2079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B695F410-87FF-2132-F0D9-3989C6FB1CFD}"/>
              </a:ext>
            </a:extLst>
          </p:cNvPr>
          <p:cNvCxnSpPr>
            <a:cxnSpLocks/>
          </p:cNvCxnSpPr>
          <p:nvPr/>
        </p:nvCxnSpPr>
        <p:spPr>
          <a:xfrm flipH="1">
            <a:off x="6618514" y="5831032"/>
            <a:ext cx="1890857"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E231247A-6EC1-9869-6E02-054C9A421859}"/>
              </a:ext>
            </a:extLst>
          </p:cNvPr>
          <p:cNvCxnSpPr>
            <a:stCxn id="89" idx="0"/>
          </p:cNvCxnSpPr>
          <p:nvPr/>
        </p:nvCxnSpPr>
        <p:spPr>
          <a:xfrm flipH="1" flipV="1">
            <a:off x="1735667" y="487175"/>
            <a:ext cx="5644" cy="23720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580D3994-786F-6D8A-6346-CB6D96377C30}"/>
              </a:ext>
            </a:extLst>
          </p:cNvPr>
          <p:cNvCxnSpPr>
            <a:cxnSpLocks/>
          </p:cNvCxnSpPr>
          <p:nvPr/>
        </p:nvCxnSpPr>
        <p:spPr>
          <a:xfrm>
            <a:off x="1735667" y="487175"/>
            <a:ext cx="7679806" cy="0"/>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1" name="TextBox 210">
            <a:extLst>
              <a:ext uri="{FF2B5EF4-FFF2-40B4-BE49-F238E27FC236}">
                <a16:creationId xmlns:a16="http://schemas.microsoft.com/office/drawing/2014/main" id="{80214E36-562D-3A4E-9D29-8DEC3C06D590}"/>
              </a:ext>
            </a:extLst>
          </p:cNvPr>
          <p:cNvSpPr txBox="1"/>
          <p:nvPr/>
        </p:nvSpPr>
        <p:spPr>
          <a:xfrm>
            <a:off x="9362908" y="364064"/>
            <a:ext cx="686406" cy="246221"/>
          </a:xfrm>
          <a:prstGeom prst="rect">
            <a:avLst/>
          </a:prstGeom>
          <a:noFill/>
          <a:ln>
            <a:noFill/>
          </a:ln>
        </p:spPr>
        <p:txBody>
          <a:bodyPr wrap="none" rtlCol="0">
            <a:spAutoFit/>
          </a:bodyPr>
          <a:lstStyle/>
          <a:p>
            <a:r>
              <a:rPr lang="en-US" sz="1000" dirty="0" err="1"/>
              <a:t>ClkX</a:t>
            </a:r>
            <a:r>
              <a:rPr lang="en-US" sz="1000" dirty="0"/>
              <a:t>, </a:t>
            </a:r>
            <a:r>
              <a:rPr lang="en-US" sz="1000" dirty="0" err="1"/>
              <a:t>ClkY</a:t>
            </a:r>
            <a:endParaRPr lang="en-US" sz="1000" dirty="0"/>
          </a:p>
        </p:txBody>
      </p:sp>
      <p:cxnSp>
        <p:nvCxnSpPr>
          <p:cNvPr id="24" name="Straight Connector 23">
            <a:extLst>
              <a:ext uri="{FF2B5EF4-FFF2-40B4-BE49-F238E27FC236}">
                <a16:creationId xmlns:a16="http://schemas.microsoft.com/office/drawing/2014/main" id="{548BC20B-C75F-98FE-33C7-9CCFD1B281FE}"/>
              </a:ext>
            </a:extLst>
          </p:cNvPr>
          <p:cNvCxnSpPr/>
          <p:nvPr/>
        </p:nvCxnSpPr>
        <p:spPr>
          <a:xfrm flipH="1">
            <a:off x="8062480" y="2903070"/>
            <a:ext cx="120016" cy="121629"/>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30F44D8-EEB3-7801-F48C-91ACACF88F40}"/>
              </a:ext>
            </a:extLst>
          </p:cNvPr>
          <p:cNvSpPr txBox="1"/>
          <p:nvPr/>
        </p:nvSpPr>
        <p:spPr>
          <a:xfrm>
            <a:off x="220299" y="2592417"/>
            <a:ext cx="1539076" cy="830997"/>
          </a:xfrm>
          <a:prstGeom prst="rect">
            <a:avLst/>
          </a:prstGeom>
          <a:noFill/>
          <a:ln>
            <a:noFill/>
          </a:ln>
        </p:spPr>
        <p:txBody>
          <a:bodyPr wrap="none" rtlCol="0">
            <a:spAutoFit/>
          </a:bodyPr>
          <a:lstStyle/>
          <a:p>
            <a:r>
              <a:rPr lang="en-US" sz="3200" dirty="0"/>
              <a:t>SEQ</a:t>
            </a:r>
          </a:p>
          <a:p>
            <a:r>
              <a:rPr lang="en-US" sz="1600" dirty="0" err="1"/>
              <a:t>Microsequencer</a:t>
            </a:r>
            <a:endParaRPr lang="en-US" sz="1600" dirty="0"/>
          </a:p>
        </p:txBody>
      </p:sp>
      <p:grpSp>
        <p:nvGrpSpPr>
          <p:cNvPr id="67" name="Group 66">
            <a:extLst>
              <a:ext uri="{FF2B5EF4-FFF2-40B4-BE49-F238E27FC236}">
                <a16:creationId xmlns:a16="http://schemas.microsoft.com/office/drawing/2014/main" id="{1F6995FE-FC05-4A7B-A17A-565D07F1D7A0}"/>
              </a:ext>
            </a:extLst>
          </p:cNvPr>
          <p:cNvGrpSpPr/>
          <p:nvPr/>
        </p:nvGrpSpPr>
        <p:grpSpPr>
          <a:xfrm>
            <a:off x="6044778" y="1923176"/>
            <a:ext cx="647701" cy="529007"/>
            <a:chOff x="6052398" y="2509916"/>
            <a:chExt cx="647701" cy="529007"/>
          </a:xfrm>
        </p:grpSpPr>
        <p:sp>
          <p:nvSpPr>
            <p:cNvPr id="4" name="Rectangle 3">
              <a:extLst>
                <a:ext uri="{FF2B5EF4-FFF2-40B4-BE49-F238E27FC236}">
                  <a16:creationId xmlns:a16="http://schemas.microsoft.com/office/drawing/2014/main" id="{B28F1DC3-C429-0519-101F-8B304DDC25A6}"/>
                </a:ext>
              </a:extLst>
            </p:cNvPr>
            <p:cNvSpPr/>
            <p:nvPr/>
          </p:nvSpPr>
          <p:spPr>
            <a:xfrm>
              <a:off x="6113359" y="2514600"/>
              <a:ext cx="586740" cy="5243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TextBox 5">
              <a:extLst>
                <a:ext uri="{FF2B5EF4-FFF2-40B4-BE49-F238E27FC236}">
                  <a16:creationId xmlns:a16="http://schemas.microsoft.com/office/drawing/2014/main" id="{F7AA4474-BF85-7103-0774-69D666D79759}"/>
                </a:ext>
              </a:extLst>
            </p:cNvPr>
            <p:cNvSpPr txBox="1"/>
            <p:nvPr/>
          </p:nvSpPr>
          <p:spPr>
            <a:xfrm>
              <a:off x="6052398" y="2509916"/>
              <a:ext cx="247184" cy="246221"/>
            </a:xfrm>
            <a:prstGeom prst="rect">
              <a:avLst/>
            </a:prstGeom>
            <a:noFill/>
            <a:ln>
              <a:noFill/>
            </a:ln>
          </p:spPr>
          <p:txBody>
            <a:bodyPr wrap="none" rtlCol="0">
              <a:spAutoFit/>
            </a:bodyPr>
            <a:lstStyle/>
            <a:p>
              <a:r>
                <a:rPr lang="en-US" sz="1000" dirty="0"/>
                <a:t>E</a:t>
              </a:r>
            </a:p>
          </p:txBody>
        </p:sp>
        <p:grpSp>
          <p:nvGrpSpPr>
            <p:cNvPr id="15" name="Group 14">
              <a:extLst>
                <a:ext uri="{FF2B5EF4-FFF2-40B4-BE49-F238E27FC236}">
                  <a16:creationId xmlns:a16="http://schemas.microsoft.com/office/drawing/2014/main" id="{9C49C629-D219-0ACB-815C-5C5A3CFACB37}"/>
                </a:ext>
              </a:extLst>
            </p:cNvPr>
            <p:cNvGrpSpPr/>
            <p:nvPr/>
          </p:nvGrpSpPr>
          <p:grpSpPr>
            <a:xfrm>
              <a:off x="6359664" y="2517730"/>
              <a:ext cx="94129" cy="59864"/>
              <a:chOff x="7278523" y="-130057"/>
              <a:chExt cx="446054" cy="254526"/>
            </a:xfrm>
          </p:grpSpPr>
          <p:cxnSp>
            <p:nvCxnSpPr>
              <p:cNvPr id="20" name="Straight Connector 19">
                <a:extLst>
                  <a:ext uri="{FF2B5EF4-FFF2-40B4-BE49-F238E27FC236}">
                    <a16:creationId xmlns:a16="http://schemas.microsoft.com/office/drawing/2014/main" id="{1B3439C8-8F99-37EA-B8A5-78AD7D202847}"/>
                  </a:ext>
                </a:extLst>
              </p:cNvPr>
              <p:cNvCxnSpPr>
                <a:cxnSpLocks/>
              </p:cNvCxnSpPr>
              <p:nvPr/>
            </p:nvCxnSpPr>
            <p:spPr>
              <a:xfrm>
                <a:off x="7278523" y="-130057"/>
                <a:ext cx="217817" cy="25452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8F8D761-0080-1537-C63B-4D6AF926B781}"/>
                  </a:ext>
                </a:extLst>
              </p:cNvPr>
              <p:cNvCxnSpPr>
                <a:cxnSpLocks/>
              </p:cNvCxnSpPr>
              <p:nvPr/>
            </p:nvCxnSpPr>
            <p:spPr>
              <a:xfrm flipV="1">
                <a:off x="7495454" y="-130057"/>
                <a:ext cx="229123" cy="25452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37" name="Group 36">
            <a:extLst>
              <a:ext uri="{FF2B5EF4-FFF2-40B4-BE49-F238E27FC236}">
                <a16:creationId xmlns:a16="http://schemas.microsoft.com/office/drawing/2014/main" id="{335617BE-19D1-1E11-1FFB-0D5815818C04}"/>
              </a:ext>
            </a:extLst>
          </p:cNvPr>
          <p:cNvGrpSpPr/>
          <p:nvPr/>
        </p:nvGrpSpPr>
        <p:grpSpPr>
          <a:xfrm>
            <a:off x="6034683" y="5630977"/>
            <a:ext cx="586738" cy="400110"/>
            <a:chOff x="6038694" y="5630977"/>
            <a:chExt cx="586738" cy="400110"/>
          </a:xfrm>
        </p:grpSpPr>
        <p:sp>
          <p:nvSpPr>
            <p:cNvPr id="91" name="Rectangle 90">
              <a:extLst>
                <a:ext uri="{FF2B5EF4-FFF2-40B4-BE49-F238E27FC236}">
                  <a16:creationId xmlns:a16="http://schemas.microsoft.com/office/drawing/2014/main" id="{61002B76-146C-3FF8-0BC2-D3F209CDCC29}"/>
                </a:ext>
              </a:extLst>
            </p:cNvPr>
            <p:cNvSpPr/>
            <p:nvPr/>
          </p:nvSpPr>
          <p:spPr>
            <a:xfrm>
              <a:off x="6038694" y="5630977"/>
              <a:ext cx="586738" cy="38833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2" name="TextBox 91">
              <a:extLst>
                <a:ext uri="{FF2B5EF4-FFF2-40B4-BE49-F238E27FC236}">
                  <a16:creationId xmlns:a16="http://schemas.microsoft.com/office/drawing/2014/main" id="{71B41F04-AF3E-66A0-2B46-876C9A444027}"/>
                </a:ext>
              </a:extLst>
            </p:cNvPr>
            <p:cNvSpPr txBox="1"/>
            <p:nvPr/>
          </p:nvSpPr>
          <p:spPr>
            <a:xfrm>
              <a:off x="6113359" y="5630977"/>
              <a:ext cx="455574" cy="400110"/>
            </a:xfrm>
            <a:prstGeom prst="rect">
              <a:avLst/>
            </a:prstGeom>
            <a:noFill/>
            <a:ln>
              <a:noFill/>
            </a:ln>
          </p:spPr>
          <p:txBody>
            <a:bodyPr wrap="none" rtlCol="0">
              <a:spAutoFit/>
            </a:bodyPr>
            <a:lstStyle/>
            <a:p>
              <a:pPr algn="ctr"/>
              <a:r>
                <a:rPr lang="en-US" sz="1000" dirty="0"/>
                <a:t>Loop</a:t>
              </a:r>
            </a:p>
            <a:p>
              <a:pPr algn="ctr"/>
              <a:r>
                <a:rPr lang="en-US" sz="1000" dirty="0" err="1"/>
                <a:t>Cntr</a:t>
              </a:r>
              <a:endParaRPr lang="en-US" sz="1000" dirty="0"/>
            </a:p>
          </p:txBody>
        </p:sp>
        <p:grpSp>
          <p:nvGrpSpPr>
            <p:cNvPr id="47" name="Group 46">
              <a:extLst>
                <a:ext uri="{FF2B5EF4-FFF2-40B4-BE49-F238E27FC236}">
                  <a16:creationId xmlns:a16="http://schemas.microsoft.com/office/drawing/2014/main" id="{5FA93406-1B42-A1BE-DFD8-FF69CB647AF3}"/>
                </a:ext>
              </a:extLst>
            </p:cNvPr>
            <p:cNvGrpSpPr/>
            <p:nvPr/>
          </p:nvGrpSpPr>
          <p:grpSpPr>
            <a:xfrm rot="5400000" flipV="1">
              <a:off x="6028289" y="5881501"/>
              <a:ext cx="94129" cy="59864"/>
              <a:chOff x="7278523" y="-130057"/>
              <a:chExt cx="446054" cy="254526"/>
            </a:xfrm>
          </p:grpSpPr>
          <p:cxnSp>
            <p:nvCxnSpPr>
              <p:cNvPr id="49" name="Straight Connector 48">
                <a:extLst>
                  <a:ext uri="{FF2B5EF4-FFF2-40B4-BE49-F238E27FC236}">
                    <a16:creationId xmlns:a16="http://schemas.microsoft.com/office/drawing/2014/main" id="{D2286054-BC23-BEE3-59E7-7A76FF1DE837}"/>
                  </a:ext>
                </a:extLst>
              </p:cNvPr>
              <p:cNvCxnSpPr>
                <a:cxnSpLocks/>
              </p:cNvCxnSpPr>
              <p:nvPr/>
            </p:nvCxnSpPr>
            <p:spPr>
              <a:xfrm>
                <a:off x="7278523" y="-130057"/>
                <a:ext cx="217817" cy="25452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F2339C0-F757-7ADE-A999-B7C807C2A02B}"/>
                  </a:ext>
                </a:extLst>
              </p:cNvPr>
              <p:cNvCxnSpPr>
                <a:cxnSpLocks/>
              </p:cNvCxnSpPr>
              <p:nvPr/>
            </p:nvCxnSpPr>
            <p:spPr>
              <a:xfrm flipV="1">
                <a:off x="7495454" y="-130057"/>
                <a:ext cx="229123" cy="25452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54" name="Group 53">
            <a:extLst>
              <a:ext uri="{FF2B5EF4-FFF2-40B4-BE49-F238E27FC236}">
                <a16:creationId xmlns:a16="http://schemas.microsoft.com/office/drawing/2014/main" id="{2506213A-CC4D-3D46-A6FB-2AF6BC488028}"/>
              </a:ext>
            </a:extLst>
          </p:cNvPr>
          <p:cNvGrpSpPr/>
          <p:nvPr/>
        </p:nvGrpSpPr>
        <p:grpSpPr>
          <a:xfrm rot="16200000">
            <a:off x="3015060" y="2505720"/>
            <a:ext cx="94129" cy="59864"/>
            <a:chOff x="7278523" y="-130057"/>
            <a:chExt cx="446054" cy="254526"/>
          </a:xfrm>
        </p:grpSpPr>
        <p:cxnSp>
          <p:nvCxnSpPr>
            <p:cNvPr id="55" name="Straight Connector 54">
              <a:extLst>
                <a:ext uri="{FF2B5EF4-FFF2-40B4-BE49-F238E27FC236}">
                  <a16:creationId xmlns:a16="http://schemas.microsoft.com/office/drawing/2014/main" id="{7DBD81AA-8A2C-462B-9FC5-8BDD283605E6}"/>
                </a:ext>
              </a:extLst>
            </p:cNvPr>
            <p:cNvCxnSpPr>
              <a:cxnSpLocks/>
            </p:cNvCxnSpPr>
            <p:nvPr/>
          </p:nvCxnSpPr>
          <p:spPr>
            <a:xfrm>
              <a:off x="7278523" y="-130057"/>
              <a:ext cx="217817" cy="25452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082BDDD7-EBE7-BBAE-D6A1-C064B8027547}"/>
                </a:ext>
              </a:extLst>
            </p:cNvPr>
            <p:cNvCxnSpPr>
              <a:cxnSpLocks/>
            </p:cNvCxnSpPr>
            <p:nvPr/>
          </p:nvCxnSpPr>
          <p:spPr>
            <a:xfrm flipV="1">
              <a:off x="7495454" y="-130057"/>
              <a:ext cx="229123" cy="25452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95" name="Group 94">
            <a:extLst>
              <a:ext uri="{FF2B5EF4-FFF2-40B4-BE49-F238E27FC236}">
                <a16:creationId xmlns:a16="http://schemas.microsoft.com/office/drawing/2014/main" id="{654BE919-630C-67E2-7F06-D4D607A87019}"/>
              </a:ext>
            </a:extLst>
          </p:cNvPr>
          <p:cNvGrpSpPr/>
          <p:nvPr/>
        </p:nvGrpSpPr>
        <p:grpSpPr>
          <a:xfrm rot="5400000" flipV="1">
            <a:off x="1559111" y="978319"/>
            <a:ext cx="94129" cy="59864"/>
            <a:chOff x="7278523" y="-130057"/>
            <a:chExt cx="446054" cy="254526"/>
          </a:xfrm>
        </p:grpSpPr>
        <p:cxnSp>
          <p:nvCxnSpPr>
            <p:cNvPr id="97" name="Straight Connector 96">
              <a:extLst>
                <a:ext uri="{FF2B5EF4-FFF2-40B4-BE49-F238E27FC236}">
                  <a16:creationId xmlns:a16="http://schemas.microsoft.com/office/drawing/2014/main" id="{7CE8A6CC-62A8-D402-9F05-C4B17C5AB3DB}"/>
                </a:ext>
              </a:extLst>
            </p:cNvPr>
            <p:cNvCxnSpPr>
              <a:cxnSpLocks/>
            </p:cNvCxnSpPr>
            <p:nvPr/>
          </p:nvCxnSpPr>
          <p:spPr>
            <a:xfrm>
              <a:off x="7278523" y="-130057"/>
              <a:ext cx="217817" cy="25452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7EFF134D-D1E1-B454-1524-20ED67CD6C5C}"/>
                </a:ext>
              </a:extLst>
            </p:cNvPr>
            <p:cNvCxnSpPr>
              <a:cxnSpLocks/>
            </p:cNvCxnSpPr>
            <p:nvPr/>
          </p:nvCxnSpPr>
          <p:spPr>
            <a:xfrm flipV="1">
              <a:off x="7495454" y="-130057"/>
              <a:ext cx="229123" cy="25452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76" name="TextBox 75">
            <a:extLst>
              <a:ext uri="{FF2B5EF4-FFF2-40B4-BE49-F238E27FC236}">
                <a16:creationId xmlns:a16="http://schemas.microsoft.com/office/drawing/2014/main" id="{4343A777-CE58-99B4-2EA2-422E34074192}"/>
              </a:ext>
            </a:extLst>
          </p:cNvPr>
          <p:cNvSpPr txBox="1"/>
          <p:nvPr/>
        </p:nvSpPr>
        <p:spPr>
          <a:xfrm>
            <a:off x="10347036" y="277271"/>
            <a:ext cx="814647" cy="5478423"/>
          </a:xfrm>
          <a:prstGeom prst="rect">
            <a:avLst/>
          </a:prstGeom>
          <a:noFill/>
          <a:ln>
            <a:noFill/>
          </a:ln>
        </p:spPr>
        <p:txBody>
          <a:bodyPr wrap="none" rtlCol="0">
            <a:spAutoFit/>
          </a:bodyPr>
          <a:lstStyle/>
          <a:p>
            <a:r>
              <a:rPr lang="en-US" sz="1000" dirty="0" err="1"/>
              <a:t>ClkX</a:t>
            </a:r>
            <a:endParaRPr lang="en-US" sz="1000" dirty="0"/>
          </a:p>
          <a:p>
            <a:r>
              <a:rPr lang="en-US" sz="1000" dirty="0" err="1"/>
              <a:t>ClkY</a:t>
            </a:r>
            <a:endParaRPr lang="en-US" sz="1000" dirty="0"/>
          </a:p>
          <a:p>
            <a:r>
              <a:rPr lang="en-US" sz="1000" dirty="0"/>
              <a:t>Ph1B</a:t>
            </a:r>
          </a:p>
          <a:p>
            <a:endParaRPr lang="en-US" sz="1000" dirty="0"/>
          </a:p>
          <a:p>
            <a:r>
              <a:rPr lang="en-US" sz="1000" dirty="0"/>
              <a:t>D0</a:t>
            </a:r>
          </a:p>
          <a:p>
            <a:r>
              <a:rPr lang="en-US" sz="1000" dirty="0"/>
              <a:t>D1</a:t>
            </a:r>
          </a:p>
          <a:p>
            <a:r>
              <a:rPr lang="en-US" sz="1000" dirty="0"/>
              <a:t>D2</a:t>
            </a:r>
          </a:p>
          <a:p>
            <a:r>
              <a:rPr lang="en-US" sz="1000" dirty="0"/>
              <a:t>D3</a:t>
            </a:r>
          </a:p>
          <a:p>
            <a:endParaRPr lang="en-US" sz="1000" dirty="0"/>
          </a:p>
          <a:p>
            <a:r>
              <a:rPr lang="en-US" sz="1000" dirty="0"/>
              <a:t>I5Bra</a:t>
            </a:r>
          </a:p>
          <a:p>
            <a:r>
              <a:rPr lang="en-US" sz="1000" dirty="0"/>
              <a:t>I6</a:t>
            </a:r>
          </a:p>
          <a:p>
            <a:r>
              <a:rPr lang="en-US" sz="1000" dirty="0"/>
              <a:t>I7</a:t>
            </a:r>
          </a:p>
          <a:p>
            <a:endParaRPr lang="en-US" sz="1000" dirty="0"/>
          </a:p>
          <a:p>
            <a:r>
              <a:rPr lang="en-US" sz="1000" dirty="0"/>
              <a:t>I8</a:t>
            </a:r>
          </a:p>
          <a:p>
            <a:r>
              <a:rPr lang="en-US" sz="1000" dirty="0"/>
              <a:t>I9</a:t>
            </a:r>
          </a:p>
          <a:p>
            <a:endParaRPr lang="en-US" sz="1000" dirty="0"/>
          </a:p>
          <a:p>
            <a:r>
              <a:rPr lang="en-US" sz="1000" dirty="0"/>
              <a:t>I10</a:t>
            </a:r>
          </a:p>
          <a:p>
            <a:r>
              <a:rPr lang="en-US" sz="1000" dirty="0"/>
              <a:t>I11</a:t>
            </a:r>
          </a:p>
          <a:p>
            <a:endParaRPr lang="en-US" sz="1000" dirty="0"/>
          </a:p>
          <a:p>
            <a:r>
              <a:rPr lang="en-US" sz="1000" dirty="0"/>
              <a:t>I12</a:t>
            </a:r>
          </a:p>
          <a:p>
            <a:r>
              <a:rPr lang="en-US" sz="1000" dirty="0"/>
              <a:t>I13</a:t>
            </a:r>
          </a:p>
          <a:p>
            <a:endParaRPr lang="en-US" sz="1000" dirty="0"/>
          </a:p>
          <a:p>
            <a:r>
              <a:rPr lang="en-US" sz="1000" dirty="0"/>
              <a:t>I14</a:t>
            </a:r>
          </a:p>
          <a:p>
            <a:r>
              <a:rPr lang="en-US" sz="1000" dirty="0"/>
              <a:t>I15</a:t>
            </a:r>
          </a:p>
          <a:p>
            <a:endParaRPr lang="en-US" sz="1000" dirty="0"/>
          </a:p>
          <a:p>
            <a:r>
              <a:rPr lang="en-US" sz="1000" dirty="0"/>
              <a:t>I16</a:t>
            </a:r>
          </a:p>
          <a:p>
            <a:r>
              <a:rPr lang="en-US" sz="1000" dirty="0"/>
              <a:t>I17</a:t>
            </a:r>
          </a:p>
          <a:p>
            <a:r>
              <a:rPr lang="en-US" sz="1000" dirty="0"/>
              <a:t>I18</a:t>
            </a:r>
          </a:p>
          <a:p>
            <a:endParaRPr lang="en-US" sz="1000" dirty="0"/>
          </a:p>
          <a:p>
            <a:r>
              <a:rPr lang="en-US" sz="1000" dirty="0"/>
              <a:t>I19</a:t>
            </a:r>
          </a:p>
          <a:p>
            <a:r>
              <a:rPr lang="en-US" sz="1000" dirty="0"/>
              <a:t>I20</a:t>
            </a:r>
          </a:p>
          <a:p>
            <a:r>
              <a:rPr lang="en-US" sz="1000" dirty="0"/>
              <a:t>I21</a:t>
            </a:r>
          </a:p>
          <a:p>
            <a:endParaRPr lang="en-US" sz="1000" dirty="0"/>
          </a:p>
          <a:p>
            <a:r>
              <a:rPr lang="en-US" sz="1000" dirty="0"/>
              <a:t>I22KeyAckB</a:t>
            </a:r>
          </a:p>
          <a:p>
            <a:r>
              <a:rPr lang="en-US" sz="1000" dirty="0"/>
              <a:t>I23HWIntEn</a:t>
            </a:r>
          </a:p>
        </p:txBody>
      </p:sp>
      <p:sp>
        <p:nvSpPr>
          <p:cNvPr id="79" name="TextBox 78">
            <a:extLst>
              <a:ext uri="{FF2B5EF4-FFF2-40B4-BE49-F238E27FC236}">
                <a16:creationId xmlns:a16="http://schemas.microsoft.com/office/drawing/2014/main" id="{516F80F0-7DFC-6771-B561-11B21C9AA5EC}"/>
              </a:ext>
            </a:extLst>
          </p:cNvPr>
          <p:cNvSpPr txBox="1"/>
          <p:nvPr/>
        </p:nvSpPr>
        <p:spPr>
          <a:xfrm>
            <a:off x="8251053" y="5190980"/>
            <a:ext cx="420308" cy="246221"/>
          </a:xfrm>
          <a:prstGeom prst="rect">
            <a:avLst/>
          </a:prstGeom>
          <a:noFill/>
          <a:ln>
            <a:noFill/>
          </a:ln>
        </p:spPr>
        <p:txBody>
          <a:bodyPr wrap="none" rtlCol="0">
            <a:spAutoFit/>
          </a:bodyPr>
          <a:lstStyle/>
          <a:p>
            <a:r>
              <a:rPr lang="en-US" sz="1000" dirty="0"/>
              <a:t>0-14</a:t>
            </a:r>
          </a:p>
        </p:txBody>
      </p:sp>
      <p:sp>
        <p:nvSpPr>
          <p:cNvPr id="81" name="TextBox 80">
            <a:extLst>
              <a:ext uri="{FF2B5EF4-FFF2-40B4-BE49-F238E27FC236}">
                <a16:creationId xmlns:a16="http://schemas.microsoft.com/office/drawing/2014/main" id="{79F8CD77-FDF6-845F-CDEC-A3D0FF85DFC9}"/>
              </a:ext>
            </a:extLst>
          </p:cNvPr>
          <p:cNvSpPr txBox="1"/>
          <p:nvPr/>
        </p:nvSpPr>
        <p:spPr>
          <a:xfrm>
            <a:off x="8280761" y="5430796"/>
            <a:ext cx="316112" cy="246221"/>
          </a:xfrm>
          <a:prstGeom prst="rect">
            <a:avLst/>
          </a:prstGeom>
          <a:noFill/>
          <a:ln>
            <a:noFill/>
          </a:ln>
        </p:spPr>
        <p:txBody>
          <a:bodyPr wrap="none" rtlCol="0">
            <a:spAutoFit/>
          </a:bodyPr>
          <a:lstStyle/>
          <a:p>
            <a:r>
              <a:rPr lang="en-US" sz="1000" dirty="0"/>
              <a:t>15</a:t>
            </a:r>
          </a:p>
        </p:txBody>
      </p:sp>
      <p:cxnSp>
        <p:nvCxnSpPr>
          <p:cNvPr id="99" name="Straight Connector 98">
            <a:extLst>
              <a:ext uri="{FF2B5EF4-FFF2-40B4-BE49-F238E27FC236}">
                <a16:creationId xmlns:a16="http://schemas.microsoft.com/office/drawing/2014/main" id="{E7E05CD0-2291-144F-96E8-AD360E399862}"/>
              </a:ext>
            </a:extLst>
          </p:cNvPr>
          <p:cNvCxnSpPr>
            <a:cxnSpLocks/>
            <a:endCxn id="86" idx="0"/>
          </p:cNvCxnSpPr>
          <p:nvPr/>
        </p:nvCxnSpPr>
        <p:spPr>
          <a:xfrm flipH="1">
            <a:off x="9843301" y="1939289"/>
            <a:ext cx="503735" cy="91612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9FE9A236-CAD7-139D-68F5-57EE27688030}"/>
              </a:ext>
            </a:extLst>
          </p:cNvPr>
          <p:cNvCxnSpPr>
            <a:cxnSpLocks/>
            <a:endCxn id="86" idx="2"/>
          </p:cNvCxnSpPr>
          <p:nvPr/>
        </p:nvCxnSpPr>
        <p:spPr>
          <a:xfrm flipH="1" flipV="1">
            <a:off x="9843301" y="3101634"/>
            <a:ext cx="503735" cy="175158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2" name="TextBox 101">
            <a:extLst>
              <a:ext uri="{FF2B5EF4-FFF2-40B4-BE49-F238E27FC236}">
                <a16:creationId xmlns:a16="http://schemas.microsoft.com/office/drawing/2014/main" id="{66F3F4BC-D057-EA65-6868-495E6016AE21}"/>
              </a:ext>
            </a:extLst>
          </p:cNvPr>
          <p:cNvSpPr txBox="1"/>
          <p:nvPr/>
        </p:nvSpPr>
        <p:spPr>
          <a:xfrm>
            <a:off x="10828866" y="1813674"/>
            <a:ext cx="612668" cy="246221"/>
          </a:xfrm>
          <a:prstGeom prst="rect">
            <a:avLst/>
          </a:prstGeom>
          <a:noFill/>
          <a:ln>
            <a:noFill/>
          </a:ln>
        </p:spPr>
        <p:txBody>
          <a:bodyPr wrap="none" rtlCol="0">
            <a:spAutoFit/>
          </a:bodyPr>
          <a:lstStyle/>
          <a:p>
            <a:r>
              <a:rPr lang="en-US" sz="1000" dirty="0"/>
              <a:t>CSelCtl1</a:t>
            </a:r>
          </a:p>
        </p:txBody>
      </p:sp>
      <p:sp>
        <p:nvSpPr>
          <p:cNvPr id="106" name="Right Brace 105">
            <a:extLst>
              <a:ext uri="{FF2B5EF4-FFF2-40B4-BE49-F238E27FC236}">
                <a16:creationId xmlns:a16="http://schemas.microsoft.com/office/drawing/2014/main" id="{679CDF9E-D72E-D37F-EBFF-6D4C7F42AD37}"/>
              </a:ext>
            </a:extLst>
          </p:cNvPr>
          <p:cNvSpPr/>
          <p:nvPr/>
        </p:nvSpPr>
        <p:spPr>
          <a:xfrm>
            <a:off x="10735732" y="1736905"/>
            <a:ext cx="160866" cy="401497"/>
          </a:xfrm>
          <a:prstGeom prst="rightBrac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7" name="TextBox 106">
            <a:extLst>
              <a:ext uri="{FF2B5EF4-FFF2-40B4-BE49-F238E27FC236}">
                <a16:creationId xmlns:a16="http://schemas.microsoft.com/office/drawing/2014/main" id="{ED21DB11-2137-C864-0A10-4DA314EB8065}"/>
              </a:ext>
            </a:extLst>
          </p:cNvPr>
          <p:cNvSpPr txBox="1"/>
          <p:nvPr/>
        </p:nvSpPr>
        <p:spPr>
          <a:xfrm>
            <a:off x="10828867" y="4235149"/>
            <a:ext cx="612668" cy="246221"/>
          </a:xfrm>
          <a:prstGeom prst="rect">
            <a:avLst/>
          </a:prstGeom>
          <a:noFill/>
          <a:ln>
            <a:noFill/>
          </a:ln>
        </p:spPr>
        <p:txBody>
          <a:bodyPr wrap="none" rtlCol="0">
            <a:spAutoFit/>
          </a:bodyPr>
          <a:lstStyle/>
          <a:p>
            <a:r>
              <a:rPr lang="en-US" sz="1000" dirty="0"/>
              <a:t>CSelCtl2</a:t>
            </a:r>
          </a:p>
        </p:txBody>
      </p:sp>
      <p:sp>
        <p:nvSpPr>
          <p:cNvPr id="108" name="Right Brace 107">
            <a:extLst>
              <a:ext uri="{FF2B5EF4-FFF2-40B4-BE49-F238E27FC236}">
                <a16:creationId xmlns:a16="http://schemas.microsoft.com/office/drawing/2014/main" id="{452F744D-69E9-3ACF-677C-AB9FAC184027}"/>
              </a:ext>
            </a:extLst>
          </p:cNvPr>
          <p:cNvSpPr/>
          <p:nvPr/>
        </p:nvSpPr>
        <p:spPr>
          <a:xfrm>
            <a:off x="10735733" y="4158380"/>
            <a:ext cx="160866" cy="401497"/>
          </a:xfrm>
          <a:prstGeom prst="rightBrac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9" name="TextBox 108">
            <a:extLst>
              <a:ext uri="{FF2B5EF4-FFF2-40B4-BE49-F238E27FC236}">
                <a16:creationId xmlns:a16="http://schemas.microsoft.com/office/drawing/2014/main" id="{A9AAB16C-4DD3-7BA8-BF2D-4DC333E7B8E4}"/>
              </a:ext>
            </a:extLst>
          </p:cNvPr>
          <p:cNvSpPr txBox="1"/>
          <p:nvPr/>
        </p:nvSpPr>
        <p:spPr>
          <a:xfrm>
            <a:off x="10828866" y="4853215"/>
            <a:ext cx="612668" cy="246221"/>
          </a:xfrm>
          <a:prstGeom prst="rect">
            <a:avLst/>
          </a:prstGeom>
          <a:noFill/>
          <a:ln>
            <a:noFill/>
          </a:ln>
        </p:spPr>
        <p:txBody>
          <a:bodyPr wrap="none" rtlCol="0">
            <a:spAutoFit/>
          </a:bodyPr>
          <a:lstStyle/>
          <a:p>
            <a:r>
              <a:rPr lang="en-US" sz="1000" dirty="0"/>
              <a:t>CSelCtl2</a:t>
            </a:r>
          </a:p>
        </p:txBody>
      </p:sp>
      <p:sp>
        <p:nvSpPr>
          <p:cNvPr id="110" name="Right Brace 109">
            <a:extLst>
              <a:ext uri="{FF2B5EF4-FFF2-40B4-BE49-F238E27FC236}">
                <a16:creationId xmlns:a16="http://schemas.microsoft.com/office/drawing/2014/main" id="{0A61ED0E-5169-DC69-68EE-40B4CA4DD1F9}"/>
              </a:ext>
            </a:extLst>
          </p:cNvPr>
          <p:cNvSpPr/>
          <p:nvPr/>
        </p:nvSpPr>
        <p:spPr>
          <a:xfrm>
            <a:off x="10735732" y="4776446"/>
            <a:ext cx="160866" cy="401497"/>
          </a:xfrm>
          <a:prstGeom prst="rightBrac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0" name="TextBox 119">
            <a:extLst>
              <a:ext uri="{FF2B5EF4-FFF2-40B4-BE49-F238E27FC236}">
                <a16:creationId xmlns:a16="http://schemas.microsoft.com/office/drawing/2014/main" id="{6DE869AD-E09D-864B-27BD-BEA74177B77C}"/>
              </a:ext>
            </a:extLst>
          </p:cNvPr>
          <p:cNvSpPr txBox="1"/>
          <p:nvPr/>
        </p:nvSpPr>
        <p:spPr>
          <a:xfrm>
            <a:off x="10820399" y="3629355"/>
            <a:ext cx="657552" cy="246221"/>
          </a:xfrm>
          <a:prstGeom prst="rect">
            <a:avLst/>
          </a:prstGeom>
          <a:noFill/>
          <a:ln>
            <a:noFill/>
          </a:ln>
        </p:spPr>
        <p:txBody>
          <a:bodyPr wrap="none" rtlCol="0">
            <a:spAutoFit/>
          </a:bodyPr>
          <a:lstStyle/>
          <a:p>
            <a:r>
              <a:rPr lang="en-US" sz="1000" dirty="0" err="1"/>
              <a:t>SubAddB</a:t>
            </a:r>
            <a:endParaRPr lang="en-US" sz="1000" dirty="0"/>
          </a:p>
        </p:txBody>
      </p:sp>
      <p:sp>
        <p:nvSpPr>
          <p:cNvPr id="122" name="TextBox 121">
            <a:extLst>
              <a:ext uri="{FF2B5EF4-FFF2-40B4-BE49-F238E27FC236}">
                <a16:creationId xmlns:a16="http://schemas.microsoft.com/office/drawing/2014/main" id="{A27EB1D5-4007-DCCF-CFE6-3FC052811821}"/>
              </a:ext>
            </a:extLst>
          </p:cNvPr>
          <p:cNvSpPr txBox="1"/>
          <p:nvPr/>
        </p:nvSpPr>
        <p:spPr>
          <a:xfrm>
            <a:off x="10820399" y="3783451"/>
            <a:ext cx="591829" cy="246221"/>
          </a:xfrm>
          <a:prstGeom prst="rect">
            <a:avLst/>
          </a:prstGeom>
          <a:noFill/>
          <a:ln>
            <a:noFill/>
          </a:ln>
        </p:spPr>
        <p:txBody>
          <a:bodyPr wrap="none" rtlCol="0">
            <a:spAutoFit/>
          </a:bodyPr>
          <a:lstStyle/>
          <a:p>
            <a:r>
              <a:rPr lang="en-US" sz="1000" dirty="0" err="1"/>
              <a:t>CarryEn</a:t>
            </a:r>
            <a:endParaRPr lang="en-US" sz="1000" dirty="0"/>
          </a:p>
        </p:txBody>
      </p:sp>
      <p:sp>
        <p:nvSpPr>
          <p:cNvPr id="123" name="TextBox 122">
            <a:extLst>
              <a:ext uri="{FF2B5EF4-FFF2-40B4-BE49-F238E27FC236}">
                <a16:creationId xmlns:a16="http://schemas.microsoft.com/office/drawing/2014/main" id="{807F6425-9B00-EDA3-5538-A689C1D2C3F2}"/>
              </a:ext>
            </a:extLst>
          </p:cNvPr>
          <p:cNvSpPr txBox="1"/>
          <p:nvPr/>
        </p:nvSpPr>
        <p:spPr>
          <a:xfrm>
            <a:off x="10854265" y="2349076"/>
            <a:ext cx="490840" cy="246221"/>
          </a:xfrm>
          <a:prstGeom prst="rect">
            <a:avLst/>
          </a:prstGeom>
          <a:noFill/>
          <a:ln>
            <a:noFill/>
          </a:ln>
        </p:spPr>
        <p:txBody>
          <a:bodyPr wrap="none" rtlCol="0">
            <a:spAutoFit/>
          </a:bodyPr>
          <a:lstStyle/>
          <a:p>
            <a:r>
              <a:rPr lang="en-US" sz="1000" dirty="0" err="1"/>
              <a:t>XCmd</a:t>
            </a:r>
            <a:endParaRPr lang="en-US" sz="1000" dirty="0"/>
          </a:p>
        </p:txBody>
      </p:sp>
      <p:sp>
        <p:nvSpPr>
          <p:cNvPr id="125" name="TextBox 124">
            <a:extLst>
              <a:ext uri="{FF2B5EF4-FFF2-40B4-BE49-F238E27FC236}">
                <a16:creationId xmlns:a16="http://schemas.microsoft.com/office/drawing/2014/main" id="{8B59A023-C164-E0A7-4D41-8054F659B694}"/>
              </a:ext>
            </a:extLst>
          </p:cNvPr>
          <p:cNvSpPr txBox="1"/>
          <p:nvPr/>
        </p:nvSpPr>
        <p:spPr>
          <a:xfrm>
            <a:off x="10845799" y="2802866"/>
            <a:ext cx="486030" cy="246221"/>
          </a:xfrm>
          <a:prstGeom prst="rect">
            <a:avLst/>
          </a:prstGeom>
          <a:noFill/>
          <a:ln>
            <a:noFill/>
          </a:ln>
        </p:spPr>
        <p:txBody>
          <a:bodyPr wrap="none" rtlCol="0">
            <a:spAutoFit/>
          </a:bodyPr>
          <a:lstStyle/>
          <a:p>
            <a:r>
              <a:rPr lang="en-US" sz="1000" dirty="0" err="1"/>
              <a:t>YCmd</a:t>
            </a:r>
            <a:endParaRPr lang="en-US" sz="1000" dirty="0"/>
          </a:p>
        </p:txBody>
      </p:sp>
      <p:sp>
        <p:nvSpPr>
          <p:cNvPr id="126" name="TextBox 125">
            <a:extLst>
              <a:ext uri="{FF2B5EF4-FFF2-40B4-BE49-F238E27FC236}">
                <a16:creationId xmlns:a16="http://schemas.microsoft.com/office/drawing/2014/main" id="{B5F34083-1CA2-F1E6-B467-50C591E0ECDD}"/>
              </a:ext>
            </a:extLst>
          </p:cNvPr>
          <p:cNvSpPr txBox="1"/>
          <p:nvPr/>
        </p:nvSpPr>
        <p:spPr>
          <a:xfrm>
            <a:off x="10837332" y="3250406"/>
            <a:ext cx="510076" cy="246221"/>
          </a:xfrm>
          <a:prstGeom prst="rect">
            <a:avLst/>
          </a:prstGeom>
          <a:noFill/>
          <a:ln>
            <a:noFill/>
          </a:ln>
        </p:spPr>
        <p:txBody>
          <a:bodyPr wrap="none" rtlCol="0">
            <a:spAutoFit/>
          </a:bodyPr>
          <a:lstStyle/>
          <a:p>
            <a:r>
              <a:rPr lang="en-US" sz="1000" dirty="0" err="1"/>
              <a:t>QCmd</a:t>
            </a:r>
            <a:endParaRPr lang="en-US" sz="1000" dirty="0"/>
          </a:p>
        </p:txBody>
      </p:sp>
      <p:sp>
        <p:nvSpPr>
          <p:cNvPr id="128" name="Right Brace 127">
            <a:extLst>
              <a:ext uri="{FF2B5EF4-FFF2-40B4-BE49-F238E27FC236}">
                <a16:creationId xmlns:a16="http://schemas.microsoft.com/office/drawing/2014/main" id="{16441E8F-13E9-9CC7-FF10-36F79472593C}"/>
              </a:ext>
            </a:extLst>
          </p:cNvPr>
          <p:cNvSpPr/>
          <p:nvPr/>
        </p:nvSpPr>
        <p:spPr>
          <a:xfrm>
            <a:off x="10752665" y="2349076"/>
            <a:ext cx="160866" cy="241299"/>
          </a:xfrm>
          <a:prstGeom prst="rightBrac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9" name="Right Brace 128">
            <a:extLst>
              <a:ext uri="{FF2B5EF4-FFF2-40B4-BE49-F238E27FC236}">
                <a16:creationId xmlns:a16="http://schemas.microsoft.com/office/drawing/2014/main" id="{5C2E0992-D9CE-005E-698C-470DE5A8D5BE}"/>
              </a:ext>
            </a:extLst>
          </p:cNvPr>
          <p:cNvSpPr/>
          <p:nvPr/>
        </p:nvSpPr>
        <p:spPr>
          <a:xfrm>
            <a:off x="10744198" y="3252469"/>
            <a:ext cx="160866" cy="241299"/>
          </a:xfrm>
          <a:prstGeom prst="rightBrac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2" name="Right Brace 131">
            <a:extLst>
              <a:ext uri="{FF2B5EF4-FFF2-40B4-BE49-F238E27FC236}">
                <a16:creationId xmlns:a16="http://schemas.microsoft.com/office/drawing/2014/main" id="{491498E7-501C-515D-2944-DF55A687E88C}"/>
              </a:ext>
            </a:extLst>
          </p:cNvPr>
          <p:cNvSpPr/>
          <p:nvPr/>
        </p:nvSpPr>
        <p:spPr>
          <a:xfrm>
            <a:off x="10759593" y="2795647"/>
            <a:ext cx="160866" cy="241299"/>
          </a:xfrm>
          <a:prstGeom prst="rightBrac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1A13A8AF-46F9-E01A-3B77-FF1833824904}"/>
              </a:ext>
            </a:extLst>
          </p:cNvPr>
          <p:cNvSpPr txBox="1"/>
          <p:nvPr/>
        </p:nvSpPr>
        <p:spPr>
          <a:xfrm>
            <a:off x="1102886" y="793313"/>
            <a:ext cx="405880" cy="246221"/>
          </a:xfrm>
          <a:prstGeom prst="rect">
            <a:avLst/>
          </a:prstGeom>
          <a:noFill/>
          <a:ln>
            <a:noFill/>
          </a:ln>
        </p:spPr>
        <p:txBody>
          <a:bodyPr wrap="none" rtlCol="0">
            <a:spAutoFit/>
          </a:bodyPr>
          <a:lstStyle/>
          <a:p>
            <a:r>
              <a:rPr lang="en-US" sz="1000" dirty="0"/>
              <a:t>Clk1</a:t>
            </a:r>
          </a:p>
        </p:txBody>
      </p:sp>
      <p:grpSp>
        <p:nvGrpSpPr>
          <p:cNvPr id="68" name="Group 67">
            <a:extLst>
              <a:ext uri="{FF2B5EF4-FFF2-40B4-BE49-F238E27FC236}">
                <a16:creationId xmlns:a16="http://schemas.microsoft.com/office/drawing/2014/main" id="{08C784F0-BC40-C621-2D55-D215DEF433DB}"/>
              </a:ext>
            </a:extLst>
          </p:cNvPr>
          <p:cNvGrpSpPr/>
          <p:nvPr/>
        </p:nvGrpSpPr>
        <p:grpSpPr>
          <a:xfrm>
            <a:off x="6047687" y="2535817"/>
            <a:ext cx="645369" cy="543480"/>
            <a:chOff x="6029988" y="2496470"/>
            <a:chExt cx="645369" cy="543480"/>
          </a:xfrm>
        </p:grpSpPr>
        <p:sp>
          <p:nvSpPr>
            <p:cNvPr id="70" name="Rectangle 69">
              <a:extLst>
                <a:ext uri="{FF2B5EF4-FFF2-40B4-BE49-F238E27FC236}">
                  <a16:creationId xmlns:a16="http://schemas.microsoft.com/office/drawing/2014/main" id="{D98691DF-6555-7A3F-DBD6-87BBF7537AB1}"/>
                </a:ext>
              </a:extLst>
            </p:cNvPr>
            <p:cNvSpPr/>
            <p:nvPr/>
          </p:nvSpPr>
          <p:spPr>
            <a:xfrm>
              <a:off x="6088617" y="2515627"/>
              <a:ext cx="586740" cy="5243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72" name="TextBox 71">
              <a:extLst>
                <a:ext uri="{FF2B5EF4-FFF2-40B4-BE49-F238E27FC236}">
                  <a16:creationId xmlns:a16="http://schemas.microsoft.com/office/drawing/2014/main" id="{A2632BDB-9ADF-2085-B8F1-1E7D48DA0CC0}"/>
                </a:ext>
              </a:extLst>
            </p:cNvPr>
            <p:cNvSpPr txBox="1"/>
            <p:nvPr/>
          </p:nvSpPr>
          <p:spPr>
            <a:xfrm>
              <a:off x="6029988" y="2496470"/>
              <a:ext cx="247184" cy="246221"/>
            </a:xfrm>
            <a:prstGeom prst="rect">
              <a:avLst/>
            </a:prstGeom>
            <a:noFill/>
            <a:ln>
              <a:noFill/>
            </a:ln>
          </p:spPr>
          <p:txBody>
            <a:bodyPr wrap="none" rtlCol="0">
              <a:spAutoFit/>
            </a:bodyPr>
            <a:lstStyle/>
            <a:p>
              <a:r>
                <a:rPr lang="en-US" sz="1000" dirty="0"/>
                <a:t>E</a:t>
              </a:r>
            </a:p>
          </p:txBody>
        </p:sp>
        <p:grpSp>
          <p:nvGrpSpPr>
            <p:cNvPr id="75" name="Group 74">
              <a:extLst>
                <a:ext uri="{FF2B5EF4-FFF2-40B4-BE49-F238E27FC236}">
                  <a16:creationId xmlns:a16="http://schemas.microsoft.com/office/drawing/2014/main" id="{A1800A79-558C-CF2E-EED9-950FE61DBB3A}"/>
                </a:ext>
              </a:extLst>
            </p:cNvPr>
            <p:cNvGrpSpPr/>
            <p:nvPr/>
          </p:nvGrpSpPr>
          <p:grpSpPr>
            <a:xfrm>
              <a:off x="6337890" y="2517730"/>
              <a:ext cx="94129" cy="59864"/>
              <a:chOff x="7175341" y="-130057"/>
              <a:chExt cx="446054" cy="254526"/>
            </a:xfrm>
          </p:grpSpPr>
          <p:cxnSp>
            <p:nvCxnSpPr>
              <p:cNvPr id="83" name="Straight Connector 82">
                <a:extLst>
                  <a:ext uri="{FF2B5EF4-FFF2-40B4-BE49-F238E27FC236}">
                    <a16:creationId xmlns:a16="http://schemas.microsoft.com/office/drawing/2014/main" id="{DC77B07E-232E-9419-4C5D-7E68322A9EE7}"/>
                  </a:ext>
                </a:extLst>
              </p:cNvPr>
              <p:cNvCxnSpPr>
                <a:cxnSpLocks/>
              </p:cNvCxnSpPr>
              <p:nvPr/>
            </p:nvCxnSpPr>
            <p:spPr>
              <a:xfrm>
                <a:off x="7175341" y="-130057"/>
                <a:ext cx="217817" cy="25452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E0BCC0A8-1EAC-AD46-5D76-07313583AC12}"/>
                  </a:ext>
                </a:extLst>
              </p:cNvPr>
              <p:cNvCxnSpPr>
                <a:cxnSpLocks/>
              </p:cNvCxnSpPr>
              <p:nvPr/>
            </p:nvCxnSpPr>
            <p:spPr>
              <a:xfrm flipV="1">
                <a:off x="7392272" y="-130057"/>
                <a:ext cx="229123" cy="25452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104" name="Group 103">
            <a:extLst>
              <a:ext uri="{FF2B5EF4-FFF2-40B4-BE49-F238E27FC236}">
                <a16:creationId xmlns:a16="http://schemas.microsoft.com/office/drawing/2014/main" id="{FF8BF6F1-2661-C9FF-4155-9D1B15BCE994}"/>
              </a:ext>
            </a:extLst>
          </p:cNvPr>
          <p:cNvGrpSpPr/>
          <p:nvPr/>
        </p:nvGrpSpPr>
        <p:grpSpPr>
          <a:xfrm>
            <a:off x="6045719" y="3168205"/>
            <a:ext cx="647701" cy="542453"/>
            <a:chOff x="6052398" y="2496470"/>
            <a:chExt cx="647701" cy="542453"/>
          </a:xfrm>
        </p:grpSpPr>
        <p:sp>
          <p:nvSpPr>
            <p:cNvPr id="111" name="Rectangle 110">
              <a:extLst>
                <a:ext uri="{FF2B5EF4-FFF2-40B4-BE49-F238E27FC236}">
                  <a16:creationId xmlns:a16="http://schemas.microsoft.com/office/drawing/2014/main" id="{6009AFF7-940F-E754-1239-CB39B9C3A488}"/>
                </a:ext>
              </a:extLst>
            </p:cNvPr>
            <p:cNvSpPr/>
            <p:nvPr/>
          </p:nvSpPr>
          <p:spPr>
            <a:xfrm>
              <a:off x="6113359" y="2514600"/>
              <a:ext cx="586740" cy="5243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2" name="TextBox 111">
              <a:extLst>
                <a:ext uri="{FF2B5EF4-FFF2-40B4-BE49-F238E27FC236}">
                  <a16:creationId xmlns:a16="http://schemas.microsoft.com/office/drawing/2014/main" id="{845CE620-C467-F9D4-F5CA-0FC2CAFFD674}"/>
                </a:ext>
              </a:extLst>
            </p:cNvPr>
            <p:cNvSpPr txBox="1"/>
            <p:nvPr/>
          </p:nvSpPr>
          <p:spPr>
            <a:xfrm>
              <a:off x="6052398" y="2496470"/>
              <a:ext cx="247184" cy="246221"/>
            </a:xfrm>
            <a:prstGeom prst="rect">
              <a:avLst/>
            </a:prstGeom>
            <a:noFill/>
            <a:ln>
              <a:noFill/>
            </a:ln>
          </p:spPr>
          <p:txBody>
            <a:bodyPr wrap="none" rtlCol="0">
              <a:spAutoFit/>
            </a:bodyPr>
            <a:lstStyle/>
            <a:p>
              <a:r>
                <a:rPr lang="en-US" sz="1000" dirty="0"/>
                <a:t>E</a:t>
              </a:r>
            </a:p>
          </p:txBody>
        </p:sp>
        <p:grpSp>
          <p:nvGrpSpPr>
            <p:cNvPr id="131" name="Group 130">
              <a:extLst>
                <a:ext uri="{FF2B5EF4-FFF2-40B4-BE49-F238E27FC236}">
                  <a16:creationId xmlns:a16="http://schemas.microsoft.com/office/drawing/2014/main" id="{0E408DF0-FEDA-DD29-6FB4-A2AD540978AA}"/>
                </a:ext>
              </a:extLst>
            </p:cNvPr>
            <p:cNvGrpSpPr/>
            <p:nvPr/>
          </p:nvGrpSpPr>
          <p:grpSpPr>
            <a:xfrm>
              <a:off x="6359664" y="2517730"/>
              <a:ext cx="94129" cy="59864"/>
              <a:chOff x="7278523" y="-130057"/>
              <a:chExt cx="446054" cy="254526"/>
            </a:xfrm>
          </p:grpSpPr>
          <p:cxnSp>
            <p:nvCxnSpPr>
              <p:cNvPr id="134" name="Straight Connector 133">
                <a:extLst>
                  <a:ext uri="{FF2B5EF4-FFF2-40B4-BE49-F238E27FC236}">
                    <a16:creationId xmlns:a16="http://schemas.microsoft.com/office/drawing/2014/main" id="{35F11AB0-1212-6807-2CE9-156AB24C8144}"/>
                  </a:ext>
                </a:extLst>
              </p:cNvPr>
              <p:cNvCxnSpPr>
                <a:cxnSpLocks/>
              </p:cNvCxnSpPr>
              <p:nvPr/>
            </p:nvCxnSpPr>
            <p:spPr>
              <a:xfrm>
                <a:off x="7278523" y="-130057"/>
                <a:ext cx="217817" cy="25452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340E907-7325-E70A-33D2-7D00C5E9D302}"/>
                  </a:ext>
                </a:extLst>
              </p:cNvPr>
              <p:cNvCxnSpPr>
                <a:cxnSpLocks/>
              </p:cNvCxnSpPr>
              <p:nvPr/>
            </p:nvCxnSpPr>
            <p:spPr>
              <a:xfrm flipV="1">
                <a:off x="7495454" y="-130057"/>
                <a:ext cx="229123" cy="25452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cxnSp>
        <p:nvCxnSpPr>
          <p:cNvPr id="141" name="Straight Arrow Connector 140">
            <a:extLst>
              <a:ext uri="{FF2B5EF4-FFF2-40B4-BE49-F238E27FC236}">
                <a16:creationId xmlns:a16="http://schemas.microsoft.com/office/drawing/2014/main" id="{475DC630-0EE2-B39A-EEB9-BCA0B760BDA1}"/>
              </a:ext>
            </a:extLst>
          </p:cNvPr>
          <p:cNvCxnSpPr>
            <a:cxnSpLocks/>
          </p:cNvCxnSpPr>
          <p:nvPr/>
        </p:nvCxnSpPr>
        <p:spPr>
          <a:xfrm>
            <a:off x="5774267" y="2660225"/>
            <a:ext cx="321733"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55" name="Straight Arrow Connector 154">
            <a:extLst>
              <a:ext uri="{FF2B5EF4-FFF2-40B4-BE49-F238E27FC236}">
                <a16:creationId xmlns:a16="http://schemas.microsoft.com/office/drawing/2014/main" id="{D32B3ACC-0F9B-1144-50C3-4CC2471E47A8}"/>
              </a:ext>
            </a:extLst>
          </p:cNvPr>
          <p:cNvCxnSpPr>
            <a:cxnSpLocks/>
          </p:cNvCxnSpPr>
          <p:nvPr/>
        </p:nvCxnSpPr>
        <p:spPr>
          <a:xfrm>
            <a:off x="5774267" y="3307925"/>
            <a:ext cx="321733"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61" name="TextBox 160">
            <a:extLst>
              <a:ext uri="{FF2B5EF4-FFF2-40B4-BE49-F238E27FC236}">
                <a16:creationId xmlns:a16="http://schemas.microsoft.com/office/drawing/2014/main" id="{7F2B3A1F-5FAF-ED33-5C65-D1F99F347639}"/>
              </a:ext>
            </a:extLst>
          </p:cNvPr>
          <p:cNvSpPr txBox="1"/>
          <p:nvPr/>
        </p:nvSpPr>
        <p:spPr>
          <a:xfrm>
            <a:off x="5768973" y="1852512"/>
            <a:ext cx="317716" cy="246221"/>
          </a:xfrm>
          <a:prstGeom prst="rect">
            <a:avLst/>
          </a:prstGeom>
          <a:noFill/>
          <a:ln>
            <a:noFill/>
          </a:ln>
        </p:spPr>
        <p:txBody>
          <a:bodyPr wrap="none" rtlCol="0">
            <a:spAutoFit/>
          </a:bodyPr>
          <a:lstStyle/>
          <a:p>
            <a:r>
              <a:rPr lang="en-US" sz="1000" dirty="0"/>
              <a:t>p1</a:t>
            </a:r>
          </a:p>
        </p:txBody>
      </p:sp>
      <p:sp>
        <p:nvSpPr>
          <p:cNvPr id="162" name="TextBox 161">
            <a:extLst>
              <a:ext uri="{FF2B5EF4-FFF2-40B4-BE49-F238E27FC236}">
                <a16:creationId xmlns:a16="http://schemas.microsoft.com/office/drawing/2014/main" id="{829DDF43-3D6B-8AB3-92D3-F2F570E34DC0}"/>
              </a:ext>
            </a:extLst>
          </p:cNvPr>
          <p:cNvSpPr txBox="1"/>
          <p:nvPr/>
        </p:nvSpPr>
        <p:spPr>
          <a:xfrm>
            <a:off x="5751769" y="2444445"/>
            <a:ext cx="317716" cy="246221"/>
          </a:xfrm>
          <a:prstGeom prst="rect">
            <a:avLst/>
          </a:prstGeom>
          <a:noFill/>
          <a:ln>
            <a:noFill/>
          </a:ln>
        </p:spPr>
        <p:txBody>
          <a:bodyPr wrap="none" rtlCol="0">
            <a:spAutoFit/>
          </a:bodyPr>
          <a:lstStyle/>
          <a:p>
            <a:r>
              <a:rPr lang="en-US" sz="1000" dirty="0"/>
              <a:t>p2</a:t>
            </a:r>
          </a:p>
        </p:txBody>
      </p:sp>
      <p:sp>
        <p:nvSpPr>
          <p:cNvPr id="163" name="TextBox 162">
            <a:extLst>
              <a:ext uri="{FF2B5EF4-FFF2-40B4-BE49-F238E27FC236}">
                <a16:creationId xmlns:a16="http://schemas.microsoft.com/office/drawing/2014/main" id="{4499AA8C-96E6-1FD7-A554-8906294585F1}"/>
              </a:ext>
            </a:extLst>
          </p:cNvPr>
          <p:cNvSpPr txBox="1"/>
          <p:nvPr/>
        </p:nvSpPr>
        <p:spPr>
          <a:xfrm>
            <a:off x="5746283" y="3094706"/>
            <a:ext cx="317716" cy="246221"/>
          </a:xfrm>
          <a:prstGeom prst="rect">
            <a:avLst/>
          </a:prstGeom>
          <a:noFill/>
          <a:ln>
            <a:noFill/>
          </a:ln>
        </p:spPr>
        <p:txBody>
          <a:bodyPr wrap="none" rtlCol="0">
            <a:spAutoFit/>
          </a:bodyPr>
          <a:lstStyle/>
          <a:p>
            <a:r>
              <a:rPr lang="en-US" sz="1000" dirty="0"/>
              <a:t>p3</a:t>
            </a:r>
          </a:p>
        </p:txBody>
      </p:sp>
      <p:cxnSp>
        <p:nvCxnSpPr>
          <p:cNvPr id="165" name="Straight Connector 164">
            <a:extLst>
              <a:ext uri="{FF2B5EF4-FFF2-40B4-BE49-F238E27FC236}">
                <a16:creationId xmlns:a16="http://schemas.microsoft.com/office/drawing/2014/main" id="{40F33CD2-B7EB-55AE-1DB2-C134FF311638}"/>
              </a:ext>
            </a:extLst>
          </p:cNvPr>
          <p:cNvCxnSpPr>
            <a:cxnSpLocks/>
          </p:cNvCxnSpPr>
          <p:nvPr/>
        </p:nvCxnSpPr>
        <p:spPr>
          <a:xfrm flipV="1">
            <a:off x="1300617" y="1596189"/>
            <a:ext cx="5098854" cy="920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D1B2DA64-2893-C62E-02D0-8162FA7BB15C}"/>
              </a:ext>
            </a:extLst>
          </p:cNvPr>
          <p:cNvCxnSpPr>
            <a:cxnSpLocks/>
          </p:cNvCxnSpPr>
          <p:nvPr/>
        </p:nvCxnSpPr>
        <p:spPr>
          <a:xfrm>
            <a:off x="6399927" y="1927860"/>
            <a:ext cx="941" cy="125847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A7AEB8D2-CBF0-6C0F-65DC-78BD956E567D}"/>
              </a:ext>
            </a:extLst>
          </p:cNvPr>
          <p:cNvCxnSpPr>
            <a:cxnSpLocks/>
          </p:cNvCxnSpPr>
          <p:nvPr/>
        </p:nvCxnSpPr>
        <p:spPr>
          <a:xfrm>
            <a:off x="5250543" y="2217420"/>
            <a:ext cx="0" cy="1244237"/>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3" name="Straight Arrow Connector 172">
            <a:extLst>
              <a:ext uri="{FF2B5EF4-FFF2-40B4-BE49-F238E27FC236}">
                <a16:creationId xmlns:a16="http://schemas.microsoft.com/office/drawing/2014/main" id="{2D40BA27-F19C-80AD-91ED-7B84CD34DACC}"/>
              </a:ext>
            </a:extLst>
          </p:cNvPr>
          <p:cNvCxnSpPr>
            <a:cxnSpLocks/>
          </p:cNvCxnSpPr>
          <p:nvPr/>
        </p:nvCxnSpPr>
        <p:spPr>
          <a:xfrm>
            <a:off x="5246914" y="2217420"/>
            <a:ext cx="863876" cy="0"/>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1" name="Straight Arrow Connector 180">
            <a:extLst>
              <a:ext uri="{FF2B5EF4-FFF2-40B4-BE49-F238E27FC236}">
                <a16:creationId xmlns:a16="http://schemas.microsoft.com/office/drawing/2014/main" id="{B3A7651A-D5A5-8AEA-FAD0-73494630F2E3}"/>
              </a:ext>
            </a:extLst>
          </p:cNvPr>
          <p:cNvCxnSpPr>
            <a:cxnSpLocks/>
          </p:cNvCxnSpPr>
          <p:nvPr/>
        </p:nvCxnSpPr>
        <p:spPr>
          <a:xfrm>
            <a:off x="5250269" y="2845916"/>
            <a:ext cx="863876" cy="0"/>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3" name="Straight Arrow Connector 182">
            <a:extLst>
              <a:ext uri="{FF2B5EF4-FFF2-40B4-BE49-F238E27FC236}">
                <a16:creationId xmlns:a16="http://schemas.microsoft.com/office/drawing/2014/main" id="{A908F081-B67E-49AF-B9B8-B1CC55EF1F3D}"/>
              </a:ext>
            </a:extLst>
          </p:cNvPr>
          <p:cNvCxnSpPr>
            <a:cxnSpLocks/>
          </p:cNvCxnSpPr>
          <p:nvPr/>
        </p:nvCxnSpPr>
        <p:spPr>
          <a:xfrm>
            <a:off x="5249483" y="3458210"/>
            <a:ext cx="863876" cy="0"/>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E422B0C4-05B2-F204-D018-3B4992E07477}"/>
              </a:ext>
            </a:extLst>
          </p:cNvPr>
          <p:cNvCxnSpPr>
            <a:cxnSpLocks/>
          </p:cNvCxnSpPr>
          <p:nvPr/>
        </p:nvCxnSpPr>
        <p:spPr>
          <a:xfrm>
            <a:off x="7015179" y="2212196"/>
            <a:ext cx="0" cy="1252663"/>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08EFF5A4-5064-3B0F-69A3-CD27BBC0AD62}"/>
              </a:ext>
            </a:extLst>
          </p:cNvPr>
          <p:cNvCxnSpPr>
            <a:stCxn id="70" idx="3"/>
          </p:cNvCxnSpPr>
          <p:nvPr/>
        </p:nvCxnSpPr>
        <p:spPr>
          <a:xfrm flipV="1">
            <a:off x="6693056" y="2816428"/>
            <a:ext cx="326605" cy="708"/>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F3382A9A-B3AA-18B6-EBA3-2B3EEDD236FE}"/>
              </a:ext>
            </a:extLst>
          </p:cNvPr>
          <p:cNvCxnSpPr>
            <a:cxnSpLocks/>
          </p:cNvCxnSpPr>
          <p:nvPr/>
        </p:nvCxnSpPr>
        <p:spPr>
          <a:xfrm>
            <a:off x="6690728" y="2217420"/>
            <a:ext cx="328933" cy="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8D2FE631-A087-E2BA-9D8F-81D2FE09CEAC}"/>
              </a:ext>
            </a:extLst>
          </p:cNvPr>
          <p:cNvCxnSpPr>
            <a:cxnSpLocks/>
          </p:cNvCxnSpPr>
          <p:nvPr/>
        </p:nvCxnSpPr>
        <p:spPr>
          <a:xfrm>
            <a:off x="6693420" y="3457461"/>
            <a:ext cx="326241" cy="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CB4510C2-B86F-939E-F42C-DC6FE63860FD}"/>
              </a:ext>
            </a:extLst>
          </p:cNvPr>
          <p:cNvCxnSpPr/>
          <p:nvPr/>
        </p:nvCxnSpPr>
        <p:spPr>
          <a:xfrm flipH="1">
            <a:off x="6805831" y="2146308"/>
            <a:ext cx="120016" cy="121629"/>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0" name="TextBox 219">
            <a:extLst>
              <a:ext uri="{FF2B5EF4-FFF2-40B4-BE49-F238E27FC236}">
                <a16:creationId xmlns:a16="http://schemas.microsoft.com/office/drawing/2014/main" id="{B7915B52-532F-330C-EFDD-A6115A1638F3}"/>
              </a:ext>
            </a:extLst>
          </p:cNvPr>
          <p:cNvSpPr txBox="1"/>
          <p:nvPr/>
        </p:nvSpPr>
        <p:spPr>
          <a:xfrm>
            <a:off x="6765937" y="2158804"/>
            <a:ext cx="250390" cy="246221"/>
          </a:xfrm>
          <a:prstGeom prst="rect">
            <a:avLst/>
          </a:prstGeom>
          <a:noFill/>
          <a:ln>
            <a:noFill/>
          </a:ln>
        </p:spPr>
        <p:txBody>
          <a:bodyPr wrap="none" rtlCol="0">
            <a:spAutoFit/>
          </a:bodyPr>
          <a:lstStyle/>
          <a:p>
            <a:r>
              <a:rPr lang="en-US" sz="1000" dirty="0"/>
              <a:t>8</a:t>
            </a:r>
          </a:p>
        </p:txBody>
      </p:sp>
      <p:cxnSp>
        <p:nvCxnSpPr>
          <p:cNvPr id="221" name="Straight Connector 220">
            <a:extLst>
              <a:ext uri="{FF2B5EF4-FFF2-40B4-BE49-F238E27FC236}">
                <a16:creationId xmlns:a16="http://schemas.microsoft.com/office/drawing/2014/main" id="{A2FA2C5D-0EDB-A3D0-DE7C-8A820C3F4F86}"/>
              </a:ext>
            </a:extLst>
          </p:cNvPr>
          <p:cNvCxnSpPr/>
          <p:nvPr/>
        </p:nvCxnSpPr>
        <p:spPr>
          <a:xfrm flipH="1">
            <a:off x="6801352" y="2755899"/>
            <a:ext cx="120016" cy="121629"/>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2" name="TextBox 221">
            <a:extLst>
              <a:ext uri="{FF2B5EF4-FFF2-40B4-BE49-F238E27FC236}">
                <a16:creationId xmlns:a16="http://schemas.microsoft.com/office/drawing/2014/main" id="{AC06E6DC-6357-2B97-6300-FE45980F277B}"/>
              </a:ext>
            </a:extLst>
          </p:cNvPr>
          <p:cNvSpPr txBox="1"/>
          <p:nvPr/>
        </p:nvSpPr>
        <p:spPr>
          <a:xfrm>
            <a:off x="6761458" y="2768395"/>
            <a:ext cx="250390" cy="246221"/>
          </a:xfrm>
          <a:prstGeom prst="rect">
            <a:avLst/>
          </a:prstGeom>
          <a:noFill/>
          <a:ln>
            <a:noFill/>
          </a:ln>
        </p:spPr>
        <p:txBody>
          <a:bodyPr wrap="none" rtlCol="0">
            <a:spAutoFit/>
          </a:bodyPr>
          <a:lstStyle/>
          <a:p>
            <a:r>
              <a:rPr lang="en-US" sz="1000" dirty="0"/>
              <a:t>8</a:t>
            </a:r>
          </a:p>
        </p:txBody>
      </p:sp>
      <p:cxnSp>
        <p:nvCxnSpPr>
          <p:cNvPr id="223" name="Straight Connector 222">
            <a:extLst>
              <a:ext uri="{FF2B5EF4-FFF2-40B4-BE49-F238E27FC236}">
                <a16:creationId xmlns:a16="http://schemas.microsoft.com/office/drawing/2014/main" id="{35067C47-EC62-D326-E93A-12C68FC20662}"/>
              </a:ext>
            </a:extLst>
          </p:cNvPr>
          <p:cNvCxnSpPr/>
          <p:nvPr/>
        </p:nvCxnSpPr>
        <p:spPr>
          <a:xfrm flipH="1">
            <a:off x="6783422" y="3396883"/>
            <a:ext cx="120016" cy="121629"/>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4" name="TextBox 223">
            <a:extLst>
              <a:ext uri="{FF2B5EF4-FFF2-40B4-BE49-F238E27FC236}">
                <a16:creationId xmlns:a16="http://schemas.microsoft.com/office/drawing/2014/main" id="{CFA7084D-4B5D-2AD7-81FB-3932ACA4AB09}"/>
              </a:ext>
            </a:extLst>
          </p:cNvPr>
          <p:cNvSpPr txBox="1"/>
          <p:nvPr/>
        </p:nvSpPr>
        <p:spPr>
          <a:xfrm>
            <a:off x="6743528" y="3409379"/>
            <a:ext cx="250390" cy="246221"/>
          </a:xfrm>
          <a:prstGeom prst="rect">
            <a:avLst/>
          </a:prstGeom>
          <a:noFill/>
          <a:ln>
            <a:noFill/>
          </a:ln>
        </p:spPr>
        <p:txBody>
          <a:bodyPr wrap="none" rtlCol="0">
            <a:spAutoFit/>
          </a:bodyPr>
          <a:lstStyle/>
          <a:p>
            <a:r>
              <a:rPr lang="en-US" sz="1000" dirty="0"/>
              <a:t>8</a:t>
            </a:r>
          </a:p>
        </p:txBody>
      </p:sp>
      <p:cxnSp>
        <p:nvCxnSpPr>
          <p:cNvPr id="225" name="Straight Connector 224">
            <a:extLst>
              <a:ext uri="{FF2B5EF4-FFF2-40B4-BE49-F238E27FC236}">
                <a16:creationId xmlns:a16="http://schemas.microsoft.com/office/drawing/2014/main" id="{FDF7EEE0-2A51-D2B9-E548-988C73A24ADC}"/>
              </a:ext>
            </a:extLst>
          </p:cNvPr>
          <p:cNvCxnSpPr/>
          <p:nvPr/>
        </p:nvCxnSpPr>
        <p:spPr>
          <a:xfrm flipH="1">
            <a:off x="4990475" y="2908312"/>
            <a:ext cx="120016" cy="121629"/>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6" name="TextBox 225">
            <a:extLst>
              <a:ext uri="{FF2B5EF4-FFF2-40B4-BE49-F238E27FC236}">
                <a16:creationId xmlns:a16="http://schemas.microsoft.com/office/drawing/2014/main" id="{3EB7EFBC-7C7B-34F9-6DC5-88417B39EAA6}"/>
              </a:ext>
            </a:extLst>
          </p:cNvPr>
          <p:cNvSpPr txBox="1"/>
          <p:nvPr/>
        </p:nvSpPr>
        <p:spPr>
          <a:xfrm>
            <a:off x="4950581" y="2964624"/>
            <a:ext cx="250390" cy="246221"/>
          </a:xfrm>
          <a:prstGeom prst="rect">
            <a:avLst/>
          </a:prstGeom>
          <a:noFill/>
          <a:ln>
            <a:noFill/>
          </a:ln>
        </p:spPr>
        <p:txBody>
          <a:bodyPr wrap="none" rtlCol="0">
            <a:spAutoFit/>
          </a:bodyPr>
          <a:lstStyle/>
          <a:p>
            <a:r>
              <a:rPr lang="en-US" sz="1000" dirty="0"/>
              <a:t>8</a:t>
            </a:r>
          </a:p>
        </p:txBody>
      </p:sp>
      <p:cxnSp>
        <p:nvCxnSpPr>
          <p:cNvPr id="227" name="Straight Connector 226">
            <a:extLst>
              <a:ext uri="{FF2B5EF4-FFF2-40B4-BE49-F238E27FC236}">
                <a16:creationId xmlns:a16="http://schemas.microsoft.com/office/drawing/2014/main" id="{D27C21DC-8408-1136-A87C-703F155C5FB7}"/>
              </a:ext>
            </a:extLst>
          </p:cNvPr>
          <p:cNvCxnSpPr/>
          <p:nvPr/>
        </p:nvCxnSpPr>
        <p:spPr>
          <a:xfrm flipH="1">
            <a:off x="3789380" y="2914005"/>
            <a:ext cx="120016" cy="121629"/>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8" name="TextBox 227">
            <a:extLst>
              <a:ext uri="{FF2B5EF4-FFF2-40B4-BE49-F238E27FC236}">
                <a16:creationId xmlns:a16="http://schemas.microsoft.com/office/drawing/2014/main" id="{7E9F3739-717A-29A6-4948-0B674B0A84C4}"/>
              </a:ext>
            </a:extLst>
          </p:cNvPr>
          <p:cNvSpPr txBox="1"/>
          <p:nvPr/>
        </p:nvSpPr>
        <p:spPr>
          <a:xfrm>
            <a:off x="3749486" y="2970317"/>
            <a:ext cx="316112" cy="246221"/>
          </a:xfrm>
          <a:prstGeom prst="rect">
            <a:avLst/>
          </a:prstGeom>
          <a:noFill/>
          <a:ln>
            <a:noFill/>
          </a:ln>
        </p:spPr>
        <p:txBody>
          <a:bodyPr wrap="none" rtlCol="0">
            <a:spAutoFit/>
          </a:bodyPr>
          <a:lstStyle/>
          <a:p>
            <a:r>
              <a:rPr lang="en-US" sz="1000" dirty="0"/>
              <a:t>11</a:t>
            </a:r>
          </a:p>
        </p:txBody>
      </p:sp>
      <p:cxnSp>
        <p:nvCxnSpPr>
          <p:cNvPr id="232" name="Straight Connector 231">
            <a:extLst>
              <a:ext uri="{FF2B5EF4-FFF2-40B4-BE49-F238E27FC236}">
                <a16:creationId xmlns:a16="http://schemas.microsoft.com/office/drawing/2014/main" id="{756EEBFA-5200-2C27-A5AF-ED37D5BDADE3}"/>
              </a:ext>
            </a:extLst>
          </p:cNvPr>
          <p:cNvCxnSpPr/>
          <p:nvPr/>
        </p:nvCxnSpPr>
        <p:spPr>
          <a:xfrm flipH="1">
            <a:off x="7207929" y="3486312"/>
            <a:ext cx="120016" cy="121629"/>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3" name="TextBox 232">
            <a:extLst>
              <a:ext uri="{FF2B5EF4-FFF2-40B4-BE49-F238E27FC236}">
                <a16:creationId xmlns:a16="http://schemas.microsoft.com/office/drawing/2014/main" id="{B1F29FB6-EA38-FD11-338E-4B7635E18220}"/>
              </a:ext>
            </a:extLst>
          </p:cNvPr>
          <p:cNvSpPr txBox="1"/>
          <p:nvPr/>
        </p:nvSpPr>
        <p:spPr>
          <a:xfrm>
            <a:off x="7987802" y="2948479"/>
            <a:ext cx="316112" cy="246221"/>
          </a:xfrm>
          <a:prstGeom prst="rect">
            <a:avLst/>
          </a:prstGeom>
          <a:noFill/>
          <a:ln>
            <a:noFill/>
          </a:ln>
        </p:spPr>
        <p:txBody>
          <a:bodyPr wrap="none" rtlCol="0">
            <a:spAutoFit/>
          </a:bodyPr>
          <a:lstStyle/>
          <a:p>
            <a:r>
              <a:rPr lang="en-US" sz="1000" dirty="0"/>
              <a:t>19</a:t>
            </a:r>
          </a:p>
        </p:txBody>
      </p:sp>
      <p:cxnSp>
        <p:nvCxnSpPr>
          <p:cNvPr id="235" name="Straight Arrow Connector 234">
            <a:extLst>
              <a:ext uri="{FF2B5EF4-FFF2-40B4-BE49-F238E27FC236}">
                <a16:creationId xmlns:a16="http://schemas.microsoft.com/office/drawing/2014/main" id="{0D699F24-A31B-C5C3-CA8E-25E35F2ADC6F}"/>
              </a:ext>
            </a:extLst>
          </p:cNvPr>
          <p:cNvCxnSpPr>
            <a:cxnSpLocks/>
          </p:cNvCxnSpPr>
          <p:nvPr/>
        </p:nvCxnSpPr>
        <p:spPr>
          <a:xfrm flipH="1">
            <a:off x="4400286" y="4414688"/>
            <a:ext cx="3060984"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36" name="Straight Arrow Connector 235">
            <a:extLst>
              <a:ext uri="{FF2B5EF4-FFF2-40B4-BE49-F238E27FC236}">
                <a16:creationId xmlns:a16="http://schemas.microsoft.com/office/drawing/2014/main" id="{DBB8B5A3-39C9-B968-F47A-C1D417625156}"/>
              </a:ext>
            </a:extLst>
          </p:cNvPr>
          <p:cNvCxnSpPr>
            <a:cxnSpLocks/>
          </p:cNvCxnSpPr>
          <p:nvPr/>
        </p:nvCxnSpPr>
        <p:spPr>
          <a:xfrm flipH="1">
            <a:off x="4398857" y="4639829"/>
            <a:ext cx="3190099"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38" name="TextBox 237">
            <a:extLst>
              <a:ext uri="{FF2B5EF4-FFF2-40B4-BE49-F238E27FC236}">
                <a16:creationId xmlns:a16="http://schemas.microsoft.com/office/drawing/2014/main" id="{6534D1E7-936A-2583-060E-004B8E458746}"/>
              </a:ext>
            </a:extLst>
          </p:cNvPr>
          <p:cNvSpPr txBox="1"/>
          <p:nvPr/>
        </p:nvSpPr>
        <p:spPr>
          <a:xfrm>
            <a:off x="6001631" y="4190843"/>
            <a:ext cx="570990" cy="246221"/>
          </a:xfrm>
          <a:prstGeom prst="rect">
            <a:avLst/>
          </a:prstGeom>
          <a:noFill/>
          <a:ln>
            <a:noFill/>
          </a:ln>
        </p:spPr>
        <p:txBody>
          <a:bodyPr wrap="none" rtlCol="0">
            <a:spAutoFit/>
          </a:bodyPr>
          <a:lstStyle/>
          <a:p>
            <a:r>
              <a:rPr lang="en-US" sz="1000" dirty="0" err="1"/>
              <a:t>Jmp</a:t>
            </a:r>
            <a:r>
              <a:rPr lang="en-US" sz="1000" dirty="0"/>
              <a:t>(I4)</a:t>
            </a:r>
          </a:p>
        </p:txBody>
      </p:sp>
      <p:sp>
        <p:nvSpPr>
          <p:cNvPr id="239" name="TextBox 238">
            <a:extLst>
              <a:ext uri="{FF2B5EF4-FFF2-40B4-BE49-F238E27FC236}">
                <a16:creationId xmlns:a16="http://schemas.microsoft.com/office/drawing/2014/main" id="{696C9437-ECFE-E121-1E8C-85945AE3BD25}"/>
              </a:ext>
            </a:extLst>
          </p:cNvPr>
          <p:cNvSpPr txBox="1"/>
          <p:nvPr/>
        </p:nvSpPr>
        <p:spPr>
          <a:xfrm>
            <a:off x="6012857" y="4425284"/>
            <a:ext cx="535724" cy="246221"/>
          </a:xfrm>
          <a:prstGeom prst="rect">
            <a:avLst/>
          </a:prstGeom>
          <a:noFill/>
          <a:ln>
            <a:noFill/>
          </a:ln>
        </p:spPr>
        <p:txBody>
          <a:bodyPr wrap="none" rtlCol="0">
            <a:spAutoFit/>
          </a:bodyPr>
          <a:lstStyle/>
          <a:p>
            <a:r>
              <a:rPr lang="en-US" sz="1000" dirty="0"/>
              <a:t>Bra(I5)</a:t>
            </a:r>
          </a:p>
        </p:txBody>
      </p:sp>
      <p:sp>
        <p:nvSpPr>
          <p:cNvPr id="246" name="TextBox 245">
            <a:extLst>
              <a:ext uri="{FF2B5EF4-FFF2-40B4-BE49-F238E27FC236}">
                <a16:creationId xmlns:a16="http://schemas.microsoft.com/office/drawing/2014/main" id="{9C2C8373-1634-DCA6-37DB-8EB23458B2F8}"/>
              </a:ext>
            </a:extLst>
          </p:cNvPr>
          <p:cNvSpPr txBox="1"/>
          <p:nvPr/>
        </p:nvSpPr>
        <p:spPr>
          <a:xfrm>
            <a:off x="3258148" y="4273822"/>
            <a:ext cx="688009" cy="246221"/>
          </a:xfrm>
          <a:prstGeom prst="rect">
            <a:avLst/>
          </a:prstGeom>
          <a:noFill/>
          <a:ln>
            <a:noFill/>
          </a:ln>
        </p:spPr>
        <p:txBody>
          <a:bodyPr wrap="none" rtlCol="0">
            <a:spAutoFit/>
          </a:bodyPr>
          <a:lstStyle/>
          <a:p>
            <a:r>
              <a:rPr lang="en-US" sz="1000" dirty="0" err="1"/>
              <a:t>LoadAddr</a:t>
            </a:r>
            <a:endParaRPr lang="en-US" sz="1000" dirty="0"/>
          </a:p>
        </p:txBody>
      </p:sp>
      <p:sp>
        <p:nvSpPr>
          <p:cNvPr id="247" name="TextBox 246">
            <a:extLst>
              <a:ext uri="{FF2B5EF4-FFF2-40B4-BE49-F238E27FC236}">
                <a16:creationId xmlns:a16="http://schemas.microsoft.com/office/drawing/2014/main" id="{0A971541-1711-8F73-DECB-90137CA25DBB}"/>
              </a:ext>
            </a:extLst>
          </p:cNvPr>
          <p:cNvSpPr txBox="1"/>
          <p:nvPr/>
        </p:nvSpPr>
        <p:spPr>
          <a:xfrm>
            <a:off x="2511463" y="4279874"/>
            <a:ext cx="766557" cy="246221"/>
          </a:xfrm>
          <a:prstGeom prst="rect">
            <a:avLst/>
          </a:prstGeom>
          <a:noFill/>
          <a:ln>
            <a:noFill/>
          </a:ln>
        </p:spPr>
        <p:txBody>
          <a:bodyPr wrap="none" rtlCol="0">
            <a:spAutoFit/>
          </a:bodyPr>
          <a:lstStyle/>
          <a:p>
            <a:r>
              <a:rPr lang="en-US" sz="1000" dirty="0" err="1"/>
              <a:t>BraAddrSel</a:t>
            </a:r>
            <a:endParaRPr lang="en-US" sz="1000" dirty="0"/>
          </a:p>
        </p:txBody>
      </p:sp>
      <p:cxnSp>
        <p:nvCxnSpPr>
          <p:cNvPr id="259" name="Straight Arrow Connector 258">
            <a:extLst>
              <a:ext uri="{FF2B5EF4-FFF2-40B4-BE49-F238E27FC236}">
                <a16:creationId xmlns:a16="http://schemas.microsoft.com/office/drawing/2014/main" id="{F871D044-6B92-CE52-EDD9-D669A9CC3D89}"/>
              </a:ext>
            </a:extLst>
          </p:cNvPr>
          <p:cNvCxnSpPr>
            <a:cxnSpLocks/>
          </p:cNvCxnSpPr>
          <p:nvPr/>
        </p:nvCxnSpPr>
        <p:spPr>
          <a:xfrm>
            <a:off x="7885475" y="1263564"/>
            <a:ext cx="0" cy="3706651"/>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8A700843-9E69-B8BE-A1B8-335EEE300351}"/>
              </a:ext>
            </a:extLst>
          </p:cNvPr>
          <p:cNvCxnSpPr/>
          <p:nvPr/>
        </p:nvCxnSpPr>
        <p:spPr>
          <a:xfrm flipH="1">
            <a:off x="7186044" y="2430958"/>
            <a:ext cx="120016" cy="121629"/>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66" name="TextBox 265">
            <a:extLst>
              <a:ext uri="{FF2B5EF4-FFF2-40B4-BE49-F238E27FC236}">
                <a16:creationId xmlns:a16="http://schemas.microsoft.com/office/drawing/2014/main" id="{B50AFCBA-ABD2-0A22-AB1A-BB47DBE9C870}"/>
              </a:ext>
            </a:extLst>
          </p:cNvPr>
          <p:cNvSpPr txBox="1"/>
          <p:nvPr/>
        </p:nvSpPr>
        <p:spPr>
          <a:xfrm>
            <a:off x="7154940" y="2437436"/>
            <a:ext cx="250390" cy="246221"/>
          </a:xfrm>
          <a:prstGeom prst="rect">
            <a:avLst/>
          </a:prstGeom>
          <a:noFill/>
          <a:ln>
            <a:noFill/>
          </a:ln>
        </p:spPr>
        <p:txBody>
          <a:bodyPr wrap="none" rtlCol="0">
            <a:spAutoFit/>
          </a:bodyPr>
          <a:lstStyle/>
          <a:p>
            <a:r>
              <a:rPr lang="en-US" sz="1000" dirty="0"/>
              <a:t>4</a:t>
            </a:r>
          </a:p>
        </p:txBody>
      </p:sp>
      <p:sp>
        <p:nvSpPr>
          <p:cNvPr id="267" name="TextBox 266">
            <a:extLst>
              <a:ext uri="{FF2B5EF4-FFF2-40B4-BE49-F238E27FC236}">
                <a16:creationId xmlns:a16="http://schemas.microsoft.com/office/drawing/2014/main" id="{1D17BF02-DEFA-33FC-ED6E-0D78F229CF55}"/>
              </a:ext>
            </a:extLst>
          </p:cNvPr>
          <p:cNvSpPr txBox="1"/>
          <p:nvPr/>
        </p:nvSpPr>
        <p:spPr>
          <a:xfrm>
            <a:off x="6653358" y="5630920"/>
            <a:ext cx="864339" cy="246221"/>
          </a:xfrm>
          <a:prstGeom prst="rect">
            <a:avLst/>
          </a:prstGeom>
          <a:noFill/>
          <a:ln>
            <a:noFill/>
          </a:ln>
        </p:spPr>
        <p:txBody>
          <a:bodyPr wrap="none" rtlCol="0">
            <a:spAutoFit/>
          </a:bodyPr>
          <a:lstStyle/>
          <a:p>
            <a:r>
              <a:rPr lang="en-US" sz="1000" dirty="0"/>
              <a:t>Loop </a:t>
            </a:r>
            <a:r>
              <a:rPr lang="en-US" sz="1000" dirty="0" err="1"/>
              <a:t>Cnt</a:t>
            </a:r>
            <a:r>
              <a:rPr lang="en-US" sz="1000" dirty="0"/>
              <a:t> Exp</a:t>
            </a:r>
          </a:p>
        </p:txBody>
      </p:sp>
      <p:cxnSp>
        <p:nvCxnSpPr>
          <p:cNvPr id="29" name="Straight Connector 28">
            <a:extLst>
              <a:ext uri="{FF2B5EF4-FFF2-40B4-BE49-F238E27FC236}">
                <a16:creationId xmlns:a16="http://schemas.microsoft.com/office/drawing/2014/main" id="{593B1BB0-0561-1F58-756D-D1A0979A9C73}"/>
              </a:ext>
            </a:extLst>
          </p:cNvPr>
          <p:cNvCxnSpPr>
            <a:cxnSpLocks/>
          </p:cNvCxnSpPr>
          <p:nvPr/>
        </p:nvCxnSpPr>
        <p:spPr>
          <a:xfrm>
            <a:off x="5508171" y="487175"/>
            <a:ext cx="0" cy="542033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EA2543F-5058-F699-4143-7978955C8BD5}"/>
              </a:ext>
            </a:extLst>
          </p:cNvPr>
          <p:cNvCxnSpPr/>
          <p:nvPr/>
        </p:nvCxnSpPr>
        <p:spPr>
          <a:xfrm flipH="1">
            <a:off x="5502729" y="5905500"/>
            <a:ext cx="53340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A804BFA7-FFC9-9A2B-C854-BFCD6689D8BA}"/>
              </a:ext>
            </a:extLst>
          </p:cNvPr>
          <p:cNvSpPr txBox="1"/>
          <p:nvPr/>
        </p:nvSpPr>
        <p:spPr>
          <a:xfrm>
            <a:off x="10346182" y="1495623"/>
            <a:ext cx="494046" cy="246221"/>
          </a:xfrm>
          <a:prstGeom prst="rect">
            <a:avLst/>
          </a:prstGeom>
          <a:noFill/>
          <a:ln>
            <a:noFill/>
          </a:ln>
        </p:spPr>
        <p:txBody>
          <a:bodyPr wrap="none" rtlCol="0">
            <a:spAutoFit/>
          </a:bodyPr>
          <a:lstStyle/>
          <a:p>
            <a:r>
              <a:rPr lang="en-US" sz="1000" dirty="0">
                <a:solidFill>
                  <a:schemeClr val="bg2">
                    <a:lumMod val="75000"/>
                  </a:schemeClr>
                </a:solidFill>
              </a:rPr>
              <a:t>I4Jmp</a:t>
            </a:r>
          </a:p>
        </p:txBody>
      </p:sp>
      <p:sp>
        <p:nvSpPr>
          <p:cNvPr id="18" name="Oval 17">
            <a:extLst>
              <a:ext uri="{FF2B5EF4-FFF2-40B4-BE49-F238E27FC236}">
                <a16:creationId xmlns:a16="http://schemas.microsoft.com/office/drawing/2014/main" id="{5F980597-B139-74E4-6E99-F39F37487599}"/>
              </a:ext>
            </a:extLst>
          </p:cNvPr>
          <p:cNvSpPr/>
          <p:nvPr/>
        </p:nvSpPr>
        <p:spPr>
          <a:xfrm>
            <a:off x="3464673" y="2350003"/>
            <a:ext cx="80464" cy="7664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TextBox 20">
            <a:extLst>
              <a:ext uri="{FF2B5EF4-FFF2-40B4-BE49-F238E27FC236}">
                <a16:creationId xmlns:a16="http://schemas.microsoft.com/office/drawing/2014/main" id="{D80D7478-0864-49A8-7D54-E05CE19E9381}"/>
              </a:ext>
            </a:extLst>
          </p:cNvPr>
          <p:cNvSpPr txBox="1"/>
          <p:nvPr/>
        </p:nvSpPr>
        <p:spPr>
          <a:xfrm>
            <a:off x="3358679" y="2370371"/>
            <a:ext cx="311304" cy="246221"/>
          </a:xfrm>
          <a:prstGeom prst="rect">
            <a:avLst/>
          </a:prstGeom>
          <a:noFill/>
          <a:ln>
            <a:noFill/>
          </a:ln>
        </p:spPr>
        <p:txBody>
          <a:bodyPr wrap="none" rtlCol="0">
            <a:spAutoFit/>
          </a:bodyPr>
          <a:lstStyle/>
          <a:p>
            <a:r>
              <a:rPr lang="en-US" sz="1000" dirty="0"/>
              <a:t>E#</a:t>
            </a:r>
          </a:p>
        </p:txBody>
      </p:sp>
      <p:cxnSp>
        <p:nvCxnSpPr>
          <p:cNvPr id="36" name="Straight Arrow Connector 35">
            <a:extLst>
              <a:ext uri="{FF2B5EF4-FFF2-40B4-BE49-F238E27FC236}">
                <a16:creationId xmlns:a16="http://schemas.microsoft.com/office/drawing/2014/main" id="{A36B2264-1E10-30FE-9915-9D13AEAAEEF1}"/>
              </a:ext>
            </a:extLst>
          </p:cNvPr>
          <p:cNvCxnSpPr>
            <a:cxnSpLocks/>
          </p:cNvCxnSpPr>
          <p:nvPr/>
        </p:nvCxnSpPr>
        <p:spPr>
          <a:xfrm>
            <a:off x="3504905" y="1217404"/>
            <a:ext cx="0" cy="112899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894EEEE0-DC41-53AA-4F33-57F3DB558A24}"/>
              </a:ext>
            </a:extLst>
          </p:cNvPr>
          <p:cNvSpPr txBox="1"/>
          <p:nvPr/>
        </p:nvSpPr>
        <p:spPr>
          <a:xfrm>
            <a:off x="8304902" y="2044909"/>
            <a:ext cx="247184" cy="246221"/>
          </a:xfrm>
          <a:prstGeom prst="rect">
            <a:avLst/>
          </a:prstGeom>
          <a:noFill/>
          <a:ln>
            <a:noFill/>
          </a:ln>
        </p:spPr>
        <p:txBody>
          <a:bodyPr wrap="none" rtlCol="0">
            <a:spAutoFit/>
          </a:bodyPr>
          <a:lstStyle/>
          <a:p>
            <a:r>
              <a:rPr lang="en-US" sz="1000" dirty="0"/>
              <a:t>E</a:t>
            </a:r>
          </a:p>
        </p:txBody>
      </p:sp>
      <p:cxnSp>
        <p:nvCxnSpPr>
          <p:cNvPr id="142" name="Straight Connector 141">
            <a:extLst>
              <a:ext uri="{FF2B5EF4-FFF2-40B4-BE49-F238E27FC236}">
                <a16:creationId xmlns:a16="http://schemas.microsoft.com/office/drawing/2014/main" id="{CE83729B-B770-598E-F8BD-62783E1679A0}"/>
              </a:ext>
            </a:extLst>
          </p:cNvPr>
          <p:cNvCxnSpPr>
            <a:cxnSpLocks/>
          </p:cNvCxnSpPr>
          <p:nvPr/>
        </p:nvCxnSpPr>
        <p:spPr>
          <a:xfrm flipH="1">
            <a:off x="7019661" y="2485915"/>
            <a:ext cx="871351" cy="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7" name="TextBox 146">
            <a:extLst>
              <a:ext uri="{FF2B5EF4-FFF2-40B4-BE49-F238E27FC236}">
                <a16:creationId xmlns:a16="http://schemas.microsoft.com/office/drawing/2014/main" id="{C641ECA8-053D-037E-D881-F3A5642E26B1}"/>
              </a:ext>
            </a:extLst>
          </p:cNvPr>
          <p:cNvSpPr txBox="1"/>
          <p:nvPr/>
        </p:nvSpPr>
        <p:spPr>
          <a:xfrm>
            <a:off x="7209137" y="3453211"/>
            <a:ext cx="316112" cy="246221"/>
          </a:xfrm>
          <a:prstGeom prst="rect">
            <a:avLst/>
          </a:prstGeom>
          <a:noFill/>
          <a:ln>
            <a:noFill/>
          </a:ln>
        </p:spPr>
        <p:txBody>
          <a:bodyPr wrap="none" rtlCol="0">
            <a:spAutoFit/>
          </a:bodyPr>
          <a:lstStyle/>
          <a:p>
            <a:r>
              <a:rPr lang="en-US" sz="1000" dirty="0"/>
              <a:t>11</a:t>
            </a:r>
          </a:p>
        </p:txBody>
      </p:sp>
      <p:cxnSp>
        <p:nvCxnSpPr>
          <p:cNvPr id="149" name="Straight Connector 148">
            <a:extLst>
              <a:ext uri="{FF2B5EF4-FFF2-40B4-BE49-F238E27FC236}">
                <a16:creationId xmlns:a16="http://schemas.microsoft.com/office/drawing/2014/main" id="{9C1B52BA-2053-5781-C73F-65AA8523570E}"/>
              </a:ext>
            </a:extLst>
          </p:cNvPr>
          <p:cNvCxnSpPr>
            <a:cxnSpLocks/>
          </p:cNvCxnSpPr>
          <p:nvPr/>
        </p:nvCxnSpPr>
        <p:spPr>
          <a:xfrm>
            <a:off x="7019661" y="2675965"/>
            <a:ext cx="446685"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F1181E5A-9FB7-614E-1136-0FFE40AD48DD}"/>
              </a:ext>
            </a:extLst>
          </p:cNvPr>
          <p:cNvCxnSpPr>
            <a:cxnSpLocks/>
          </p:cNvCxnSpPr>
          <p:nvPr/>
        </p:nvCxnSpPr>
        <p:spPr>
          <a:xfrm>
            <a:off x="7465315" y="2676166"/>
            <a:ext cx="0" cy="173779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D829D95F-2DC1-7ACF-EF11-3C79990A1C14}"/>
              </a:ext>
            </a:extLst>
          </p:cNvPr>
          <p:cNvCxnSpPr>
            <a:cxnSpLocks/>
          </p:cNvCxnSpPr>
          <p:nvPr/>
        </p:nvCxnSpPr>
        <p:spPr>
          <a:xfrm>
            <a:off x="7587763" y="2955505"/>
            <a:ext cx="0" cy="168705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7477ACD-7144-2D2C-E64E-9DBC37CBA070}"/>
              </a:ext>
            </a:extLst>
          </p:cNvPr>
          <p:cNvSpPr txBox="1"/>
          <p:nvPr/>
        </p:nvSpPr>
        <p:spPr>
          <a:xfrm>
            <a:off x="4160356" y="3678161"/>
            <a:ext cx="986167" cy="246221"/>
          </a:xfrm>
          <a:prstGeom prst="rect">
            <a:avLst/>
          </a:prstGeom>
          <a:noFill/>
          <a:ln>
            <a:noFill/>
          </a:ln>
        </p:spPr>
        <p:txBody>
          <a:bodyPr wrap="none" rtlCol="0">
            <a:spAutoFit/>
          </a:bodyPr>
          <a:lstStyle/>
          <a:p>
            <a:r>
              <a:rPr lang="en-US" sz="1000" dirty="0" err="1"/>
              <a:t>BraAddr</a:t>
            </a:r>
            <a:r>
              <a:rPr lang="en-US" sz="1000" dirty="0"/>
              <a:t> I[18:8]</a:t>
            </a:r>
          </a:p>
        </p:txBody>
      </p:sp>
      <p:cxnSp>
        <p:nvCxnSpPr>
          <p:cNvPr id="204" name="Straight Connector 203">
            <a:extLst>
              <a:ext uri="{FF2B5EF4-FFF2-40B4-BE49-F238E27FC236}">
                <a16:creationId xmlns:a16="http://schemas.microsoft.com/office/drawing/2014/main" id="{FB2B9AC1-3240-A4D4-DDE9-41F8C9741786}"/>
              </a:ext>
            </a:extLst>
          </p:cNvPr>
          <p:cNvCxnSpPr/>
          <p:nvPr/>
        </p:nvCxnSpPr>
        <p:spPr>
          <a:xfrm>
            <a:off x="7699984" y="2963288"/>
            <a:ext cx="0" cy="1889927"/>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6" name="Straight Arrow Connector 205">
            <a:extLst>
              <a:ext uri="{FF2B5EF4-FFF2-40B4-BE49-F238E27FC236}">
                <a16:creationId xmlns:a16="http://schemas.microsoft.com/office/drawing/2014/main" id="{E1A5986A-1A1C-1610-D969-6976ACA0295F}"/>
              </a:ext>
            </a:extLst>
          </p:cNvPr>
          <p:cNvCxnSpPr/>
          <p:nvPr/>
        </p:nvCxnSpPr>
        <p:spPr>
          <a:xfrm flipH="1">
            <a:off x="4400286" y="4853215"/>
            <a:ext cx="3299698"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13" name="TextBox 212">
            <a:extLst>
              <a:ext uri="{FF2B5EF4-FFF2-40B4-BE49-F238E27FC236}">
                <a16:creationId xmlns:a16="http://schemas.microsoft.com/office/drawing/2014/main" id="{108C7E88-E314-BC02-5D76-E6AC05213CF5}"/>
              </a:ext>
            </a:extLst>
          </p:cNvPr>
          <p:cNvSpPr txBox="1"/>
          <p:nvPr/>
        </p:nvSpPr>
        <p:spPr>
          <a:xfrm>
            <a:off x="5825207" y="4653335"/>
            <a:ext cx="891591" cy="246221"/>
          </a:xfrm>
          <a:prstGeom prst="rect">
            <a:avLst/>
          </a:prstGeom>
          <a:noFill/>
          <a:ln>
            <a:noFill/>
          </a:ln>
        </p:spPr>
        <p:txBody>
          <a:bodyPr wrap="none" rtlCol="0">
            <a:spAutoFit/>
          </a:bodyPr>
          <a:lstStyle/>
          <a:p>
            <a:r>
              <a:rPr lang="en-US" sz="1000" dirty="0" err="1"/>
              <a:t>HWIntEn</a:t>
            </a:r>
            <a:r>
              <a:rPr lang="en-US" sz="1000" dirty="0"/>
              <a:t>(I23)</a:t>
            </a:r>
          </a:p>
        </p:txBody>
      </p:sp>
      <p:sp>
        <p:nvSpPr>
          <p:cNvPr id="214" name="TextBox 213">
            <a:extLst>
              <a:ext uri="{FF2B5EF4-FFF2-40B4-BE49-F238E27FC236}">
                <a16:creationId xmlns:a16="http://schemas.microsoft.com/office/drawing/2014/main" id="{4F846C37-AC0D-49B5-5F9B-9DB0878E9F75}"/>
              </a:ext>
            </a:extLst>
          </p:cNvPr>
          <p:cNvSpPr txBox="1"/>
          <p:nvPr/>
        </p:nvSpPr>
        <p:spPr>
          <a:xfrm>
            <a:off x="7826445" y="4519799"/>
            <a:ext cx="758541" cy="246221"/>
          </a:xfrm>
          <a:prstGeom prst="rect">
            <a:avLst/>
          </a:prstGeom>
          <a:noFill/>
          <a:ln>
            <a:noFill/>
          </a:ln>
        </p:spPr>
        <p:txBody>
          <a:bodyPr wrap="none" rtlCol="0">
            <a:spAutoFit/>
          </a:bodyPr>
          <a:lstStyle/>
          <a:p>
            <a:r>
              <a:rPr lang="en-US" sz="1000" dirty="0" err="1"/>
              <a:t>BraSel</a:t>
            </a:r>
            <a:r>
              <a:rPr lang="en-US" sz="1000" dirty="0"/>
              <a:t>[3:0]</a:t>
            </a:r>
          </a:p>
        </p:txBody>
      </p:sp>
      <p:sp>
        <p:nvSpPr>
          <p:cNvPr id="26" name="TextBox 25">
            <a:extLst>
              <a:ext uri="{FF2B5EF4-FFF2-40B4-BE49-F238E27FC236}">
                <a16:creationId xmlns:a16="http://schemas.microsoft.com/office/drawing/2014/main" id="{69C297C9-03BB-E302-AF7C-622FDCFDDDEA}"/>
              </a:ext>
            </a:extLst>
          </p:cNvPr>
          <p:cNvSpPr txBox="1"/>
          <p:nvPr/>
        </p:nvSpPr>
        <p:spPr>
          <a:xfrm>
            <a:off x="240658" y="3419533"/>
            <a:ext cx="1782903" cy="1169551"/>
          </a:xfrm>
          <a:prstGeom prst="rect">
            <a:avLst/>
          </a:prstGeom>
          <a:noFill/>
          <a:ln>
            <a:noFill/>
          </a:ln>
        </p:spPr>
        <p:txBody>
          <a:bodyPr wrap="square" rtlCol="0">
            <a:spAutoFit/>
          </a:bodyPr>
          <a:lstStyle/>
          <a:p>
            <a:r>
              <a:rPr lang="en-US" sz="1000" dirty="0"/>
              <a:t>Assembles 24-bit </a:t>
            </a:r>
            <a:r>
              <a:rPr lang="en-US" sz="1000" dirty="0" err="1"/>
              <a:t>uInstruction</a:t>
            </a:r>
            <a:r>
              <a:rPr lang="en-US" sz="1000" dirty="0"/>
              <a:t> from 3 consecutive reads of </a:t>
            </a:r>
            <a:r>
              <a:rPr lang="en-US" sz="1000" dirty="0" err="1"/>
              <a:t>uROM</a:t>
            </a:r>
            <a:r>
              <a:rPr lang="en-US" sz="1000" dirty="0"/>
              <a:t>.</a:t>
            </a:r>
          </a:p>
          <a:p>
            <a:r>
              <a:rPr lang="en-US" sz="1000" dirty="0"/>
              <a:t>3 Instruction Types:</a:t>
            </a:r>
          </a:p>
          <a:p>
            <a:r>
              <a:rPr lang="en-US" sz="1000" dirty="0"/>
              <a:t>    </a:t>
            </a:r>
            <a:r>
              <a:rPr lang="en-US" sz="1000" dirty="0" err="1"/>
              <a:t>uINSTR</a:t>
            </a:r>
            <a:endParaRPr lang="en-US" sz="1000" dirty="0"/>
          </a:p>
          <a:p>
            <a:r>
              <a:rPr lang="en-US" sz="1000" dirty="0"/>
              <a:t>    JMP &lt;target&gt;</a:t>
            </a:r>
          </a:p>
          <a:p>
            <a:r>
              <a:rPr lang="en-US" sz="1000" dirty="0"/>
              <a:t>    BRA &lt;</a:t>
            </a:r>
            <a:r>
              <a:rPr lang="en-US" sz="1000" dirty="0" err="1"/>
              <a:t>cond_sel</a:t>
            </a:r>
            <a:r>
              <a:rPr lang="en-US" sz="1000" dirty="0"/>
              <a:t>&gt; &lt;target&gt;</a:t>
            </a:r>
          </a:p>
        </p:txBody>
      </p:sp>
      <p:sp>
        <p:nvSpPr>
          <p:cNvPr id="41" name="Right Brace 40">
            <a:extLst>
              <a:ext uri="{FF2B5EF4-FFF2-40B4-BE49-F238E27FC236}">
                <a16:creationId xmlns:a16="http://schemas.microsoft.com/office/drawing/2014/main" id="{942D8CD2-75AD-A523-4E22-51C02916E3FE}"/>
              </a:ext>
            </a:extLst>
          </p:cNvPr>
          <p:cNvSpPr/>
          <p:nvPr/>
        </p:nvSpPr>
        <p:spPr>
          <a:xfrm>
            <a:off x="11349334" y="2349076"/>
            <a:ext cx="131462" cy="2210801"/>
          </a:xfrm>
          <a:prstGeom prst="rightBrac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7" name="TextBox 56">
            <a:extLst>
              <a:ext uri="{FF2B5EF4-FFF2-40B4-BE49-F238E27FC236}">
                <a16:creationId xmlns:a16="http://schemas.microsoft.com/office/drawing/2014/main" id="{473A279F-CC8B-5815-077E-1D473DD94A4E}"/>
              </a:ext>
            </a:extLst>
          </p:cNvPr>
          <p:cNvSpPr txBox="1"/>
          <p:nvPr/>
        </p:nvSpPr>
        <p:spPr>
          <a:xfrm>
            <a:off x="11432769" y="3250486"/>
            <a:ext cx="550151" cy="400110"/>
          </a:xfrm>
          <a:prstGeom prst="rect">
            <a:avLst/>
          </a:prstGeom>
          <a:noFill/>
          <a:ln>
            <a:noFill/>
          </a:ln>
        </p:spPr>
        <p:txBody>
          <a:bodyPr wrap="none" rtlCol="0">
            <a:spAutoFit/>
          </a:bodyPr>
          <a:lstStyle/>
          <a:p>
            <a:r>
              <a:rPr lang="en-US" sz="1000" dirty="0"/>
              <a:t>Target </a:t>
            </a:r>
          </a:p>
          <a:p>
            <a:r>
              <a:rPr lang="en-US" sz="1000" dirty="0" err="1"/>
              <a:t>Addr</a:t>
            </a:r>
            <a:endParaRPr lang="en-US" sz="1000" dirty="0"/>
          </a:p>
        </p:txBody>
      </p:sp>
    </p:spTree>
    <p:extLst>
      <p:ext uri="{BB962C8B-B14F-4D97-AF65-F5344CB8AC3E}">
        <p14:creationId xmlns:p14="http://schemas.microsoft.com/office/powerpoint/2010/main" val="1125210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19" name="Straight Connector 418">
            <a:extLst>
              <a:ext uri="{FF2B5EF4-FFF2-40B4-BE49-F238E27FC236}">
                <a16:creationId xmlns:a16="http://schemas.microsoft.com/office/drawing/2014/main" id="{36068DBA-880A-F84E-4B4A-D5BD9740AC11}"/>
              </a:ext>
            </a:extLst>
          </p:cNvPr>
          <p:cNvCxnSpPr>
            <a:cxnSpLocks/>
          </p:cNvCxnSpPr>
          <p:nvPr/>
        </p:nvCxnSpPr>
        <p:spPr>
          <a:xfrm>
            <a:off x="6248400" y="2393343"/>
            <a:ext cx="0" cy="2401641"/>
          </a:xfrm>
          <a:prstGeom prst="line">
            <a:avLst/>
          </a:prstGeom>
          <a:ln>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53" name="TextBox 552">
            <a:extLst>
              <a:ext uri="{FF2B5EF4-FFF2-40B4-BE49-F238E27FC236}">
                <a16:creationId xmlns:a16="http://schemas.microsoft.com/office/drawing/2014/main" id="{135AF5E0-807D-3CB1-7A0D-D6C7911D3653}"/>
              </a:ext>
            </a:extLst>
          </p:cNvPr>
          <p:cNvSpPr txBox="1"/>
          <p:nvPr/>
        </p:nvSpPr>
        <p:spPr>
          <a:xfrm>
            <a:off x="4117107" y="311195"/>
            <a:ext cx="3185424" cy="461665"/>
          </a:xfrm>
          <a:prstGeom prst="rect">
            <a:avLst/>
          </a:prstGeom>
          <a:noFill/>
          <a:ln>
            <a:noFill/>
          </a:ln>
        </p:spPr>
        <p:txBody>
          <a:bodyPr wrap="none" rtlCol="0">
            <a:spAutoFit/>
          </a:bodyPr>
          <a:lstStyle/>
          <a:p>
            <a:r>
              <a:rPr lang="en-US" sz="2400" dirty="0"/>
              <a:t>Power-On Reset Startup</a:t>
            </a:r>
          </a:p>
        </p:txBody>
      </p:sp>
      <p:grpSp>
        <p:nvGrpSpPr>
          <p:cNvPr id="99" name="Group 98">
            <a:extLst>
              <a:ext uri="{FF2B5EF4-FFF2-40B4-BE49-F238E27FC236}">
                <a16:creationId xmlns:a16="http://schemas.microsoft.com/office/drawing/2014/main" id="{82318001-CC84-D1C1-6593-B2937C85C60D}"/>
              </a:ext>
            </a:extLst>
          </p:cNvPr>
          <p:cNvGrpSpPr/>
          <p:nvPr/>
        </p:nvGrpSpPr>
        <p:grpSpPr>
          <a:xfrm>
            <a:off x="243095" y="4001924"/>
            <a:ext cx="11028643" cy="2175042"/>
            <a:chOff x="243095" y="3606725"/>
            <a:chExt cx="11028643" cy="2175042"/>
          </a:xfrm>
        </p:grpSpPr>
        <p:grpSp>
          <p:nvGrpSpPr>
            <p:cNvPr id="349" name="Group 348">
              <a:extLst>
                <a:ext uri="{FF2B5EF4-FFF2-40B4-BE49-F238E27FC236}">
                  <a16:creationId xmlns:a16="http://schemas.microsoft.com/office/drawing/2014/main" id="{A2E38147-025E-90E5-CF6D-5B130495F67D}"/>
                </a:ext>
              </a:extLst>
            </p:cNvPr>
            <p:cNvGrpSpPr/>
            <p:nvPr/>
          </p:nvGrpSpPr>
          <p:grpSpPr>
            <a:xfrm>
              <a:off x="6248289" y="3614821"/>
              <a:ext cx="1170725" cy="367655"/>
              <a:chOff x="2437199" y="2793563"/>
              <a:chExt cx="1170725" cy="367655"/>
            </a:xfrm>
          </p:grpSpPr>
          <p:grpSp>
            <p:nvGrpSpPr>
              <p:cNvPr id="339" name="Group 338">
                <a:extLst>
                  <a:ext uri="{FF2B5EF4-FFF2-40B4-BE49-F238E27FC236}">
                    <a16:creationId xmlns:a16="http://schemas.microsoft.com/office/drawing/2014/main" id="{9F2CBE4E-5274-D271-F03C-93BC779FE2B6}"/>
                  </a:ext>
                </a:extLst>
              </p:cNvPr>
              <p:cNvGrpSpPr/>
              <p:nvPr/>
            </p:nvGrpSpPr>
            <p:grpSpPr>
              <a:xfrm>
                <a:off x="2437199" y="2793563"/>
                <a:ext cx="296047" cy="246221"/>
                <a:chOff x="2554916" y="2741839"/>
                <a:chExt cx="477726" cy="246221"/>
              </a:xfrm>
            </p:grpSpPr>
            <p:sp>
              <p:nvSpPr>
                <p:cNvPr id="333" name="Hexagon 332">
                  <a:extLst>
                    <a:ext uri="{FF2B5EF4-FFF2-40B4-BE49-F238E27FC236}">
                      <a16:creationId xmlns:a16="http://schemas.microsoft.com/office/drawing/2014/main" id="{0B453044-4C98-B910-DA3A-50897EB6ED11}"/>
                    </a:ext>
                  </a:extLst>
                </p:cNvPr>
                <p:cNvSpPr/>
                <p:nvPr/>
              </p:nvSpPr>
              <p:spPr>
                <a:xfrm>
                  <a:off x="2554916" y="2741839"/>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36" name="TextBox 335">
                  <a:extLst>
                    <a:ext uri="{FF2B5EF4-FFF2-40B4-BE49-F238E27FC236}">
                      <a16:creationId xmlns:a16="http://schemas.microsoft.com/office/drawing/2014/main" id="{681884D6-78F4-034D-6688-425D5C233DB5}"/>
                    </a:ext>
                  </a:extLst>
                </p:cNvPr>
                <p:cNvSpPr txBox="1"/>
                <p:nvPr/>
              </p:nvSpPr>
              <p:spPr>
                <a:xfrm>
                  <a:off x="2563925" y="2768373"/>
                  <a:ext cx="468717" cy="215444"/>
                </a:xfrm>
                <a:prstGeom prst="rect">
                  <a:avLst/>
                </a:prstGeom>
                <a:noFill/>
                <a:ln>
                  <a:noFill/>
                </a:ln>
              </p:spPr>
              <p:txBody>
                <a:bodyPr wrap="none" rtlCol="0">
                  <a:spAutoFit/>
                </a:bodyPr>
                <a:lstStyle/>
                <a:p>
                  <a:r>
                    <a:rPr lang="en-US" sz="800" dirty="0"/>
                    <a:t>p1</a:t>
                  </a:r>
                </a:p>
              </p:txBody>
            </p:sp>
          </p:grpSp>
          <p:grpSp>
            <p:nvGrpSpPr>
              <p:cNvPr id="340" name="Group 339">
                <a:extLst>
                  <a:ext uri="{FF2B5EF4-FFF2-40B4-BE49-F238E27FC236}">
                    <a16:creationId xmlns:a16="http://schemas.microsoft.com/office/drawing/2014/main" id="{113C8038-FC69-6DDA-0C04-C4C9B5ED5F2A}"/>
                  </a:ext>
                </a:extLst>
              </p:cNvPr>
              <p:cNvGrpSpPr/>
              <p:nvPr/>
            </p:nvGrpSpPr>
            <p:grpSpPr>
              <a:xfrm>
                <a:off x="2729865" y="2793563"/>
                <a:ext cx="296047" cy="246221"/>
                <a:chOff x="2554916" y="2741839"/>
                <a:chExt cx="477726" cy="246221"/>
              </a:xfrm>
            </p:grpSpPr>
            <p:sp>
              <p:nvSpPr>
                <p:cNvPr id="341" name="Hexagon 340">
                  <a:extLst>
                    <a:ext uri="{FF2B5EF4-FFF2-40B4-BE49-F238E27FC236}">
                      <a16:creationId xmlns:a16="http://schemas.microsoft.com/office/drawing/2014/main" id="{0EFF053C-18D7-7569-4E60-0B4A81AC6ED5}"/>
                    </a:ext>
                  </a:extLst>
                </p:cNvPr>
                <p:cNvSpPr/>
                <p:nvPr/>
              </p:nvSpPr>
              <p:spPr>
                <a:xfrm>
                  <a:off x="2554916" y="2741839"/>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42" name="TextBox 341">
                  <a:extLst>
                    <a:ext uri="{FF2B5EF4-FFF2-40B4-BE49-F238E27FC236}">
                      <a16:creationId xmlns:a16="http://schemas.microsoft.com/office/drawing/2014/main" id="{51022D99-6513-E859-76D6-2C56321EAC49}"/>
                    </a:ext>
                  </a:extLst>
                </p:cNvPr>
                <p:cNvSpPr txBox="1"/>
                <p:nvPr/>
              </p:nvSpPr>
              <p:spPr>
                <a:xfrm>
                  <a:off x="2563925" y="2768373"/>
                  <a:ext cx="468717" cy="215444"/>
                </a:xfrm>
                <a:prstGeom prst="rect">
                  <a:avLst/>
                </a:prstGeom>
                <a:noFill/>
                <a:ln>
                  <a:noFill/>
                </a:ln>
              </p:spPr>
              <p:txBody>
                <a:bodyPr wrap="none" rtlCol="0">
                  <a:spAutoFit/>
                </a:bodyPr>
                <a:lstStyle/>
                <a:p>
                  <a:r>
                    <a:rPr lang="en-US" sz="800" dirty="0"/>
                    <a:t>p2</a:t>
                  </a:r>
                </a:p>
              </p:txBody>
            </p:sp>
          </p:grpSp>
          <p:grpSp>
            <p:nvGrpSpPr>
              <p:cNvPr id="343" name="Group 342">
                <a:extLst>
                  <a:ext uri="{FF2B5EF4-FFF2-40B4-BE49-F238E27FC236}">
                    <a16:creationId xmlns:a16="http://schemas.microsoft.com/office/drawing/2014/main" id="{5D910B69-CDA1-B7B6-10E5-901D9AFEB501}"/>
                  </a:ext>
                </a:extLst>
              </p:cNvPr>
              <p:cNvGrpSpPr/>
              <p:nvPr/>
            </p:nvGrpSpPr>
            <p:grpSpPr>
              <a:xfrm>
                <a:off x="3020381" y="2796037"/>
                <a:ext cx="296047" cy="365088"/>
                <a:chOff x="2554916" y="2741839"/>
                <a:chExt cx="477726" cy="365088"/>
              </a:xfrm>
            </p:grpSpPr>
            <p:sp>
              <p:nvSpPr>
                <p:cNvPr id="344" name="Hexagon 343">
                  <a:extLst>
                    <a:ext uri="{FF2B5EF4-FFF2-40B4-BE49-F238E27FC236}">
                      <a16:creationId xmlns:a16="http://schemas.microsoft.com/office/drawing/2014/main" id="{38C97093-71BF-48DB-4F93-B351B31BB27E}"/>
                    </a:ext>
                  </a:extLst>
                </p:cNvPr>
                <p:cNvSpPr/>
                <p:nvPr/>
              </p:nvSpPr>
              <p:spPr>
                <a:xfrm>
                  <a:off x="2554916" y="2741839"/>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45" name="TextBox 344">
                  <a:extLst>
                    <a:ext uri="{FF2B5EF4-FFF2-40B4-BE49-F238E27FC236}">
                      <a16:creationId xmlns:a16="http://schemas.microsoft.com/office/drawing/2014/main" id="{54B4354A-57F5-C252-0E0A-F74EC999C002}"/>
                    </a:ext>
                  </a:extLst>
                </p:cNvPr>
                <p:cNvSpPr txBox="1"/>
                <p:nvPr/>
              </p:nvSpPr>
              <p:spPr>
                <a:xfrm>
                  <a:off x="2563925" y="2768373"/>
                  <a:ext cx="468717" cy="338554"/>
                </a:xfrm>
                <a:prstGeom prst="rect">
                  <a:avLst/>
                </a:prstGeom>
                <a:noFill/>
                <a:ln>
                  <a:noFill/>
                </a:ln>
              </p:spPr>
              <p:txBody>
                <a:bodyPr wrap="none" rtlCol="0">
                  <a:spAutoFit/>
                </a:bodyPr>
                <a:lstStyle/>
                <a:p>
                  <a:r>
                    <a:rPr lang="en-US" sz="800" dirty="0"/>
                    <a:t>P3</a:t>
                  </a:r>
                </a:p>
                <a:p>
                  <a:endParaRPr lang="en-US" sz="800" dirty="0"/>
                </a:p>
              </p:txBody>
            </p:sp>
          </p:grpSp>
          <p:grpSp>
            <p:nvGrpSpPr>
              <p:cNvPr id="346" name="Group 345">
                <a:extLst>
                  <a:ext uri="{FF2B5EF4-FFF2-40B4-BE49-F238E27FC236}">
                    <a16:creationId xmlns:a16="http://schemas.microsoft.com/office/drawing/2014/main" id="{F83FC516-5FFC-620C-29AE-86AA137EBB30}"/>
                  </a:ext>
                </a:extLst>
              </p:cNvPr>
              <p:cNvGrpSpPr/>
              <p:nvPr/>
            </p:nvGrpSpPr>
            <p:grpSpPr>
              <a:xfrm>
                <a:off x="3311877" y="2796130"/>
                <a:ext cx="296047" cy="365088"/>
                <a:chOff x="2554916" y="2741839"/>
                <a:chExt cx="477726" cy="365088"/>
              </a:xfrm>
            </p:grpSpPr>
            <p:sp>
              <p:nvSpPr>
                <p:cNvPr id="347" name="Hexagon 346">
                  <a:extLst>
                    <a:ext uri="{FF2B5EF4-FFF2-40B4-BE49-F238E27FC236}">
                      <a16:creationId xmlns:a16="http://schemas.microsoft.com/office/drawing/2014/main" id="{7AE11638-9223-8C7E-3B0A-5D9AE71999D6}"/>
                    </a:ext>
                  </a:extLst>
                </p:cNvPr>
                <p:cNvSpPr/>
                <p:nvPr/>
              </p:nvSpPr>
              <p:spPr>
                <a:xfrm>
                  <a:off x="2554916" y="2741839"/>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48" name="TextBox 347">
                  <a:extLst>
                    <a:ext uri="{FF2B5EF4-FFF2-40B4-BE49-F238E27FC236}">
                      <a16:creationId xmlns:a16="http://schemas.microsoft.com/office/drawing/2014/main" id="{866E8A4C-4906-CC78-9FBB-24506E7F8DF3}"/>
                    </a:ext>
                  </a:extLst>
                </p:cNvPr>
                <p:cNvSpPr txBox="1"/>
                <p:nvPr/>
              </p:nvSpPr>
              <p:spPr>
                <a:xfrm>
                  <a:off x="2563925" y="2768373"/>
                  <a:ext cx="468717" cy="338554"/>
                </a:xfrm>
                <a:prstGeom prst="rect">
                  <a:avLst/>
                </a:prstGeom>
                <a:noFill/>
                <a:ln>
                  <a:noFill/>
                </a:ln>
              </p:spPr>
              <p:txBody>
                <a:bodyPr wrap="none" rtlCol="0">
                  <a:spAutoFit/>
                </a:bodyPr>
                <a:lstStyle/>
                <a:p>
                  <a:r>
                    <a:rPr lang="en-US" sz="800" dirty="0"/>
                    <a:t>P4</a:t>
                  </a:r>
                </a:p>
                <a:p>
                  <a:endParaRPr lang="en-US" sz="800" dirty="0"/>
                </a:p>
              </p:txBody>
            </p:sp>
          </p:grpSp>
        </p:grpSp>
        <p:grpSp>
          <p:nvGrpSpPr>
            <p:cNvPr id="350" name="Group 349">
              <a:extLst>
                <a:ext uri="{FF2B5EF4-FFF2-40B4-BE49-F238E27FC236}">
                  <a16:creationId xmlns:a16="http://schemas.microsoft.com/office/drawing/2014/main" id="{A2122C5C-2782-B107-0762-DBDF073880E4}"/>
                </a:ext>
              </a:extLst>
            </p:cNvPr>
            <p:cNvGrpSpPr/>
            <p:nvPr/>
          </p:nvGrpSpPr>
          <p:grpSpPr>
            <a:xfrm>
              <a:off x="7419100" y="3617107"/>
              <a:ext cx="1170725" cy="367655"/>
              <a:chOff x="2437199" y="2793563"/>
              <a:chExt cx="1170725" cy="367655"/>
            </a:xfrm>
          </p:grpSpPr>
          <p:grpSp>
            <p:nvGrpSpPr>
              <p:cNvPr id="351" name="Group 350">
                <a:extLst>
                  <a:ext uri="{FF2B5EF4-FFF2-40B4-BE49-F238E27FC236}">
                    <a16:creationId xmlns:a16="http://schemas.microsoft.com/office/drawing/2014/main" id="{E6583505-8924-215F-7C2B-3ADDAE701E56}"/>
                  </a:ext>
                </a:extLst>
              </p:cNvPr>
              <p:cNvGrpSpPr/>
              <p:nvPr/>
            </p:nvGrpSpPr>
            <p:grpSpPr>
              <a:xfrm>
                <a:off x="2437199" y="2793563"/>
                <a:ext cx="296047" cy="246221"/>
                <a:chOff x="2554916" y="2741839"/>
                <a:chExt cx="477726" cy="246221"/>
              </a:xfrm>
            </p:grpSpPr>
            <p:sp>
              <p:nvSpPr>
                <p:cNvPr id="361" name="Hexagon 360">
                  <a:extLst>
                    <a:ext uri="{FF2B5EF4-FFF2-40B4-BE49-F238E27FC236}">
                      <a16:creationId xmlns:a16="http://schemas.microsoft.com/office/drawing/2014/main" id="{BAAED342-355F-A7B8-3F47-287AC2DF855F}"/>
                    </a:ext>
                  </a:extLst>
                </p:cNvPr>
                <p:cNvSpPr/>
                <p:nvPr/>
              </p:nvSpPr>
              <p:spPr>
                <a:xfrm>
                  <a:off x="2554916" y="2741839"/>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62" name="TextBox 361">
                  <a:extLst>
                    <a:ext uri="{FF2B5EF4-FFF2-40B4-BE49-F238E27FC236}">
                      <a16:creationId xmlns:a16="http://schemas.microsoft.com/office/drawing/2014/main" id="{13F31E51-9B84-C586-8948-1C90A56F6A01}"/>
                    </a:ext>
                  </a:extLst>
                </p:cNvPr>
                <p:cNvSpPr txBox="1"/>
                <p:nvPr/>
              </p:nvSpPr>
              <p:spPr>
                <a:xfrm>
                  <a:off x="2563925" y="2768373"/>
                  <a:ext cx="468717" cy="215444"/>
                </a:xfrm>
                <a:prstGeom prst="rect">
                  <a:avLst/>
                </a:prstGeom>
                <a:noFill/>
                <a:ln>
                  <a:noFill/>
                </a:ln>
              </p:spPr>
              <p:txBody>
                <a:bodyPr wrap="none" rtlCol="0">
                  <a:spAutoFit/>
                </a:bodyPr>
                <a:lstStyle/>
                <a:p>
                  <a:r>
                    <a:rPr lang="en-US" sz="800" dirty="0"/>
                    <a:t>p1</a:t>
                  </a:r>
                </a:p>
              </p:txBody>
            </p:sp>
          </p:grpSp>
          <p:grpSp>
            <p:nvGrpSpPr>
              <p:cNvPr id="352" name="Group 351">
                <a:extLst>
                  <a:ext uri="{FF2B5EF4-FFF2-40B4-BE49-F238E27FC236}">
                    <a16:creationId xmlns:a16="http://schemas.microsoft.com/office/drawing/2014/main" id="{A6A74769-AC2E-4968-FF15-6DB06D6DC728}"/>
                  </a:ext>
                </a:extLst>
              </p:cNvPr>
              <p:cNvGrpSpPr/>
              <p:nvPr/>
            </p:nvGrpSpPr>
            <p:grpSpPr>
              <a:xfrm>
                <a:off x="2729865" y="2793563"/>
                <a:ext cx="296047" cy="246221"/>
                <a:chOff x="2554916" y="2741839"/>
                <a:chExt cx="477726" cy="246221"/>
              </a:xfrm>
            </p:grpSpPr>
            <p:sp>
              <p:nvSpPr>
                <p:cNvPr id="359" name="Hexagon 358">
                  <a:extLst>
                    <a:ext uri="{FF2B5EF4-FFF2-40B4-BE49-F238E27FC236}">
                      <a16:creationId xmlns:a16="http://schemas.microsoft.com/office/drawing/2014/main" id="{442EE611-5EF6-98F9-7340-0D20D9184D5D}"/>
                    </a:ext>
                  </a:extLst>
                </p:cNvPr>
                <p:cNvSpPr/>
                <p:nvPr/>
              </p:nvSpPr>
              <p:spPr>
                <a:xfrm>
                  <a:off x="2554916" y="2741839"/>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60" name="TextBox 359">
                  <a:extLst>
                    <a:ext uri="{FF2B5EF4-FFF2-40B4-BE49-F238E27FC236}">
                      <a16:creationId xmlns:a16="http://schemas.microsoft.com/office/drawing/2014/main" id="{C6AAF5D4-5555-E0FF-F08D-9097BD0F6A45}"/>
                    </a:ext>
                  </a:extLst>
                </p:cNvPr>
                <p:cNvSpPr txBox="1"/>
                <p:nvPr/>
              </p:nvSpPr>
              <p:spPr>
                <a:xfrm>
                  <a:off x="2563925" y="2768373"/>
                  <a:ext cx="468717" cy="215444"/>
                </a:xfrm>
                <a:prstGeom prst="rect">
                  <a:avLst/>
                </a:prstGeom>
                <a:noFill/>
                <a:ln>
                  <a:noFill/>
                </a:ln>
              </p:spPr>
              <p:txBody>
                <a:bodyPr wrap="none" rtlCol="0">
                  <a:spAutoFit/>
                </a:bodyPr>
                <a:lstStyle/>
                <a:p>
                  <a:r>
                    <a:rPr lang="en-US" sz="800" dirty="0"/>
                    <a:t>p2</a:t>
                  </a:r>
                </a:p>
              </p:txBody>
            </p:sp>
          </p:grpSp>
          <p:grpSp>
            <p:nvGrpSpPr>
              <p:cNvPr id="353" name="Group 352">
                <a:extLst>
                  <a:ext uri="{FF2B5EF4-FFF2-40B4-BE49-F238E27FC236}">
                    <a16:creationId xmlns:a16="http://schemas.microsoft.com/office/drawing/2014/main" id="{BC6EBD9A-509A-0DD6-A196-BD725A0E2C26}"/>
                  </a:ext>
                </a:extLst>
              </p:cNvPr>
              <p:cNvGrpSpPr/>
              <p:nvPr/>
            </p:nvGrpSpPr>
            <p:grpSpPr>
              <a:xfrm>
                <a:off x="3020381" y="2796037"/>
                <a:ext cx="296047" cy="365088"/>
                <a:chOff x="2554916" y="2741839"/>
                <a:chExt cx="477726" cy="365088"/>
              </a:xfrm>
            </p:grpSpPr>
            <p:sp>
              <p:nvSpPr>
                <p:cNvPr id="357" name="Hexagon 356">
                  <a:extLst>
                    <a:ext uri="{FF2B5EF4-FFF2-40B4-BE49-F238E27FC236}">
                      <a16:creationId xmlns:a16="http://schemas.microsoft.com/office/drawing/2014/main" id="{5B98AFC8-E24C-5904-0493-7DCAE17B5CDD}"/>
                    </a:ext>
                  </a:extLst>
                </p:cNvPr>
                <p:cNvSpPr/>
                <p:nvPr/>
              </p:nvSpPr>
              <p:spPr>
                <a:xfrm>
                  <a:off x="2554916" y="2741839"/>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58" name="TextBox 357">
                  <a:extLst>
                    <a:ext uri="{FF2B5EF4-FFF2-40B4-BE49-F238E27FC236}">
                      <a16:creationId xmlns:a16="http://schemas.microsoft.com/office/drawing/2014/main" id="{31262EA5-86A7-FE10-84CF-B9DB053A5333}"/>
                    </a:ext>
                  </a:extLst>
                </p:cNvPr>
                <p:cNvSpPr txBox="1"/>
                <p:nvPr/>
              </p:nvSpPr>
              <p:spPr>
                <a:xfrm>
                  <a:off x="2563925" y="2768373"/>
                  <a:ext cx="468717" cy="338554"/>
                </a:xfrm>
                <a:prstGeom prst="rect">
                  <a:avLst/>
                </a:prstGeom>
                <a:noFill/>
                <a:ln>
                  <a:noFill/>
                </a:ln>
              </p:spPr>
              <p:txBody>
                <a:bodyPr wrap="none" rtlCol="0">
                  <a:spAutoFit/>
                </a:bodyPr>
                <a:lstStyle/>
                <a:p>
                  <a:r>
                    <a:rPr lang="en-US" sz="800" dirty="0"/>
                    <a:t>P3</a:t>
                  </a:r>
                </a:p>
                <a:p>
                  <a:endParaRPr lang="en-US" sz="800" dirty="0"/>
                </a:p>
              </p:txBody>
            </p:sp>
          </p:grpSp>
          <p:grpSp>
            <p:nvGrpSpPr>
              <p:cNvPr id="354" name="Group 353">
                <a:extLst>
                  <a:ext uri="{FF2B5EF4-FFF2-40B4-BE49-F238E27FC236}">
                    <a16:creationId xmlns:a16="http://schemas.microsoft.com/office/drawing/2014/main" id="{4E6D2AC2-9BF9-6A85-6931-CB5FD8880048}"/>
                  </a:ext>
                </a:extLst>
              </p:cNvPr>
              <p:cNvGrpSpPr/>
              <p:nvPr/>
            </p:nvGrpSpPr>
            <p:grpSpPr>
              <a:xfrm>
                <a:off x="3311877" y="2796130"/>
                <a:ext cx="296047" cy="365088"/>
                <a:chOff x="2554916" y="2741839"/>
                <a:chExt cx="477726" cy="365088"/>
              </a:xfrm>
            </p:grpSpPr>
            <p:sp>
              <p:nvSpPr>
                <p:cNvPr id="355" name="Hexagon 354">
                  <a:extLst>
                    <a:ext uri="{FF2B5EF4-FFF2-40B4-BE49-F238E27FC236}">
                      <a16:creationId xmlns:a16="http://schemas.microsoft.com/office/drawing/2014/main" id="{8B39D2B6-0E38-32E5-4C1C-47CF1F0B8F9F}"/>
                    </a:ext>
                  </a:extLst>
                </p:cNvPr>
                <p:cNvSpPr/>
                <p:nvPr/>
              </p:nvSpPr>
              <p:spPr>
                <a:xfrm>
                  <a:off x="2554916" y="2741839"/>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56" name="TextBox 355">
                  <a:extLst>
                    <a:ext uri="{FF2B5EF4-FFF2-40B4-BE49-F238E27FC236}">
                      <a16:creationId xmlns:a16="http://schemas.microsoft.com/office/drawing/2014/main" id="{25931A18-C115-7A4B-FCF1-0EB2CEEB8723}"/>
                    </a:ext>
                  </a:extLst>
                </p:cNvPr>
                <p:cNvSpPr txBox="1"/>
                <p:nvPr/>
              </p:nvSpPr>
              <p:spPr>
                <a:xfrm>
                  <a:off x="2563925" y="2768373"/>
                  <a:ext cx="468717" cy="338554"/>
                </a:xfrm>
                <a:prstGeom prst="rect">
                  <a:avLst/>
                </a:prstGeom>
                <a:noFill/>
                <a:ln>
                  <a:noFill/>
                </a:ln>
              </p:spPr>
              <p:txBody>
                <a:bodyPr wrap="none" rtlCol="0">
                  <a:spAutoFit/>
                </a:bodyPr>
                <a:lstStyle/>
                <a:p>
                  <a:r>
                    <a:rPr lang="en-US" sz="800" dirty="0"/>
                    <a:t>P4</a:t>
                  </a:r>
                </a:p>
                <a:p>
                  <a:endParaRPr lang="en-US" sz="800" dirty="0"/>
                </a:p>
              </p:txBody>
            </p:sp>
          </p:grpSp>
        </p:grpSp>
        <p:grpSp>
          <p:nvGrpSpPr>
            <p:cNvPr id="363" name="Group 362">
              <a:extLst>
                <a:ext uri="{FF2B5EF4-FFF2-40B4-BE49-F238E27FC236}">
                  <a16:creationId xmlns:a16="http://schemas.microsoft.com/office/drawing/2014/main" id="{F674725C-613D-0A40-6DF8-D7D4B7F00F65}"/>
                </a:ext>
              </a:extLst>
            </p:cNvPr>
            <p:cNvGrpSpPr/>
            <p:nvPr/>
          </p:nvGrpSpPr>
          <p:grpSpPr>
            <a:xfrm>
              <a:off x="8589849" y="3618886"/>
              <a:ext cx="1170725" cy="367655"/>
              <a:chOff x="2437199" y="2793563"/>
              <a:chExt cx="1170725" cy="367655"/>
            </a:xfrm>
          </p:grpSpPr>
          <p:grpSp>
            <p:nvGrpSpPr>
              <p:cNvPr id="364" name="Group 363">
                <a:extLst>
                  <a:ext uri="{FF2B5EF4-FFF2-40B4-BE49-F238E27FC236}">
                    <a16:creationId xmlns:a16="http://schemas.microsoft.com/office/drawing/2014/main" id="{A6BBEF57-12B1-DFAA-1C1D-95950776E98A}"/>
                  </a:ext>
                </a:extLst>
              </p:cNvPr>
              <p:cNvGrpSpPr/>
              <p:nvPr/>
            </p:nvGrpSpPr>
            <p:grpSpPr>
              <a:xfrm>
                <a:off x="2437199" y="2793563"/>
                <a:ext cx="296047" cy="246221"/>
                <a:chOff x="2554916" y="2741839"/>
                <a:chExt cx="477726" cy="246221"/>
              </a:xfrm>
            </p:grpSpPr>
            <p:sp>
              <p:nvSpPr>
                <p:cNvPr id="374" name="Hexagon 373">
                  <a:extLst>
                    <a:ext uri="{FF2B5EF4-FFF2-40B4-BE49-F238E27FC236}">
                      <a16:creationId xmlns:a16="http://schemas.microsoft.com/office/drawing/2014/main" id="{67BDEFC8-37D8-20EA-A5B5-CD6F6F4821B1}"/>
                    </a:ext>
                  </a:extLst>
                </p:cNvPr>
                <p:cNvSpPr/>
                <p:nvPr/>
              </p:nvSpPr>
              <p:spPr>
                <a:xfrm>
                  <a:off x="2554916" y="2741839"/>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75" name="TextBox 374">
                  <a:extLst>
                    <a:ext uri="{FF2B5EF4-FFF2-40B4-BE49-F238E27FC236}">
                      <a16:creationId xmlns:a16="http://schemas.microsoft.com/office/drawing/2014/main" id="{5D3F7FA6-E913-FE79-5845-8C4C7EE1BDDA}"/>
                    </a:ext>
                  </a:extLst>
                </p:cNvPr>
                <p:cNvSpPr txBox="1"/>
                <p:nvPr/>
              </p:nvSpPr>
              <p:spPr>
                <a:xfrm>
                  <a:off x="2563925" y="2768373"/>
                  <a:ext cx="468717" cy="215444"/>
                </a:xfrm>
                <a:prstGeom prst="rect">
                  <a:avLst/>
                </a:prstGeom>
                <a:noFill/>
                <a:ln>
                  <a:noFill/>
                </a:ln>
              </p:spPr>
              <p:txBody>
                <a:bodyPr wrap="none" rtlCol="0">
                  <a:spAutoFit/>
                </a:bodyPr>
                <a:lstStyle/>
                <a:p>
                  <a:r>
                    <a:rPr lang="en-US" sz="800" dirty="0"/>
                    <a:t>p1</a:t>
                  </a:r>
                </a:p>
              </p:txBody>
            </p:sp>
          </p:grpSp>
          <p:grpSp>
            <p:nvGrpSpPr>
              <p:cNvPr id="365" name="Group 364">
                <a:extLst>
                  <a:ext uri="{FF2B5EF4-FFF2-40B4-BE49-F238E27FC236}">
                    <a16:creationId xmlns:a16="http://schemas.microsoft.com/office/drawing/2014/main" id="{DA700468-F6EF-70CD-9ED1-D7A6016F3E47}"/>
                  </a:ext>
                </a:extLst>
              </p:cNvPr>
              <p:cNvGrpSpPr/>
              <p:nvPr/>
            </p:nvGrpSpPr>
            <p:grpSpPr>
              <a:xfrm>
                <a:off x="2729865" y="2793563"/>
                <a:ext cx="296047" cy="246221"/>
                <a:chOff x="2554916" y="2741839"/>
                <a:chExt cx="477726" cy="246221"/>
              </a:xfrm>
            </p:grpSpPr>
            <p:sp>
              <p:nvSpPr>
                <p:cNvPr id="372" name="Hexagon 371">
                  <a:extLst>
                    <a:ext uri="{FF2B5EF4-FFF2-40B4-BE49-F238E27FC236}">
                      <a16:creationId xmlns:a16="http://schemas.microsoft.com/office/drawing/2014/main" id="{A5E50C93-4926-D495-480B-5ECBD23C91FD}"/>
                    </a:ext>
                  </a:extLst>
                </p:cNvPr>
                <p:cNvSpPr/>
                <p:nvPr/>
              </p:nvSpPr>
              <p:spPr>
                <a:xfrm>
                  <a:off x="2554916" y="2741839"/>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73" name="TextBox 372">
                  <a:extLst>
                    <a:ext uri="{FF2B5EF4-FFF2-40B4-BE49-F238E27FC236}">
                      <a16:creationId xmlns:a16="http://schemas.microsoft.com/office/drawing/2014/main" id="{30B2B5F2-5A6A-9869-951F-36733842237A}"/>
                    </a:ext>
                  </a:extLst>
                </p:cNvPr>
                <p:cNvSpPr txBox="1"/>
                <p:nvPr/>
              </p:nvSpPr>
              <p:spPr>
                <a:xfrm>
                  <a:off x="2563925" y="2768373"/>
                  <a:ext cx="468717" cy="215444"/>
                </a:xfrm>
                <a:prstGeom prst="rect">
                  <a:avLst/>
                </a:prstGeom>
                <a:noFill/>
                <a:ln>
                  <a:noFill/>
                </a:ln>
              </p:spPr>
              <p:txBody>
                <a:bodyPr wrap="none" rtlCol="0">
                  <a:spAutoFit/>
                </a:bodyPr>
                <a:lstStyle/>
                <a:p>
                  <a:r>
                    <a:rPr lang="en-US" sz="800" dirty="0"/>
                    <a:t>p2</a:t>
                  </a:r>
                </a:p>
              </p:txBody>
            </p:sp>
          </p:grpSp>
          <p:grpSp>
            <p:nvGrpSpPr>
              <p:cNvPr id="366" name="Group 365">
                <a:extLst>
                  <a:ext uri="{FF2B5EF4-FFF2-40B4-BE49-F238E27FC236}">
                    <a16:creationId xmlns:a16="http://schemas.microsoft.com/office/drawing/2014/main" id="{F7156367-7BA4-43A1-D8EA-D0AC2C91FA42}"/>
                  </a:ext>
                </a:extLst>
              </p:cNvPr>
              <p:cNvGrpSpPr/>
              <p:nvPr/>
            </p:nvGrpSpPr>
            <p:grpSpPr>
              <a:xfrm>
                <a:off x="3020381" y="2796037"/>
                <a:ext cx="296047" cy="365088"/>
                <a:chOff x="2554916" y="2741839"/>
                <a:chExt cx="477726" cy="365088"/>
              </a:xfrm>
            </p:grpSpPr>
            <p:sp>
              <p:nvSpPr>
                <p:cNvPr id="370" name="Hexagon 369">
                  <a:extLst>
                    <a:ext uri="{FF2B5EF4-FFF2-40B4-BE49-F238E27FC236}">
                      <a16:creationId xmlns:a16="http://schemas.microsoft.com/office/drawing/2014/main" id="{79D56F81-E27B-6E37-49ED-B92C549A99D7}"/>
                    </a:ext>
                  </a:extLst>
                </p:cNvPr>
                <p:cNvSpPr/>
                <p:nvPr/>
              </p:nvSpPr>
              <p:spPr>
                <a:xfrm>
                  <a:off x="2554916" y="2741839"/>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71" name="TextBox 370">
                  <a:extLst>
                    <a:ext uri="{FF2B5EF4-FFF2-40B4-BE49-F238E27FC236}">
                      <a16:creationId xmlns:a16="http://schemas.microsoft.com/office/drawing/2014/main" id="{4745E443-1257-98D4-3B16-15E1B90EDE0A}"/>
                    </a:ext>
                  </a:extLst>
                </p:cNvPr>
                <p:cNvSpPr txBox="1"/>
                <p:nvPr/>
              </p:nvSpPr>
              <p:spPr>
                <a:xfrm>
                  <a:off x="2563925" y="2768373"/>
                  <a:ext cx="468717" cy="338554"/>
                </a:xfrm>
                <a:prstGeom prst="rect">
                  <a:avLst/>
                </a:prstGeom>
                <a:noFill/>
                <a:ln>
                  <a:noFill/>
                </a:ln>
              </p:spPr>
              <p:txBody>
                <a:bodyPr wrap="none" rtlCol="0">
                  <a:spAutoFit/>
                </a:bodyPr>
                <a:lstStyle/>
                <a:p>
                  <a:r>
                    <a:rPr lang="en-US" sz="800" dirty="0"/>
                    <a:t>P3</a:t>
                  </a:r>
                </a:p>
                <a:p>
                  <a:endParaRPr lang="en-US" sz="800" dirty="0"/>
                </a:p>
              </p:txBody>
            </p:sp>
          </p:grpSp>
          <p:grpSp>
            <p:nvGrpSpPr>
              <p:cNvPr id="367" name="Group 366">
                <a:extLst>
                  <a:ext uri="{FF2B5EF4-FFF2-40B4-BE49-F238E27FC236}">
                    <a16:creationId xmlns:a16="http://schemas.microsoft.com/office/drawing/2014/main" id="{B685846C-9530-6D02-B500-929754587B72}"/>
                  </a:ext>
                </a:extLst>
              </p:cNvPr>
              <p:cNvGrpSpPr/>
              <p:nvPr/>
            </p:nvGrpSpPr>
            <p:grpSpPr>
              <a:xfrm>
                <a:off x="3311877" y="2796130"/>
                <a:ext cx="296047" cy="365088"/>
                <a:chOff x="2554916" y="2741839"/>
                <a:chExt cx="477726" cy="365088"/>
              </a:xfrm>
            </p:grpSpPr>
            <p:sp>
              <p:nvSpPr>
                <p:cNvPr id="368" name="Hexagon 367">
                  <a:extLst>
                    <a:ext uri="{FF2B5EF4-FFF2-40B4-BE49-F238E27FC236}">
                      <a16:creationId xmlns:a16="http://schemas.microsoft.com/office/drawing/2014/main" id="{F79AEE6A-8DB9-4EBA-421E-160B0319A5EE}"/>
                    </a:ext>
                  </a:extLst>
                </p:cNvPr>
                <p:cNvSpPr/>
                <p:nvPr/>
              </p:nvSpPr>
              <p:spPr>
                <a:xfrm>
                  <a:off x="2554916" y="2741839"/>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69" name="TextBox 368">
                  <a:extLst>
                    <a:ext uri="{FF2B5EF4-FFF2-40B4-BE49-F238E27FC236}">
                      <a16:creationId xmlns:a16="http://schemas.microsoft.com/office/drawing/2014/main" id="{0B271A8E-CA45-19E3-781B-A52015614B2C}"/>
                    </a:ext>
                  </a:extLst>
                </p:cNvPr>
                <p:cNvSpPr txBox="1"/>
                <p:nvPr/>
              </p:nvSpPr>
              <p:spPr>
                <a:xfrm>
                  <a:off x="2563925" y="2768373"/>
                  <a:ext cx="468717" cy="338554"/>
                </a:xfrm>
                <a:prstGeom prst="rect">
                  <a:avLst/>
                </a:prstGeom>
                <a:noFill/>
                <a:ln>
                  <a:noFill/>
                </a:ln>
              </p:spPr>
              <p:txBody>
                <a:bodyPr wrap="none" rtlCol="0">
                  <a:spAutoFit/>
                </a:bodyPr>
                <a:lstStyle/>
                <a:p>
                  <a:r>
                    <a:rPr lang="en-US" sz="800" dirty="0"/>
                    <a:t>P4</a:t>
                  </a:r>
                </a:p>
                <a:p>
                  <a:endParaRPr lang="en-US" sz="800" dirty="0"/>
                </a:p>
              </p:txBody>
            </p:sp>
          </p:grpSp>
        </p:grpSp>
        <p:grpSp>
          <p:nvGrpSpPr>
            <p:cNvPr id="376" name="Group 375">
              <a:extLst>
                <a:ext uri="{FF2B5EF4-FFF2-40B4-BE49-F238E27FC236}">
                  <a16:creationId xmlns:a16="http://schemas.microsoft.com/office/drawing/2014/main" id="{8AC39E1E-6690-1815-E1DD-F3B4CD2BE6A2}"/>
                </a:ext>
              </a:extLst>
            </p:cNvPr>
            <p:cNvGrpSpPr/>
            <p:nvPr/>
          </p:nvGrpSpPr>
          <p:grpSpPr>
            <a:xfrm>
              <a:off x="9761606" y="3620571"/>
              <a:ext cx="1170725" cy="367655"/>
              <a:chOff x="2437199" y="2793563"/>
              <a:chExt cx="1170725" cy="367655"/>
            </a:xfrm>
          </p:grpSpPr>
          <p:grpSp>
            <p:nvGrpSpPr>
              <p:cNvPr id="377" name="Group 376">
                <a:extLst>
                  <a:ext uri="{FF2B5EF4-FFF2-40B4-BE49-F238E27FC236}">
                    <a16:creationId xmlns:a16="http://schemas.microsoft.com/office/drawing/2014/main" id="{4B8D08E4-D129-9018-C545-C24B1C956594}"/>
                  </a:ext>
                </a:extLst>
              </p:cNvPr>
              <p:cNvGrpSpPr/>
              <p:nvPr/>
            </p:nvGrpSpPr>
            <p:grpSpPr>
              <a:xfrm>
                <a:off x="2437199" y="2793563"/>
                <a:ext cx="296047" cy="246221"/>
                <a:chOff x="2554916" y="2741839"/>
                <a:chExt cx="477726" cy="246221"/>
              </a:xfrm>
            </p:grpSpPr>
            <p:sp>
              <p:nvSpPr>
                <p:cNvPr id="387" name="Hexagon 386">
                  <a:extLst>
                    <a:ext uri="{FF2B5EF4-FFF2-40B4-BE49-F238E27FC236}">
                      <a16:creationId xmlns:a16="http://schemas.microsoft.com/office/drawing/2014/main" id="{B821BBD3-4F80-3773-7D0B-C02D2B2E740A}"/>
                    </a:ext>
                  </a:extLst>
                </p:cNvPr>
                <p:cNvSpPr/>
                <p:nvPr/>
              </p:nvSpPr>
              <p:spPr>
                <a:xfrm>
                  <a:off x="2554916" y="2741839"/>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8" name="TextBox 387">
                  <a:extLst>
                    <a:ext uri="{FF2B5EF4-FFF2-40B4-BE49-F238E27FC236}">
                      <a16:creationId xmlns:a16="http://schemas.microsoft.com/office/drawing/2014/main" id="{CD7709C2-DDCF-00E9-6B2E-31EDC8706A1E}"/>
                    </a:ext>
                  </a:extLst>
                </p:cNvPr>
                <p:cNvSpPr txBox="1"/>
                <p:nvPr/>
              </p:nvSpPr>
              <p:spPr>
                <a:xfrm>
                  <a:off x="2563925" y="2768373"/>
                  <a:ext cx="468717" cy="215444"/>
                </a:xfrm>
                <a:prstGeom prst="rect">
                  <a:avLst/>
                </a:prstGeom>
                <a:noFill/>
                <a:ln>
                  <a:noFill/>
                </a:ln>
              </p:spPr>
              <p:txBody>
                <a:bodyPr wrap="none" rtlCol="0">
                  <a:spAutoFit/>
                </a:bodyPr>
                <a:lstStyle/>
                <a:p>
                  <a:r>
                    <a:rPr lang="en-US" sz="800" dirty="0"/>
                    <a:t>p1</a:t>
                  </a:r>
                </a:p>
              </p:txBody>
            </p:sp>
          </p:grpSp>
          <p:grpSp>
            <p:nvGrpSpPr>
              <p:cNvPr id="378" name="Group 377">
                <a:extLst>
                  <a:ext uri="{FF2B5EF4-FFF2-40B4-BE49-F238E27FC236}">
                    <a16:creationId xmlns:a16="http://schemas.microsoft.com/office/drawing/2014/main" id="{E337B3AA-452C-3A15-0CEB-30BF4995AD96}"/>
                  </a:ext>
                </a:extLst>
              </p:cNvPr>
              <p:cNvGrpSpPr/>
              <p:nvPr/>
            </p:nvGrpSpPr>
            <p:grpSpPr>
              <a:xfrm>
                <a:off x="2729865" y="2793563"/>
                <a:ext cx="296047" cy="246221"/>
                <a:chOff x="2554916" y="2741839"/>
                <a:chExt cx="477726" cy="246221"/>
              </a:xfrm>
            </p:grpSpPr>
            <p:sp>
              <p:nvSpPr>
                <p:cNvPr id="385" name="Hexagon 384">
                  <a:extLst>
                    <a:ext uri="{FF2B5EF4-FFF2-40B4-BE49-F238E27FC236}">
                      <a16:creationId xmlns:a16="http://schemas.microsoft.com/office/drawing/2014/main" id="{7F0E1B82-2775-32BA-29D9-2A8FEAB0EA76}"/>
                    </a:ext>
                  </a:extLst>
                </p:cNvPr>
                <p:cNvSpPr/>
                <p:nvPr/>
              </p:nvSpPr>
              <p:spPr>
                <a:xfrm>
                  <a:off x="2554916" y="2741839"/>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6" name="TextBox 385">
                  <a:extLst>
                    <a:ext uri="{FF2B5EF4-FFF2-40B4-BE49-F238E27FC236}">
                      <a16:creationId xmlns:a16="http://schemas.microsoft.com/office/drawing/2014/main" id="{FCB48895-AEA9-1DC7-31D3-48AED16E1117}"/>
                    </a:ext>
                  </a:extLst>
                </p:cNvPr>
                <p:cNvSpPr txBox="1"/>
                <p:nvPr/>
              </p:nvSpPr>
              <p:spPr>
                <a:xfrm>
                  <a:off x="2563925" y="2768373"/>
                  <a:ext cx="468717" cy="215444"/>
                </a:xfrm>
                <a:prstGeom prst="rect">
                  <a:avLst/>
                </a:prstGeom>
                <a:noFill/>
                <a:ln>
                  <a:noFill/>
                </a:ln>
              </p:spPr>
              <p:txBody>
                <a:bodyPr wrap="none" rtlCol="0">
                  <a:spAutoFit/>
                </a:bodyPr>
                <a:lstStyle/>
                <a:p>
                  <a:r>
                    <a:rPr lang="en-US" sz="800" dirty="0"/>
                    <a:t>p2</a:t>
                  </a:r>
                </a:p>
              </p:txBody>
            </p:sp>
          </p:grpSp>
          <p:grpSp>
            <p:nvGrpSpPr>
              <p:cNvPr id="379" name="Group 378">
                <a:extLst>
                  <a:ext uri="{FF2B5EF4-FFF2-40B4-BE49-F238E27FC236}">
                    <a16:creationId xmlns:a16="http://schemas.microsoft.com/office/drawing/2014/main" id="{EC2C8D94-D5F7-7B69-2077-FF340B8D59CD}"/>
                  </a:ext>
                </a:extLst>
              </p:cNvPr>
              <p:cNvGrpSpPr/>
              <p:nvPr/>
            </p:nvGrpSpPr>
            <p:grpSpPr>
              <a:xfrm>
                <a:off x="3020381" y="2796037"/>
                <a:ext cx="296047" cy="365088"/>
                <a:chOff x="2554916" y="2741839"/>
                <a:chExt cx="477726" cy="365088"/>
              </a:xfrm>
            </p:grpSpPr>
            <p:sp>
              <p:nvSpPr>
                <p:cNvPr id="383" name="Hexagon 382">
                  <a:extLst>
                    <a:ext uri="{FF2B5EF4-FFF2-40B4-BE49-F238E27FC236}">
                      <a16:creationId xmlns:a16="http://schemas.microsoft.com/office/drawing/2014/main" id="{E9768229-67B6-9535-9F28-02AD94537510}"/>
                    </a:ext>
                  </a:extLst>
                </p:cNvPr>
                <p:cNvSpPr/>
                <p:nvPr/>
              </p:nvSpPr>
              <p:spPr>
                <a:xfrm>
                  <a:off x="2554916" y="2741839"/>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4" name="TextBox 383">
                  <a:extLst>
                    <a:ext uri="{FF2B5EF4-FFF2-40B4-BE49-F238E27FC236}">
                      <a16:creationId xmlns:a16="http://schemas.microsoft.com/office/drawing/2014/main" id="{F6DA226C-48C8-AB8F-03B2-C9DF5516CCA5}"/>
                    </a:ext>
                  </a:extLst>
                </p:cNvPr>
                <p:cNvSpPr txBox="1"/>
                <p:nvPr/>
              </p:nvSpPr>
              <p:spPr>
                <a:xfrm>
                  <a:off x="2563925" y="2768373"/>
                  <a:ext cx="468717" cy="338554"/>
                </a:xfrm>
                <a:prstGeom prst="rect">
                  <a:avLst/>
                </a:prstGeom>
                <a:noFill/>
                <a:ln>
                  <a:noFill/>
                </a:ln>
              </p:spPr>
              <p:txBody>
                <a:bodyPr wrap="none" rtlCol="0">
                  <a:spAutoFit/>
                </a:bodyPr>
                <a:lstStyle/>
                <a:p>
                  <a:r>
                    <a:rPr lang="en-US" sz="800" dirty="0"/>
                    <a:t>P3</a:t>
                  </a:r>
                </a:p>
                <a:p>
                  <a:endParaRPr lang="en-US" sz="800" dirty="0"/>
                </a:p>
              </p:txBody>
            </p:sp>
          </p:grpSp>
          <p:grpSp>
            <p:nvGrpSpPr>
              <p:cNvPr id="380" name="Group 379">
                <a:extLst>
                  <a:ext uri="{FF2B5EF4-FFF2-40B4-BE49-F238E27FC236}">
                    <a16:creationId xmlns:a16="http://schemas.microsoft.com/office/drawing/2014/main" id="{6EC30CE9-C630-BF6D-EA9E-C5AD0D648F36}"/>
                  </a:ext>
                </a:extLst>
              </p:cNvPr>
              <p:cNvGrpSpPr/>
              <p:nvPr/>
            </p:nvGrpSpPr>
            <p:grpSpPr>
              <a:xfrm>
                <a:off x="3311877" y="2796130"/>
                <a:ext cx="296047" cy="365088"/>
                <a:chOff x="2554916" y="2741839"/>
                <a:chExt cx="477726" cy="365088"/>
              </a:xfrm>
            </p:grpSpPr>
            <p:sp>
              <p:nvSpPr>
                <p:cNvPr id="381" name="Hexagon 380">
                  <a:extLst>
                    <a:ext uri="{FF2B5EF4-FFF2-40B4-BE49-F238E27FC236}">
                      <a16:creationId xmlns:a16="http://schemas.microsoft.com/office/drawing/2014/main" id="{54AAD384-8EE0-61FD-A4AA-8F5F81BBCBC3}"/>
                    </a:ext>
                  </a:extLst>
                </p:cNvPr>
                <p:cNvSpPr/>
                <p:nvPr/>
              </p:nvSpPr>
              <p:spPr>
                <a:xfrm>
                  <a:off x="2554916" y="2741839"/>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2" name="TextBox 381">
                  <a:extLst>
                    <a:ext uri="{FF2B5EF4-FFF2-40B4-BE49-F238E27FC236}">
                      <a16:creationId xmlns:a16="http://schemas.microsoft.com/office/drawing/2014/main" id="{3D74588E-2307-121C-05C4-E915BABAB015}"/>
                    </a:ext>
                  </a:extLst>
                </p:cNvPr>
                <p:cNvSpPr txBox="1"/>
                <p:nvPr/>
              </p:nvSpPr>
              <p:spPr>
                <a:xfrm>
                  <a:off x="2563925" y="2768373"/>
                  <a:ext cx="468717" cy="338554"/>
                </a:xfrm>
                <a:prstGeom prst="rect">
                  <a:avLst/>
                </a:prstGeom>
                <a:noFill/>
                <a:ln>
                  <a:noFill/>
                </a:ln>
              </p:spPr>
              <p:txBody>
                <a:bodyPr wrap="none" rtlCol="0">
                  <a:spAutoFit/>
                </a:bodyPr>
                <a:lstStyle/>
                <a:p>
                  <a:r>
                    <a:rPr lang="en-US" sz="800" dirty="0"/>
                    <a:t>P4</a:t>
                  </a:r>
                </a:p>
                <a:p>
                  <a:endParaRPr lang="en-US" sz="800" dirty="0"/>
                </a:p>
              </p:txBody>
            </p:sp>
          </p:grpSp>
        </p:grpSp>
        <p:grpSp>
          <p:nvGrpSpPr>
            <p:cNvPr id="62" name="Group 61">
              <a:extLst>
                <a:ext uri="{FF2B5EF4-FFF2-40B4-BE49-F238E27FC236}">
                  <a16:creationId xmlns:a16="http://schemas.microsoft.com/office/drawing/2014/main" id="{E1CF6A81-D545-5ED6-02D1-D00678600324}"/>
                </a:ext>
              </a:extLst>
            </p:cNvPr>
            <p:cNvGrpSpPr/>
            <p:nvPr/>
          </p:nvGrpSpPr>
          <p:grpSpPr>
            <a:xfrm>
              <a:off x="1168400" y="3606725"/>
              <a:ext cx="5156200" cy="267806"/>
              <a:chOff x="1168400" y="2878307"/>
              <a:chExt cx="5156200" cy="267806"/>
            </a:xfrm>
          </p:grpSpPr>
          <p:cxnSp>
            <p:nvCxnSpPr>
              <p:cNvPr id="390" name="Straight Connector 389">
                <a:extLst>
                  <a:ext uri="{FF2B5EF4-FFF2-40B4-BE49-F238E27FC236}">
                    <a16:creationId xmlns:a16="http://schemas.microsoft.com/office/drawing/2014/main" id="{7C70661C-935D-5613-C35F-B1694A021ED5}"/>
                  </a:ext>
                </a:extLst>
              </p:cNvPr>
              <p:cNvCxnSpPr>
                <a:cxnSpLocks/>
              </p:cNvCxnSpPr>
              <p:nvPr/>
            </p:nvCxnSpPr>
            <p:spPr>
              <a:xfrm flipH="1">
                <a:off x="1168400" y="3134360"/>
                <a:ext cx="51562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2" name="Straight Connector 391">
                <a:extLst>
                  <a:ext uri="{FF2B5EF4-FFF2-40B4-BE49-F238E27FC236}">
                    <a16:creationId xmlns:a16="http://schemas.microsoft.com/office/drawing/2014/main" id="{E0BFB730-FC90-B4F9-10B3-2719609AE4F0}"/>
                  </a:ext>
                </a:extLst>
              </p:cNvPr>
              <p:cNvCxnSpPr>
                <a:cxnSpLocks/>
              </p:cNvCxnSpPr>
              <p:nvPr/>
            </p:nvCxnSpPr>
            <p:spPr>
              <a:xfrm flipH="1">
                <a:off x="1168400" y="2893604"/>
                <a:ext cx="51562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4" name="Straight Connector 393">
                <a:extLst>
                  <a:ext uri="{FF2B5EF4-FFF2-40B4-BE49-F238E27FC236}">
                    <a16:creationId xmlns:a16="http://schemas.microsoft.com/office/drawing/2014/main" id="{5A75A6D9-E106-D2F5-B8CD-CF40E813C2D7}"/>
                  </a:ext>
                </a:extLst>
              </p:cNvPr>
              <p:cNvCxnSpPr>
                <a:cxnSpLocks/>
              </p:cNvCxnSpPr>
              <p:nvPr/>
            </p:nvCxnSpPr>
            <p:spPr>
              <a:xfrm flipH="1">
                <a:off x="5972627" y="2885440"/>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7" name="Straight Connector 396">
                <a:extLst>
                  <a:ext uri="{FF2B5EF4-FFF2-40B4-BE49-F238E27FC236}">
                    <a16:creationId xmlns:a16="http://schemas.microsoft.com/office/drawing/2014/main" id="{CF5A2D99-C5B8-0584-A211-65EAA1CAFA41}"/>
                  </a:ext>
                </a:extLst>
              </p:cNvPr>
              <p:cNvCxnSpPr>
                <a:cxnSpLocks/>
              </p:cNvCxnSpPr>
              <p:nvPr/>
            </p:nvCxnSpPr>
            <p:spPr>
              <a:xfrm flipH="1">
                <a:off x="5755637" y="2885440"/>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8" name="Straight Connector 397">
                <a:extLst>
                  <a:ext uri="{FF2B5EF4-FFF2-40B4-BE49-F238E27FC236}">
                    <a16:creationId xmlns:a16="http://schemas.microsoft.com/office/drawing/2014/main" id="{C6B71C21-687B-51A1-0E2E-02F1B0D4CF98}"/>
                  </a:ext>
                </a:extLst>
              </p:cNvPr>
              <p:cNvCxnSpPr>
                <a:cxnSpLocks/>
              </p:cNvCxnSpPr>
              <p:nvPr/>
            </p:nvCxnSpPr>
            <p:spPr>
              <a:xfrm flipH="1">
                <a:off x="5542642" y="2892573"/>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9" name="Straight Connector 398">
                <a:extLst>
                  <a:ext uri="{FF2B5EF4-FFF2-40B4-BE49-F238E27FC236}">
                    <a16:creationId xmlns:a16="http://schemas.microsoft.com/office/drawing/2014/main" id="{44F39E08-2383-7012-AE51-250739CD5E07}"/>
                  </a:ext>
                </a:extLst>
              </p:cNvPr>
              <p:cNvCxnSpPr>
                <a:cxnSpLocks/>
              </p:cNvCxnSpPr>
              <p:nvPr/>
            </p:nvCxnSpPr>
            <p:spPr>
              <a:xfrm flipH="1">
                <a:off x="5325652" y="2892573"/>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0" name="Straight Connector 399">
                <a:extLst>
                  <a:ext uri="{FF2B5EF4-FFF2-40B4-BE49-F238E27FC236}">
                    <a16:creationId xmlns:a16="http://schemas.microsoft.com/office/drawing/2014/main" id="{D348C13C-E2A1-23CA-7C12-7B8C9006876A}"/>
                  </a:ext>
                </a:extLst>
              </p:cNvPr>
              <p:cNvCxnSpPr>
                <a:cxnSpLocks/>
              </p:cNvCxnSpPr>
              <p:nvPr/>
            </p:nvCxnSpPr>
            <p:spPr>
              <a:xfrm flipH="1">
                <a:off x="5108662" y="2878308"/>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1" name="Straight Connector 400">
                <a:extLst>
                  <a:ext uri="{FF2B5EF4-FFF2-40B4-BE49-F238E27FC236}">
                    <a16:creationId xmlns:a16="http://schemas.microsoft.com/office/drawing/2014/main" id="{16F62F0D-E7B7-0CF5-F4CF-B9EB05173F6F}"/>
                  </a:ext>
                </a:extLst>
              </p:cNvPr>
              <p:cNvCxnSpPr>
                <a:cxnSpLocks/>
              </p:cNvCxnSpPr>
              <p:nvPr/>
            </p:nvCxnSpPr>
            <p:spPr>
              <a:xfrm flipH="1">
                <a:off x="4891672" y="2878308"/>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2" name="Straight Connector 401">
                <a:extLst>
                  <a:ext uri="{FF2B5EF4-FFF2-40B4-BE49-F238E27FC236}">
                    <a16:creationId xmlns:a16="http://schemas.microsoft.com/office/drawing/2014/main" id="{80C0CD81-3F27-8F46-62AA-DFA28C7931BA}"/>
                  </a:ext>
                </a:extLst>
              </p:cNvPr>
              <p:cNvCxnSpPr>
                <a:cxnSpLocks/>
              </p:cNvCxnSpPr>
              <p:nvPr/>
            </p:nvCxnSpPr>
            <p:spPr>
              <a:xfrm flipH="1">
                <a:off x="4678677" y="2885441"/>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3" name="Straight Connector 402">
                <a:extLst>
                  <a:ext uri="{FF2B5EF4-FFF2-40B4-BE49-F238E27FC236}">
                    <a16:creationId xmlns:a16="http://schemas.microsoft.com/office/drawing/2014/main" id="{97565E4B-EDD2-AC7B-0924-CCBCAC815251}"/>
                  </a:ext>
                </a:extLst>
              </p:cNvPr>
              <p:cNvCxnSpPr>
                <a:cxnSpLocks/>
              </p:cNvCxnSpPr>
              <p:nvPr/>
            </p:nvCxnSpPr>
            <p:spPr>
              <a:xfrm flipH="1">
                <a:off x="4461687" y="2885441"/>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4" name="Straight Connector 403">
                <a:extLst>
                  <a:ext uri="{FF2B5EF4-FFF2-40B4-BE49-F238E27FC236}">
                    <a16:creationId xmlns:a16="http://schemas.microsoft.com/office/drawing/2014/main" id="{D0ABED82-3844-9613-3780-CB320C7299FE}"/>
                  </a:ext>
                </a:extLst>
              </p:cNvPr>
              <p:cNvCxnSpPr>
                <a:cxnSpLocks/>
              </p:cNvCxnSpPr>
              <p:nvPr/>
            </p:nvCxnSpPr>
            <p:spPr>
              <a:xfrm flipH="1">
                <a:off x="4244697" y="2890060"/>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5" name="Straight Connector 404">
                <a:extLst>
                  <a:ext uri="{FF2B5EF4-FFF2-40B4-BE49-F238E27FC236}">
                    <a16:creationId xmlns:a16="http://schemas.microsoft.com/office/drawing/2014/main" id="{4EAD1EE0-2170-A5FC-3A15-014D3078F264}"/>
                  </a:ext>
                </a:extLst>
              </p:cNvPr>
              <p:cNvCxnSpPr>
                <a:cxnSpLocks/>
              </p:cNvCxnSpPr>
              <p:nvPr/>
            </p:nvCxnSpPr>
            <p:spPr>
              <a:xfrm flipH="1">
                <a:off x="4027707" y="2890060"/>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6" name="Straight Connector 405">
                <a:extLst>
                  <a:ext uri="{FF2B5EF4-FFF2-40B4-BE49-F238E27FC236}">
                    <a16:creationId xmlns:a16="http://schemas.microsoft.com/office/drawing/2014/main" id="{BD437CA4-6AC6-E9B1-C925-475910D518A6}"/>
                  </a:ext>
                </a:extLst>
              </p:cNvPr>
              <p:cNvCxnSpPr>
                <a:cxnSpLocks/>
              </p:cNvCxnSpPr>
              <p:nvPr/>
            </p:nvCxnSpPr>
            <p:spPr>
              <a:xfrm flipH="1">
                <a:off x="3814712" y="2897193"/>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7" name="Straight Connector 406">
                <a:extLst>
                  <a:ext uri="{FF2B5EF4-FFF2-40B4-BE49-F238E27FC236}">
                    <a16:creationId xmlns:a16="http://schemas.microsoft.com/office/drawing/2014/main" id="{A9D66D2C-CB17-ADEB-EB58-47471D493EA7}"/>
                  </a:ext>
                </a:extLst>
              </p:cNvPr>
              <p:cNvCxnSpPr>
                <a:cxnSpLocks/>
              </p:cNvCxnSpPr>
              <p:nvPr/>
            </p:nvCxnSpPr>
            <p:spPr>
              <a:xfrm flipH="1">
                <a:off x="3597722" y="2897193"/>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8" name="Straight Connector 407">
                <a:extLst>
                  <a:ext uri="{FF2B5EF4-FFF2-40B4-BE49-F238E27FC236}">
                    <a16:creationId xmlns:a16="http://schemas.microsoft.com/office/drawing/2014/main" id="{C7FF0427-5B46-AB4C-19C8-686AB670D9A2}"/>
                  </a:ext>
                </a:extLst>
              </p:cNvPr>
              <p:cNvCxnSpPr>
                <a:cxnSpLocks/>
              </p:cNvCxnSpPr>
              <p:nvPr/>
            </p:nvCxnSpPr>
            <p:spPr>
              <a:xfrm flipH="1">
                <a:off x="3380732" y="2882928"/>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9" name="Straight Connector 408">
                <a:extLst>
                  <a:ext uri="{FF2B5EF4-FFF2-40B4-BE49-F238E27FC236}">
                    <a16:creationId xmlns:a16="http://schemas.microsoft.com/office/drawing/2014/main" id="{2AC079F8-2475-97AC-D510-955690FC347A}"/>
                  </a:ext>
                </a:extLst>
              </p:cNvPr>
              <p:cNvCxnSpPr>
                <a:cxnSpLocks/>
              </p:cNvCxnSpPr>
              <p:nvPr/>
            </p:nvCxnSpPr>
            <p:spPr>
              <a:xfrm flipH="1">
                <a:off x="3163742" y="2882928"/>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0" name="Straight Connector 409">
                <a:extLst>
                  <a:ext uri="{FF2B5EF4-FFF2-40B4-BE49-F238E27FC236}">
                    <a16:creationId xmlns:a16="http://schemas.microsoft.com/office/drawing/2014/main" id="{0A059265-1517-4A31-AB0E-972004B029D3}"/>
                  </a:ext>
                </a:extLst>
              </p:cNvPr>
              <p:cNvCxnSpPr>
                <a:cxnSpLocks/>
              </p:cNvCxnSpPr>
              <p:nvPr/>
            </p:nvCxnSpPr>
            <p:spPr>
              <a:xfrm flipH="1">
                <a:off x="2950747" y="2890061"/>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1" name="Straight Connector 410">
                <a:extLst>
                  <a:ext uri="{FF2B5EF4-FFF2-40B4-BE49-F238E27FC236}">
                    <a16:creationId xmlns:a16="http://schemas.microsoft.com/office/drawing/2014/main" id="{2C6C2561-BB84-42F7-79CE-9DFD82903FAE}"/>
                  </a:ext>
                </a:extLst>
              </p:cNvPr>
              <p:cNvCxnSpPr>
                <a:cxnSpLocks/>
              </p:cNvCxnSpPr>
              <p:nvPr/>
            </p:nvCxnSpPr>
            <p:spPr>
              <a:xfrm flipH="1">
                <a:off x="2733757" y="2890061"/>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2" name="Straight Connector 411">
                <a:extLst>
                  <a:ext uri="{FF2B5EF4-FFF2-40B4-BE49-F238E27FC236}">
                    <a16:creationId xmlns:a16="http://schemas.microsoft.com/office/drawing/2014/main" id="{4A8B83DC-DCBE-F0FF-D38B-0298C0B47793}"/>
                  </a:ext>
                </a:extLst>
              </p:cNvPr>
              <p:cNvCxnSpPr>
                <a:cxnSpLocks/>
              </p:cNvCxnSpPr>
              <p:nvPr/>
            </p:nvCxnSpPr>
            <p:spPr>
              <a:xfrm flipH="1">
                <a:off x="2525650" y="2892572"/>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3" name="Straight Connector 412">
                <a:extLst>
                  <a:ext uri="{FF2B5EF4-FFF2-40B4-BE49-F238E27FC236}">
                    <a16:creationId xmlns:a16="http://schemas.microsoft.com/office/drawing/2014/main" id="{3BDFF246-D1C8-562F-CC72-86B6EB22A075}"/>
                  </a:ext>
                </a:extLst>
              </p:cNvPr>
              <p:cNvCxnSpPr>
                <a:cxnSpLocks/>
              </p:cNvCxnSpPr>
              <p:nvPr/>
            </p:nvCxnSpPr>
            <p:spPr>
              <a:xfrm flipH="1">
                <a:off x="2308660" y="2892572"/>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4" name="Straight Connector 413">
                <a:extLst>
                  <a:ext uri="{FF2B5EF4-FFF2-40B4-BE49-F238E27FC236}">
                    <a16:creationId xmlns:a16="http://schemas.microsoft.com/office/drawing/2014/main" id="{DEB62085-2A35-3F96-AA2C-DEFEECB5D744}"/>
                  </a:ext>
                </a:extLst>
              </p:cNvPr>
              <p:cNvCxnSpPr>
                <a:cxnSpLocks/>
              </p:cNvCxnSpPr>
              <p:nvPr/>
            </p:nvCxnSpPr>
            <p:spPr>
              <a:xfrm flipH="1">
                <a:off x="2091670" y="2878307"/>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5" name="Straight Connector 414">
                <a:extLst>
                  <a:ext uri="{FF2B5EF4-FFF2-40B4-BE49-F238E27FC236}">
                    <a16:creationId xmlns:a16="http://schemas.microsoft.com/office/drawing/2014/main" id="{8F2FEE2F-3807-CBBC-DEF2-2064CA5153B5}"/>
                  </a:ext>
                </a:extLst>
              </p:cNvPr>
              <p:cNvCxnSpPr>
                <a:cxnSpLocks/>
              </p:cNvCxnSpPr>
              <p:nvPr/>
            </p:nvCxnSpPr>
            <p:spPr>
              <a:xfrm flipH="1">
                <a:off x="1874680" y="2878307"/>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6" name="Straight Connector 415">
                <a:extLst>
                  <a:ext uri="{FF2B5EF4-FFF2-40B4-BE49-F238E27FC236}">
                    <a16:creationId xmlns:a16="http://schemas.microsoft.com/office/drawing/2014/main" id="{F550804B-95B8-3ACD-A426-7345FD663F66}"/>
                  </a:ext>
                </a:extLst>
              </p:cNvPr>
              <p:cNvCxnSpPr>
                <a:cxnSpLocks/>
              </p:cNvCxnSpPr>
              <p:nvPr/>
            </p:nvCxnSpPr>
            <p:spPr>
              <a:xfrm flipH="1">
                <a:off x="1661685" y="2885440"/>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7" name="Straight Connector 416">
                <a:extLst>
                  <a:ext uri="{FF2B5EF4-FFF2-40B4-BE49-F238E27FC236}">
                    <a16:creationId xmlns:a16="http://schemas.microsoft.com/office/drawing/2014/main" id="{7C9E0550-5015-7A0D-9369-81491F809DFD}"/>
                  </a:ext>
                </a:extLst>
              </p:cNvPr>
              <p:cNvCxnSpPr>
                <a:cxnSpLocks/>
              </p:cNvCxnSpPr>
              <p:nvPr/>
            </p:nvCxnSpPr>
            <p:spPr>
              <a:xfrm flipH="1">
                <a:off x="1444695" y="2885440"/>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21" name="TextBox 420">
              <a:extLst>
                <a:ext uri="{FF2B5EF4-FFF2-40B4-BE49-F238E27FC236}">
                  <a16:creationId xmlns:a16="http://schemas.microsoft.com/office/drawing/2014/main" id="{44E918B0-44E7-B058-128D-CBB9DEB7A54A}"/>
                </a:ext>
              </a:extLst>
            </p:cNvPr>
            <p:cNvSpPr txBox="1"/>
            <p:nvPr/>
          </p:nvSpPr>
          <p:spPr>
            <a:xfrm>
              <a:off x="246529" y="3613858"/>
              <a:ext cx="671979" cy="246221"/>
            </a:xfrm>
            <a:prstGeom prst="rect">
              <a:avLst/>
            </a:prstGeom>
            <a:noFill/>
            <a:ln>
              <a:noFill/>
            </a:ln>
          </p:spPr>
          <p:txBody>
            <a:bodyPr wrap="none" rtlCol="0">
              <a:spAutoFit/>
            </a:bodyPr>
            <a:lstStyle/>
            <a:p>
              <a:r>
                <a:rPr lang="en-US" sz="1000" dirty="0" err="1"/>
                <a:t>PhaseCnt</a:t>
              </a:r>
              <a:endParaRPr lang="en-US" sz="1000" dirty="0"/>
            </a:p>
          </p:txBody>
        </p:sp>
        <p:cxnSp>
          <p:nvCxnSpPr>
            <p:cNvPr id="430" name="Straight Connector 429">
              <a:extLst>
                <a:ext uri="{FF2B5EF4-FFF2-40B4-BE49-F238E27FC236}">
                  <a16:creationId xmlns:a16="http://schemas.microsoft.com/office/drawing/2014/main" id="{63F0FF59-0C25-CCA9-9642-E83935FCAC03}"/>
                </a:ext>
              </a:extLst>
            </p:cNvPr>
            <p:cNvCxnSpPr>
              <a:cxnSpLocks/>
            </p:cNvCxnSpPr>
            <p:nvPr/>
          </p:nvCxnSpPr>
          <p:spPr>
            <a:xfrm>
              <a:off x="1512186" y="4211205"/>
              <a:ext cx="4736214"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454" name="Group 453">
              <a:extLst>
                <a:ext uri="{FF2B5EF4-FFF2-40B4-BE49-F238E27FC236}">
                  <a16:creationId xmlns:a16="http://schemas.microsoft.com/office/drawing/2014/main" id="{D9AB1370-54B9-B7FE-D8DD-53CEB7033C72}"/>
                </a:ext>
              </a:extLst>
            </p:cNvPr>
            <p:cNvGrpSpPr/>
            <p:nvPr/>
          </p:nvGrpSpPr>
          <p:grpSpPr>
            <a:xfrm>
              <a:off x="6248400" y="3967654"/>
              <a:ext cx="4661642" cy="260132"/>
              <a:chOff x="6248400" y="3239236"/>
              <a:chExt cx="4661642" cy="260132"/>
            </a:xfrm>
          </p:grpSpPr>
          <p:grpSp>
            <p:nvGrpSpPr>
              <p:cNvPr id="438" name="Group 437">
                <a:extLst>
                  <a:ext uri="{FF2B5EF4-FFF2-40B4-BE49-F238E27FC236}">
                    <a16:creationId xmlns:a16="http://schemas.microsoft.com/office/drawing/2014/main" id="{E9F83ADC-B387-FBF6-8575-04DF8275610C}"/>
                  </a:ext>
                </a:extLst>
              </p:cNvPr>
              <p:cNvGrpSpPr/>
              <p:nvPr/>
            </p:nvGrpSpPr>
            <p:grpSpPr>
              <a:xfrm>
                <a:off x="6248400" y="3239236"/>
                <a:ext cx="1165412" cy="243551"/>
                <a:chOff x="6248400" y="3239236"/>
                <a:chExt cx="1165412" cy="243551"/>
              </a:xfrm>
            </p:grpSpPr>
            <p:cxnSp>
              <p:nvCxnSpPr>
                <p:cNvPr id="423" name="Straight Connector 422">
                  <a:extLst>
                    <a:ext uri="{FF2B5EF4-FFF2-40B4-BE49-F238E27FC236}">
                      <a16:creationId xmlns:a16="http://schemas.microsoft.com/office/drawing/2014/main" id="{72481134-845D-79D6-4301-F24D55F14FB0}"/>
                    </a:ext>
                  </a:extLst>
                </p:cNvPr>
                <p:cNvCxnSpPr>
                  <a:cxnSpLocks/>
                </p:cNvCxnSpPr>
                <p:nvPr/>
              </p:nvCxnSpPr>
              <p:spPr>
                <a:xfrm>
                  <a:off x="6248400" y="3247293"/>
                  <a:ext cx="28789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5" name="Straight Connector 424">
                  <a:extLst>
                    <a:ext uri="{FF2B5EF4-FFF2-40B4-BE49-F238E27FC236}">
                      <a16:creationId xmlns:a16="http://schemas.microsoft.com/office/drawing/2014/main" id="{73A6B9F4-B0A1-2626-A487-49DF363A6DF4}"/>
                    </a:ext>
                  </a:extLst>
                </p:cNvPr>
                <p:cNvCxnSpPr>
                  <a:cxnSpLocks/>
                </p:cNvCxnSpPr>
                <p:nvPr/>
              </p:nvCxnSpPr>
              <p:spPr>
                <a:xfrm>
                  <a:off x="6248400" y="3245995"/>
                  <a:ext cx="0" cy="236792"/>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7" name="Straight Connector 426">
                  <a:extLst>
                    <a:ext uri="{FF2B5EF4-FFF2-40B4-BE49-F238E27FC236}">
                      <a16:creationId xmlns:a16="http://schemas.microsoft.com/office/drawing/2014/main" id="{FAAEB58A-E2CC-FC19-BD52-A5827FFF2CA2}"/>
                    </a:ext>
                  </a:extLst>
                </p:cNvPr>
                <p:cNvCxnSpPr>
                  <a:cxnSpLocks/>
                </p:cNvCxnSpPr>
                <p:nvPr/>
              </p:nvCxnSpPr>
              <p:spPr>
                <a:xfrm>
                  <a:off x="6536299" y="3239236"/>
                  <a:ext cx="0" cy="24355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3" name="Straight Connector 432">
                  <a:extLst>
                    <a:ext uri="{FF2B5EF4-FFF2-40B4-BE49-F238E27FC236}">
                      <a16:creationId xmlns:a16="http://schemas.microsoft.com/office/drawing/2014/main" id="{3A0C2B65-0E36-2BD6-A5CA-766C1F4840A1}"/>
                    </a:ext>
                  </a:extLst>
                </p:cNvPr>
                <p:cNvCxnSpPr>
                  <a:cxnSpLocks/>
                </p:cNvCxnSpPr>
                <p:nvPr/>
              </p:nvCxnSpPr>
              <p:spPr>
                <a:xfrm>
                  <a:off x="6536299" y="3482787"/>
                  <a:ext cx="877513"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39" name="Group 438">
                <a:extLst>
                  <a:ext uri="{FF2B5EF4-FFF2-40B4-BE49-F238E27FC236}">
                    <a16:creationId xmlns:a16="http://schemas.microsoft.com/office/drawing/2014/main" id="{D23B8C84-D412-0BE5-6B7C-2C1EDB91C65F}"/>
                  </a:ext>
                </a:extLst>
              </p:cNvPr>
              <p:cNvGrpSpPr/>
              <p:nvPr/>
            </p:nvGrpSpPr>
            <p:grpSpPr>
              <a:xfrm>
                <a:off x="7413811" y="3245995"/>
                <a:ext cx="1165412" cy="244287"/>
                <a:chOff x="6248400" y="3238500"/>
                <a:chExt cx="1165412" cy="244287"/>
              </a:xfrm>
            </p:grpSpPr>
            <p:cxnSp>
              <p:nvCxnSpPr>
                <p:cNvPr id="440" name="Straight Connector 439">
                  <a:extLst>
                    <a:ext uri="{FF2B5EF4-FFF2-40B4-BE49-F238E27FC236}">
                      <a16:creationId xmlns:a16="http://schemas.microsoft.com/office/drawing/2014/main" id="{F0417FAA-E937-4128-3EBD-68A5D32A108C}"/>
                    </a:ext>
                  </a:extLst>
                </p:cNvPr>
                <p:cNvCxnSpPr>
                  <a:cxnSpLocks/>
                </p:cNvCxnSpPr>
                <p:nvPr/>
              </p:nvCxnSpPr>
              <p:spPr>
                <a:xfrm>
                  <a:off x="6248400" y="3238500"/>
                  <a:ext cx="28789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1" name="Straight Connector 440">
                  <a:extLst>
                    <a:ext uri="{FF2B5EF4-FFF2-40B4-BE49-F238E27FC236}">
                      <a16:creationId xmlns:a16="http://schemas.microsoft.com/office/drawing/2014/main" id="{2E83526D-1B29-8E7E-C76E-2294F262F7AE}"/>
                    </a:ext>
                  </a:extLst>
                </p:cNvPr>
                <p:cNvCxnSpPr>
                  <a:cxnSpLocks/>
                </p:cNvCxnSpPr>
                <p:nvPr/>
              </p:nvCxnSpPr>
              <p:spPr>
                <a:xfrm>
                  <a:off x="6248400" y="3239119"/>
                  <a:ext cx="0" cy="236792"/>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2" name="Straight Connector 441">
                  <a:extLst>
                    <a:ext uri="{FF2B5EF4-FFF2-40B4-BE49-F238E27FC236}">
                      <a16:creationId xmlns:a16="http://schemas.microsoft.com/office/drawing/2014/main" id="{65BFA285-FFAC-5192-FCF8-61D29327618D}"/>
                    </a:ext>
                  </a:extLst>
                </p:cNvPr>
                <p:cNvCxnSpPr>
                  <a:cxnSpLocks/>
                </p:cNvCxnSpPr>
                <p:nvPr/>
              </p:nvCxnSpPr>
              <p:spPr>
                <a:xfrm>
                  <a:off x="6536299" y="3239236"/>
                  <a:ext cx="0" cy="24355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3" name="Straight Connector 442">
                  <a:extLst>
                    <a:ext uri="{FF2B5EF4-FFF2-40B4-BE49-F238E27FC236}">
                      <a16:creationId xmlns:a16="http://schemas.microsoft.com/office/drawing/2014/main" id="{C51D0A89-ED72-9A21-AC50-32881EF7130F}"/>
                    </a:ext>
                  </a:extLst>
                </p:cNvPr>
                <p:cNvCxnSpPr>
                  <a:cxnSpLocks/>
                </p:cNvCxnSpPr>
                <p:nvPr/>
              </p:nvCxnSpPr>
              <p:spPr>
                <a:xfrm>
                  <a:off x="6536299" y="3482787"/>
                  <a:ext cx="877513"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44" name="Group 443">
                <a:extLst>
                  <a:ext uri="{FF2B5EF4-FFF2-40B4-BE49-F238E27FC236}">
                    <a16:creationId xmlns:a16="http://schemas.microsoft.com/office/drawing/2014/main" id="{BCB06C8F-CA26-344C-1A3E-DCF7E90BC2FE}"/>
                  </a:ext>
                </a:extLst>
              </p:cNvPr>
              <p:cNvGrpSpPr/>
              <p:nvPr/>
            </p:nvGrpSpPr>
            <p:grpSpPr>
              <a:xfrm>
                <a:off x="8579218" y="3250794"/>
                <a:ext cx="1165412" cy="243551"/>
                <a:chOff x="6248400" y="3239236"/>
                <a:chExt cx="1165412" cy="243551"/>
              </a:xfrm>
            </p:grpSpPr>
            <p:cxnSp>
              <p:nvCxnSpPr>
                <p:cNvPr id="445" name="Straight Connector 444">
                  <a:extLst>
                    <a:ext uri="{FF2B5EF4-FFF2-40B4-BE49-F238E27FC236}">
                      <a16:creationId xmlns:a16="http://schemas.microsoft.com/office/drawing/2014/main" id="{1E30D47F-204D-BC9E-0713-8BA09EDF9978}"/>
                    </a:ext>
                  </a:extLst>
                </p:cNvPr>
                <p:cNvCxnSpPr>
                  <a:cxnSpLocks/>
                </p:cNvCxnSpPr>
                <p:nvPr/>
              </p:nvCxnSpPr>
              <p:spPr>
                <a:xfrm>
                  <a:off x="6248400" y="3240792"/>
                  <a:ext cx="28789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6" name="Straight Connector 445">
                  <a:extLst>
                    <a:ext uri="{FF2B5EF4-FFF2-40B4-BE49-F238E27FC236}">
                      <a16:creationId xmlns:a16="http://schemas.microsoft.com/office/drawing/2014/main" id="{BC80A9EC-AA99-CF17-63D0-850FB59C2548}"/>
                    </a:ext>
                  </a:extLst>
                </p:cNvPr>
                <p:cNvCxnSpPr>
                  <a:cxnSpLocks/>
                </p:cNvCxnSpPr>
                <p:nvPr/>
              </p:nvCxnSpPr>
              <p:spPr>
                <a:xfrm>
                  <a:off x="6248400" y="3245995"/>
                  <a:ext cx="0" cy="236792"/>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7" name="Straight Connector 446">
                  <a:extLst>
                    <a:ext uri="{FF2B5EF4-FFF2-40B4-BE49-F238E27FC236}">
                      <a16:creationId xmlns:a16="http://schemas.microsoft.com/office/drawing/2014/main" id="{5F9C7906-BF79-DC3E-E0E4-CF82D971D407}"/>
                    </a:ext>
                  </a:extLst>
                </p:cNvPr>
                <p:cNvCxnSpPr>
                  <a:cxnSpLocks/>
                </p:cNvCxnSpPr>
                <p:nvPr/>
              </p:nvCxnSpPr>
              <p:spPr>
                <a:xfrm>
                  <a:off x="6536299" y="3239236"/>
                  <a:ext cx="0" cy="24355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8" name="Straight Connector 447">
                  <a:extLst>
                    <a:ext uri="{FF2B5EF4-FFF2-40B4-BE49-F238E27FC236}">
                      <a16:creationId xmlns:a16="http://schemas.microsoft.com/office/drawing/2014/main" id="{48E5D724-54B3-CD1D-BAA8-D56FF0C5D96E}"/>
                    </a:ext>
                  </a:extLst>
                </p:cNvPr>
                <p:cNvCxnSpPr>
                  <a:cxnSpLocks/>
                </p:cNvCxnSpPr>
                <p:nvPr/>
              </p:nvCxnSpPr>
              <p:spPr>
                <a:xfrm>
                  <a:off x="6536299" y="3482787"/>
                  <a:ext cx="877513"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49" name="Group 448">
                <a:extLst>
                  <a:ext uri="{FF2B5EF4-FFF2-40B4-BE49-F238E27FC236}">
                    <a16:creationId xmlns:a16="http://schemas.microsoft.com/office/drawing/2014/main" id="{4C8AAD08-BA22-CD9E-9116-3D8BCB14A38A}"/>
                  </a:ext>
                </a:extLst>
              </p:cNvPr>
              <p:cNvGrpSpPr/>
              <p:nvPr/>
            </p:nvGrpSpPr>
            <p:grpSpPr>
              <a:xfrm>
                <a:off x="9744630" y="3255817"/>
                <a:ext cx="1165412" cy="243551"/>
                <a:chOff x="6248400" y="3241528"/>
                <a:chExt cx="1165412" cy="243551"/>
              </a:xfrm>
            </p:grpSpPr>
            <p:cxnSp>
              <p:nvCxnSpPr>
                <p:cNvPr id="450" name="Straight Connector 449">
                  <a:extLst>
                    <a:ext uri="{FF2B5EF4-FFF2-40B4-BE49-F238E27FC236}">
                      <a16:creationId xmlns:a16="http://schemas.microsoft.com/office/drawing/2014/main" id="{352EDF05-79BC-E794-8D0C-FFDCC24257BC}"/>
                    </a:ext>
                  </a:extLst>
                </p:cNvPr>
                <p:cNvCxnSpPr>
                  <a:cxnSpLocks/>
                </p:cNvCxnSpPr>
                <p:nvPr/>
              </p:nvCxnSpPr>
              <p:spPr>
                <a:xfrm>
                  <a:off x="6248400" y="3245376"/>
                  <a:ext cx="29772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1" name="Straight Connector 450">
                  <a:extLst>
                    <a:ext uri="{FF2B5EF4-FFF2-40B4-BE49-F238E27FC236}">
                      <a16:creationId xmlns:a16="http://schemas.microsoft.com/office/drawing/2014/main" id="{E19BD410-6F2F-067F-4E23-BEFC674960A8}"/>
                    </a:ext>
                  </a:extLst>
                </p:cNvPr>
                <p:cNvCxnSpPr>
                  <a:cxnSpLocks/>
                </p:cNvCxnSpPr>
                <p:nvPr/>
              </p:nvCxnSpPr>
              <p:spPr>
                <a:xfrm>
                  <a:off x="6248400" y="3245995"/>
                  <a:ext cx="0" cy="236792"/>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2" name="Straight Connector 451">
                  <a:extLst>
                    <a:ext uri="{FF2B5EF4-FFF2-40B4-BE49-F238E27FC236}">
                      <a16:creationId xmlns:a16="http://schemas.microsoft.com/office/drawing/2014/main" id="{56381893-6FAB-E344-4D54-BEFDF4F61E00}"/>
                    </a:ext>
                  </a:extLst>
                </p:cNvPr>
                <p:cNvCxnSpPr>
                  <a:cxnSpLocks/>
                </p:cNvCxnSpPr>
                <p:nvPr/>
              </p:nvCxnSpPr>
              <p:spPr>
                <a:xfrm>
                  <a:off x="6545467" y="3241528"/>
                  <a:ext cx="0" cy="24355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3" name="Straight Connector 452">
                  <a:extLst>
                    <a:ext uri="{FF2B5EF4-FFF2-40B4-BE49-F238E27FC236}">
                      <a16:creationId xmlns:a16="http://schemas.microsoft.com/office/drawing/2014/main" id="{BF3B52B2-A2AC-13DE-AF04-DF221A89CA23}"/>
                    </a:ext>
                  </a:extLst>
                </p:cNvPr>
                <p:cNvCxnSpPr>
                  <a:cxnSpLocks/>
                </p:cNvCxnSpPr>
                <p:nvPr/>
              </p:nvCxnSpPr>
              <p:spPr>
                <a:xfrm>
                  <a:off x="6550711" y="3482787"/>
                  <a:ext cx="863101"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455" name="Group 454">
              <a:extLst>
                <a:ext uri="{FF2B5EF4-FFF2-40B4-BE49-F238E27FC236}">
                  <a16:creationId xmlns:a16="http://schemas.microsoft.com/office/drawing/2014/main" id="{9C968078-74FD-57B3-786C-731F612EA33F}"/>
                </a:ext>
              </a:extLst>
            </p:cNvPr>
            <p:cNvGrpSpPr/>
            <p:nvPr/>
          </p:nvGrpSpPr>
          <p:grpSpPr>
            <a:xfrm>
              <a:off x="6534150" y="4323489"/>
              <a:ext cx="4661642" cy="257840"/>
              <a:chOff x="6248400" y="3239236"/>
              <a:chExt cx="4661642" cy="257840"/>
            </a:xfrm>
          </p:grpSpPr>
          <p:grpSp>
            <p:nvGrpSpPr>
              <p:cNvPr id="456" name="Group 455">
                <a:extLst>
                  <a:ext uri="{FF2B5EF4-FFF2-40B4-BE49-F238E27FC236}">
                    <a16:creationId xmlns:a16="http://schemas.microsoft.com/office/drawing/2014/main" id="{53E2C28A-CF12-5534-BDC9-09AB11EFC664}"/>
                  </a:ext>
                </a:extLst>
              </p:cNvPr>
              <p:cNvGrpSpPr/>
              <p:nvPr/>
            </p:nvGrpSpPr>
            <p:grpSpPr>
              <a:xfrm>
                <a:off x="6248400" y="3239236"/>
                <a:ext cx="1165412" cy="243551"/>
                <a:chOff x="6248400" y="3239236"/>
                <a:chExt cx="1165412" cy="243551"/>
              </a:xfrm>
            </p:grpSpPr>
            <p:cxnSp>
              <p:nvCxnSpPr>
                <p:cNvPr id="472" name="Straight Connector 471">
                  <a:extLst>
                    <a:ext uri="{FF2B5EF4-FFF2-40B4-BE49-F238E27FC236}">
                      <a16:creationId xmlns:a16="http://schemas.microsoft.com/office/drawing/2014/main" id="{E9C3C8D0-43D8-8F72-C689-D431C00C2A20}"/>
                    </a:ext>
                  </a:extLst>
                </p:cNvPr>
                <p:cNvCxnSpPr>
                  <a:cxnSpLocks/>
                </p:cNvCxnSpPr>
                <p:nvPr/>
              </p:nvCxnSpPr>
              <p:spPr>
                <a:xfrm>
                  <a:off x="6248400" y="3247293"/>
                  <a:ext cx="28789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3" name="Straight Connector 472">
                  <a:extLst>
                    <a:ext uri="{FF2B5EF4-FFF2-40B4-BE49-F238E27FC236}">
                      <a16:creationId xmlns:a16="http://schemas.microsoft.com/office/drawing/2014/main" id="{E60C87AC-FE10-788D-DFBA-83BA460E5E7B}"/>
                    </a:ext>
                  </a:extLst>
                </p:cNvPr>
                <p:cNvCxnSpPr>
                  <a:cxnSpLocks/>
                </p:cNvCxnSpPr>
                <p:nvPr/>
              </p:nvCxnSpPr>
              <p:spPr>
                <a:xfrm>
                  <a:off x="6248400" y="3245995"/>
                  <a:ext cx="0" cy="236792"/>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4" name="Straight Connector 473">
                  <a:extLst>
                    <a:ext uri="{FF2B5EF4-FFF2-40B4-BE49-F238E27FC236}">
                      <a16:creationId xmlns:a16="http://schemas.microsoft.com/office/drawing/2014/main" id="{35D1DE68-A870-B6B8-026F-FF322DC5C0AE}"/>
                    </a:ext>
                  </a:extLst>
                </p:cNvPr>
                <p:cNvCxnSpPr>
                  <a:cxnSpLocks/>
                </p:cNvCxnSpPr>
                <p:nvPr/>
              </p:nvCxnSpPr>
              <p:spPr>
                <a:xfrm>
                  <a:off x="6536299" y="3239236"/>
                  <a:ext cx="0" cy="24355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5" name="Straight Connector 474">
                  <a:extLst>
                    <a:ext uri="{FF2B5EF4-FFF2-40B4-BE49-F238E27FC236}">
                      <a16:creationId xmlns:a16="http://schemas.microsoft.com/office/drawing/2014/main" id="{E60152B9-B8F6-13E7-6EA0-F24B5E2F8D23}"/>
                    </a:ext>
                  </a:extLst>
                </p:cNvPr>
                <p:cNvCxnSpPr>
                  <a:cxnSpLocks/>
                </p:cNvCxnSpPr>
                <p:nvPr/>
              </p:nvCxnSpPr>
              <p:spPr>
                <a:xfrm>
                  <a:off x="6536299" y="3482787"/>
                  <a:ext cx="877513"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57" name="Group 456">
                <a:extLst>
                  <a:ext uri="{FF2B5EF4-FFF2-40B4-BE49-F238E27FC236}">
                    <a16:creationId xmlns:a16="http://schemas.microsoft.com/office/drawing/2014/main" id="{42FEF624-CE7B-0746-3033-9241C5A1F64E}"/>
                  </a:ext>
                </a:extLst>
              </p:cNvPr>
              <p:cNvGrpSpPr/>
              <p:nvPr/>
            </p:nvGrpSpPr>
            <p:grpSpPr>
              <a:xfrm>
                <a:off x="7413811" y="3245995"/>
                <a:ext cx="1169996" cy="244287"/>
                <a:chOff x="6248400" y="3238500"/>
                <a:chExt cx="1169996" cy="244287"/>
              </a:xfrm>
            </p:grpSpPr>
            <p:cxnSp>
              <p:nvCxnSpPr>
                <p:cNvPr id="468" name="Straight Connector 467">
                  <a:extLst>
                    <a:ext uri="{FF2B5EF4-FFF2-40B4-BE49-F238E27FC236}">
                      <a16:creationId xmlns:a16="http://schemas.microsoft.com/office/drawing/2014/main" id="{066A91DC-52D6-6A89-E70C-90DC35EF091F}"/>
                    </a:ext>
                  </a:extLst>
                </p:cNvPr>
                <p:cNvCxnSpPr>
                  <a:cxnSpLocks/>
                </p:cNvCxnSpPr>
                <p:nvPr/>
              </p:nvCxnSpPr>
              <p:spPr>
                <a:xfrm>
                  <a:off x="6248400" y="3238500"/>
                  <a:ext cx="28789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9" name="Straight Connector 468">
                  <a:extLst>
                    <a:ext uri="{FF2B5EF4-FFF2-40B4-BE49-F238E27FC236}">
                      <a16:creationId xmlns:a16="http://schemas.microsoft.com/office/drawing/2014/main" id="{53FE45E8-52D2-E311-F637-E0D148DAE9F2}"/>
                    </a:ext>
                  </a:extLst>
                </p:cNvPr>
                <p:cNvCxnSpPr>
                  <a:cxnSpLocks/>
                </p:cNvCxnSpPr>
                <p:nvPr/>
              </p:nvCxnSpPr>
              <p:spPr>
                <a:xfrm>
                  <a:off x="6248400" y="3239119"/>
                  <a:ext cx="0" cy="236792"/>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0" name="Straight Connector 469">
                  <a:extLst>
                    <a:ext uri="{FF2B5EF4-FFF2-40B4-BE49-F238E27FC236}">
                      <a16:creationId xmlns:a16="http://schemas.microsoft.com/office/drawing/2014/main" id="{98825F1A-E697-A611-34BF-AC6F4E74D19D}"/>
                    </a:ext>
                  </a:extLst>
                </p:cNvPr>
                <p:cNvCxnSpPr>
                  <a:cxnSpLocks/>
                </p:cNvCxnSpPr>
                <p:nvPr/>
              </p:nvCxnSpPr>
              <p:spPr>
                <a:xfrm>
                  <a:off x="6543175" y="3239236"/>
                  <a:ext cx="0" cy="24355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1" name="Straight Connector 470">
                  <a:extLst>
                    <a:ext uri="{FF2B5EF4-FFF2-40B4-BE49-F238E27FC236}">
                      <a16:creationId xmlns:a16="http://schemas.microsoft.com/office/drawing/2014/main" id="{EB6E46A9-8FC7-3F2A-09FC-AAC37AD15EF1}"/>
                    </a:ext>
                  </a:extLst>
                </p:cNvPr>
                <p:cNvCxnSpPr>
                  <a:cxnSpLocks/>
                </p:cNvCxnSpPr>
                <p:nvPr/>
              </p:nvCxnSpPr>
              <p:spPr>
                <a:xfrm>
                  <a:off x="6540883" y="3482787"/>
                  <a:ext cx="877513"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58" name="Group 457">
                <a:extLst>
                  <a:ext uri="{FF2B5EF4-FFF2-40B4-BE49-F238E27FC236}">
                    <a16:creationId xmlns:a16="http://schemas.microsoft.com/office/drawing/2014/main" id="{1B1059ED-134E-E86C-7B98-58FB5447AD31}"/>
                  </a:ext>
                </a:extLst>
              </p:cNvPr>
              <p:cNvGrpSpPr/>
              <p:nvPr/>
            </p:nvGrpSpPr>
            <p:grpSpPr>
              <a:xfrm>
                <a:off x="8579218" y="3250058"/>
                <a:ext cx="1179682" cy="244287"/>
                <a:chOff x="6248400" y="3238500"/>
                <a:chExt cx="1179682" cy="244287"/>
              </a:xfrm>
            </p:grpSpPr>
            <p:cxnSp>
              <p:nvCxnSpPr>
                <p:cNvPr id="464" name="Straight Connector 463">
                  <a:extLst>
                    <a:ext uri="{FF2B5EF4-FFF2-40B4-BE49-F238E27FC236}">
                      <a16:creationId xmlns:a16="http://schemas.microsoft.com/office/drawing/2014/main" id="{708BE375-CD34-009C-EF72-88CFF74789AF}"/>
                    </a:ext>
                  </a:extLst>
                </p:cNvPr>
                <p:cNvCxnSpPr>
                  <a:cxnSpLocks/>
                </p:cNvCxnSpPr>
                <p:nvPr/>
              </p:nvCxnSpPr>
              <p:spPr>
                <a:xfrm>
                  <a:off x="6248400" y="3238500"/>
                  <a:ext cx="304241"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5" name="Straight Connector 464">
                  <a:extLst>
                    <a:ext uri="{FF2B5EF4-FFF2-40B4-BE49-F238E27FC236}">
                      <a16:creationId xmlns:a16="http://schemas.microsoft.com/office/drawing/2014/main" id="{02CB40C8-8692-3674-F0A9-4323789B06E6}"/>
                    </a:ext>
                  </a:extLst>
                </p:cNvPr>
                <p:cNvCxnSpPr>
                  <a:cxnSpLocks/>
                </p:cNvCxnSpPr>
                <p:nvPr/>
              </p:nvCxnSpPr>
              <p:spPr>
                <a:xfrm>
                  <a:off x="6248400" y="3241411"/>
                  <a:ext cx="0" cy="236792"/>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6" name="Straight Connector 465">
                  <a:extLst>
                    <a:ext uri="{FF2B5EF4-FFF2-40B4-BE49-F238E27FC236}">
                      <a16:creationId xmlns:a16="http://schemas.microsoft.com/office/drawing/2014/main" id="{E7DC5755-063F-BA29-D69D-1478B6370FA3}"/>
                    </a:ext>
                  </a:extLst>
                </p:cNvPr>
                <p:cNvCxnSpPr>
                  <a:cxnSpLocks/>
                </p:cNvCxnSpPr>
                <p:nvPr/>
              </p:nvCxnSpPr>
              <p:spPr>
                <a:xfrm>
                  <a:off x="6547759" y="3239236"/>
                  <a:ext cx="0" cy="24355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7" name="Straight Connector 466">
                  <a:extLst>
                    <a:ext uri="{FF2B5EF4-FFF2-40B4-BE49-F238E27FC236}">
                      <a16:creationId xmlns:a16="http://schemas.microsoft.com/office/drawing/2014/main" id="{4145BF6F-CD9B-E300-CFAF-366D23E6BC2F}"/>
                    </a:ext>
                  </a:extLst>
                </p:cNvPr>
                <p:cNvCxnSpPr>
                  <a:cxnSpLocks/>
                </p:cNvCxnSpPr>
                <p:nvPr/>
              </p:nvCxnSpPr>
              <p:spPr>
                <a:xfrm>
                  <a:off x="6552641" y="3482787"/>
                  <a:ext cx="875441"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59" name="Group 458">
                <a:extLst>
                  <a:ext uri="{FF2B5EF4-FFF2-40B4-BE49-F238E27FC236}">
                    <a16:creationId xmlns:a16="http://schemas.microsoft.com/office/drawing/2014/main" id="{CFC5C36D-2EC4-A31C-3332-06674BAF4E1C}"/>
                  </a:ext>
                </a:extLst>
              </p:cNvPr>
              <p:cNvGrpSpPr/>
              <p:nvPr/>
            </p:nvGrpSpPr>
            <p:grpSpPr>
              <a:xfrm>
                <a:off x="9752024" y="3257373"/>
                <a:ext cx="1158018" cy="239703"/>
                <a:chOff x="6255794" y="3243084"/>
                <a:chExt cx="1158018" cy="239703"/>
              </a:xfrm>
            </p:grpSpPr>
            <p:cxnSp>
              <p:nvCxnSpPr>
                <p:cNvPr id="460" name="Straight Connector 459">
                  <a:extLst>
                    <a:ext uri="{FF2B5EF4-FFF2-40B4-BE49-F238E27FC236}">
                      <a16:creationId xmlns:a16="http://schemas.microsoft.com/office/drawing/2014/main" id="{A799118E-D61B-6729-BAA6-2D2606E612A2}"/>
                    </a:ext>
                  </a:extLst>
                </p:cNvPr>
                <p:cNvCxnSpPr>
                  <a:cxnSpLocks/>
                </p:cNvCxnSpPr>
                <p:nvPr/>
              </p:nvCxnSpPr>
              <p:spPr>
                <a:xfrm>
                  <a:off x="6255794" y="3243084"/>
                  <a:ext cx="295634"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1" name="Straight Connector 460">
                  <a:extLst>
                    <a:ext uri="{FF2B5EF4-FFF2-40B4-BE49-F238E27FC236}">
                      <a16:creationId xmlns:a16="http://schemas.microsoft.com/office/drawing/2014/main" id="{4567AA79-197F-ED8E-F289-83AD6D3EA7F4}"/>
                    </a:ext>
                  </a:extLst>
                </p:cNvPr>
                <p:cNvCxnSpPr>
                  <a:cxnSpLocks/>
                </p:cNvCxnSpPr>
                <p:nvPr/>
              </p:nvCxnSpPr>
              <p:spPr>
                <a:xfrm>
                  <a:off x="6257568" y="3245995"/>
                  <a:ext cx="0" cy="236792"/>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2" name="Straight Connector 461">
                  <a:extLst>
                    <a:ext uri="{FF2B5EF4-FFF2-40B4-BE49-F238E27FC236}">
                      <a16:creationId xmlns:a16="http://schemas.microsoft.com/office/drawing/2014/main" id="{F71620CE-98BF-7C67-AE8A-7406671E68D5}"/>
                    </a:ext>
                  </a:extLst>
                </p:cNvPr>
                <p:cNvCxnSpPr>
                  <a:cxnSpLocks/>
                </p:cNvCxnSpPr>
                <p:nvPr/>
              </p:nvCxnSpPr>
              <p:spPr>
                <a:xfrm>
                  <a:off x="6550051" y="3246225"/>
                  <a:ext cx="0" cy="236562"/>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3" name="Straight Connector 462">
                  <a:extLst>
                    <a:ext uri="{FF2B5EF4-FFF2-40B4-BE49-F238E27FC236}">
                      <a16:creationId xmlns:a16="http://schemas.microsoft.com/office/drawing/2014/main" id="{DB55543B-E12A-70D6-432B-57F1C03CB678}"/>
                    </a:ext>
                  </a:extLst>
                </p:cNvPr>
                <p:cNvCxnSpPr>
                  <a:cxnSpLocks/>
                </p:cNvCxnSpPr>
                <p:nvPr/>
              </p:nvCxnSpPr>
              <p:spPr>
                <a:xfrm>
                  <a:off x="6553719" y="3482787"/>
                  <a:ext cx="860093"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476" name="Group 475">
              <a:extLst>
                <a:ext uri="{FF2B5EF4-FFF2-40B4-BE49-F238E27FC236}">
                  <a16:creationId xmlns:a16="http://schemas.microsoft.com/office/drawing/2014/main" id="{8EB82524-711F-09BA-A6AA-F3008E1057B4}"/>
                </a:ext>
              </a:extLst>
            </p:cNvPr>
            <p:cNvGrpSpPr/>
            <p:nvPr/>
          </p:nvGrpSpPr>
          <p:grpSpPr>
            <a:xfrm>
              <a:off x="6823373" y="4676164"/>
              <a:ext cx="4448365" cy="254047"/>
              <a:chOff x="6248400" y="3243029"/>
              <a:chExt cx="4448365" cy="254047"/>
            </a:xfrm>
          </p:grpSpPr>
          <p:grpSp>
            <p:nvGrpSpPr>
              <p:cNvPr id="477" name="Group 476">
                <a:extLst>
                  <a:ext uri="{FF2B5EF4-FFF2-40B4-BE49-F238E27FC236}">
                    <a16:creationId xmlns:a16="http://schemas.microsoft.com/office/drawing/2014/main" id="{9F11CABF-56AD-5E63-53E9-27583457EDA7}"/>
                  </a:ext>
                </a:extLst>
              </p:cNvPr>
              <p:cNvGrpSpPr/>
              <p:nvPr/>
            </p:nvGrpSpPr>
            <p:grpSpPr>
              <a:xfrm>
                <a:off x="6248400" y="3243029"/>
                <a:ext cx="1171765" cy="239758"/>
                <a:chOff x="6248400" y="3243029"/>
                <a:chExt cx="1171765" cy="239758"/>
              </a:xfrm>
            </p:grpSpPr>
            <p:cxnSp>
              <p:nvCxnSpPr>
                <p:cNvPr id="493" name="Straight Connector 492">
                  <a:extLst>
                    <a:ext uri="{FF2B5EF4-FFF2-40B4-BE49-F238E27FC236}">
                      <a16:creationId xmlns:a16="http://schemas.microsoft.com/office/drawing/2014/main" id="{C71D1583-A22A-D17B-820E-4727BB5C565A}"/>
                    </a:ext>
                  </a:extLst>
                </p:cNvPr>
                <p:cNvCxnSpPr>
                  <a:cxnSpLocks/>
                </p:cNvCxnSpPr>
                <p:nvPr/>
              </p:nvCxnSpPr>
              <p:spPr>
                <a:xfrm>
                  <a:off x="6248400" y="3247293"/>
                  <a:ext cx="28789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4" name="Straight Connector 493">
                  <a:extLst>
                    <a:ext uri="{FF2B5EF4-FFF2-40B4-BE49-F238E27FC236}">
                      <a16:creationId xmlns:a16="http://schemas.microsoft.com/office/drawing/2014/main" id="{9D98F5A1-783E-621D-40BB-C382854428D3}"/>
                    </a:ext>
                  </a:extLst>
                </p:cNvPr>
                <p:cNvCxnSpPr>
                  <a:cxnSpLocks/>
                </p:cNvCxnSpPr>
                <p:nvPr/>
              </p:nvCxnSpPr>
              <p:spPr>
                <a:xfrm>
                  <a:off x="6248400" y="3245995"/>
                  <a:ext cx="0" cy="236792"/>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5" name="Straight Connector 494">
                  <a:extLst>
                    <a:ext uri="{FF2B5EF4-FFF2-40B4-BE49-F238E27FC236}">
                      <a16:creationId xmlns:a16="http://schemas.microsoft.com/office/drawing/2014/main" id="{692CE00C-28EA-8ADE-9165-A11278045D96}"/>
                    </a:ext>
                  </a:extLst>
                </p:cNvPr>
                <p:cNvCxnSpPr>
                  <a:cxnSpLocks/>
                </p:cNvCxnSpPr>
                <p:nvPr/>
              </p:nvCxnSpPr>
              <p:spPr>
                <a:xfrm flipH="1">
                  <a:off x="6536299" y="3243029"/>
                  <a:ext cx="2256" cy="23975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6" name="Straight Connector 495">
                  <a:extLst>
                    <a:ext uri="{FF2B5EF4-FFF2-40B4-BE49-F238E27FC236}">
                      <a16:creationId xmlns:a16="http://schemas.microsoft.com/office/drawing/2014/main" id="{8FF196B7-F69F-7E87-FC9F-605367710FBB}"/>
                    </a:ext>
                  </a:extLst>
                </p:cNvPr>
                <p:cNvCxnSpPr>
                  <a:cxnSpLocks/>
                </p:cNvCxnSpPr>
                <p:nvPr/>
              </p:nvCxnSpPr>
              <p:spPr>
                <a:xfrm>
                  <a:off x="6536299" y="3482787"/>
                  <a:ext cx="883866"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78" name="Group 477">
                <a:extLst>
                  <a:ext uri="{FF2B5EF4-FFF2-40B4-BE49-F238E27FC236}">
                    <a16:creationId xmlns:a16="http://schemas.microsoft.com/office/drawing/2014/main" id="{6037C5E9-2458-C849-A450-9CBCC5274460}"/>
                  </a:ext>
                </a:extLst>
              </p:cNvPr>
              <p:cNvGrpSpPr/>
              <p:nvPr/>
            </p:nvGrpSpPr>
            <p:grpSpPr>
              <a:xfrm>
                <a:off x="7420687" y="3245995"/>
                <a:ext cx="1171257" cy="244287"/>
                <a:chOff x="6255276" y="3238500"/>
                <a:chExt cx="1171257" cy="244287"/>
              </a:xfrm>
            </p:grpSpPr>
            <p:cxnSp>
              <p:nvCxnSpPr>
                <p:cNvPr id="489" name="Straight Connector 488">
                  <a:extLst>
                    <a:ext uri="{FF2B5EF4-FFF2-40B4-BE49-F238E27FC236}">
                      <a16:creationId xmlns:a16="http://schemas.microsoft.com/office/drawing/2014/main" id="{2AEC9075-F6AA-CAB4-230A-7EAAF3BEB09A}"/>
                    </a:ext>
                  </a:extLst>
                </p:cNvPr>
                <p:cNvCxnSpPr>
                  <a:cxnSpLocks/>
                </p:cNvCxnSpPr>
                <p:nvPr/>
              </p:nvCxnSpPr>
              <p:spPr>
                <a:xfrm>
                  <a:off x="6257751" y="3238500"/>
                  <a:ext cx="286467"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0" name="Straight Connector 489">
                  <a:extLst>
                    <a:ext uri="{FF2B5EF4-FFF2-40B4-BE49-F238E27FC236}">
                      <a16:creationId xmlns:a16="http://schemas.microsoft.com/office/drawing/2014/main" id="{8EF76DF8-2D1C-13AC-29A5-FE7E6371747F}"/>
                    </a:ext>
                  </a:extLst>
                </p:cNvPr>
                <p:cNvCxnSpPr>
                  <a:cxnSpLocks/>
                </p:cNvCxnSpPr>
                <p:nvPr/>
              </p:nvCxnSpPr>
              <p:spPr>
                <a:xfrm>
                  <a:off x="6255276" y="3239119"/>
                  <a:ext cx="0" cy="236792"/>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1" name="Straight Connector 490">
                  <a:extLst>
                    <a:ext uri="{FF2B5EF4-FFF2-40B4-BE49-F238E27FC236}">
                      <a16:creationId xmlns:a16="http://schemas.microsoft.com/office/drawing/2014/main" id="{FF114A3A-8653-A92E-2201-3B5BA7558C33}"/>
                    </a:ext>
                  </a:extLst>
                </p:cNvPr>
                <p:cNvCxnSpPr>
                  <a:cxnSpLocks/>
                </p:cNvCxnSpPr>
                <p:nvPr/>
              </p:nvCxnSpPr>
              <p:spPr>
                <a:xfrm>
                  <a:off x="6543175" y="3239236"/>
                  <a:ext cx="0" cy="24355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2" name="Straight Connector 491">
                  <a:extLst>
                    <a:ext uri="{FF2B5EF4-FFF2-40B4-BE49-F238E27FC236}">
                      <a16:creationId xmlns:a16="http://schemas.microsoft.com/office/drawing/2014/main" id="{894EC717-F8A0-A363-9492-B3C250327540}"/>
                    </a:ext>
                  </a:extLst>
                </p:cNvPr>
                <p:cNvCxnSpPr>
                  <a:cxnSpLocks/>
                </p:cNvCxnSpPr>
                <p:nvPr/>
              </p:nvCxnSpPr>
              <p:spPr>
                <a:xfrm>
                  <a:off x="6544218" y="3482787"/>
                  <a:ext cx="882315"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79" name="Group 478">
                <a:extLst>
                  <a:ext uri="{FF2B5EF4-FFF2-40B4-BE49-F238E27FC236}">
                    <a16:creationId xmlns:a16="http://schemas.microsoft.com/office/drawing/2014/main" id="{14FA9144-4A58-CECF-B4CD-2A291C0AB820}"/>
                  </a:ext>
                </a:extLst>
              </p:cNvPr>
              <p:cNvGrpSpPr/>
              <p:nvPr/>
            </p:nvGrpSpPr>
            <p:grpSpPr>
              <a:xfrm>
                <a:off x="8590678" y="3250794"/>
                <a:ext cx="1170048" cy="243551"/>
                <a:chOff x="6259860" y="3239236"/>
                <a:chExt cx="1170048" cy="243551"/>
              </a:xfrm>
            </p:grpSpPr>
            <p:cxnSp>
              <p:nvCxnSpPr>
                <p:cNvPr id="485" name="Straight Connector 484">
                  <a:extLst>
                    <a:ext uri="{FF2B5EF4-FFF2-40B4-BE49-F238E27FC236}">
                      <a16:creationId xmlns:a16="http://schemas.microsoft.com/office/drawing/2014/main" id="{8AED7E69-B34C-FE7E-48ED-28CE45A8DEE0}"/>
                    </a:ext>
                  </a:extLst>
                </p:cNvPr>
                <p:cNvCxnSpPr>
                  <a:cxnSpLocks/>
                </p:cNvCxnSpPr>
                <p:nvPr/>
              </p:nvCxnSpPr>
              <p:spPr>
                <a:xfrm>
                  <a:off x="6261126" y="3243084"/>
                  <a:ext cx="29105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6" name="Straight Connector 485">
                  <a:extLst>
                    <a:ext uri="{FF2B5EF4-FFF2-40B4-BE49-F238E27FC236}">
                      <a16:creationId xmlns:a16="http://schemas.microsoft.com/office/drawing/2014/main" id="{0F5ED545-5FEA-43E4-F562-EEC806211A32}"/>
                    </a:ext>
                  </a:extLst>
                </p:cNvPr>
                <p:cNvCxnSpPr>
                  <a:cxnSpLocks/>
                </p:cNvCxnSpPr>
                <p:nvPr/>
              </p:nvCxnSpPr>
              <p:spPr>
                <a:xfrm>
                  <a:off x="6259860" y="3241411"/>
                  <a:ext cx="0" cy="236792"/>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7" name="Straight Connector 486">
                  <a:extLst>
                    <a:ext uri="{FF2B5EF4-FFF2-40B4-BE49-F238E27FC236}">
                      <a16:creationId xmlns:a16="http://schemas.microsoft.com/office/drawing/2014/main" id="{B73E4CA0-97A6-6ACA-A86E-C0717F5DE8B0}"/>
                    </a:ext>
                  </a:extLst>
                </p:cNvPr>
                <p:cNvCxnSpPr>
                  <a:cxnSpLocks/>
                </p:cNvCxnSpPr>
                <p:nvPr/>
              </p:nvCxnSpPr>
              <p:spPr>
                <a:xfrm>
                  <a:off x="6547759" y="3239236"/>
                  <a:ext cx="0" cy="24355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8" name="Straight Connector 487">
                  <a:extLst>
                    <a:ext uri="{FF2B5EF4-FFF2-40B4-BE49-F238E27FC236}">
                      <a16:creationId xmlns:a16="http://schemas.microsoft.com/office/drawing/2014/main" id="{60EFB017-1FC0-3A89-62F5-D09F7FD5DF4F}"/>
                    </a:ext>
                  </a:extLst>
                </p:cNvPr>
                <p:cNvCxnSpPr>
                  <a:cxnSpLocks/>
                </p:cNvCxnSpPr>
                <p:nvPr/>
              </p:nvCxnSpPr>
              <p:spPr>
                <a:xfrm>
                  <a:off x="6545301" y="3482787"/>
                  <a:ext cx="884607"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80" name="Group 479">
                <a:extLst>
                  <a:ext uri="{FF2B5EF4-FFF2-40B4-BE49-F238E27FC236}">
                    <a16:creationId xmlns:a16="http://schemas.microsoft.com/office/drawing/2014/main" id="{E4D69F8F-D02B-A76C-78EC-84F3E6855FAB}"/>
                  </a:ext>
                </a:extLst>
              </p:cNvPr>
              <p:cNvGrpSpPr/>
              <p:nvPr/>
            </p:nvGrpSpPr>
            <p:grpSpPr>
              <a:xfrm>
                <a:off x="9758382" y="3252789"/>
                <a:ext cx="938383" cy="244287"/>
                <a:chOff x="6262152" y="3238500"/>
                <a:chExt cx="938383" cy="244287"/>
              </a:xfrm>
            </p:grpSpPr>
            <p:cxnSp>
              <p:nvCxnSpPr>
                <p:cNvPr id="481" name="Straight Connector 480">
                  <a:extLst>
                    <a:ext uri="{FF2B5EF4-FFF2-40B4-BE49-F238E27FC236}">
                      <a16:creationId xmlns:a16="http://schemas.microsoft.com/office/drawing/2014/main" id="{47B5EC6A-EB24-402D-8275-F201BCF8F933}"/>
                    </a:ext>
                  </a:extLst>
                </p:cNvPr>
                <p:cNvCxnSpPr>
                  <a:cxnSpLocks/>
                </p:cNvCxnSpPr>
                <p:nvPr/>
              </p:nvCxnSpPr>
              <p:spPr>
                <a:xfrm>
                  <a:off x="6262205" y="3238500"/>
                  <a:ext cx="293341"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2" name="Straight Connector 481">
                  <a:extLst>
                    <a:ext uri="{FF2B5EF4-FFF2-40B4-BE49-F238E27FC236}">
                      <a16:creationId xmlns:a16="http://schemas.microsoft.com/office/drawing/2014/main" id="{C73042D2-3E0E-B4EA-DA76-99031BB9F792}"/>
                    </a:ext>
                  </a:extLst>
                </p:cNvPr>
                <p:cNvCxnSpPr>
                  <a:cxnSpLocks/>
                </p:cNvCxnSpPr>
                <p:nvPr/>
              </p:nvCxnSpPr>
              <p:spPr>
                <a:xfrm>
                  <a:off x="6262152" y="3241102"/>
                  <a:ext cx="0" cy="24168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3" name="Straight Connector 482">
                  <a:extLst>
                    <a:ext uri="{FF2B5EF4-FFF2-40B4-BE49-F238E27FC236}">
                      <a16:creationId xmlns:a16="http://schemas.microsoft.com/office/drawing/2014/main" id="{FF478C99-D775-E670-1E29-2963F480BC7D}"/>
                    </a:ext>
                  </a:extLst>
                </p:cNvPr>
                <p:cNvCxnSpPr>
                  <a:cxnSpLocks/>
                </p:cNvCxnSpPr>
                <p:nvPr/>
              </p:nvCxnSpPr>
              <p:spPr>
                <a:xfrm>
                  <a:off x="6552343" y="3239236"/>
                  <a:ext cx="0" cy="24355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4" name="Straight Connector 483">
                  <a:extLst>
                    <a:ext uri="{FF2B5EF4-FFF2-40B4-BE49-F238E27FC236}">
                      <a16:creationId xmlns:a16="http://schemas.microsoft.com/office/drawing/2014/main" id="{18033814-C18F-0708-C565-269835262ADC}"/>
                    </a:ext>
                  </a:extLst>
                </p:cNvPr>
                <p:cNvCxnSpPr>
                  <a:cxnSpLocks/>
                </p:cNvCxnSpPr>
                <p:nvPr/>
              </p:nvCxnSpPr>
              <p:spPr>
                <a:xfrm>
                  <a:off x="6555546" y="3482787"/>
                  <a:ext cx="64498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497" name="Group 496">
              <a:extLst>
                <a:ext uri="{FF2B5EF4-FFF2-40B4-BE49-F238E27FC236}">
                  <a16:creationId xmlns:a16="http://schemas.microsoft.com/office/drawing/2014/main" id="{00A65C29-1047-F01B-DD32-EFCBBFB734CD}"/>
                </a:ext>
              </a:extLst>
            </p:cNvPr>
            <p:cNvGrpSpPr/>
            <p:nvPr/>
          </p:nvGrpSpPr>
          <p:grpSpPr>
            <a:xfrm>
              <a:off x="7113707" y="5028206"/>
              <a:ext cx="4158031" cy="257840"/>
              <a:chOff x="6252984" y="3239236"/>
              <a:chExt cx="4158031" cy="257840"/>
            </a:xfrm>
          </p:grpSpPr>
          <p:grpSp>
            <p:nvGrpSpPr>
              <p:cNvPr id="498" name="Group 497">
                <a:extLst>
                  <a:ext uri="{FF2B5EF4-FFF2-40B4-BE49-F238E27FC236}">
                    <a16:creationId xmlns:a16="http://schemas.microsoft.com/office/drawing/2014/main" id="{E8686819-41B5-51FD-A97D-77667AF8A125}"/>
                  </a:ext>
                </a:extLst>
              </p:cNvPr>
              <p:cNvGrpSpPr/>
              <p:nvPr/>
            </p:nvGrpSpPr>
            <p:grpSpPr>
              <a:xfrm>
                <a:off x="6252984" y="3239236"/>
                <a:ext cx="1173186" cy="243551"/>
                <a:chOff x="6252984" y="3239236"/>
                <a:chExt cx="1173186" cy="243551"/>
              </a:xfrm>
            </p:grpSpPr>
            <p:cxnSp>
              <p:nvCxnSpPr>
                <p:cNvPr id="514" name="Straight Connector 513">
                  <a:extLst>
                    <a:ext uri="{FF2B5EF4-FFF2-40B4-BE49-F238E27FC236}">
                      <a16:creationId xmlns:a16="http://schemas.microsoft.com/office/drawing/2014/main" id="{D8AFFF26-7DD2-56D4-B667-B55F26E28B52}"/>
                    </a:ext>
                  </a:extLst>
                </p:cNvPr>
                <p:cNvCxnSpPr>
                  <a:cxnSpLocks/>
                </p:cNvCxnSpPr>
                <p:nvPr/>
              </p:nvCxnSpPr>
              <p:spPr>
                <a:xfrm>
                  <a:off x="6252984" y="3240792"/>
                  <a:ext cx="28789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5" name="Straight Connector 514">
                  <a:extLst>
                    <a:ext uri="{FF2B5EF4-FFF2-40B4-BE49-F238E27FC236}">
                      <a16:creationId xmlns:a16="http://schemas.microsoft.com/office/drawing/2014/main" id="{1288D896-03C3-A5E5-0A8D-B8DC6EE8A702}"/>
                    </a:ext>
                  </a:extLst>
                </p:cNvPr>
                <p:cNvCxnSpPr>
                  <a:cxnSpLocks/>
                </p:cNvCxnSpPr>
                <p:nvPr/>
              </p:nvCxnSpPr>
              <p:spPr>
                <a:xfrm>
                  <a:off x="6252984" y="3245995"/>
                  <a:ext cx="0" cy="236792"/>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6" name="Straight Connector 515">
                  <a:extLst>
                    <a:ext uri="{FF2B5EF4-FFF2-40B4-BE49-F238E27FC236}">
                      <a16:creationId xmlns:a16="http://schemas.microsoft.com/office/drawing/2014/main" id="{7BEF0D97-BB45-4799-DF1E-95EB3AB9953F}"/>
                    </a:ext>
                  </a:extLst>
                </p:cNvPr>
                <p:cNvCxnSpPr>
                  <a:cxnSpLocks/>
                </p:cNvCxnSpPr>
                <p:nvPr/>
              </p:nvCxnSpPr>
              <p:spPr>
                <a:xfrm>
                  <a:off x="6545467" y="3239236"/>
                  <a:ext cx="0" cy="24355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7" name="Straight Connector 516">
                  <a:extLst>
                    <a:ext uri="{FF2B5EF4-FFF2-40B4-BE49-F238E27FC236}">
                      <a16:creationId xmlns:a16="http://schemas.microsoft.com/office/drawing/2014/main" id="{C318E96A-65CC-E26F-8D02-4E8CFF2A4531}"/>
                    </a:ext>
                  </a:extLst>
                </p:cNvPr>
                <p:cNvCxnSpPr>
                  <a:cxnSpLocks/>
                </p:cNvCxnSpPr>
                <p:nvPr/>
              </p:nvCxnSpPr>
              <p:spPr>
                <a:xfrm>
                  <a:off x="6550730" y="3482787"/>
                  <a:ext cx="8754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99" name="Group 498">
                <a:extLst>
                  <a:ext uri="{FF2B5EF4-FFF2-40B4-BE49-F238E27FC236}">
                    <a16:creationId xmlns:a16="http://schemas.microsoft.com/office/drawing/2014/main" id="{8C90E6DA-4503-836A-9A8B-A7AEAB4D7B35}"/>
                  </a:ext>
                </a:extLst>
              </p:cNvPr>
              <p:cNvGrpSpPr/>
              <p:nvPr/>
            </p:nvGrpSpPr>
            <p:grpSpPr>
              <a:xfrm>
                <a:off x="7425271" y="3245995"/>
                <a:ext cx="1171973" cy="244287"/>
                <a:chOff x="6259860" y="3238500"/>
                <a:chExt cx="1171973" cy="244287"/>
              </a:xfrm>
            </p:grpSpPr>
            <p:cxnSp>
              <p:nvCxnSpPr>
                <p:cNvPr id="510" name="Straight Connector 509">
                  <a:extLst>
                    <a:ext uri="{FF2B5EF4-FFF2-40B4-BE49-F238E27FC236}">
                      <a16:creationId xmlns:a16="http://schemas.microsoft.com/office/drawing/2014/main" id="{6B165E06-8003-3143-4764-3DD9599F856F}"/>
                    </a:ext>
                  </a:extLst>
                </p:cNvPr>
                <p:cNvCxnSpPr>
                  <a:cxnSpLocks/>
                </p:cNvCxnSpPr>
                <p:nvPr/>
              </p:nvCxnSpPr>
              <p:spPr>
                <a:xfrm>
                  <a:off x="6263051" y="3238500"/>
                  <a:ext cx="27324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1" name="Straight Connector 510">
                  <a:extLst>
                    <a:ext uri="{FF2B5EF4-FFF2-40B4-BE49-F238E27FC236}">
                      <a16:creationId xmlns:a16="http://schemas.microsoft.com/office/drawing/2014/main" id="{160DBFE5-E337-ED95-050F-8BD6BB80C2E7}"/>
                    </a:ext>
                  </a:extLst>
                </p:cNvPr>
                <p:cNvCxnSpPr>
                  <a:cxnSpLocks/>
                </p:cNvCxnSpPr>
                <p:nvPr/>
              </p:nvCxnSpPr>
              <p:spPr>
                <a:xfrm>
                  <a:off x="6259860" y="3241410"/>
                  <a:ext cx="0" cy="236792"/>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2" name="Straight Connector 511">
                  <a:extLst>
                    <a:ext uri="{FF2B5EF4-FFF2-40B4-BE49-F238E27FC236}">
                      <a16:creationId xmlns:a16="http://schemas.microsoft.com/office/drawing/2014/main" id="{D4D1F509-A8CE-2F7C-D6FC-7D5E353A45C7}"/>
                    </a:ext>
                  </a:extLst>
                </p:cNvPr>
                <p:cNvCxnSpPr>
                  <a:cxnSpLocks/>
                </p:cNvCxnSpPr>
                <p:nvPr/>
              </p:nvCxnSpPr>
              <p:spPr>
                <a:xfrm>
                  <a:off x="6536299" y="3239236"/>
                  <a:ext cx="0" cy="24355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3" name="Straight Connector 512">
                  <a:extLst>
                    <a:ext uri="{FF2B5EF4-FFF2-40B4-BE49-F238E27FC236}">
                      <a16:creationId xmlns:a16="http://schemas.microsoft.com/office/drawing/2014/main" id="{D22343BC-D286-7D97-7D89-CE3B94B6E97F}"/>
                    </a:ext>
                  </a:extLst>
                </p:cNvPr>
                <p:cNvCxnSpPr>
                  <a:cxnSpLocks/>
                </p:cNvCxnSpPr>
                <p:nvPr/>
              </p:nvCxnSpPr>
              <p:spPr>
                <a:xfrm>
                  <a:off x="6536299" y="3482787"/>
                  <a:ext cx="895534"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00" name="Group 499">
                <a:extLst>
                  <a:ext uri="{FF2B5EF4-FFF2-40B4-BE49-F238E27FC236}">
                    <a16:creationId xmlns:a16="http://schemas.microsoft.com/office/drawing/2014/main" id="{EF1E2D81-74A1-C3AF-2196-573C23B5BD65}"/>
                  </a:ext>
                </a:extLst>
              </p:cNvPr>
              <p:cNvGrpSpPr/>
              <p:nvPr/>
            </p:nvGrpSpPr>
            <p:grpSpPr>
              <a:xfrm>
                <a:off x="8590678" y="3256934"/>
                <a:ext cx="1173056" cy="237411"/>
                <a:chOff x="6259860" y="3245376"/>
                <a:chExt cx="1173056" cy="237411"/>
              </a:xfrm>
            </p:grpSpPr>
            <p:cxnSp>
              <p:nvCxnSpPr>
                <p:cNvPr id="506" name="Straight Connector 505">
                  <a:extLst>
                    <a:ext uri="{FF2B5EF4-FFF2-40B4-BE49-F238E27FC236}">
                      <a16:creationId xmlns:a16="http://schemas.microsoft.com/office/drawing/2014/main" id="{51412765-B2CA-90DA-78B2-97ED87A14AAB}"/>
                    </a:ext>
                  </a:extLst>
                </p:cNvPr>
                <p:cNvCxnSpPr>
                  <a:cxnSpLocks/>
                </p:cNvCxnSpPr>
                <p:nvPr/>
              </p:nvCxnSpPr>
              <p:spPr>
                <a:xfrm>
                  <a:off x="6261842" y="3245376"/>
                  <a:ext cx="274457"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7" name="Straight Connector 506">
                  <a:extLst>
                    <a:ext uri="{FF2B5EF4-FFF2-40B4-BE49-F238E27FC236}">
                      <a16:creationId xmlns:a16="http://schemas.microsoft.com/office/drawing/2014/main" id="{851CD8B7-7684-1447-613F-16011CBDB7DE}"/>
                    </a:ext>
                  </a:extLst>
                </p:cNvPr>
                <p:cNvCxnSpPr>
                  <a:cxnSpLocks/>
                </p:cNvCxnSpPr>
                <p:nvPr/>
              </p:nvCxnSpPr>
              <p:spPr>
                <a:xfrm>
                  <a:off x="6259860" y="3245995"/>
                  <a:ext cx="0" cy="236792"/>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8" name="Straight Connector 507">
                  <a:extLst>
                    <a:ext uri="{FF2B5EF4-FFF2-40B4-BE49-F238E27FC236}">
                      <a16:creationId xmlns:a16="http://schemas.microsoft.com/office/drawing/2014/main" id="{51FDA538-2A1D-18BB-4FF5-8E442F0A1C7D}"/>
                    </a:ext>
                  </a:extLst>
                </p:cNvPr>
                <p:cNvCxnSpPr>
                  <a:cxnSpLocks/>
                </p:cNvCxnSpPr>
                <p:nvPr/>
              </p:nvCxnSpPr>
              <p:spPr>
                <a:xfrm>
                  <a:off x="6536299" y="3247800"/>
                  <a:ext cx="0" cy="234987"/>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9" name="Straight Connector 508">
                  <a:extLst>
                    <a:ext uri="{FF2B5EF4-FFF2-40B4-BE49-F238E27FC236}">
                      <a16:creationId xmlns:a16="http://schemas.microsoft.com/office/drawing/2014/main" id="{E705F331-47AC-6D23-E437-DB3259F395BB}"/>
                    </a:ext>
                  </a:extLst>
                </p:cNvPr>
                <p:cNvCxnSpPr>
                  <a:cxnSpLocks/>
                </p:cNvCxnSpPr>
                <p:nvPr/>
              </p:nvCxnSpPr>
              <p:spPr>
                <a:xfrm>
                  <a:off x="6536299" y="3482787"/>
                  <a:ext cx="896617"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01" name="Group 500">
                <a:extLst>
                  <a:ext uri="{FF2B5EF4-FFF2-40B4-BE49-F238E27FC236}">
                    <a16:creationId xmlns:a16="http://schemas.microsoft.com/office/drawing/2014/main" id="{80809D19-C745-580B-0EE1-7DC16DF9BF24}"/>
                  </a:ext>
                </a:extLst>
              </p:cNvPr>
              <p:cNvGrpSpPr/>
              <p:nvPr/>
            </p:nvGrpSpPr>
            <p:grpSpPr>
              <a:xfrm>
                <a:off x="9762966" y="3253525"/>
                <a:ext cx="648049" cy="243551"/>
                <a:chOff x="6266736" y="3239236"/>
                <a:chExt cx="648049" cy="243551"/>
              </a:xfrm>
            </p:grpSpPr>
            <p:cxnSp>
              <p:nvCxnSpPr>
                <p:cNvPr id="502" name="Straight Connector 501">
                  <a:extLst>
                    <a:ext uri="{FF2B5EF4-FFF2-40B4-BE49-F238E27FC236}">
                      <a16:creationId xmlns:a16="http://schemas.microsoft.com/office/drawing/2014/main" id="{04454217-7D0B-0F39-147D-8AA0DCF2FE69}"/>
                    </a:ext>
                  </a:extLst>
                </p:cNvPr>
                <p:cNvCxnSpPr>
                  <a:cxnSpLocks/>
                </p:cNvCxnSpPr>
                <p:nvPr/>
              </p:nvCxnSpPr>
              <p:spPr>
                <a:xfrm>
                  <a:off x="6267504" y="3243084"/>
                  <a:ext cx="28875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3" name="Straight Connector 502">
                  <a:extLst>
                    <a:ext uri="{FF2B5EF4-FFF2-40B4-BE49-F238E27FC236}">
                      <a16:creationId xmlns:a16="http://schemas.microsoft.com/office/drawing/2014/main" id="{207A3AC9-C685-FD94-01D7-6D2C62E1B14A}"/>
                    </a:ext>
                  </a:extLst>
                </p:cNvPr>
                <p:cNvCxnSpPr>
                  <a:cxnSpLocks/>
                </p:cNvCxnSpPr>
                <p:nvPr/>
              </p:nvCxnSpPr>
              <p:spPr>
                <a:xfrm>
                  <a:off x="6266736" y="3245995"/>
                  <a:ext cx="0" cy="236792"/>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4" name="Straight Connector 503">
                  <a:extLst>
                    <a:ext uri="{FF2B5EF4-FFF2-40B4-BE49-F238E27FC236}">
                      <a16:creationId xmlns:a16="http://schemas.microsoft.com/office/drawing/2014/main" id="{6C24C487-460A-4CC1-9DBF-C990EBBE1309}"/>
                    </a:ext>
                  </a:extLst>
                </p:cNvPr>
                <p:cNvCxnSpPr>
                  <a:cxnSpLocks/>
                </p:cNvCxnSpPr>
                <p:nvPr/>
              </p:nvCxnSpPr>
              <p:spPr>
                <a:xfrm>
                  <a:off x="6554635" y="3239236"/>
                  <a:ext cx="0" cy="24355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5" name="Straight Connector 504">
                  <a:extLst>
                    <a:ext uri="{FF2B5EF4-FFF2-40B4-BE49-F238E27FC236}">
                      <a16:creationId xmlns:a16="http://schemas.microsoft.com/office/drawing/2014/main" id="{3B6C3579-EB23-0B36-B061-CC8B90D3B70C}"/>
                    </a:ext>
                  </a:extLst>
                </p:cNvPr>
                <p:cNvCxnSpPr>
                  <a:cxnSpLocks/>
                </p:cNvCxnSpPr>
                <p:nvPr/>
              </p:nvCxnSpPr>
              <p:spPr>
                <a:xfrm>
                  <a:off x="6553970" y="3482787"/>
                  <a:ext cx="360815"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cxnSp>
          <p:nvCxnSpPr>
            <p:cNvPr id="518" name="Straight Connector 517">
              <a:extLst>
                <a:ext uri="{FF2B5EF4-FFF2-40B4-BE49-F238E27FC236}">
                  <a16:creationId xmlns:a16="http://schemas.microsoft.com/office/drawing/2014/main" id="{C309DD88-C1C6-AF5C-12BC-4AFF79FDC444}"/>
                </a:ext>
              </a:extLst>
            </p:cNvPr>
            <p:cNvCxnSpPr>
              <a:cxnSpLocks/>
            </p:cNvCxnSpPr>
            <p:nvPr/>
          </p:nvCxnSpPr>
          <p:spPr>
            <a:xfrm>
              <a:off x="1512186" y="4566805"/>
              <a:ext cx="5025486"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9" name="Straight Connector 518">
              <a:extLst>
                <a:ext uri="{FF2B5EF4-FFF2-40B4-BE49-F238E27FC236}">
                  <a16:creationId xmlns:a16="http://schemas.microsoft.com/office/drawing/2014/main" id="{A4602C24-54DC-B698-5B73-DDD65CC201D4}"/>
                </a:ext>
              </a:extLst>
            </p:cNvPr>
            <p:cNvCxnSpPr>
              <a:cxnSpLocks/>
            </p:cNvCxnSpPr>
            <p:nvPr/>
          </p:nvCxnSpPr>
          <p:spPr>
            <a:xfrm>
              <a:off x="1527686" y="4912880"/>
              <a:ext cx="5294187"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0" name="Straight Connector 519">
              <a:extLst>
                <a:ext uri="{FF2B5EF4-FFF2-40B4-BE49-F238E27FC236}">
                  <a16:creationId xmlns:a16="http://schemas.microsoft.com/office/drawing/2014/main" id="{ABD1E0BF-FA0B-97DE-19A7-87C1DFE4D608}"/>
                </a:ext>
              </a:extLst>
            </p:cNvPr>
            <p:cNvCxnSpPr>
              <a:cxnSpLocks/>
            </p:cNvCxnSpPr>
            <p:nvPr/>
          </p:nvCxnSpPr>
          <p:spPr>
            <a:xfrm>
              <a:off x="1512620" y="5268541"/>
              <a:ext cx="560090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28" name="TextBox 527">
              <a:extLst>
                <a:ext uri="{FF2B5EF4-FFF2-40B4-BE49-F238E27FC236}">
                  <a16:creationId xmlns:a16="http://schemas.microsoft.com/office/drawing/2014/main" id="{2E9F7472-6286-F1E4-2DB5-751AEBD3BAE2}"/>
                </a:ext>
              </a:extLst>
            </p:cNvPr>
            <p:cNvSpPr txBox="1"/>
            <p:nvPr/>
          </p:nvSpPr>
          <p:spPr>
            <a:xfrm>
              <a:off x="243095" y="4048679"/>
              <a:ext cx="383438" cy="246221"/>
            </a:xfrm>
            <a:prstGeom prst="rect">
              <a:avLst/>
            </a:prstGeom>
            <a:noFill/>
            <a:ln>
              <a:noFill/>
            </a:ln>
          </p:spPr>
          <p:txBody>
            <a:bodyPr wrap="none" rtlCol="0">
              <a:spAutoFit/>
            </a:bodyPr>
            <a:lstStyle/>
            <a:p>
              <a:r>
                <a:rPr lang="en-US" sz="1000" dirty="0"/>
                <a:t>Ph1</a:t>
              </a:r>
            </a:p>
          </p:txBody>
        </p:sp>
        <p:sp>
          <p:nvSpPr>
            <p:cNvPr id="529" name="TextBox 528">
              <a:extLst>
                <a:ext uri="{FF2B5EF4-FFF2-40B4-BE49-F238E27FC236}">
                  <a16:creationId xmlns:a16="http://schemas.microsoft.com/office/drawing/2014/main" id="{C573A6FD-2911-A388-E59F-4D97F682A1C6}"/>
                </a:ext>
              </a:extLst>
            </p:cNvPr>
            <p:cNvSpPr txBox="1"/>
            <p:nvPr/>
          </p:nvSpPr>
          <p:spPr>
            <a:xfrm>
              <a:off x="243095" y="4399785"/>
              <a:ext cx="383438" cy="246221"/>
            </a:xfrm>
            <a:prstGeom prst="rect">
              <a:avLst/>
            </a:prstGeom>
            <a:noFill/>
            <a:ln>
              <a:noFill/>
            </a:ln>
          </p:spPr>
          <p:txBody>
            <a:bodyPr wrap="none" rtlCol="0">
              <a:spAutoFit/>
            </a:bodyPr>
            <a:lstStyle/>
            <a:p>
              <a:r>
                <a:rPr lang="en-US" sz="1000" dirty="0"/>
                <a:t>Ph2</a:t>
              </a:r>
            </a:p>
          </p:txBody>
        </p:sp>
        <p:sp>
          <p:nvSpPr>
            <p:cNvPr id="530" name="TextBox 529">
              <a:extLst>
                <a:ext uri="{FF2B5EF4-FFF2-40B4-BE49-F238E27FC236}">
                  <a16:creationId xmlns:a16="http://schemas.microsoft.com/office/drawing/2014/main" id="{6B7F1E15-AF56-A2C0-EDF0-24B7B60B4857}"/>
                </a:ext>
              </a:extLst>
            </p:cNvPr>
            <p:cNvSpPr txBox="1"/>
            <p:nvPr/>
          </p:nvSpPr>
          <p:spPr>
            <a:xfrm>
              <a:off x="243095" y="4747816"/>
              <a:ext cx="383438" cy="246221"/>
            </a:xfrm>
            <a:prstGeom prst="rect">
              <a:avLst/>
            </a:prstGeom>
            <a:noFill/>
            <a:ln>
              <a:noFill/>
            </a:ln>
          </p:spPr>
          <p:txBody>
            <a:bodyPr wrap="none" rtlCol="0">
              <a:spAutoFit/>
            </a:bodyPr>
            <a:lstStyle/>
            <a:p>
              <a:r>
                <a:rPr lang="en-US" sz="1000" dirty="0"/>
                <a:t>Ph3</a:t>
              </a:r>
            </a:p>
          </p:txBody>
        </p:sp>
        <p:sp>
          <p:nvSpPr>
            <p:cNvPr id="531" name="TextBox 530">
              <a:extLst>
                <a:ext uri="{FF2B5EF4-FFF2-40B4-BE49-F238E27FC236}">
                  <a16:creationId xmlns:a16="http://schemas.microsoft.com/office/drawing/2014/main" id="{8231F679-A6C8-63AD-8670-AA59819FED67}"/>
                </a:ext>
              </a:extLst>
            </p:cNvPr>
            <p:cNvSpPr txBox="1"/>
            <p:nvPr/>
          </p:nvSpPr>
          <p:spPr>
            <a:xfrm>
              <a:off x="243095" y="5105136"/>
              <a:ext cx="383438" cy="246221"/>
            </a:xfrm>
            <a:prstGeom prst="rect">
              <a:avLst/>
            </a:prstGeom>
            <a:noFill/>
            <a:ln>
              <a:noFill/>
            </a:ln>
          </p:spPr>
          <p:txBody>
            <a:bodyPr wrap="none" rtlCol="0">
              <a:spAutoFit/>
            </a:bodyPr>
            <a:lstStyle/>
            <a:p>
              <a:r>
                <a:rPr lang="en-US" sz="1000" dirty="0"/>
                <a:t>Ph4</a:t>
              </a:r>
            </a:p>
          </p:txBody>
        </p:sp>
        <p:grpSp>
          <p:nvGrpSpPr>
            <p:cNvPr id="2" name="Group 1">
              <a:extLst>
                <a:ext uri="{FF2B5EF4-FFF2-40B4-BE49-F238E27FC236}">
                  <a16:creationId xmlns:a16="http://schemas.microsoft.com/office/drawing/2014/main" id="{7ED17DE9-16DA-F7C2-68A8-E0179488B7F5}"/>
                </a:ext>
              </a:extLst>
            </p:cNvPr>
            <p:cNvGrpSpPr/>
            <p:nvPr/>
          </p:nvGrpSpPr>
          <p:grpSpPr>
            <a:xfrm>
              <a:off x="6261062" y="5472053"/>
              <a:ext cx="1145987" cy="248695"/>
              <a:chOff x="6261062" y="4743635"/>
              <a:chExt cx="1145987" cy="248695"/>
            </a:xfrm>
          </p:grpSpPr>
          <p:grpSp>
            <p:nvGrpSpPr>
              <p:cNvPr id="606" name="Group 605">
                <a:extLst>
                  <a:ext uri="{FF2B5EF4-FFF2-40B4-BE49-F238E27FC236}">
                    <a16:creationId xmlns:a16="http://schemas.microsoft.com/office/drawing/2014/main" id="{034BE941-44D4-F9D7-78E6-7305A5AD2D13}"/>
                  </a:ext>
                </a:extLst>
              </p:cNvPr>
              <p:cNvGrpSpPr/>
              <p:nvPr/>
            </p:nvGrpSpPr>
            <p:grpSpPr>
              <a:xfrm>
                <a:off x="6261062" y="4743635"/>
                <a:ext cx="283327" cy="246221"/>
                <a:chOff x="2554916" y="2741839"/>
                <a:chExt cx="457200" cy="246221"/>
              </a:xfrm>
            </p:grpSpPr>
            <p:sp>
              <p:nvSpPr>
                <p:cNvPr id="616" name="Hexagon 615">
                  <a:extLst>
                    <a:ext uri="{FF2B5EF4-FFF2-40B4-BE49-F238E27FC236}">
                      <a16:creationId xmlns:a16="http://schemas.microsoft.com/office/drawing/2014/main" id="{A90974C3-E532-853C-7C13-C34F34922C88}"/>
                    </a:ext>
                  </a:extLst>
                </p:cNvPr>
                <p:cNvSpPr/>
                <p:nvPr/>
              </p:nvSpPr>
              <p:spPr>
                <a:xfrm>
                  <a:off x="2554916" y="2741839"/>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17" name="TextBox 616">
                  <a:extLst>
                    <a:ext uri="{FF2B5EF4-FFF2-40B4-BE49-F238E27FC236}">
                      <a16:creationId xmlns:a16="http://schemas.microsoft.com/office/drawing/2014/main" id="{A242D397-B706-E51F-CAE1-604191429084}"/>
                    </a:ext>
                  </a:extLst>
                </p:cNvPr>
                <p:cNvSpPr txBox="1"/>
                <p:nvPr/>
              </p:nvSpPr>
              <p:spPr>
                <a:xfrm>
                  <a:off x="2587627" y="2768373"/>
                  <a:ext cx="380768" cy="215444"/>
                </a:xfrm>
                <a:prstGeom prst="rect">
                  <a:avLst/>
                </a:prstGeom>
                <a:noFill/>
                <a:ln>
                  <a:noFill/>
                </a:ln>
              </p:spPr>
              <p:txBody>
                <a:bodyPr wrap="none" rtlCol="0">
                  <a:spAutoFit/>
                </a:bodyPr>
                <a:lstStyle/>
                <a:p>
                  <a:r>
                    <a:rPr lang="en-US" sz="800" dirty="0"/>
                    <a:t>0</a:t>
                  </a:r>
                </a:p>
              </p:txBody>
            </p:sp>
          </p:grpSp>
          <p:grpSp>
            <p:nvGrpSpPr>
              <p:cNvPr id="607" name="Group 606">
                <a:extLst>
                  <a:ext uri="{FF2B5EF4-FFF2-40B4-BE49-F238E27FC236}">
                    <a16:creationId xmlns:a16="http://schemas.microsoft.com/office/drawing/2014/main" id="{1EB6D88E-58F2-72A8-EC52-CDC690FC01AF}"/>
                  </a:ext>
                </a:extLst>
              </p:cNvPr>
              <p:cNvGrpSpPr/>
              <p:nvPr/>
            </p:nvGrpSpPr>
            <p:grpSpPr>
              <a:xfrm>
                <a:off x="6553728" y="4743635"/>
                <a:ext cx="283327" cy="246221"/>
                <a:chOff x="2554916" y="2741839"/>
                <a:chExt cx="457200" cy="246221"/>
              </a:xfrm>
            </p:grpSpPr>
            <p:sp>
              <p:nvSpPr>
                <p:cNvPr id="614" name="Hexagon 613">
                  <a:extLst>
                    <a:ext uri="{FF2B5EF4-FFF2-40B4-BE49-F238E27FC236}">
                      <a16:creationId xmlns:a16="http://schemas.microsoft.com/office/drawing/2014/main" id="{438FC58C-1EA8-A797-4FE2-F864C1C18BD5}"/>
                    </a:ext>
                  </a:extLst>
                </p:cNvPr>
                <p:cNvSpPr/>
                <p:nvPr/>
              </p:nvSpPr>
              <p:spPr>
                <a:xfrm>
                  <a:off x="2554916" y="2741839"/>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15" name="TextBox 614">
                  <a:extLst>
                    <a:ext uri="{FF2B5EF4-FFF2-40B4-BE49-F238E27FC236}">
                      <a16:creationId xmlns:a16="http://schemas.microsoft.com/office/drawing/2014/main" id="{A34310F8-2607-773A-3FAE-3259E1DF84AE}"/>
                    </a:ext>
                  </a:extLst>
                </p:cNvPr>
                <p:cNvSpPr txBox="1"/>
                <p:nvPr/>
              </p:nvSpPr>
              <p:spPr>
                <a:xfrm>
                  <a:off x="2599479" y="2768373"/>
                  <a:ext cx="380768" cy="215444"/>
                </a:xfrm>
                <a:prstGeom prst="rect">
                  <a:avLst/>
                </a:prstGeom>
                <a:noFill/>
                <a:ln>
                  <a:noFill/>
                </a:ln>
              </p:spPr>
              <p:txBody>
                <a:bodyPr wrap="none" rtlCol="0">
                  <a:spAutoFit/>
                </a:bodyPr>
                <a:lstStyle/>
                <a:p>
                  <a:r>
                    <a:rPr lang="en-US" sz="800" dirty="0"/>
                    <a:t>1</a:t>
                  </a:r>
                </a:p>
              </p:txBody>
            </p:sp>
          </p:grpSp>
          <p:grpSp>
            <p:nvGrpSpPr>
              <p:cNvPr id="608" name="Group 607">
                <a:extLst>
                  <a:ext uri="{FF2B5EF4-FFF2-40B4-BE49-F238E27FC236}">
                    <a16:creationId xmlns:a16="http://schemas.microsoft.com/office/drawing/2014/main" id="{D19EC5F6-5E3B-A459-93B8-7E823113BD8E}"/>
                  </a:ext>
                </a:extLst>
              </p:cNvPr>
              <p:cNvGrpSpPr/>
              <p:nvPr/>
            </p:nvGrpSpPr>
            <p:grpSpPr>
              <a:xfrm>
                <a:off x="6844244" y="4746109"/>
                <a:ext cx="562805" cy="246221"/>
                <a:chOff x="2554916" y="2741839"/>
                <a:chExt cx="457200" cy="246221"/>
              </a:xfrm>
            </p:grpSpPr>
            <p:sp>
              <p:nvSpPr>
                <p:cNvPr id="612" name="Hexagon 611">
                  <a:extLst>
                    <a:ext uri="{FF2B5EF4-FFF2-40B4-BE49-F238E27FC236}">
                      <a16:creationId xmlns:a16="http://schemas.microsoft.com/office/drawing/2014/main" id="{D279DB82-1E20-C4B3-CC68-9F3A001E841C}"/>
                    </a:ext>
                  </a:extLst>
                </p:cNvPr>
                <p:cNvSpPr/>
                <p:nvPr/>
              </p:nvSpPr>
              <p:spPr>
                <a:xfrm>
                  <a:off x="2554916" y="2741839"/>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13" name="TextBox 612">
                  <a:extLst>
                    <a:ext uri="{FF2B5EF4-FFF2-40B4-BE49-F238E27FC236}">
                      <a16:creationId xmlns:a16="http://schemas.microsoft.com/office/drawing/2014/main" id="{E1A79A51-0D56-A32D-BF0D-338292DC06E9}"/>
                    </a:ext>
                  </a:extLst>
                </p:cNvPr>
                <p:cNvSpPr txBox="1"/>
                <p:nvPr/>
              </p:nvSpPr>
              <p:spPr>
                <a:xfrm>
                  <a:off x="2707118" y="2768373"/>
                  <a:ext cx="191686" cy="215444"/>
                </a:xfrm>
                <a:prstGeom prst="rect">
                  <a:avLst/>
                </a:prstGeom>
                <a:noFill/>
                <a:ln>
                  <a:noFill/>
                </a:ln>
              </p:spPr>
              <p:txBody>
                <a:bodyPr wrap="none" rtlCol="0">
                  <a:spAutoFit/>
                </a:bodyPr>
                <a:lstStyle/>
                <a:p>
                  <a:r>
                    <a:rPr lang="en-US" sz="800" dirty="0"/>
                    <a:t>2</a:t>
                  </a:r>
                </a:p>
              </p:txBody>
            </p:sp>
          </p:grpSp>
        </p:grpSp>
        <p:sp>
          <p:nvSpPr>
            <p:cNvPr id="620" name="TextBox 619">
              <a:extLst>
                <a:ext uri="{FF2B5EF4-FFF2-40B4-BE49-F238E27FC236}">
                  <a16:creationId xmlns:a16="http://schemas.microsoft.com/office/drawing/2014/main" id="{BF9D2F81-F373-DA6D-7A80-B13E032C53D8}"/>
                </a:ext>
              </a:extLst>
            </p:cNvPr>
            <p:cNvSpPr txBox="1"/>
            <p:nvPr/>
          </p:nvSpPr>
          <p:spPr>
            <a:xfrm>
              <a:off x="243224" y="5535546"/>
              <a:ext cx="755335" cy="246221"/>
            </a:xfrm>
            <a:prstGeom prst="rect">
              <a:avLst/>
            </a:prstGeom>
            <a:noFill/>
            <a:ln>
              <a:noFill/>
            </a:ln>
          </p:spPr>
          <p:txBody>
            <a:bodyPr wrap="none" rtlCol="0">
              <a:spAutoFit/>
            </a:bodyPr>
            <a:lstStyle/>
            <a:p>
              <a:r>
                <a:rPr lang="en-US" sz="1000" dirty="0" err="1"/>
                <a:t>uROMaddr</a:t>
              </a:r>
              <a:endParaRPr lang="en-US" sz="1000" dirty="0"/>
            </a:p>
          </p:txBody>
        </p:sp>
        <p:grpSp>
          <p:nvGrpSpPr>
            <p:cNvPr id="3" name="Group 2">
              <a:extLst>
                <a:ext uri="{FF2B5EF4-FFF2-40B4-BE49-F238E27FC236}">
                  <a16:creationId xmlns:a16="http://schemas.microsoft.com/office/drawing/2014/main" id="{BCCBEF90-53AB-3054-0841-CD5E15FD8679}"/>
                </a:ext>
              </a:extLst>
            </p:cNvPr>
            <p:cNvGrpSpPr/>
            <p:nvPr/>
          </p:nvGrpSpPr>
          <p:grpSpPr>
            <a:xfrm>
              <a:off x="7408072" y="5467748"/>
              <a:ext cx="1145987" cy="248695"/>
              <a:chOff x="6261062" y="4743635"/>
              <a:chExt cx="1145987" cy="248695"/>
            </a:xfrm>
          </p:grpSpPr>
          <p:grpSp>
            <p:nvGrpSpPr>
              <p:cNvPr id="4" name="Group 3">
                <a:extLst>
                  <a:ext uri="{FF2B5EF4-FFF2-40B4-BE49-F238E27FC236}">
                    <a16:creationId xmlns:a16="http://schemas.microsoft.com/office/drawing/2014/main" id="{433D3A0C-9229-2B8E-70A2-610BCD4860FE}"/>
                  </a:ext>
                </a:extLst>
              </p:cNvPr>
              <p:cNvGrpSpPr/>
              <p:nvPr/>
            </p:nvGrpSpPr>
            <p:grpSpPr>
              <a:xfrm>
                <a:off x="6261062" y="4743635"/>
                <a:ext cx="283327" cy="246221"/>
                <a:chOff x="2554916" y="2741839"/>
                <a:chExt cx="457200" cy="246221"/>
              </a:xfrm>
            </p:grpSpPr>
            <p:sp>
              <p:nvSpPr>
                <p:cNvPr id="11" name="Hexagon 10">
                  <a:extLst>
                    <a:ext uri="{FF2B5EF4-FFF2-40B4-BE49-F238E27FC236}">
                      <a16:creationId xmlns:a16="http://schemas.microsoft.com/office/drawing/2014/main" id="{0B4E4D36-B971-945A-7FC2-BDC980A6ACEE}"/>
                    </a:ext>
                  </a:extLst>
                </p:cNvPr>
                <p:cNvSpPr/>
                <p:nvPr/>
              </p:nvSpPr>
              <p:spPr>
                <a:xfrm>
                  <a:off x="2554916" y="2741839"/>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TextBox 11">
                  <a:extLst>
                    <a:ext uri="{FF2B5EF4-FFF2-40B4-BE49-F238E27FC236}">
                      <a16:creationId xmlns:a16="http://schemas.microsoft.com/office/drawing/2014/main" id="{FE024283-5030-21CB-3961-FE241214E1BC}"/>
                    </a:ext>
                  </a:extLst>
                </p:cNvPr>
                <p:cNvSpPr txBox="1"/>
                <p:nvPr/>
              </p:nvSpPr>
              <p:spPr>
                <a:xfrm>
                  <a:off x="2587627" y="2768373"/>
                  <a:ext cx="380768" cy="215444"/>
                </a:xfrm>
                <a:prstGeom prst="rect">
                  <a:avLst/>
                </a:prstGeom>
                <a:noFill/>
                <a:ln>
                  <a:noFill/>
                </a:ln>
              </p:spPr>
              <p:txBody>
                <a:bodyPr wrap="none" rtlCol="0">
                  <a:spAutoFit/>
                </a:bodyPr>
                <a:lstStyle/>
                <a:p>
                  <a:r>
                    <a:rPr lang="en-US" sz="800" dirty="0"/>
                    <a:t>3</a:t>
                  </a:r>
                </a:p>
              </p:txBody>
            </p:sp>
          </p:grpSp>
          <p:grpSp>
            <p:nvGrpSpPr>
              <p:cNvPr id="5" name="Group 4">
                <a:extLst>
                  <a:ext uri="{FF2B5EF4-FFF2-40B4-BE49-F238E27FC236}">
                    <a16:creationId xmlns:a16="http://schemas.microsoft.com/office/drawing/2014/main" id="{6E11A1CC-604C-F8CA-45C6-DFE9F92CF7D6}"/>
                  </a:ext>
                </a:extLst>
              </p:cNvPr>
              <p:cNvGrpSpPr/>
              <p:nvPr/>
            </p:nvGrpSpPr>
            <p:grpSpPr>
              <a:xfrm>
                <a:off x="6553728" y="4743635"/>
                <a:ext cx="283327" cy="246221"/>
                <a:chOff x="2554916" y="2741839"/>
                <a:chExt cx="457200" cy="246221"/>
              </a:xfrm>
            </p:grpSpPr>
            <p:sp>
              <p:nvSpPr>
                <p:cNvPr id="9" name="Hexagon 8">
                  <a:extLst>
                    <a:ext uri="{FF2B5EF4-FFF2-40B4-BE49-F238E27FC236}">
                      <a16:creationId xmlns:a16="http://schemas.microsoft.com/office/drawing/2014/main" id="{538A6AD3-6AC8-EC9E-68E7-A7523F8A1636}"/>
                    </a:ext>
                  </a:extLst>
                </p:cNvPr>
                <p:cNvSpPr/>
                <p:nvPr/>
              </p:nvSpPr>
              <p:spPr>
                <a:xfrm>
                  <a:off x="2554916" y="2741839"/>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 name="TextBox 9">
                  <a:extLst>
                    <a:ext uri="{FF2B5EF4-FFF2-40B4-BE49-F238E27FC236}">
                      <a16:creationId xmlns:a16="http://schemas.microsoft.com/office/drawing/2014/main" id="{544B69A5-87F9-D9B7-94F4-559512180459}"/>
                    </a:ext>
                  </a:extLst>
                </p:cNvPr>
                <p:cNvSpPr txBox="1"/>
                <p:nvPr/>
              </p:nvSpPr>
              <p:spPr>
                <a:xfrm>
                  <a:off x="2599479" y="2768373"/>
                  <a:ext cx="380768" cy="215444"/>
                </a:xfrm>
                <a:prstGeom prst="rect">
                  <a:avLst/>
                </a:prstGeom>
                <a:noFill/>
                <a:ln>
                  <a:noFill/>
                </a:ln>
              </p:spPr>
              <p:txBody>
                <a:bodyPr wrap="none" rtlCol="0">
                  <a:spAutoFit/>
                </a:bodyPr>
                <a:lstStyle/>
                <a:p>
                  <a:r>
                    <a:rPr lang="en-US" sz="800" dirty="0"/>
                    <a:t>4</a:t>
                  </a:r>
                </a:p>
              </p:txBody>
            </p:sp>
          </p:grpSp>
          <p:grpSp>
            <p:nvGrpSpPr>
              <p:cNvPr id="6" name="Group 5">
                <a:extLst>
                  <a:ext uri="{FF2B5EF4-FFF2-40B4-BE49-F238E27FC236}">
                    <a16:creationId xmlns:a16="http://schemas.microsoft.com/office/drawing/2014/main" id="{67ACCBE4-EF23-6293-1CC2-7FCC4ED3567B}"/>
                  </a:ext>
                </a:extLst>
              </p:cNvPr>
              <p:cNvGrpSpPr/>
              <p:nvPr/>
            </p:nvGrpSpPr>
            <p:grpSpPr>
              <a:xfrm>
                <a:off x="6844244" y="4746109"/>
                <a:ext cx="562805" cy="246221"/>
                <a:chOff x="2554916" y="2741839"/>
                <a:chExt cx="457200" cy="246221"/>
              </a:xfrm>
            </p:grpSpPr>
            <p:sp>
              <p:nvSpPr>
                <p:cNvPr id="7" name="Hexagon 6">
                  <a:extLst>
                    <a:ext uri="{FF2B5EF4-FFF2-40B4-BE49-F238E27FC236}">
                      <a16:creationId xmlns:a16="http://schemas.microsoft.com/office/drawing/2014/main" id="{89557BBA-E543-BBC7-D993-0CA3050C39FC}"/>
                    </a:ext>
                  </a:extLst>
                </p:cNvPr>
                <p:cNvSpPr/>
                <p:nvPr/>
              </p:nvSpPr>
              <p:spPr>
                <a:xfrm>
                  <a:off x="2554916" y="2741839"/>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8" name="TextBox 7">
                  <a:extLst>
                    <a:ext uri="{FF2B5EF4-FFF2-40B4-BE49-F238E27FC236}">
                      <a16:creationId xmlns:a16="http://schemas.microsoft.com/office/drawing/2014/main" id="{F5CE3150-4686-E411-0E56-47021B2F7FCB}"/>
                    </a:ext>
                  </a:extLst>
                </p:cNvPr>
                <p:cNvSpPr txBox="1"/>
                <p:nvPr/>
              </p:nvSpPr>
              <p:spPr>
                <a:xfrm>
                  <a:off x="2707118" y="2768373"/>
                  <a:ext cx="191686" cy="215444"/>
                </a:xfrm>
                <a:prstGeom prst="rect">
                  <a:avLst/>
                </a:prstGeom>
                <a:noFill/>
                <a:ln>
                  <a:noFill/>
                </a:ln>
              </p:spPr>
              <p:txBody>
                <a:bodyPr wrap="none" rtlCol="0">
                  <a:spAutoFit/>
                </a:bodyPr>
                <a:lstStyle/>
                <a:p>
                  <a:r>
                    <a:rPr lang="en-US" sz="800" dirty="0"/>
                    <a:t>5</a:t>
                  </a:r>
                </a:p>
              </p:txBody>
            </p:sp>
          </p:grpSp>
        </p:grpSp>
        <p:grpSp>
          <p:nvGrpSpPr>
            <p:cNvPr id="61" name="Group 60">
              <a:extLst>
                <a:ext uri="{FF2B5EF4-FFF2-40B4-BE49-F238E27FC236}">
                  <a16:creationId xmlns:a16="http://schemas.microsoft.com/office/drawing/2014/main" id="{C2CEB9B9-43EE-1630-B5C5-1D4F5A12F6A3}"/>
                </a:ext>
              </a:extLst>
            </p:cNvPr>
            <p:cNvGrpSpPr/>
            <p:nvPr/>
          </p:nvGrpSpPr>
          <p:grpSpPr>
            <a:xfrm>
              <a:off x="1191212" y="5465505"/>
              <a:ext cx="5156200" cy="251739"/>
              <a:chOff x="1191212" y="4737087"/>
              <a:chExt cx="5156200" cy="251739"/>
            </a:xfrm>
          </p:grpSpPr>
          <p:cxnSp>
            <p:nvCxnSpPr>
              <p:cNvPr id="16" name="Straight Connector 15">
                <a:extLst>
                  <a:ext uri="{FF2B5EF4-FFF2-40B4-BE49-F238E27FC236}">
                    <a16:creationId xmlns:a16="http://schemas.microsoft.com/office/drawing/2014/main" id="{265D3B2A-589B-E55E-82AC-C51D8EFA2D20}"/>
                  </a:ext>
                </a:extLst>
              </p:cNvPr>
              <p:cNvCxnSpPr>
                <a:cxnSpLocks/>
              </p:cNvCxnSpPr>
              <p:nvPr/>
            </p:nvCxnSpPr>
            <p:spPr>
              <a:xfrm flipH="1">
                <a:off x="1191212" y="4988826"/>
                <a:ext cx="51562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5E94042-CE00-BBF8-E300-13C12435390A}"/>
                  </a:ext>
                </a:extLst>
              </p:cNvPr>
              <p:cNvCxnSpPr>
                <a:cxnSpLocks/>
              </p:cNvCxnSpPr>
              <p:nvPr/>
            </p:nvCxnSpPr>
            <p:spPr>
              <a:xfrm flipH="1">
                <a:off x="1191212" y="4743645"/>
                <a:ext cx="51562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88B3AA1-D0F0-53A1-0486-D9A8D3816679}"/>
                  </a:ext>
                </a:extLst>
              </p:cNvPr>
              <p:cNvCxnSpPr>
                <a:cxnSpLocks/>
              </p:cNvCxnSpPr>
              <p:nvPr/>
            </p:nvCxnSpPr>
            <p:spPr>
              <a:xfrm flipH="1">
                <a:off x="5995439" y="4743645"/>
                <a:ext cx="134983" cy="22885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756C677-B923-E461-B7EB-C0FC8DA48AF2}"/>
                  </a:ext>
                </a:extLst>
              </p:cNvPr>
              <p:cNvCxnSpPr>
                <a:cxnSpLocks/>
              </p:cNvCxnSpPr>
              <p:nvPr/>
            </p:nvCxnSpPr>
            <p:spPr>
              <a:xfrm flipH="1">
                <a:off x="5778449" y="4743645"/>
                <a:ext cx="134983" cy="22885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DBE2F43-4D34-EAF1-F511-08BE13306D6F}"/>
                  </a:ext>
                </a:extLst>
              </p:cNvPr>
              <p:cNvCxnSpPr>
                <a:cxnSpLocks/>
              </p:cNvCxnSpPr>
              <p:nvPr/>
            </p:nvCxnSpPr>
            <p:spPr>
              <a:xfrm flipH="1">
                <a:off x="5565454" y="4750203"/>
                <a:ext cx="134983" cy="22885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D5C09E9-9248-DE28-F9AE-2539B45CA464}"/>
                  </a:ext>
                </a:extLst>
              </p:cNvPr>
              <p:cNvCxnSpPr>
                <a:cxnSpLocks/>
              </p:cNvCxnSpPr>
              <p:nvPr/>
            </p:nvCxnSpPr>
            <p:spPr>
              <a:xfrm flipH="1">
                <a:off x="5348464" y="4750203"/>
                <a:ext cx="134983" cy="22885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B1071E2-6EAB-40B9-579F-C8E103460E14}"/>
                  </a:ext>
                </a:extLst>
              </p:cNvPr>
              <p:cNvCxnSpPr>
                <a:cxnSpLocks/>
              </p:cNvCxnSpPr>
              <p:nvPr/>
            </p:nvCxnSpPr>
            <p:spPr>
              <a:xfrm flipH="1">
                <a:off x="5131474" y="4737088"/>
                <a:ext cx="134983" cy="22885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E5C7239-95FC-792B-5986-DAFA6357BE6F}"/>
                  </a:ext>
                </a:extLst>
              </p:cNvPr>
              <p:cNvCxnSpPr>
                <a:cxnSpLocks/>
              </p:cNvCxnSpPr>
              <p:nvPr/>
            </p:nvCxnSpPr>
            <p:spPr>
              <a:xfrm flipH="1">
                <a:off x="4914484" y="4737088"/>
                <a:ext cx="134983" cy="22885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6E97D7-2146-5AAE-6747-8DA8921F5020}"/>
                  </a:ext>
                </a:extLst>
              </p:cNvPr>
              <p:cNvCxnSpPr>
                <a:cxnSpLocks/>
              </p:cNvCxnSpPr>
              <p:nvPr/>
            </p:nvCxnSpPr>
            <p:spPr>
              <a:xfrm flipH="1">
                <a:off x="4701489" y="4743646"/>
                <a:ext cx="134983" cy="22885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127E684-214E-34D0-D1BD-7207A340D4B9}"/>
                  </a:ext>
                </a:extLst>
              </p:cNvPr>
              <p:cNvCxnSpPr>
                <a:cxnSpLocks/>
              </p:cNvCxnSpPr>
              <p:nvPr/>
            </p:nvCxnSpPr>
            <p:spPr>
              <a:xfrm flipH="1">
                <a:off x="4484499" y="4743646"/>
                <a:ext cx="134983" cy="22885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5AED0F3-D4B4-1902-EB97-4D5BC7ECEE04}"/>
                  </a:ext>
                </a:extLst>
              </p:cNvPr>
              <p:cNvCxnSpPr>
                <a:cxnSpLocks/>
              </p:cNvCxnSpPr>
              <p:nvPr/>
            </p:nvCxnSpPr>
            <p:spPr>
              <a:xfrm flipH="1">
                <a:off x="4267509" y="4747893"/>
                <a:ext cx="134983" cy="22885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9D371BE-DA5F-9C09-3922-BA4719EEA19F}"/>
                  </a:ext>
                </a:extLst>
              </p:cNvPr>
              <p:cNvCxnSpPr>
                <a:cxnSpLocks/>
              </p:cNvCxnSpPr>
              <p:nvPr/>
            </p:nvCxnSpPr>
            <p:spPr>
              <a:xfrm flipH="1">
                <a:off x="4050519" y="4747893"/>
                <a:ext cx="134983" cy="22885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3BBB09B-3874-205A-C999-1DF72134A4F4}"/>
                  </a:ext>
                </a:extLst>
              </p:cNvPr>
              <p:cNvCxnSpPr>
                <a:cxnSpLocks/>
              </p:cNvCxnSpPr>
              <p:nvPr/>
            </p:nvCxnSpPr>
            <p:spPr>
              <a:xfrm flipH="1">
                <a:off x="3837524" y="4754451"/>
                <a:ext cx="134983" cy="22885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5293783-93C7-4CCA-70DA-E1C82202BB59}"/>
                  </a:ext>
                </a:extLst>
              </p:cNvPr>
              <p:cNvCxnSpPr>
                <a:cxnSpLocks/>
              </p:cNvCxnSpPr>
              <p:nvPr/>
            </p:nvCxnSpPr>
            <p:spPr>
              <a:xfrm flipH="1">
                <a:off x="3620534" y="4754451"/>
                <a:ext cx="134983" cy="22885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146367B-456D-102B-98C6-DCFB83DC6F54}"/>
                  </a:ext>
                </a:extLst>
              </p:cNvPr>
              <p:cNvCxnSpPr>
                <a:cxnSpLocks/>
              </p:cNvCxnSpPr>
              <p:nvPr/>
            </p:nvCxnSpPr>
            <p:spPr>
              <a:xfrm flipH="1">
                <a:off x="3403544" y="4741335"/>
                <a:ext cx="134983" cy="22885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4247F7D-13C5-6EAD-7205-291ED09C1319}"/>
                  </a:ext>
                </a:extLst>
              </p:cNvPr>
              <p:cNvCxnSpPr>
                <a:cxnSpLocks/>
              </p:cNvCxnSpPr>
              <p:nvPr/>
            </p:nvCxnSpPr>
            <p:spPr>
              <a:xfrm flipH="1">
                <a:off x="3186554" y="4741335"/>
                <a:ext cx="134983" cy="22885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E844730-A5F0-5D89-303D-0A7A9A3F19A8}"/>
                  </a:ext>
                </a:extLst>
              </p:cNvPr>
              <p:cNvCxnSpPr>
                <a:cxnSpLocks/>
              </p:cNvCxnSpPr>
              <p:nvPr/>
            </p:nvCxnSpPr>
            <p:spPr>
              <a:xfrm flipH="1">
                <a:off x="2973559" y="4747893"/>
                <a:ext cx="134983" cy="22885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D312E25-24A3-3F5D-7BD0-2074A643B685}"/>
                  </a:ext>
                </a:extLst>
              </p:cNvPr>
              <p:cNvCxnSpPr>
                <a:cxnSpLocks/>
              </p:cNvCxnSpPr>
              <p:nvPr/>
            </p:nvCxnSpPr>
            <p:spPr>
              <a:xfrm flipH="1">
                <a:off x="2756569" y="4747893"/>
                <a:ext cx="134983" cy="22885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D3703D9-FB61-72EE-E3F1-F430891E39D8}"/>
                  </a:ext>
                </a:extLst>
              </p:cNvPr>
              <p:cNvCxnSpPr>
                <a:cxnSpLocks/>
              </p:cNvCxnSpPr>
              <p:nvPr/>
            </p:nvCxnSpPr>
            <p:spPr>
              <a:xfrm flipH="1">
                <a:off x="2548462" y="4750202"/>
                <a:ext cx="134983" cy="22885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4A6D1C7-5621-B29D-A75C-E6822140D7B8}"/>
                  </a:ext>
                </a:extLst>
              </p:cNvPr>
              <p:cNvCxnSpPr>
                <a:cxnSpLocks/>
              </p:cNvCxnSpPr>
              <p:nvPr/>
            </p:nvCxnSpPr>
            <p:spPr>
              <a:xfrm flipH="1">
                <a:off x="2331472" y="4750202"/>
                <a:ext cx="134983" cy="22885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8F59DF9-6E1B-2780-054C-314C557E23EC}"/>
                  </a:ext>
                </a:extLst>
              </p:cNvPr>
              <p:cNvCxnSpPr>
                <a:cxnSpLocks/>
              </p:cNvCxnSpPr>
              <p:nvPr/>
            </p:nvCxnSpPr>
            <p:spPr>
              <a:xfrm flipH="1">
                <a:off x="2114482" y="4737087"/>
                <a:ext cx="134983" cy="22885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01A283A-68BB-79EF-7C9F-A9BC6A0AB91D}"/>
                  </a:ext>
                </a:extLst>
              </p:cNvPr>
              <p:cNvCxnSpPr>
                <a:cxnSpLocks/>
              </p:cNvCxnSpPr>
              <p:nvPr/>
            </p:nvCxnSpPr>
            <p:spPr>
              <a:xfrm flipH="1">
                <a:off x="1897492" y="4737087"/>
                <a:ext cx="134983" cy="22885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1998F67-5124-36C1-C47A-154A09345979}"/>
                  </a:ext>
                </a:extLst>
              </p:cNvPr>
              <p:cNvCxnSpPr>
                <a:cxnSpLocks/>
              </p:cNvCxnSpPr>
              <p:nvPr/>
            </p:nvCxnSpPr>
            <p:spPr>
              <a:xfrm flipH="1">
                <a:off x="1684497" y="4743645"/>
                <a:ext cx="134983" cy="22885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8C85DC7-2BAD-696D-E0D2-D63BDD68C0FB}"/>
                  </a:ext>
                </a:extLst>
              </p:cNvPr>
              <p:cNvCxnSpPr>
                <a:cxnSpLocks/>
              </p:cNvCxnSpPr>
              <p:nvPr/>
            </p:nvCxnSpPr>
            <p:spPr>
              <a:xfrm flipH="1">
                <a:off x="1467507" y="4743645"/>
                <a:ext cx="134983" cy="22885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C0ACAA46-A55C-4FC9-97E7-E1BE9F0BC4F3}"/>
                </a:ext>
              </a:extLst>
            </p:cNvPr>
            <p:cNvGrpSpPr/>
            <p:nvPr/>
          </p:nvGrpSpPr>
          <p:grpSpPr>
            <a:xfrm>
              <a:off x="8569041" y="5470292"/>
              <a:ext cx="1162788" cy="248695"/>
              <a:chOff x="6261062" y="4743635"/>
              <a:chExt cx="1145987" cy="248695"/>
            </a:xfrm>
          </p:grpSpPr>
          <p:grpSp>
            <p:nvGrpSpPr>
              <p:cNvPr id="41" name="Group 40">
                <a:extLst>
                  <a:ext uri="{FF2B5EF4-FFF2-40B4-BE49-F238E27FC236}">
                    <a16:creationId xmlns:a16="http://schemas.microsoft.com/office/drawing/2014/main" id="{CF3AA4BD-8BB2-F8DC-A93A-E90377222F7A}"/>
                  </a:ext>
                </a:extLst>
              </p:cNvPr>
              <p:cNvGrpSpPr/>
              <p:nvPr/>
            </p:nvGrpSpPr>
            <p:grpSpPr>
              <a:xfrm>
                <a:off x="6261062" y="4743635"/>
                <a:ext cx="283327" cy="246221"/>
                <a:chOff x="2554916" y="2741839"/>
                <a:chExt cx="457200" cy="246221"/>
              </a:xfrm>
            </p:grpSpPr>
            <p:sp>
              <p:nvSpPr>
                <p:cNvPr id="48" name="Hexagon 47">
                  <a:extLst>
                    <a:ext uri="{FF2B5EF4-FFF2-40B4-BE49-F238E27FC236}">
                      <a16:creationId xmlns:a16="http://schemas.microsoft.com/office/drawing/2014/main" id="{1358BAB4-7FFE-E616-2F87-B57050B28D23}"/>
                    </a:ext>
                  </a:extLst>
                </p:cNvPr>
                <p:cNvSpPr/>
                <p:nvPr/>
              </p:nvSpPr>
              <p:spPr>
                <a:xfrm>
                  <a:off x="2554916" y="2741839"/>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9" name="TextBox 48">
                  <a:extLst>
                    <a:ext uri="{FF2B5EF4-FFF2-40B4-BE49-F238E27FC236}">
                      <a16:creationId xmlns:a16="http://schemas.microsoft.com/office/drawing/2014/main" id="{99BDEAE2-9A39-04F3-A9B6-8E266C5524F6}"/>
                    </a:ext>
                  </a:extLst>
                </p:cNvPr>
                <p:cNvSpPr txBox="1"/>
                <p:nvPr/>
              </p:nvSpPr>
              <p:spPr>
                <a:xfrm>
                  <a:off x="2587627" y="2768373"/>
                  <a:ext cx="380768" cy="215444"/>
                </a:xfrm>
                <a:prstGeom prst="rect">
                  <a:avLst/>
                </a:prstGeom>
                <a:noFill/>
                <a:ln>
                  <a:noFill/>
                </a:ln>
              </p:spPr>
              <p:txBody>
                <a:bodyPr wrap="none" rtlCol="0">
                  <a:spAutoFit/>
                </a:bodyPr>
                <a:lstStyle/>
                <a:p>
                  <a:r>
                    <a:rPr lang="en-US" sz="800" dirty="0"/>
                    <a:t>6</a:t>
                  </a:r>
                </a:p>
              </p:txBody>
            </p:sp>
          </p:grpSp>
          <p:grpSp>
            <p:nvGrpSpPr>
              <p:cNvPr id="42" name="Group 41">
                <a:extLst>
                  <a:ext uri="{FF2B5EF4-FFF2-40B4-BE49-F238E27FC236}">
                    <a16:creationId xmlns:a16="http://schemas.microsoft.com/office/drawing/2014/main" id="{D2D7F853-EB48-BD84-5ED1-00D06536E9F8}"/>
                  </a:ext>
                </a:extLst>
              </p:cNvPr>
              <p:cNvGrpSpPr/>
              <p:nvPr/>
            </p:nvGrpSpPr>
            <p:grpSpPr>
              <a:xfrm>
                <a:off x="6553728" y="4743635"/>
                <a:ext cx="283327" cy="246221"/>
                <a:chOff x="2554916" y="2741839"/>
                <a:chExt cx="457200" cy="246221"/>
              </a:xfrm>
            </p:grpSpPr>
            <p:sp>
              <p:nvSpPr>
                <p:cNvPr id="46" name="Hexagon 45">
                  <a:extLst>
                    <a:ext uri="{FF2B5EF4-FFF2-40B4-BE49-F238E27FC236}">
                      <a16:creationId xmlns:a16="http://schemas.microsoft.com/office/drawing/2014/main" id="{6F31A031-E947-AEB9-E5B2-C96A46009A07}"/>
                    </a:ext>
                  </a:extLst>
                </p:cNvPr>
                <p:cNvSpPr/>
                <p:nvPr/>
              </p:nvSpPr>
              <p:spPr>
                <a:xfrm>
                  <a:off x="2554916" y="2741839"/>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7" name="TextBox 46">
                  <a:extLst>
                    <a:ext uri="{FF2B5EF4-FFF2-40B4-BE49-F238E27FC236}">
                      <a16:creationId xmlns:a16="http://schemas.microsoft.com/office/drawing/2014/main" id="{3D8746D4-44B6-2A9E-99A3-C2C876388A93}"/>
                    </a:ext>
                  </a:extLst>
                </p:cNvPr>
                <p:cNvSpPr txBox="1"/>
                <p:nvPr/>
              </p:nvSpPr>
              <p:spPr>
                <a:xfrm>
                  <a:off x="2599479" y="2768373"/>
                  <a:ext cx="380768" cy="215444"/>
                </a:xfrm>
                <a:prstGeom prst="rect">
                  <a:avLst/>
                </a:prstGeom>
                <a:noFill/>
                <a:ln>
                  <a:noFill/>
                </a:ln>
              </p:spPr>
              <p:txBody>
                <a:bodyPr wrap="none" rtlCol="0">
                  <a:spAutoFit/>
                </a:bodyPr>
                <a:lstStyle/>
                <a:p>
                  <a:r>
                    <a:rPr lang="en-US" sz="800" dirty="0"/>
                    <a:t>7</a:t>
                  </a:r>
                </a:p>
              </p:txBody>
            </p:sp>
          </p:grpSp>
          <p:grpSp>
            <p:nvGrpSpPr>
              <p:cNvPr id="43" name="Group 42">
                <a:extLst>
                  <a:ext uri="{FF2B5EF4-FFF2-40B4-BE49-F238E27FC236}">
                    <a16:creationId xmlns:a16="http://schemas.microsoft.com/office/drawing/2014/main" id="{8DA4F9F0-DC7D-23B0-8C01-F68A4E834562}"/>
                  </a:ext>
                </a:extLst>
              </p:cNvPr>
              <p:cNvGrpSpPr/>
              <p:nvPr/>
            </p:nvGrpSpPr>
            <p:grpSpPr>
              <a:xfrm>
                <a:off x="6844244" y="4746109"/>
                <a:ext cx="562805" cy="246221"/>
                <a:chOff x="2554916" y="2741839"/>
                <a:chExt cx="457200" cy="246221"/>
              </a:xfrm>
            </p:grpSpPr>
            <p:sp>
              <p:nvSpPr>
                <p:cNvPr id="44" name="Hexagon 43">
                  <a:extLst>
                    <a:ext uri="{FF2B5EF4-FFF2-40B4-BE49-F238E27FC236}">
                      <a16:creationId xmlns:a16="http://schemas.microsoft.com/office/drawing/2014/main" id="{40F4B99D-52D8-0070-852C-5CE97D43780D}"/>
                    </a:ext>
                  </a:extLst>
                </p:cNvPr>
                <p:cNvSpPr/>
                <p:nvPr/>
              </p:nvSpPr>
              <p:spPr>
                <a:xfrm>
                  <a:off x="2554916" y="2741839"/>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5" name="TextBox 44">
                  <a:extLst>
                    <a:ext uri="{FF2B5EF4-FFF2-40B4-BE49-F238E27FC236}">
                      <a16:creationId xmlns:a16="http://schemas.microsoft.com/office/drawing/2014/main" id="{18BA56B9-64EA-A288-68B8-0FE858A0887F}"/>
                    </a:ext>
                  </a:extLst>
                </p:cNvPr>
                <p:cNvSpPr txBox="1"/>
                <p:nvPr/>
              </p:nvSpPr>
              <p:spPr>
                <a:xfrm>
                  <a:off x="2707118" y="2768373"/>
                  <a:ext cx="191686" cy="215444"/>
                </a:xfrm>
                <a:prstGeom prst="rect">
                  <a:avLst/>
                </a:prstGeom>
                <a:noFill/>
                <a:ln>
                  <a:noFill/>
                </a:ln>
              </p:spPr>
              <p:txBody>
                <a:bodyPr wrap="none" rtlCol="0">
                  <a:spAutoFit/>
                </a:bodyPr>
                <a:lstStyle/>
                <a:p>
                  <a:r>
                    <a:rPr lang="en-US" sz="800" dirty="0"/>
                    <a:t>8</a:t>
                  </a:r>
                </a:p>
              </p:txBody>
            </p:sp>
          </p:grpSp>
        </p:grpSp>
        <p:grpSp>
          <p:nvGrpSpPr>
            <p:cNvPr id="50" name="Group 49">
              <a:extLst>
                <a:ext uri="{FF2B5EF4-FFF2-40B4-BE49-F238E27FC236}">
                  <a16:creationId xmlns:a16="http://schemas.microsoft.com/office/drawing/2014/main" id="{CFBB6CD5-A3F6-5056-E203-081AC677DA3C}"/>
                </a:ext>
              </a:extLst>
            </p:cNvPr>
            <p:cNvGrpSpPr/>
            <p:nvPr/>
          </p:nvGrpSpPr>
          <p:grpSpPr>
            <a:xfrm>
              <a:off x="9737771" y="5468873"/>
              <a:ext cx="1168328" cy="248695"/>
              <a:chOff x="6261062" y="4743635"/>
              <a:chExt cx="1145987" cy="248695"/>
            </a:xfrm>
          </p:grpSpPr>
          <p:grpSp>
            <p:nvGrpSpPr>
              <p:cNvPr id="51" name="Group 50">
                <a:extLst>
                  <a:ext uri="{FF2B5EF4-FFF2-40B4-BE49-F238E27FC236}">
                    <a16:creationId xmlns:a16="http://schemas.microsoft.com/office/drawing/2014/main" id="{7253ED77-B88B-BBFE-7D29-85503B33849D}"/>
                  </a:ext>
                </a:extLst>
              </p:cNvPr>
              <p:cNvGrpSpPr/>
              <p:nvPr/>
            </p:nvGrpSpPr>
            <p:grpSpPr>
              <a:xfrm>
                <a:off x="6261062" y="4743635"/>
                <a:ext cx="283327" cy="246221"/>
                <a:chOff x="2554916" y="2741839"/>
                <a:chExt cx="457200" cy="246221"/>
              </a:xfrm>
            </p:grpSpPr>
            <p:sp>
              <p:nvSpPr>
                <p:cNvPr id="58" name="Hexagon 57">
                  <a:extLst>
                    <a:ext uri="{FF2B5EF4-FFF2-40B4-BE49-F238E27FC236}">
                      <a16:creationId xmlns:a16="http://schemas.microsoft.com/office/drawing/2014/main" id="{752906D9-0723-2E94-FAC6-DFE7C39B39CD}"/>
                    </a:ext>
                  </a:extLst>
                </p:cNvPr>
                <p:cNvSpPr/>
                <p:nvPr/>
              </p:nvSpPr>
              <p:spPr>
                <a:xfrm>
                  <a:off x="2554916" y="2741839"/>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9" name="TextBox 58">
                  <a:extLst>
                    <a:ext uri="{FF2B5EF4-FFF2-40B4-BE49-F238E27FC236}">
                      <a16:creationId xmlns:a16="http://schemas.microsoft.com/office/drawing/2014/main" id="{776E4292-7C30-F113-CF8A-ADEA59A2E2BB}"/>
                    </a:ext>
                  </a:extLst>
                </p:cNvPr>
                <p:cNvSpPr txBox="1"/>
                <p:nvPr/>
              </p:nvSpPr>
              <p:spPr>
                <a:xfrm>
                  <a:off x="2587627" y="2768373"/>
                  <a:ext cx="380768" cy="215444"/>
                </a:xfrm>
                <a:prstGeom prst="rect">
                  <a:avLst/>
                </a:prstGeom>
                <a:noFill/>
                <a:ln>
                  <a:noFill/>
                </a:ln>
              </p:spPr>
              <p:txBody>
                <a:bodyPr wrap="none" rtlCol="0">
                  <a:spAutoFit/>
                </a:bodyPr>
                <a:lstStyle/>
                <a:p>
                  <a:r>
                    <a:rPr lang="en-US" sz="800" dirty="0"/>
                    <a:t>9</a:t>
                  </a:r>
                </a:p>
              </p:txBody>
            </p:sp>
          </p:grpSp>
          <p:grpSp>
            <p:nvGrpSpPr>
              <p:cNvPr id="52" name="Group 51">
                <a:extLst>
                  <a:ext uri="{FF2B5EF4-FFF2-40B4-BE49-F238E27FC236}">
                    <a16:creationId xmlns:a16="http://schemas.microsoft.com/office/drawing/2014/main" id="{078749F8-DD48-AB07-41C5-A33CEB307752}"/>
                  </a:ext>
                </a:extLst>
              </p:cNvPr>
              <p:cNvGrpSpPr/>
              <p:nvPr/>
            </p:nvGrpSpPr>
            <p:grpSpPr>
              <a:xfrm>
                <a:off x="6553728" y="4743635"/>
                <a:ext cx="283327" cy="246221"/>
                <a:chOff x="2554916" y="2741839"/>
                <a:chExt cx="457200" cy="246221"/>
              </a:xfrm>
            </p:grpSpPr>
            <p:sp>
              <p:nvSpPr>
                <p:cNvPr id="56" name="Hexagon 55">
                  <a:extLst>
                    <a:ext uri="{FF2B5EF4-FFF2-40B4-BE49-F238E27FC236}">
                      <a16:creationId xmlns:a16="http://schemas.microsoft.com/office/drawing/2014/main" id="{D2AE6BD5-0BFD-EEFC-3467-C0E35C4A3BC6}"/>
                    </a:ext>
                  </a:extLst>
                </p:cNvPr>
                <p:cNvSpPr/>
                <p:nvPr/>
              </p:nvSpPr>
              <p:spPr>
                <a:xfrm>
                  <a:off x="2554916" y="2741839"/>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7" name="TextBox 56">
                  <a:extLst>
                    <a:ext uri="{FF2B5EF4-FFF2-40B4-BE49-F238E27FC236}">
                      <a16:creationId xmlns:a16="http://schemas.microsoft.com/office/drawing/2014/main" id="{C55FD05F-C7D9-AC37-B1E9-9199F09AFBA5}"/>
                    </a:ext>
                  </a:extLst>
                </p:cNvPr>
                <p:cNvSpPr txBox="1"/>
                <p:nvPr/>
              </p:nvSpPr>
              <p:spPr>
                <a:xfrm>
                  <a:off x="2599479" y="2768373"/>
                  <a:ext cx="393703" cy="215444"/>
                </a:xfrm>
                <a:prstGeom prst="rect">
                  <a:avLst/>
                </a:prstGeom>
                <a:noFill/>
                <a:ln>
                  <a:noFill/>
                </a:ln>
              </p:spPr>
              <p:txBody>
                <a:bodyPr wrap="none" rtlCol="0">
                  <a:spAutoFit/>
                </a:bodyPr>
                <a:lstStyle/>
                <a:p>
                  <a:r>
                    <a:rPr lang="en-US" sz="800" dirty="0"/>
                    <a:t>A</a:t>
                  </a:r>
                </a:p>
              </p:txBody>
            </p:sp>
          </p:grpSp>
          <p:grpSp>
            <p:nvGrpSpPr>
              <p:cNvPr id="53" name="Group 52">
                <a:extLst>
                  <a:ext uri="{FF2B5EF4-FFF2-40B4-BE49-F238E27FC236}">
                    <a16:creationId xmlns:a16="http://schemas.microsoft.com/office/drawing/2014/main" id="{0906D48C-334B-DA66-555D-D20D2489D7D5}"/>
                  </a:ext>
                </a:extLst>
              </p:cNvPr>
              <p:cNvGrpSpPr/>
              <p:nvPr/>
            </p:nvGrpSpPr>
            <p:grpSpPr>
              <a:xfrm>
                <a:off x="6844244" y="4746109"/>
                <a:ext cx="562805" cy="246221"/>
                <a:chOff x="2554916" y="2741839"/>
                <a:chExt cx="457200" cy="246221"/>
              </a:xfrm>
            </p:grpSpPr>
            <p:sp>
              <p:nvSpPr>
                <p:cNvPr id="54" name="Hexagon 53">
                  <a:extLst>
                    <a:ext uri="{FF2B5EF4-FFF2-40B4-BE49-F238E27FC236}">
                      <a16:creationId xmlns:a16="http://schemas.microsoft.com/office/drawing/2014/main" id="{0D45A5F3-02DF-BA6C-7765-CC06975CB93B}"/>
                    </a:ext>
                  </a:extLst>
                </p:cNvPr>
                <p:cNvSpPr/>
                <p:nvPr/>
              </p:nvSpPr>
              <p:spPr>
                <a:xfrm>
                  <a:off x="2554916" y="2741839"/>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5" name="TextBox 54">
                  <a:extLst>
                    <a:ext uri="{FF2B5EF4-FFF2-40B4-BE49-F238E27FC236}">
                      <a16:creationId xmlns:a16="http://schemas.microsoft.com/office/drawing/2014/main" id="{62FCD5B2-B082-0949-C07E-88990F785FE7}"/>
                    </a:ext>
                  </a:extLst>
                </p:cNvPr>
                <p:cNvSpPr txBox="1"/>
                <p:nvPr/>
              </p:nvSpPr>
              <p:spPr>
                <a:xfrm>
                  <a:off x="2707118" y="2768373"/>
                  <a:ext cx="195593" cy="215444"/>
                </a:xfrm>
                <a:prstGeom prst="rect">
                  <a:avLst/>
                </a:prstGeom>
                <a:noFill/>
                <a:ln>
                  <a:noFill/>
                </a:ln>
              </p:spPr>
              <p:txBody>
                <a:bodyPr wrap="none" rtlCol="0">
                  <a:spAutoFit/>
                </a:bodyPr>
                <a:lstStyle/>
                <a:p>
                  <a:r>
                    <a:rPr lang="en-US" sz="800" dirty="0"/>
                    <a:t>B</a:t>
                  </a:r>
                </a:p>
              </p:txBody>
            </p:sp>
          </p:grpSp>
        </p:grpSp>
      </p:grpSp>
      <p:grpSp>
        <p:nvGrpSpPr>
          <p:cNvPr id="568" name="Group 567">
            <a:extLst>
              <a:ext uri="{FF2B5EF4-FFF2-40B4-BE49-F238E27FC236}">
                <a16:creationId xmlns:a16="http://schemas.microsoft.com/office/drawing/2014/main" id="{3863441A-1B0F-8EDB-BA30-0CA1C6E4792A}"/>
              </a:ext>
            </a:extLst>
          </p:cNvPr>
          <p:cNvGrpSpPr/>
          <p:nvPr/>
        </p:nvGrpSpPr>
        <p:grpSpPr>
          <a:xfrm>
            <a:off x="98749" y="1938741"/>
            <a:ext cx="11172989" cy="1606437"/>
            <a:chOff x="98749" y="1334318"/>
            <a:chExt cx="11172989" cy="1606437"/>
          </a:xfrm>
        </p:grpSpPr>
        <p:sp>
          <p:nvSpPr>
            <p:cNvPr id="545" name="TextBox 544">
              <a:extLst>
                <a:ext uri="{FF2B5EF4-FFF2-40B4-BE49-F238E27FC236}">
                  <a16:creationId xmlns:a16="http://schemas.microsoft.com/office/drawing/2014/main" id="{14153A24-9CFA-7FCB-82EA-6C95623861D8}"/>
                </a:ext>
              </a:extLst>
            </p:cNvPr>
            <p:cNvSpPr txBox="1"/>
            <p:nvPr/>
          </p:nvSpPr>
          <p:spPr>
            <a:xfrm>
              <a:off x="319634" y="2560776"/>
              <a:ext cx="322524" cy="246221"/>
            </a:xfrm>
            <a:prstGeom prst="rect">
              <a:avLst/>
            </a:prstGeom>
            <a:noFill/>
            <a:ln>
              <a:noFill/>
            </a:ln>
          </p:spPr>
          <p:txBody>
            <a:bodyPr wrap="none" rtlCol="0">
              <a:spAutoFit/>
            </a:bodyPr>
            <a:lstStyle/>
            <a:p>
              <a:r>
                <a:rPr lang="en-US" sz="1000" dirty="0"/>
                <a:t>0V</a:t>
              </a:r>
            </a:p>
          </p:txBody>
        </p:sp>
        <p:grpSp>
          <p:nvGrpSpPr>
            <p:cNvPr id="107" name="Group 106">
              <a:extLst>
                <a:ext uri="{FF2B5EF4-FFF2-40B4-BE49-F238E27FC236}">
                  <a16:creationId xmlns:a16="http://schemas.microsoft.com/office/drawing/2014/main" id="{1DF5092D-061D-95B5-29C6-AD23E2D1F60F}"/>
                </a:ext>
              </a:extLst>
            </p:cNvPr>
            <p:cNvGrpSpPr/>
            <p:nvPr/>
          </p:nvGrpSpPr>
          <p:grpSpPr>
            <a:xfrm>
              <a:off x="98749" y="1334318"/>
              <a:ext cx="11172989" cy="1521916"/>
              <a:chOff x="98749" y="1272326"/>
              <a:chExt cx="11172989" cy="1521916"/>
            </a:xfrm>
          </p:grpSpPr>
          <p:cxnSp>
            <p:nvCxnSpPr>
              <p:cNvPr id="101" name="Straight Connector 100">
                <a:extLst>
                  <a:ext uri="{FF2B5EF4-FFF2-40B4-BE49-F238E27FC236}">
                    <a16:creationId xmlns:a16="http://schemas.microsoft.com/office/drawing/2014/main" id="{A18C6747-FF0E-7A22-767B-D7E97E111BC4}"/>
                  </a:ext>
                </a:extLst>
              </p:cNvPr>
              <p:cNvCxnSpPr>
                <a:cxnSpLocks/>
              </p:cNvCxnSpPr>
              <p:nvPr/>
            </p:nvCxnSpPr>
            <p:spPr>
              <a:xfrm>
                <a:off x="718185" y="2560655"/>
                <a:ext cx="1716206"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3267AB92-3255-5BE6-7579-9C8C62DDC97B}"/>
                  </a:ext>
                </a:extLst>
              </p:cNvPr>
              <p:cNvCxnSpPr>
                <a:cxnSpLocks/>
              </p:cNvCxnSpPr>
              <p:nvPr/>
            </p:nvCxnSpPr>
            <p:spPr>
              <a:xfrm flipV="1">
                <a:off x="626533" y="1610018"/>
                <a:ext cx="3505210" cy="913049"/>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2F4F3B17-904C-BA56-4C2A-95B6AC50DEBE}"/>
                  </a:ext>
                </a:extLst>
              </p:cNvPr>
              <p:cNvCxnSpPr>
                <a:cxnSpLocks/>
              </p:cNvCxnSpPr>
              <p:nvPr/>
            </p:nvCxnSpPr>
            <p:spPr>
              <a:xfrm>
                <a:off x="4117107" y="1614738"/>
                <a:ext cx="7154631" cy="0"/>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88" name="Group 287">
                <a:extLst>
                  <a:ext uri="{FF2B5EF4-FFF2-40B4-BE49-F238E27FC236}">
                    <a16:creationId xmlns:a16="http://schemas.microsoft.com/office/drawing/2014/main" id="{ED95395F-0748-1FE2-C767-4E94598CE12C}"/>
                  </a:ext>
                </a:extLst>
              </p:cNvPr>
              <p:cNvGrpSpPr/>
              <p:nvPr/>
            </p:nvGrpSpPr>
            <p:grpSpPr>
              <a:xfrm>
                <a:off x="2432190" y="1692575"/>
                <a:ext cx="1762714" cy="869825"/>
                <a:chOff x="2432190" y="1692575"/>
                <a:chExt cx="1762714" cy="869825"/>
              </a:xfrm>
            </p:grpSpPr>
            <p:cxnSp>
              <p:nvCxnSpPr>
                <p:cNvPr id="71" name="Straight Connector 70">
                  <a:extLst>
                    <a:ext uri="{FF2B5EF4-FFF2-40B4-BE49-F238E27FC236}">
                      <a16:creationId xmlns:a16="http://schemas.microsoft.com/office/drawing/2014/main" id="{56928ECC-B50A-754F-4118-5E2650F4FEBC}"/>
                    </a:ext>
                  </a:extLst>
                </p:cNvPr>
                <p:cNvCxnSpPr>
                  <a:cxnSpLocks/>
                </p:cNvCxnSpPr>
                <p:nvPr/>
              </p:nvCxnSpPr>
              <p:spPr>
                <a:xfrm>
                  <a:off x="4048826" y="2549992"/>
                  <a:ext cx="146078" cy="187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84" name="Group 283">
                  <a:extLst>
                    <a:ext uri="{FF2B5EF4-FFF2-40B4-BE49-F238E27FC236}">
                      <a16:creationId xmlns:a16="http://schemas.microsoft.com/office/drawing/2014/main" id="{55E8A910-D29A-6B57-3377-341C2C19C5FD}"/>
                    </a:ext>
                  </a:extLst>
                </p:cNvPr>
                <p:cNvGrpSpPr/>
                <p:nvPr/>
              </p:nvGrpSpPr>
              <p:grpSpPr>
                <a:xfrm>
                  <a:off x="2432190" y="1692575"/>
                  <a:ext cx="1623246" cy="869825"/>
                  <a:chOff x="2432190" y="1657939"/>
                  <a:chExt cx="1623246" cy="869825"/>
                </a:xfrm>
              </p:grpSpPr>
              <p:cxnSp>
                <p:nvCxnSpPr>
                  <p:cNvPr id="102" name="Straight Connector 101">
                    <a:extLst>
                      <a:ext uri="{FF2B5EF4-FFF2-40B4-BE49-F238E27FC236}">
                        <a16:creationId xmlns:a16="http://schemas.microsoft.com/office/drawing/2014/main" id="{CB2F3DC8-FD0F-9D2D-F3BE-3B28B1AA5020}"/>
                      </a:ext>
                    </a:extLst>
                  </p:cNvPr>
                  <p:cNvCxnSpPr>
                    <a:cxnSpLocks/>
                  </p:cNvCxnSpPr>
                  <p:nvPr/>
                </p:nvCxnSpPr>
                <p:spPr>
                  <a:xfrm>
                    <a:off x="2432190" y="2078568"/>
                    <a:ext cx="0" cy="44435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33645E19-DE24-F138-58B7-CD26EF726A9A}"/>
                      </a:ext>
                    </a:extLst>
                  </p:cNvPr>
                  <p:cNvCxnSpPr>
                    <a:cxnSpLocks/>
                  </p:cNvCxnSpPr>
                  <p:nvPr/>
                </p:nvCxnSpPr>
                <p:spPr>
                  <a:xfrm flipV="1">
                    <a:off x="2432190" y="2036236"/>
                    <a:ext cx="148037" cy="42332"/>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E14813C5-7E7B-3EF3-93C6-260106485855}"/>
                      </a:ext>
                    </a:extLst>
                  </p:cNvPr>
                  <p:cNvCxnSpPr>
                    <a:cxnSpLocks/>
                  </p:cNvCxnSpPr>
                  <p:nvPr/>
                </p:nvCxnSpPr>
                <p:spPr>
                  <a:xfrm>
                    <a:off x="2580227" y="2036236"/>
                    <a:ext cx="0" cy="483719"/>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2919270E-3026-8C27-3647-BBA1417A5EC9}"/>
                      </a:ext>
                    </a:extLst>
                  </p:cNvPr>
                  <p:cNvCxnSpPr>
                    <a:cxnSpLocks/>
                  </p:cNvCxnSpPr>
                  <p:nvPr/>
                </p:nvCxnSpPr>
                <p:spPr>
                  <a:xfrm>
                    <a:off x="2580949" y="2520718"/>
                    <a:ext cx="146078" cy="187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38974B06-B6B3-01B2-8102-E166EC40589D}"/>
                      </a:ext>
                    </a:extLst>
                  </p:cNvPr>
                  <p:cNvCxnSpPr>
                    <a:cxnSpLocks/>
                  </p:cNvCxnSpPr>
                  <p:nvPr/>
                </p:nvCxnSpPr>
                <p:spPr>
                  <a:xfrm flipH="1">
                    <a:off x="2725452" y="2001221"/>
                    <a:ext cx="1251" cy="52184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C191A0BC-A05D-010F-11C1-A03F3B059BA6}"/>
                      </a:ext>
                    </a:extLst>
                  </p:cNvPr>
                  <p:cNvCxnSpPr>
                    <a:cxnSpLocks/>
                  </p:cNvCxnSpPr>
                  <p:nvPr/>
                </p:nvCxnSpPr>
                <p:spPr>
                  <a:xfrm flipH="1">
                    <a:off x="2871401" y="1958889"/>
                    <a:ext cx="3339" cy="56121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CEE6DAF-A82D-C2C4-26A7-72DD6156ADD5}"/>
                      </a:ext>
                    </a:extLst>
                  </p:cNvPr>
                  <p:cNvCxnSpPr>
                    <a:cxnSpLocks/>
                  </p:cNvCxnSpPr>
                  <p:nvPr/>
                </p:nvCxnSpPr>
                <p:spPr>
                  <a:xfrm>
                    <a:off x="2876187" y="2523067"/>
                    <a:ext cx="146078" cy="187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3C7C72FA-18BF-C586-1238-B636CFF94AE8}"/>
                      </a:ext>
                    </a:extLst>
                  </p:cNvPr>
                  <p:cNvCxnSpPr>
                    <a:cxnSpLocks/>
                  </p:cNvCxnSpPr>
                  <p:nvPr/>
                </p:nvCxnSpPr>
                <p:spPr>
                  <a:xfrm>
                    <a:off x="3022777" y="1923686"/>
                    <a:ext cx="0" cy="60407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AA8DC62E-E137-AA23-0335-E26CD3F371C5}"/>
                      </a:ext>
                    </a:extLst>
                  </p:cNvPr>
                  <p:cNvCxnSpPr>
                    <a:cxnSpLocks/>
                  </p:cNvCxnSpPr>
                  <p:nvPr/>
                </p:nvCxnSpPr>
                <p:spPr>
                  <a:xfrm>
                    <a:off x="3168726" y="1881354"/>
                    <a:ext cx="0" cy="64344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4022F167-AB7D-39D0-7DF3-00D12FC82C11}"/>
                      </a:ext>
                    </a:extLst>
                  </p:cNvPr>
                  <p:cNvCxnSpPr>
                    <a:cxnSpLocks/>
                  </p:cNvCxnSpPr>
                  <p:nvPr/>
                </p:nvCxnSpPr>
                <p:spPr>
                  <a:xfrm>
                    <a:off x="3168405" y="2522922"/>
                    <a:ext cx="146078" cy="187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2D8F8A5-6891-353F-80F9-377CE752422E}"/>
                      </a:ext>
                    </a:extLst>
                  </p:cNvPr>
                  <p:cNvCxnSpPr>
                    <a:cxnSpLocks/>
                  </p:cNvCxnSpPr>
                  <p:nvPr/>
                </p:nvCxnSpPr>
                <p:spPr>
                  <a:xfrm>
                    <a:off x="3314995" y="1849852"/>
                    <a:ext cx="0" cy="67307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58507478-32F1-196E-01E3-79A22AFC895F}"/>
                      </a:ext>
                    </a:extLst>
                  </p:cNvPr>
                  <p:cNvCxnSpPr>
                    <a:cxnSpLocks/>
                  </p:cNvCxnSpPr>
                  <p:nvPr/>
                </p:nvCxnSpPr>
                <p:spPr>
                  <a:xfrm>
                    <a:off x="3459901" y="1807520"/>
                    <a:ext cx="1043" cy="71243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5397C8A3-6368-40F5-979C-EEF3E0F7B306}"/>
                      </a:ext>
                    </a:extLst>
                  </p:cNvPr>
                  <p:cNvCxnSpPr>
                    <a:cxnSpLocks/>
                  </p:cNvCxnSpPr>
                  <p:nvPr/>
                </p:nvCxnSpPr>
                <p:spPr>
                  <a:xfrm>
                    <a:off x="3467730" y="2519308"/>
                    <a:ext cx="146078" cy="187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775692DD-F2C9-B344-BC27-089C3779A793}"/>
                      </a:ext>
                    </a:extLst>
                  </p:cNvPr>
                  <p:cNvCxnSpPr>
                    <a:cxnSpLocks/>
                  </p:cNvCxnSpPr>
                  <p:nvPr/>
                </p:nvCxnSpPr>
                <p:spPr>
                  <a:xfrm flipH="1">
                    <a:off x="3611189" y="1773416"/>
                    <a:ext cx="2086" cy="74795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FB7E0D58-7D72-2496-6617-0BFA521993C4}"/>
                      </a:ext>
                    </a:extLst>
                  </p:cNvPr>
                  <p:cNvCxnSpPr>
                    <a:cxnSpLocks/>
                  </p:cNvCxnSpPr>
                  <p:nvPr/>
                </p:nvCxnSpPr>
                <p:spPr>
                  <a:xfrm>
                    <a:off x="3759226" y="1731084"/>
                    <a:ext cx="0" cy="78731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2B5C6153-5678-3C70-0DAA-2063BD392FF1}"/>
                      </a:ext>
                    </a:extLst>
                  </p:cNvPr>
                  <p:cNvCxnSpPr>
                    <a:cxnSpLocks/>
                  </p:cNvCxnSpPr>
                  <p:nvPr/>
                </p:nvCxnSpPr>
                <p:spPr>
                  <a:xfrm>
                    <a:off x="3759948" y="2519162"/>
                    <a:ext cx="146078" cy="187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75E5C632-F8D9-5C34-2A58-2EC08A357923}"/>
                      </a:ext>
                    </a:extLst>
                  </p:cNvPr>
                  <p:cNvCxnSpPr>
                    <a:cxnSpLocks/>
                  </p:cNvCxnSpPr>
                  <p:nvPr/>
                </p:nvCxnSpPr>
                <p:spPr>
                  <a:xfrm flipH="1">
                    <a:off x="3904451" y="1700271"/>
                    <a:ext cx="1575" cy="821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BFB97BFB-2188-CBC2-25C5-FFA9777E5038}"/>
                      </a:ext>
                    </a:extLst>
                  </p:cNvPr>
                  <p:cNvCxnSpPr>
                    <a:cxnSpLocks/>
                  </p:cNvCxnSpPr>
                  <p:nvPr/>
                </p:nvCxnSpPr>
                <p:spPr>
                  <a:xfrm>
                    <a:off x="4048826" y="1657939"/>
                    <a:ext cx="1574" cy="86060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99F89333-6AB1-C741-3B9C-FB419852CF26}"/>
                      </a:ext>
                    </a:extLst>
                  </p:cNvPr>
                  <p:cNvCxnSpPr>
                    <a:cxnSpLocks/>
                  </p:cNvCxnSpPr>
                  <p:nvPr/>
                </p:nvCxnSpPr>
                <p:spPr>
                  <a:xfrm flipV="1">
                    <a:off x="2726703" y="1958889"/>
                    <a:ext cx="148037" cy="42332"/>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1C155B1A-01D9-8613-471A-E675C5F96720}"/>
                      </a:ext>
                    </a:extLst>
                  </p:cNvPr>
                  <p:cNvCxnSpPr>
                    <a:cxnSpLocks/>
                  </p:cNvCxnSpPr>
                  <p:nvPr/>
                </p:nvCxnSpPr>
                <p:spPr>
                  <a:xfrm flipV="1">
                    <a:off x="3024870" y="1881354"/>
                    <a:ext cx="148037" cy="42332"/>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F12D394B-3383-493E-1ABD-95FAAF57BC30}"/>
                      </a:ext>
                    </a:extLst>
                  </p:cNvPr>
                  <p:cNvCxnSpPr>
                    <a:cxnSpLocks/>
                  </p:cNvCxnSpPr>
                  <p:nvPr/>
                </p:nvCxnSpPr>
                <p:spPr>
                  <a:xfrm flipV="1">
                    <a:off x="3907399" y="1657939"/>
                    <a:ext cx="148037" cy="42332"/>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4D24D694-669C-8431-C234-34989942DAD3}"/>
                      </a:ext>
                    </a:extLst>
                  </p:cNvPr>
                  <p:cNvCxnSpPr>
                    <a:cxnSpLocks/>
                  </p:cNvCxnSpPr>
                  <p:nvPr/>
                </p:nvCxnSpPr>
                <p:spPr>
                  <a:xfrm flipV="1">
                    <a:off x="3311864" y="1807520"/>
                    <a:ext cx="148037" cy="42332"/>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632A292D-C108-2246-768C-15A49F56ED9E}"/>
                      </a:ext>
                    </a:extLst>
                  </p:cNvPr>
                  <p:cNvCxnSpPr>
                    <a:cxnSpLocks/>
                  </p:cNvCxnSpPr>
                  <p:nvPr/>
                </p:nvCxnSpPr>
                <p:spPr>
                  <a:xfrm flipV="1">
                    <a:off x="3613275" y="1731084"/>
                    <a:ext cx="148037" cy="42332"/>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285" name="Group 284">
                <a:extLst>
                  <a:ext uri="{FF2B5EF4-FFF2-40B4-BE49-F238E27FC236}">
                    <a16:creationId xmlns:a16="http://schemas.microsoft.com/office/drawing/2014/main" id="{73639522-2E8B-52B7-EF67-ACC1F2AD8B9B}"/>
                  </a:ext>
                </a:extLst>
              </p:cNvPr>
              <p:cNvGrpSpPr/>
              <p:nvPr/>
            </p:nvGrpSpPr>
            <p:grpSpPr>
              <a:xfrm>
                <a:off x="4195416" y="1661407"/>
                <a:ext cx="6868203" cy="893740"/>
                <a:chOff x="4195416" y="1626771"/>
                <a:chExt cx="6868203" cy="893740"/>
              </a:xfrm>
            </p:grpSpPr>
            <p:cxnSp>
              <p:nvCxnSpPr>
                <p:cNvPr id="72" name="Straight Connector 71">
                  <a:extLst>
                    <a:ext uri="{FF2B5EF4-FFF2-40B4-BE49-F238E27FC236}">
                      <a16:creationId xmlns:a16="http://schemas.microsoft.com/office/drawing/2014/main" id="{F854BB06-759A-EE54-884C-8363D24BD468}"/>
                    </a:ext>
                  </a:extLst>
                </p:cNvPr>
                <p:cNvCxnSpPr>
                  <a:cxnSpLocks/>
                </p:cNvCxnSpPr>
                <p:nvPr/>
              </p:nvCxnSpPr>
              <p:spPr>
                <a:xfrm>
                  <a:off x="4195416" y="1626771"/>
                  <a:ext cx="0" cy="89162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84691B21-5D49-9077-FA55-50AA062A0EFC}"/>
                    </a:ext>
                  </a:extLst>
                </p:cNvPr>
                <p:cNvCxnSpPr>
                  <a:cxnSpLocks/>
                </p:cNvCxnSpPr>
                <p:nvPr/>
              </p:nvCxnSpPr>
              <p:spPr>
                <a:xfrm>
                  <a:off x="4195416" y="1633716"/>
                  <a:ext cx="14594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A0920695-DCBA-26BA-6F85-07380734F346}"/>
                    </a:ext>
                  </a:extLst>
                </p:cNvPr>
                <p:cNvCxnSpPr>
                  <a:cxnSpLocks/>
                </p:cNvCxnSpPr>
                <p:nvPr/>
              </p:nvCxnSpPr>
              <p:spPr>
                <a:xfrm>
                  <a:off x="4341365" y="1633716"/>
                  <a:ext cx="0" cy="88171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56" name="Group 155">
                  <a:extLst>
                    <a:ext uri="{FF2B5EF4-FFF2-40B4-BE49-F238E27FC236}">
                      <a16:creationId xmlns:a16="http://schemas.microsoft.com/office/drawing/2014/main" id="{E10B96F2-6DEE-8DD3-91AB-835FA1D22368}"/>
                    </a:ext>
                  </a:extLst>
                </p:cNvPr>
                <p:cNvGrpSpPr/>
                <p:nvPr/>
              </p:nvGrpSpPr>
              <p:grpSpPr>
                <a:xfrm>
                  <a:off x="4341044" y="1633716"/>
                  <a:ext cx="292539" cy="881716"/>
                  <a:chOff x="4341044" y="1633716"/>
                  <a:chExt cx="292539" cy="881716"/>
                </a:xfrm>
              </p:grpSpPr>
              <p:cxnSp>
                <p:nvCxnSpPr>
                  <p:cNvPr id="67" name="Straight Connector 66">
                    <a:extLst>
                      <a:ext uri="{FF2B5EF4-FFF2-40B4-BE49-F238E27FC236}">
                        <a16:creationId xmlns:a16="http://schemas.microsoft.com/office/drawing/2014/main" id="{DA17D684-3064-875C-1884-83B36314E418}"/>
                      </a:ext>
                    </a:extLst>
                  </p:cNvPr>
                  <p:cNvCxnSpPr>
                    <a:cxnSpLocks/>
                  </p:cNvCxnSpPr>
                  <p:nvPr/>
                </p:nvCxnSpPr>
                <p:spPr>
                  <a:xfrm>
                    <a:off x="4341044" y="2513557"/>
                    <a:ext cx="146078" cy="187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705EF60E-DCC6-FE6A-AAA0-DBBE8F96A0C0}"/>
                      </a:ext>
                    </a:extLst>
                  </p:cNvPr>
                  <p:cNvCxnSpPr>
                    <a:cxnSpLocks/>
                  </p:cNvCxnSpPr>
                  <p:nvPr/>
                </p:nvCxnSpPr>
                <p:spPr>
                  <a:xfrm>
                    <a:off x="4487634" y="1633716"/>
                    <a:ext cx="0" cy="87984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64D8D00A-ADE8-E60B-35BC-1901950E40A5}"/>
                      </a:ext>
                    </a:extLst>
                  </p:cNvPr>
                  <p:cNvCxnSpPr>
                    <a:cxnSpLocks/>
                  </p:cNvCxnSpPr>
                  <p:nvPr/>
                </p:nvCxnSpPr>
                <p:spPr>
                  <a:xfrm>
                    <a:off x="4487122" y="1633716"/>
                    <a:ext cx="14594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5F40F257-3862-C1EF-C3C1-F0123E95A70D}"/>
                      </a:ext>
                    </a:extLst>
                  </p:cNvPr>
                  <p:cNvCxnSpPr>
                    <a:cxnSpLocks/>
                  </p:cNvCxnSpPr>
                  <p:nvPr/>
                </p:nvCxnSpPr>
                <p:spPr>
                  <a:xfrm>
                    <a:off x="4633071" y="1633716"/>
                    <a:ext cx="512" cy="87687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57" name="Group 156">
                  <a:extLst>
                    <a:ext uri="{FF2B5EF4-FFF2-40B4-BE49-F238E27FC236}">
                      <a16:creationId xmlns:a16="http://schemas.microsoft.com/office/drawing/2014/main" id="{370F5151-A7EB-A60C-22A2-2C92A8E616B1}"/>
                    </a:ext>
                  </a:extLst>
                </p:cNvPr>
                <p:cNvGrpSpPr/>
                <p:nvPr/>
              </p:nvGrpSpPr>
              <p:grpSpPr>
                <a:xfrm>
                  <a:off x="4635209" y="1633716"/>
                  <a:ext cx="292539" cy="881716"/>
                  <a:chOff x="4341044" y="1633716"/>
                  <a:chExt cx="292539" cy="881716"/>
                </a:xfrm>
              </p:grpSpPr>
              <p:cxnSp>
                <p:nvCxnSpPr>
                  <p:cNvPr id="158" name="Straight Connector 157">
                    <a:extLst>
                      <a:ext uri="{FF2B5EF4-FFF2-40B4-BE49-F238E27FC236}">
                        <a16:creationId xmlns:a16="http://schemas.microsoft.com/office/drawing/2014/main" id="{F17D43E8-CCC6-58D9-601D-E3F2F5BB1157}"/>
                      </a:ext>
                    </a:extLst>
                  </p:cNvPr>
                  <p:cNvCxnSpPr>
                    <a:cxnSpLocks/>
                  </p:cNvCxnSpPr>
                  <p:nvPr/>
                </p:nvCxnSpPr>
                <p:spPr>
                  <a:xfrm>
                    <a:off x="4341044" y="2513557"/>
                    <a:ext cx="146078" cy="187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44E236E3-9099-A052-4EB4-A5F3352E8C66}"/>
                      </a:ext>
                    </a:extLst>
                  </p:cNvPr>
                  <p:cNvCxnSpPr>
                    <a:cxnSpLocks/>
                  </p:cNvCxnSpPr>
                  <p:nvPr/>
                </p:nvCxnSpPr>
                <p:spPr>
                  <a:xfrm>
                    <a:off x="4487634" y="1633716"/>
                    <a:ext cx="0" cy="87984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8AB4984B-DF7F-AAB8-40D9-685DD4F4E174}"/>
                      </a:ext>
                    </a:extLst>
                  </p:cNvPr>
                  <p:cNvCxnSpPr>
                    <a:cxnSpLocks/>
                  </p:cNvCxnSpPr>
                  <p:nvPr/>
                </p:nvCxnSpPr>
                <p:spPr>
                  <a:xfrm>
                    <a:off x="4487122" y="1633716"/>
                    <a:ext cx="14594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7C24E57A-49D4-4CCD-6F7D-28C3D7784219}"/>
                      </a:ext>
                    </a:extLst>
                  </p:cNvPr>
                  <p:cNvCxnSpPr>
                    <a:cxnSpLocks/>
                  </p:cNvCxnSpPr>
                  <p:nvPr/>
                </p:nvCxnSpPr>
                <p:spPr>
                  <a:xfrm>
                    <a:off x="4633071" y="1633716"/>
                    <a:ext cx="512" cy="87687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62" name="Group 161">
                  <a:extLst>
                    <a:ext uri="{FF2B5EF4-FFF2-40B4-BE49-F238E27FC236}">
                      <a16:creationId xmlns:a16="http://schemas.microsoft.com/office/drawing/2014/main" id="{052915EE-B605-D8DD-6AC8-359897A3F2AC}"/>
                    </a:ext>
                  </a:extLst>
                </p:cNvPr>
                <p:cNvGrpSpPr/>
                <p:nvPr/>
              </p:nvGrpSpPr>
              <p:grpSpPr>
                <a:xfrm>
                  <a:off x="4926063" y="1635699"/>
                  <a:ext cx="292539" cy="881716"/>
                  <a:chOff x="4341044" y="1633716"/>
                  <a:chExt cx="292539" cy="881716"/>
                </a:xfrm>
              </p:grpSpPr>
              <p:cxnSp>
                <p:nvCxnSpPr>
                  <p:cNvPr id="163" name="Straight Connector 162">
                    <a:extLst>
                      <a:ext uri="{FF2B5EF4-FFF2-40B4-BE49-F238E27FC236}">
                        <a16:creationId xmlns:a16="http://schemas.microsoft.com/office/drawing/2014/main" id="{CEAA4AD8-252A-3A88-334D-775A20FB0A56}"/>
                      </a:ext>
                    </a:extLst>
                  </p:cNvPr>
                  <p:cNvCxnSpPr>
                    <a:cxnSpLocks/>
                  </p:cNvCxnSpPr>
                  <p:nvPr/>
                </p:nvCxnSpPr>
                <p:spPr>
                  <a:xfrm>
                    <a:off x="4341044" y="2513557"/>
                    <a:ext cx="146078" cy="187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F7ADEBA4-AC5E-0675-1216-89FFB296C670}"/>
                      </a:ext>
                    </a:extLst>
                  </p:cNvPr>
                  <p:cNvCxnSpPr>
                    <a:cxnSpLocks/>
                  </p:cNvCxnSpPr>
                  <p:nvPr/>
                </p:nvCxnSpPr>
                <p:spPr>
                  <a:xfrm>
                    <a:off x="4487634" y="1633716"/>
                    <a:ext cx="0" cy="87984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887974A1-A3DB-8F8A-7204-17448DB326E6}"/>
                      </a:ext>
                    </a:extLst>
                  </p:cNvPr>
                  <p:cNvCxnSpPr>
                    <a:cxnSpLocks/>
                  </p:cNvCxnSpPr>
                  <p:nvPr/>
                </p:nvCxnSpPr>
                <p:spPr>
                  <a:xfrm>
                    <a:off x="4487122" y="1633716"/>
                    <a:ext cx="14594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484D87F5-DD0F-1AA2-D64F-EFBC278B4B50}"/>
                      </a:ext>
                    </a:extLst>
                  </p:cNvPr>
                  <p:cNvCxnSpPr>
                    <a:cxnSpLocks/>
                  </p:cNvCxnSpPr>
                  <p:nvPr/>
                </p:nvCxnSpPr>
                <p:spPr>
                  <a:xfrm>
                    <a:off x="4633071" y="1633716"/>
                    <a:ext cx="512" cy="87687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77" name="Group 176">
                  <a:extLst>
                    <a:ext uri="{FF2B5EF4-FFF2-40B4-BE49-F238E27FC236}">
                      <a16:creationId xmlns:a16="http://schemas.microsoft.com/office/drawing/2014/main" id="{CD9CCE25-7565-7873-5662-285EADA65EDB}"/>
                    </a:ext>
                  </a:extLst>
                </p:cNvPr>
                <p:cNvGrpSpPr/>
                <p:nvPr/>
              </p:nvGrpSpPr>
              <p:grpSpPr>
                <a:xfrm>
                  <a:off x="5218541" y="1633835"/>
                  <a:ext cx="582949" cy="883580"/>
                  <a:chOff x="5218541" y="1633835"/>
                  <a:chExt cx="582949" cy="883580"/>
                </a:xfrm>
              </p:grpSpPr>
              <p:grpSp>
                <p:nvGrpSpPr>
                  <p:cNvPr id="167" name="Group 166">
                    <a:extLst>
                      <a:ext uri="{FF2B5EF4-FFF2-40B4-BE49-F238E27FC236}">
                        <a16:creationId xmlns:a16="http://schemas.microsoft.com/office/drawing/2014/main" id="{CE63B358-D6A0-A783-8CD9-0488C52DD557}"/>
                      </a:ext>
                    </a:extLst>
                  </p:cNvPr>
                  <p:cNvGrpSpPr/>
                  <p:nvPr/>
                </p:nvGrpSpPr>
                <p:grpSpPr>
                  <a:xfrm>
                    <a:off x="5218541" y="1633835"/>
                    <a:ext cx="292539" cy="881716"/>
                    <a:chOff x="4341044" y="1633716"/>
                    <a:chExt cx="292539" cy="881716"/>
                  </a:xfrm>
                </p:grpSpPr>
                <p:cxnSp>
                  <p:nvCxnSpPr>
                    <p:cNvPr id="168" name="Straight Connector 167">
                      <a:extLst>
                        <a:ext uri="{FF2B5EF4-FFF2-40B4-BE49-F238E27FC236}">
                          <a16:creationId xmlns:a16="http://schemas.microsoft.com/office/drawing/2014/main" id="{115805B7-0D89-C6E5-6021-A043F74C2226}"/>
                        </a:ext>
                      </a:extLst>
                    </p:cNvPr>
                    <p:cNvCxnSpPr>
                      <a:cxnSpLocks/>
                    </p:cNvCxnSpPr>
                    <p:nvPr/>
                  </p:nvCxnSpPr>
                  <p:spPr>
                    <a:xfrm>
                      <a:off x="4341044" y="2513557"/>
                      <a:ext cx="146078" cy="187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FE01ECFC-CDCB-BF2B-C720-AA5C425331A3}"/>
                        </a:ext>
                      </a:extLst>
                    </p:cNvPr>
                    <p:cNvCxnSpPr>
                      <a:cxnSpLocks/>
                    </p:cNvCxnSpPr>
                    <p:nvPr/>
                  </p:nvCxnSpPr>
                  <p:spPr>
                    <a:xfrm>
                      <a:off x="4487634" y="1633716"/>
                      <a:ext cx="0" cy="87984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98891A7C-7104-004B-E686-29EC885C5574}"/>
                        </a:ext>
                      </a:extLst>
                    </p:cNvPr>
                    <p:cNvCxnSpPr>
                      <a:cxnSpLocks/>
                    </p:cNvCxnSpPr>
                    <p:nvPr/>
                  </p:nvCxnSpPr>
                  <p:spPr>
                    <a:xfrm>
                      <a:off x="4487122" y="1633716"/>
                      <a:ext cx="14594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4A38582D-1007-E8C3-073B-397C8BA58490}"/>
                        </a:ext>
                      </a:extLst>
                    </p:cNvPr>
                    <p:cNvCxnSpPr>
                      <a:cxnSpLocks/>
                    </p:cNvCxnSpPr>
                    <p:nvPr/>
                  </p:nvCxnSpPr>
                  <p:spPr>
                    <a:xfrm>
                      <a:off x="4633071" y="1633716"/>
                      <a:ext cx="512" cy="87687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72" name="Group 171">
                    <a:extLst>
                      <a:ext uri="{FF2B5EF4-FFF2-40B4-BE49-F238E27FC236}">
                        <a16:creationId xmlns:a16="http://schemas.microsoft.com/office/drawing/2014/main" id="{CECA2D5A-258C-4B69-20B4-A747AAB3C1E1}"/>
                      </a:ext>
                    </a:extLst>
                  </p:cNvPr>
                  <p:cNvGrpSpPr/>
                  <p:nvPr/>
                </p:nvGrpSpPr>
                <p:grpSpPr>
                  <a:xfrm>
                    <a:off x="5508951" y="1635699"/>
                    <a:ext cx="292539" cy="881716"/>
                    <a:chOff x="4341044" y="1633716"/>
                    <a:chExt cx="292539" cy="881716"/>
                  </a:xfrm>
                </p:grpSpPr>
                <p:cxnSp>
                  <p:nvCxnSpPr>
                    <p:cNvPr id="173" name="Straight Connector 172">
                      <a:extLst>
                        <a:ext uri="{FF2B5EF4-FFF2-40B4-BE49-F238E27FC236}">
                          <a16:creationId xmlns:a16="http://schemas.microsoft.com/office/drawing/2014/main" id="{9BA2265D-5D34-9433-09C8-C89D31CC87C7}"/>
                        </a:ext>
                      </a:extLst>
                    </p:cNvPr>
                    <p:cNvCxnSpPr>
                      <a:cxnSpLocks/>
                    </p:cNvCxnSpPr>
                    <p:nvPr/>
                  </p:nvCxnSpPr>
                  <p:spPr>
                    <a:xfrm>
                      <a:off x="4341044" y="2513557"/>
                      <a:ext cx="146078" cy="187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D0AEAF01-1C5D-8EE2-067F-57DF67D86FD0}"/>
                        </a:ext>
                      </a:extLst>
                    </p:cNvPr>
                    <p:cNvCxnSpPr>
                      <a:cxnSpLocks/>
                    </p:cNvCxnSpPr>
                    <p:nvPr/>
                  </p:nvCxnSpPr>
                  <p:spPr>
                    <a:xfrm>
                      <a:off x="4487634" y="1633716"/>
                      <a:ext cx="0" cy="87984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47F80F25-E965-2A59-DB9A-96EBAEF118F2}"/>
                        </a:ext>
                      </a:extLst>
                    </p:cNvPr>
                    <p:cNvCxnSpPr>
                      <a:cxnSpLocks/>
                    </p:cNvCxnSpPr>
                    <p:nvPr/>
                  </p:nvCxnSpPr>
                  <p:spPr>
                    <a:xfrm>
                      <a:off x="4487122" y="1633716"/>
                      <a:ext cx="14594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2CC0D74C-A516-9E31-8DD9-D79ED2CDEA25}"/>
                        </a:ext>
                      </a:extLst>
                    </p:cNvPr>
                    <p:cNvCxnSpPr>
                      <a:cxnSpLocks/>
                    </p:cNvCxnSpPr>
                    <p:nvPr/>
                  </p:nvCxnSpPr>
                  <p:spPr>
                    <a:xfrm>
                      <a:off x="4633071" y="1633716"/>
                      <a:ext cx="512" cy="87687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178" name="Group 177">
                  <a:extLst>
                    <a:ext uri="{FF2B5EF4-FFF2-40B4-BE49-F238E27FC236}">
                      <a16:creationId xmlns:a16="http://schemas.microsoft.com/office/drawing/2014/main" id="{8DF74D5A-6890-3D39-7BC0-0853C555E3F5}"/>
                    </a:ext>
                  </a:extLst>
                </p:cNvPr>
                <p:cNvGrpSpPr/>
                <p:nvPr/>
              </p:nvGrpSpPr>
              <p:grpSpPr>
                <a:xfrm>
                  <a:off x="5803851" y="1636778"/>
                  <a:ext cx="582949" cy="883580"/>
                  <a:chOff x="5218541" y="1633835"/>
                  <a:chExt cx="582949" cy="883580"/>
                </a:xfrm>
              </p:grpSpPr>
              <p:grpSp>
                <p:nvGrpSpPr>
                  <p:cNvPr id="179" name="Group 178">
                    <a:extLst>
                      <a:ext uri="{FF2B5EF4-FFF2-40B4-BE49-F238E27FC236}">
                        <a16:creationId xmlns:a16="http://schemas.microsoft.com/office/drawing/2014/main" id="{7E56BC80-0D32-5567-1F33-D831B08FBD7C}"/>
                      </a:ext>
                    </a:extLst>
                  </p:cNvPr>
                  <p:cNvGrpSpPr/>
                  <p:nvPr/>
                </p:nvGrpSpPr>
                <p:grpSpPr>
                  <a:xfrm>
                    <a:off x="5218541" y="1633835"/>
                    <a:ext cx="292539" cy="881716"/>
                    <a:chOff x="4341044" y="1633716"/>
                    <a:chExt cx="292539" cy="881716"/>
                  </a:xfrm>
                </p:grpSpPr>
                <p:cxnSp>
                  <p:nvCxnSpPr>
                    <p:cNvPr id="185" name="Straight Connector 184">
                      <a:extLst>
                        <a:ext uri="{FF2B5EF4-FFF2-40B4-BE49-F238E27FC236}">
                          <a16:creationId xmlns:a16="http://schemas.microsoft.com/office/drawing/2014/main" id="{A156AB7D-5F42-17D7-1595-03491846AB3F}"/>
                        </a:ext>
                      </a:extLst>
                    </p:cNvPr>
                    <p:cNvCxnSpPr>
                      <a:cxnSpLocks/>
                    </p:cNvCxnSpPr>
                    <p:nvPr/>
                  </p:nvCxnSpPr>
                  <p:spPr>
                    <a:xfrm>
                      <a:off x="4341044" y="2513557"/>
                      <a:ext cx="146078" cy="187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C94F3D9F-6670-13E1-6602-FC012BE9EDC7}"/>
                        </a:ext>
                      </a:extLst>
                    </p:cNvPr>
                    <p:cNvCxnSpPr>
                      <a:cxnSpLocks/>
                    </p:cNvCxnSpPr>
                    <p:nvPr/>
                  </p:nvCxnSpPr>
                  <p:spPr>
                    <a:xfrm>
                      <a:off x="4487634" y="1633716"/>
                      <a:ext cx="0" cy="87984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134CFBAB-F8CB-A635-A070-BD6A32896CC1}"/>
                        </a:ext>
                      </a:extLst>
                    </p:cNvPr>
                    <p:cNvCxnSpPr>
                      <a:cxnSpLocks/>
                    </p:cNvCxnSpPr>
                    <p:nvPr/>
                  </p:nvCxnSpPr>
                  <p:spPr>
                    <a:xfrm>
                      <a:off x="4487122" y="1633716"/>
                      <a:ext cx="14594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720D66FD-E4C0-647E-D215-972AC39BC491}"/>
                        </a:ext>
                      </a:extLst>
                    </p:cNvPr>
                    <p:cNvCxnSpPr>
                      <a:cxnSpLocks/>
                    </p:cNvCxnSpPr>
                    <p:nvPr/>
                  </p:nvCxnSpPr>
                  <p:spPr>
                    <a:xfrm>
                      <a:off x="4633071" y="1633716"/>
                      <a:ext cx="512" cy="87687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80" name="Group 179">
                    <a:extLst>
                      <a:ext uri="{FF2B5EF4-FFF2-40B4-BE49-F238E27FC236}">
                        <a16:creationId xmlns:a16="http://schemas.microsoft.com/office/drawing/2014/main" id="{BAE807E4-3F60-FAFD-CDBF-A778E0584F5F}"/>
                      </a:ext>
                    </a:extLst>
                  </p:cNvPr>
                  <p:cNvGrpSpPr/>
                  <p:nvPr/>
                </p:nvGrpSpPr>
                <p:grpSpPr>
                  <a:xfrm>
                    <a:off x="5508951" y="1635699"/>
                    <a:ext cx="292539" cy="881716"/>
                    <a:chOff x="4341044" y="1633716"/>
                    <a:chExt cx="292539" cy="881716"/>
                  </a:xfrm>
                </p:grpSpPr>
                <p:cxnSp>
                  <p:nvCxnSpPr>
                    <p:cNvPr id="181" name="Straight Connector 180">
                      <a:extLst>
                        <a:ext uri="{FF2B5EF4-FFF2-40B4-BE49-F238E27FC236}">
                          <a16:creationId xmlns:a16="http://schemas.microsoft.com/office/drawing/2014/main" id="{86EF0247-4CC1-69BB-816D-7DF32CE1C8CF}"/>
                        </a:ext>
                      </a:extLst>
                    </p:cNvPr>
                    <p:cNvCxnSpPr>
                      <a:cxnSpLocks/>
                    </p:cNvCxnSpPr>
                    <p:nvPr/>
                  </p:nvCxnSpPr>
                  <p:spPr>
                    <a:xfrm>
                      <a:off x="4341044" y="2513557"/>
                      <a:ext cx="146078" cy="187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E94F9DF6-5537-8828-973F-95E2B8909D4D}"/>
                        </a:ext>
                      </a:extLst>
                    </p:cNvPr>
                    <p:cNvCxnSpPr>
                      <a:cxnSpLocks/>
                    </p:cNvCxnSpPr>
                    <p:nvPr/>
                  </p:nvCxnSpPr>
                  <p:spPr>
                    <a:xfrm>
                      <a:off x="4487634" y="1633716"/>
                      <a:ext cx="0" cy="87984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55EE8340-B0DF-8F4F-6875-FC8521BE3CE0}"/>
                        </a:ext>
                      </a:extLst>
                    </p:cNvPr>
                    <p:cNvCxnSpPr>
                      <a:cxnSpLocks/>
                    </p:cNvCxnSpPr>
                    <p:nvPr/>
                  </p:nvCxnSpPr>
                  <p:spPr>
                    <a:xfrm>
                      <a:off x="4487122" y="1633716"/>
                      <a:ext cx="14594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7F1AA40E-38FD-062D-1EC7-E0BFCD6967EF}"/>
                        </a:ext>
                      </a:extLst>
                    </p:cNvPr>
                    <p:cNvCxnSpPr>
                      <a:cxnSpLocks/>
                    </p:cNvCxnSpPr>
                    <p:nvPr/>
                  </p:nvCxnSpPr>
                  <p:spPr>
                    <a:xfrm>
                      <a:off x="4633071" y="1633716"/>
                      <a:ext cx="512" cy="87687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189" name="Group 188">
                  <a:extLst>
                    <a:ext uri="{FF2B5EF4-FFF2-40B4-BE49-F238E27FC236}">
                      <a16:creationId xmlns:a16="http://schemas.microsoft.com/office/drawing/2014/main" id="{D8D9BE6C-FBDB-6227-6D7E-BFA10A4C44D4}"/>
                    </a:ext>
                  </a:extLst>
                </p:cNvPr>
                <p:cNvGrpSpPr/>
                <p:nvPr/>
              </p:nvGrpSpPr>
              <p:grpSpPr>
                <a:xfrm>
                  <a:off x="6390451" y="1635443"/>
                  <a:ext cx="582949" cy="883580"/>
                  <a:chOff x="5218541" y="1633835"/>
                  <a:chExt cx="582949" cy="883580"/>
                </a:xfrm>
              </p:grpSpPr>
              <p:grpSp>
                <p:nvGrpSpPr>
                  <p:cNvPr id="190" name="Group 189">
                    <a:extLst>
                      <a:ext uri="{FF2B5EF4-FFF2-40B4-BE49-F238E27FC236}">
                        <a16:creationId xmlns:a16="http://schemas.microsoft.com/office/drawing/2014/main" id="{B347B65E-E922-BC38-6DEC-8DEE0FA11823}"/>
                      </a:ext>
                    </a:extLst>
                  </p:cNvPr>
                  <p:cNvGrpSpPr/>
                  <p:nvPr/>
                </p:nvGrpSpPr>
                <p:grpSpPr>
                  <a:xfrm>
                    <a:off x="5218541" y="1633835"/>
                    <a:ext cx="292539" cy="881716"/>
                    <a:chOff x="4341044" y="1633716"/>
                    <a:chExt cx="292539" cy="881716"/>
                  </a:xfrm>
                </p:grpSpPr>
                <p:cxnSp>
                  <p:nvCxnSpPr>
                    <p:cNvPr id="196" name="Straight Connector 195">
                      <a:extLst>
                        <a:ext uri="{FF2B5EF4-FFF2-40B4-BE49-F238E27FC236}">
                          <a16:creationId xmlns:a16="http://schemas.microsoft.com/office/drawing/2014/main" id="{9E267CF1-3837-1D73-65AF-66B482443BCD}"/>
                        </a:ext>
                      </a:extLst>
                    </p:cNvPr>
                    <p:cNvCxnSpPr>
                      <a:cxnSpLocks/>
                    </p:cNvCxnSpPr>
                    <p:nvPr/>
                  </p:nvCxnSpPr>
                  <p:spPr>
                    <a:xfrm>
                      <a:off x="4341044" y="2513557"/>
                      <a:ext cx="146078" cy="187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9905524C-D4A7-1303-3D76-7ADB266EBC30}"/>
                        </a:ext>
                      </a:extLst>
                    </p:cNvPr>
                    <p:cNvCxnSpPr>
                      <a:cxnSpLocks/>
                    </p:cNvCxnSpPr>
                    <p:nvPr/>
                  </p:nvCxnSpPr>
                  <p:spPr>
                    <a:xfrm>
                      <a:off x="4487634" y="1633716"/>
                      <a:ext cx="0" cy="87984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7739CEF8-8431-3862-039E-16F032E55D17}"/>
                        </a:ext>
                      </a:extLst>
                    </p:cNvPr>
                    <p:cNvCxnSpPr>
                      <a:cxnSpLocks/>
                    </p:cNvCxnSpPr>
                    <p:nvPr/>
                  </p:nvCxnSpPr>
                  <p:spPr>
                    <a:xfrm>
                      <a:off x="4487122" y="1633716"/>
                      <a:ext cx="14594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2957E8AE-3532-3234-CC2F-81EFE81DA11C}"/>
                        </a:ext>
                      </a:extLst>
                    </p:cNvPr>
                    <p:cNvCxnSpPr>
                      <a:cxnSpLocks/>
                    </p:cNvCxnSpPr>
                    <p:nvPr/>
                  </p:nvCxnSpPr>
                  <p:spPr>
                    <a:xfrm>
                      <a:off x="4633071" y="1633716"/>
                      <a:ext cx="512" cy="87687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91" name="Group 190">
                    <a:extLst>
                      <a:ext uri="{FF2B5EF4-FFF2-40B4-BE49-F238E27FC236}">
                        <a16:creationId xmlns:a16="http://schemas.microsoft.com/office/drawing/2014/main" id="{914BDA47-C18C-1E75-46AE-41D502BA6DFE}"/>
                      </a:ext>
                    </a:extLst>
                  </p:cNvPr>
                  <p:cNvGrpSpPr/>
                  <p:nvPr/>
                </p:nvGrpSpPr>
                <p:grpSpPr>
                  <a:xfrm>
                    <a:off x="5508951" y="1635699"/>
                    <a:ext cx="292539" cy="881716"/>
                    <a:chOff x="4341044" y="1633716"/>
                    <a:chExt cx="292539" cy="881716"/>
                  </a:xfrm>
                </p:grpSpPr>
                <p:cxnSp>
                  <p:nvCxnSpPr>
                    <p:cNvPr id="192" name="Straight Connector 191">
                      <a:extLst>
                        <a:ext uri="{FF2B5EF4-FFF2-40B4-BE49-F238E27FC236}">
                          <a16:creationId xmlns:a16="http://schemas.microsoft.com/office/drawing/2014/main" id="{124BF56F-7D91-5131-6F72-CA9CC93AF938}"/>
                        </a:ext>
                      </a:extLst>
                    </p:cNvPr>
                    <p:cNvCxnSpPr>
                      <a:cxnSpLocks/>
                    </p:cNvCxnSpPr>
                    <p:nvPr/>
                  </p:nvCxnSpPr>
                  <p:spPr>
                    <a:xfrm>
                      <a:off x="4341044" y="2513557"/>
                      <a:ext cx="146078" cy="187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CCD0562D-4798-972B-385F-B9C650FDD9FA}"/>
                        </a:ext>
                      </a:extLst>
                    </p:cNvPr>
                    <p:cNvCxnSpPr>
                      <a:cxnSpLocks/>
                    </p:cNvCxnSpPr>
                    <p:nvPr/>
                  </p:nvCxnSpPr>
                  <p:spPr>
                    <a:xfrm>
                      <a:off x="4487634" y="1633716"/>
                      <a:ext cx="0" cy="87984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662F4688-70BF-2E4C-E3C4-ED3A9B0E0A23}"/>
                        </a:ext>
                      </a:extLst>
                    </p:cNvPr>
                    <p:cNvCxnSpPr>
                      <a:cxnSpLocks/>
                    </p:cNvCxnSpPr>
                    <p:nvPr/>
                  </p:nvCxnSpPr>
                  <p:spPr>
                    <a:xfrm>
                      <a:off x="4487122" y="1633716"/>
                      <a:ext cx="14594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2DBE7178-D4BE-9FD8-5BFA-46E36FB9BB17}"/>
                        </a:ext>
                      </a:extLst>
                    </p:cNvPr>
                    <p:cNvCxnSpPr>
                      <a:cxnSpLocks/>
                    </p:cNvCxnSpPr>
                    <p:nvPr/>
                  </p:nvCxnSpPr>
                  <p:spPr>
                    <a:xfrm>
                      <a:off x="4633071" y="1633716"/>
                      <a:ext cx="512" cy="87687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200" name="Group 199">
                  <a:extLst>
                    <a:ext uri="{FF2B5EF4-FFF2-40B4-BE49-F238E27FC236}">
                      <a16:creationId xmlns:a16="http://schemas.microsoft.com/office/drawing/2014/main" id="{D17E9B92-F3D3-35AD-71FC-70094AF0E315}"/>
                    </a:ext>
                  </a:extLst>
                </p:cNvPr>
                <p:cNvGrpSpPr/>
                <p:nvPr/>
              </p:nvGrpSpPr>
              <p:grpSpPr>
                <a:xfrm>
                  <a:off x="6975470" y="1635443"/>
                  <a:ext cx="582949" cy="883580"/>
                  <a:chOff x="5218541" y="1633835"/>
                  <a:chExt cx="582949" cy="883580"/>
                </a:xfrm>
              </p:grpSpPr>
              <p:grpSp>
                <p:nvGrpSpPr>
                  <p:cNvPr id="201" name="Group 200">
                    <a:extLst>
                      <a:ext uri="{FF2B5EF4-FFF2-40B4-BE49-F238E27FC236}">
                        <a16:creationId xmlns:a16="http://schemas.microsoft.com/office/drawing/2014/main" id="{709FAC20-C95B-EBCD-B7E1-96C12F9ADB85}"/>
                      </a:ext>
                    </a:extLst>
                  </p:cNvPr>
                  <p:cNvGrpSpPr/>
                  <p:nvPr/>
                </p:nvGrpSpPr>
                <p:grpSpPr>
                  <a:xfrm>
                    <a:off x="5218541" y="1633835"/>
                    <a:ext cx="292539" cy="881716"/>
                    <a:chOff x="4341044" y="1633716"/>
                    <a:chExt cx="292539" cy="881716"/>
                  </a:xfrm>
                </p:grpSpPr>
                <p:cxnSp>
                  <p:nvCxnSpPr>
                    <p:cNvPr id="207" name="Straight Connector 206">
                      <a:extLst>
                        <a:ext uri="{FF2B5EF4-FFF2-40B4-BE49-F238E27FC236}">
                          <a16:creationId xmlns:a16="http://schemas.microsoft.com/office/drawing/2014/main" id="{68CEDFDD-0DFA-97C3-DD54-4BEAFDD20DA5}"/>
                        </a:ext>
                      </a:extLst>
                    </p:cNvPr>
                    <p:cNvCxnSpPr>
                      <a:cxnSpLocks/>
                    </p:cNvCxnSpPr>
                    <p:nvPr/>
                  </p:nvCxnSpPr>
                  <p:spPr>
                    <a:xfrm>
                      <a:off x="4341044" y="2513557"/>
                      <a:ext cx="146078" cy="187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04374100-67DC-576A-8188-DC09B080BE43}"/>
                        </a:ext>
                      </a:extLst>
                    </p:cNvPr>
                    <p:cNvCxnSpPr>
                      <a:cxnSpLocks/>
                    </p:cNvCxnSpPr>
                    <p:nvPr/>
                  </p:nvCxnSpPr>
                  <p:spPr>
                    <a:xfrm>
                      <a:off x="4487634" y="1633716"/>
                      <a:ext cx="0" cy="87984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4E25AC85-A39B-2AD9-4AE2-FCE5CA366244}"/>
                        </a:ext>
                      </a:extLst>
                    </p:cNvPr>
                    <p:cNvCxnSpPr>
                      <a:cxnSpLocks/>
                    </p:cNvCxnSpPr>
                    <p:nvPr/>
                  </p:nvCxnSpPr>
                  <p:spPr>
                    <a:xfrm>
                      <a:off x="4487122" y="1633716"/>
                      <a:ext cx="14594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77C9C060-3962-D873-7C4B-BD3327EB868D}"/>
                        </a:ext>
                      </a:extLst>
                    </p:cNvPr>
                    <p:cNvCxnSpPr>
                      <a:cxnSpLocks/>
                    </p:cNvCxnSpPr>
                    <p:nvPr/>
                  </p:nvCxnSpPr>
                  <p:spPr>
                    <a:xfrm>
                      <a:off x="4633071" y="1633716"/>
                      <a:ext cx="512" cy="87687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02" name="Group 201">
                    <a:extLst>
                      <a:ext uri="{FF2B5EF4-FFF2-40B4-BE49-F238E27FC236}">
                        <a16:creationId xmlns:a16="http://schemas.microsoft.com/office/drawing/2014/main" id="{C730C4E0-EC07-B5C0-0CD7-1B2FF24DD08D}"/>
                      </a:ext>
                    </a:extLst>
                  </p:cNvPr>
                  <p:cNvGrpSpPr/>
                  <p:nvPr/>
                </p:nvGrpSpPr>
                <p:grpSpPr>
                  <a:xfrm>
                    <a:off x="5508951" y="1635699"/>
                    <a:ext cx="292539" cy="881716"/>
                    <a:chOff x="4341044" y="1633716"/>
                    <a:chExt cx="292539" cy="881716"/>
                  </a:xfrm>
                </p:grpSpPr>
                <p:cxnSp>
                  <p:nvCxnSpPr>
                    <p:cNvPr id="203" name="Straight Connector 202">
                      <a:extLst>
                        <a:ext uri="{FF2B5EF4-FFF2-40B4-BE49-F238E27FC236}">
                          <a16:creationId xmlns:a16="http://schemas.microsoft.com/office/drawing/2014/main" id="{97B74A31-A05F-B432-AA2A-2D32487B957E}"/>
                        </a:ext>
                      </a:extLst>
                    </p:cNvPr>
                    <p:cNvCxnSpPr>
                      <a:cxnSpLocks/>
                    </p:cNvCxnSpPr>
                    <p:nvPr/>
                  </p:nvCxnSpPr>
                  <p:spPr>
                    <a:xfrm>
                      <a:off x="4341044" y="2513557"/>
                      <a:ext cx="146078" cy="187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F84596AE-EA1D-81E6-EB94-AC26ED438739}"/>
                        </a:ext>
                      </a:extLst>
                    </p:cNvPr>
                    <p:cNvCxnSpPr>
                      <a:cxnSpLocks/>
                    </p:cNvCxnSpPr>
                    <p:nvPr/>
                  </p:nvCxnSpPr>
                  <p:spPr>
                    <a:xfrm>
                      <a:off x="4487634" y="1633716"/>
                      <a:ext cx="0" cy="87984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12639A58-959D-5EB0-30AA-1AD326F346E2}"/>
                        </a:ext>
                      </a:extLst>
                    </p:cNvPr>
                    <p:cNvCxnSpPr>
                      <a:cxnSpLocks/>
                    </p:cNvCxnSpPr>
                    <p:nvPr/>
                  </p:nvCxnSpPr>
                  <p:spPr>
                    <a:xfrm>
                      <a:off x="4487122" y="1633716"/>
                      <a:ext cx="14594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B1CD8838-F08E-B3D1-DA14-F57A960C9D16}"/>
                        </a:ext>
                      </a:extLst>
                    </p:cNvPr>
                    <p:cNvCxnSpPr>
                      <a:cxnSpLocks/>
                    </p:cNvCxnSpPr>
                    <p:nvPr/>
                  </p:nvCxnSpPr>
                  <p:spPr>
                    <a:xfrm>
                      <a:off x="4633071" y="1633716"/>
                      <a:ext cx="512" cy="87687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212" name="Group 211">
                  <a:extLst>
                    <a:ext uri="{FF2B5EF4-FFF2-40B4-BE49-F238E27FC236}">
                      <a16:creationId xmlns:a16="http://schemas.microsoft.com/office/drawing/2014/main" id="{33C961C8-8772-7A23-2BBE-410654410D5B}"/>
                    </a:ext>
                  </a:extLst>
                </p:cNvPr>
                <p:cNvGrpSpPr/>
                <p:nvPr/>
              </p:nvGrpSpPr>
              <p:grpSpPr>
                <a:xfrm>
                  <a:off x="7559161" y="1635443"/>
                  <a:ext cx="582949" cy="883580"/>
                  <a:chOff x="5218541" y="1633835"/>
                  <a:chExt cx="582949" cy="883580"/>
                </a:xfrm>
              </p:grpSpPr>
              <p:grpSp>
                <p:nvGrpSpPr>
                  <p:cNvPr id="213" name="Group 212">
                    <a:extLst>
                      <a:ext uri="{FF2B5EF4-FFF2-40B4-BE49-F238E27FC236}">
                        <a16:creationId xmlns:a16="http://schemas.microsoft.com/office/drawing/2014/main" id="{036A1D19-79D3-8323-3537-C7CC059467E9}"/>
                      </a:ext>
                    </a:extLst>
                  </p:cNvPr>
                  <p:cNvGrpSpPr/>
                  <p:nvPr/>
                </p:nvGrpSpPr>
                <p:grpSpPr>
                  <a:xfrm>
                    <a:off x="5218541" y="1633835"/>
                    <a:ext cx="292539" cy="881716"/>
                    <a:chOff x="4341044" y="1633716"/>
                    <a:chExt cx="292539" cy="881716"/>
                  </a:xfrm>
                </p:grpSpPr>
                <p:cxnSp>
                  <p:nvCxnSpPr>
                    <p:cNvPr id="219" name="Straight Connector 218">
                      <a:extLst>
                        <a:ext uri="{FF2B5EF4-FFF2-40B4-BE49-F238E27FC236}">
                          <a16:creationId xmlns:a16="http://schemas.microsoft.com/office/drawing/2014/main" id="{E399259E-B092-5E19-CEAE-5F69805E8E8C}"/>
                        </a:ext>
                      </a:extLst>
                    </p:cNvPr>
                    <p:cNvCxnSpPr>
                      <a:cxnSpLocks/>
                    </p:cNvCxnSpPr>
                    <p:nvPr/>
                  </p:nvCxnSpPr>
                  <p:spPr>
                    <a:xfrm>
                      <a:off x="4341044" y="2513557"/>
                      <a:ext cx="146078" cy="187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14364663-6F99-A73C-6580-00D9D7A3172F}"/>
                        </a:ext>
                      </a:extLst>
                    </p:cNvPr>
                    <p:cNvCxnSpPr>
                      <a:cxnSpLocks/>
                    </p:cNvCxnSpPr>
                    <p:nvPr/>
                  </p:nvCxnSpPr>
                  <p:spPr>
                    <a:xfrm>
                      <a:off x="4487634" y="1633716"/>
                      <a:ext cx="0" cy="87984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1E4EBB4E-0F53-7613-8554-4F31A2C3EFCB}"/>
                        </a:ext>
                      </a:extLst>
                    </p:cNvPr>
                    <p:cNvCxnSpPr>
                      <a:cxnSpLocks/>
                    </p:cNvCxnSpPr>
                    <p:nvPr/>
                  </p:nvCxnSpPr>
                  <p:spPr>
                    <a:xfrm>
                      <a:off x="4487122" y="1633716"/>
                      <a:ext cx="14594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CC228A23-3CD6-9776-9447-2D4D334CB316}"/>
                        </a:ext>
                      </a:extLst>
                    </p:cNvPr>
                    <p:cNvCxnSpPr>
                      <a:cxnSpLocks/>
                    </p:cNvCxnSpPr>
                    <p:nvPr/>
                  </p:nvCxnSpPr>
                  <p:spPr>
                    <a:xfrm>
                      <a:off x="4633071" y="1633716"/>
                      <a:ext cx="512" cy="87687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14" name="Group 213">
                    <a:extLst>
                      <a:ext uri="{FF2B5EF4-FFF2-40B4-BE49-F238E27FC236}">
                        <a16:creationId xmlns:a16="http://schemas.microsoft.com/office/drawing/2014/main" id="{CE7BF0B4-7AE3-D383-5EC5-DE70494FDA1D}"/>
                      </a:ext>
                    </a:extLst>
                  </p:cNvPr>
                  <p:cNvGrpSpPr/>
                  <p:nvPr/>
                </p:nvGrpSpPr>
                <p:grpSpPr>
                  <a:xfrm>
                    <a:off x="5508951" y="1635699"/>
                    <a:ext cx="292539" cy="881716"/>
                    <a:chOff x="4341044" y="1633716"/>
                    <a:chExt cx="292539" cy="881716"/>
                  </a:xfrm>
                </p:grpSpPr>
                <p:cxnSp>
                  <p:nvCxnSpPr>
                    <p:cNvPr id="215" name="Straight Connector 214">
                      <a:extLst>
                        <a:ext uri="{FF2B5EF4-FFF2-40B4-BE49-F238E27FC236}">
                          <a16:creationId xmlns:a16="http://schemas.microsoft.com/office/drawing/2014/main" id="{A3B76A8F-E4A7-056E-C086-44835191C444}"/>
                        </a:ext>
                      </a:extLst>
                    </p:cNvPr>
                    <p:cNvCxnSpPr>
                      <a:cxnSpLocks/>
                    </p:cNvCxnSpPr>
                    <p:nvPr/>
                  </p:nvCxnSpPr>
                  <p:spPr>
                    <a:xfrm>
                      <a:off x="4341044" y="2513557"/>
                      <a:ext cx="146078" cy="187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75462FF6-30E3-CED1-9D30-BC397B46EEAE}"/>
                        </a:ext>
                      </a:extLst>
                    </p:cNvPr>
                    <p:cNvCxnSpPr>
                      <a:cxnSpLocks/>
                    </p:cNvCxnSpPr>
                    <p:nvPr/>
                  </p:nvCxnSpPr>
                  <p:spPr>
                    <a:xfrm>
                      <a:off x="4487634" y="1633716"/>
                      <a:ext cx="0" cy="87984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D3BF2E30-C7BE-32C5-6A85-0F96675CFFE2}"/>
                        </a:ext>
                      </a:extLst>
                    </p:cNvPr>
                    <p:cNvCxnSpPr>
                      <a:cxnSpLocks/>
                    </p:cNvCxnSpPr>
                    <p:nvPr/>
                  </p:nvCxnSpPr>
                  <p:spPr>
                    <a:xfrm>
                      <a:off x="4487122" y="1633716"/>
                      <a:ext cx="14594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4F10F0F3-4DD0-E5AC-C1E8-4A44DFFFDE9C}"/>
                        </a:ext>
                      </a:extLst>
                    </p:cNvPr>
                    <p:cNvCxnSpPr>
                      <a:cxnSpLocks/>
                    </p:cNvCxnSpPr>
                    <p:nvPr/>
                  </p:nvCxnSpPr>
                  <p:spPr>
                    <a:xfrm>
                      <a:off x="4633071" y="1633716"/>
                      <a:ext cx="512" cy="87687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223" name="Group 222">
                  <a:extLst>
                    <a:ext uri="{FF2B5EF4-FFF2-40B4-BE49-F238E27FC236}">
                      <a16:creationId xmlns:a16="http://schemas.microsoft.com/office/drawing/2014/main" id="{E720E3EA-C124-80ED-764E-D2CC14EE69F5}"/>
                    </a:ext>
                  </a:extLst>
                </p:cNvPr>
                <p:cNvGrpSpPr/>
                <p:nvPr/>
              </p:nvGrpSpPr>
              <p:grpSpPr>
                <a:xfrm>
                  <a:off x="8143584" y="1636931"/>
                  <a:ext cx="582949" cy="883580"/>
                  <a:chOff x="5218541" y="1633835"/>
                  <a:chExt cx="582949" cy="883580"/>
                </a:xfrm>
              </p:grpSpPr>
              <p:grpSp>
                <p:nvGrpSpPr>
                  <p:cNvPr id="224" name="Group 223">
                    <a:extLst>
                      <a:ext uri="{FF2B5EF4-FFF2-40B4-BE49-F238E27FC236}">
                        <a16:creationId xmlns:a16="http://schemas.microsoft.com/office/drawing/2014/main" id="{7E2F5759-44E6-28B1-3C4C-622C1E85C033}"/>
                      </a:ext>
                    </a:extLst>
                  </p:cNvPr>
                  <p:cNvGrpSpPr/>
                  <p:nvPr/>
                </p:nvGrpSpPr>
                <p:grpSpPr>
                  <a:xfrm>
                    <a:off x="5218541" y="1633835"/>
                    <a:ext cx="292539" cy="881716"/>
                    <a:chOff x="4341044" y="1633716"/>
                    <a:chExt cx="292539" cy="881716"/>
                  </a:xfrm>
                </p:grpSpPr>
                <p:cxnSp>
                  <p:nvCxnSpPr>
                    <p:cNvPr id="230" name="Straight Connector 229">
                      <a:extLst>
                        <a:ext uri="{FF2B5EF4-FFF2-40B4-BE49-F238E27FC236}">
                          <a16:creationId xmlns:a16="http://schemas.microsoft.com/office/drawing/2014/main" id="{EF705A8D-E8E4-7A6F-5D43-6860A3F43CCC}"/>
                        </a:ext>
                      </a:extLst>
                    </p:cNvPr>
                    <p:cNvCxnSpPr>
                      <a:cxnSpLocks/>
                    </p:cNvCxnSpPr>
                    <p:nvPr/>
                  </p:nvCxnSpPr>
                  <p:spPr>
                    <a:xfrm>
                      <a:off x="4341044" y="2513557"/>
                      <a:ext cx="146078" cy="187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D26457DC-A327-5BE3-7625-F015D09CAF5D}"/>
                        </a:ext>
                      </a:extLst>
                    </p:cNvPr>
                    <p:cNvCxnSpPr>
                      <a:cxnSpLocks/>
                    </p:cNvCxnSpPr>
                    <p:nvPr/>
                  </p:nvCxnSpPr>
                  <p:spPr>
                    <a:xfrm>
                      <a:off x="4487634" y="1633716"/>
                      <a:ext cx="0" cy="87984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49300A0C-C577-4A3B-3C1F-6102DE1F443E}"/>
                        </a:ext>
                      </a:extLst>
                    </p:cNvPr>
                    <p:cNvCxnSpPr>
                      <a:cxnSpLocks/>
                    </p:cNvCxnSpPr>
                    <p:nvPr/>
                  </p:nvCxnSpPr>
                  <p:spPr>
                    <a:xfrm>
                      <a:off x="4487122" y="1633716"/>
                      <a:ext cx="14594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8A23E0D8-94AB-D896-54AC-BCB36E1348AC}"/>
                        </a:ext>
                      </a:extLst>
                    </p:cNvPr>
                    <p:cNvCxnSpPr>
                      <a:cxnSpLocks/>
                    </p:cNvCxnSpPr>
                    <p:nvPr/>
                  </p:nvCxnSpPr>
                  <p:spPr>
                    <a:xfrm>
                      <a:off x="4633071" y="1633716"/>
                      <a:ext cx="512" cy="87687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25" name="Group 224">
                    <a:extLst>
                      <a:ext uri="{FF2B5EF4-FFF2-40B4-BE49-F238E27FC236}">
                        <a16:creationId xmlns:a16="http://schemas.microsoft.com/office/drawing/2014/main" id="{A40BDA13-4895-087B-0463-B51BC8665ACC}"/>
                      </a:ext>
                    </a:extLst>
                  </p:cNvPr>
                  <p:cNvGrpSpPr/>
                  <p:nvPr/>
                </p:nvGrpSpPr>
                <p:grpSpPr>
                  <a:xfrm>
                    <a:off x="5508951" y="1635699"/>
                    <a:ext cx="292539" cy="881716"/>
                    <a:chOff x="4341044" y="1633716"/>
                    <a:chExt cx="292539" cy="881716"/>
                  </a:xfrm>
                </p:grpSpPr>
                <p:cxnSp>
                  <p:nvCxnSpPr>
                    <p:cNvPr id="226" name="Straight Connector 225">
                      <a:extLst>
                        <a:ext uri="{FF2B5EF4-FFF2-40B4-BE49-F238E27FC236}">
                          <a16:creationId xmlns:a16="http://schemas.microsoft.com/office/drawing/2014/main" id="{1B2B6442-A09C-7A5D-021C-EB8D30FECE62}"/>
                        </a:ext>
                      </a:extLst>
                    </p:cNvPr>
                    <p:cNvCxnSpPr>
                      <a:cxnSpLocks/>
                    </p:cNvCxnSpPr>
                    <p:nvPr/>
                  </p:nvCxnSpPr>
                  <p:spPr>
                    <a:xfrm>
                      <a:off x="4341044" y="2513557"/>
                      <a:ext cx="146078" cy="187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A611B46D-8F88-87A5-CA52-6423E9CEA6E3}"/>
                        </a:ext>
                      </a:extLst>
                    </p:cNvPr>
                    <p:cNvCxnSpPr>
                      <a:cxnSpLocks/>
                    </p:cNvCxnSpPr>
                    <p:nvPr/>
                  </p:nvCxnSpPr>
                  <p:spPr>
                    <a:xfrm>
                      <a:off x="4487634" y="1633716"/>
                      <a:ext cx="0" cy="87984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48453485-D381-E877-79B4-E6A35A31AAFB}"/>
                        </a:ext>
                      </a:extLst>
                    </p:cNvPr>
                    <p:cNvCxnSpPr>
                      <a:cxnSpLocks/>
                    </p:cNvCxnSpPr>
                    <p:nvPr/>
                  </p:nvCxnSpPr>
                  <p:spPr>
                    <a:xfrm>
                      <a:off x="4487122" y="1633716"/>
                      <a:ext cx="14594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9F631342-0234-9A96-8A92-242E64D43CE6}"/>
                        </a:ext>
                      </a:extLst>
                    </p:cNvPr>
                    <p:cNvCxnSpPr>
                      <a:cxnSpLocks/>
                    </p:cNvCxnSpPr>
                    <p:nvPr/>
                  </p:nvCxnSpPr>
                  <p:spPr>
                    <a:xfrm>
                      <a:off x="4633071" y="1633716"/>
                      <a:ext cx="512" cy="87687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234" name="Group 233">
                  <a:extLst>
                    <a:ext uri="{FF2B5EF4-FFF2-40B4-BE49-F238E27FC236}">
                      <a16:creationId xmlns:a16="http://schemas.microsoft.com/office/drawing/2014/main" id="{EDF3355A-36DD-619C-6AD9-EB8EB01E5488}"/>
                    </a:ext>
                  </a:extLst>
                </p:cNvPr>
                <p:cNvGrpSpPr/>
                <p:nvPr/>
              </p:nvGrpSpPr>
              <p:grpSpPr>
                <a:xfrm>
                  <a:off x="8727490" y="1635932"/>
                  <a:ext cx="582949" cy="883580"/>
                  <a:chOff x="5218541" y="1633835"/>
                  <a:chExt cx="582949" cy="883580"/>
                </a:xfrm>
              </p:grpSpPr>
              <p:grpSp>
                <p:nvGrpSpPr>
                  <p:cNvPr id="235" name="Group 234">
                    <a:extLst>
                      <a:ext uri="{FF2B5EF4-FFF2-40B4-BE49-F238E27FC236}">
                        <a16:creationId xmlns:a16="http://schemas.microsoft.com/office/drawing/2014/main" id="{6DAF3B29-EB91-EEF8-DFC6-B1983FB9F536}"/>
                      </a:ext>
                    </a:extLst>
                  </p:cNvPr>
                  <p:cNvGrpSpPr/>
                  <p:nvPr/>
                </p:nvGrpSpPr>
                <p:grpSpPr>
                  <a:xfrm>
                    <a:off x="5218541" y="1633835"/>
                    <a:ext cx="292539" cy="881716"/>
                    <a:chOff x="4341044" y="1633716"/>
                    <a:chExt cx="292539" cy="881716"/>
                  </a:xfrm>
                </p:grpSpPr>
                <p:cxnSp>
                  <p:nvCxnSpPr>
                    <p:cNvPr id="241" name="Straight Connector 240">
                      <a:extLst>
                        <a:ext uri="{FF2B5EF4-FFF2-40B4-BE49-F238E27FC236}">
                          <a16:creationId xmlns:a16="http://schemas.microsoft.com/office/drawing/2014/main" id="{2EAE2D11-685F-2973-E46A-E9024E6B1735}"/>
                        </a:ext>
                      </a:extLst>
                    </p:cNvPr>
                    <p:cNvCxnSpPr>
                      <a:cxnSpLocks/>
                    </p:cNvCxnSpPr>
                    <p:nvPr/>
                  </p:nvCxnSpPr>
                  <p:spPr>
                    <a:xfrm>
                      <a:off x="4341044" y="2513557"/>
                      <a:ext cx="146078" cy="187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41757C6C-604A-AA81-2E8D-261F58C5722B}"/>
                        </a:ext>
                      </a:extLst>
                    </p:cNvPr>
                    <p:cNvCxnSpPr>
                      <a:cxnSpLocks/>
                    </p:cNvCxnSpPr>
                    <p:nvPr/>
                  </p:nvCxnSpPr>
                  <p:spPr>
                    <a:xfrm>
                      <a:off x="4487634" y="1633716"/>
                      <a:ext cx="0" cy="87984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2483758C-8562-A527-153E-176BC4197C68}"/>
                        </a:ext>
                      </a:extLst>
                    </p:cNvPr>
                    <p:cNvCxnSpPr>
                      <a:cxnSpLocks/>
                    </p:cNvCxnSpPr>
                    <p:nvPr/>
                  </p:nvCxnSpPr>
                  <p:spPr>
                    <a:xfrm>
                      <a:off x="4487122" y="1633716"/>
                      <a:ext cx="14594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EC2D3BEA-876A-42EB-7D8A-B2D56FA5769C}"/>
                        </a:ext>
                      </a:extLst>
                    </p:cNvPr>
                    <p:cNvCxnSpPr>
                      <a:cxnSpLocks/>
                    </p:cNvCxnSpPr>
                    <p:nvPr/>
                  </p:nvCxnSpPr>
                  <p:spPr>
                    <a:xfrm>
                      <a:off x="4633071" y="1633716"/>
                      <a:ext cx="512" cy="87687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36" name="Group 235">
                    <a:extLst>
                      <a:ext uri="{FF2B5EF4-FFF2-40B4-BE49-F238E27FC236}">
                        <a16:creationId xmlns:a16="http://schemas.microsoft.com/office/drawing/2014/main" id="{E2CAD5BA-C743-74C1-B8A9-E6ABF4E9A4B0}"/>
                      </a:ext>
                    </a:extLst>
                  </p:cNvPr>
                  <p:cNvGrpSpPr/>
                  <p:nvPr/>
                </p:nvGrpSpPr>
                <p:grpSpPr>
                  <a:xfrm>
                    <a:off x="5508951" y="1635699"/>
                    <a:ext cx="292539" cy="881716"/>
                    <a:chOff x="4341044" y="1633716"/>
                    <a:chExt cx="292539" cy="881716"/>
                  </a:xfrm>
                </p:grpSpPr>
                <p:cxnSp>
                  <p:nvCxnSpPr>
                    <p:cNvPr id="237" name="Straight Connector 236">
                      <a:extLst>
                        <a:ext uri="{FF2B5EF4-FFF2-40B4-BE49-F238E27FC236}">
                          <a16:creationId xmlns:a16="http://schemas.microsoft.com/office/drawing/2014/main" id="{9EA69393-7169-1B76-AF2E-1FE631E3FE61}"/>
                        </a:ext>
                      </a:extLst>
                    </p:cNvPr>
                    <p:cNvCxnSpPr>
                      <a:cxnSpLocks/>
                    </p:cNvCxnSpPr>
                    <p:nvPr/>
                  </p:nvCxnSpPr>
                  <p:spPr>
                    <a:xfrm>
                      <a:off x="4341044" y="2513557"/>
                      <a:ext cx="146078" cy="187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CF76DA98-B97D-DC10-E089-D07972009481}"/>
                        </a:ext>
                      </a:extLst>
                    </p:cNvPr>
                    <p:cNvCxnSpPr>
                      <a:cxnSpLocks/>
                    </p:cNvCxnSpPr>
                    <p:nvPr/>
                  </p:nvCxnSpPr>
                  <p:spPr>
                    <a:xfrm>
                      <a:off x="4487634" y="1633716"/>
                      <a:ext cx="0" cy="87984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AFB00658-4A1B-33A3-DC5A-75EFAE487482}"/>
                        </a:ext>
                      </a:extLst>
                    </p:cNvPr>
                    <p:cNvCxnSpPr>
                      <a:cxnSpLocks/>
                    </p:cNvCxnSpPr>
                    <p:nvPr/>
                  </p:nvCxnSpPr>
                  <p:spPr>
                    <a:xfrm>
                      <a:off x="4487122" y="1633716"/>
                      <a:ext cx="14594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04B95130-61E5-2389-6800-09D98DB8B3E7}"/>
                        </a:ext>
                      </a:extLst>
                    </p:cNvPr>
                    <p:cNvCxnSpPr>
                      <a:cxnSpLocks/>
                    </p:cNvCxnSpPr>
                    <p:nvPr/>
                  </p:nvCxnSpPr>
                  <p:spPr>
                    <a:xfrm>
                      <a:off x="4633071" y="1633716"/>
                      <a:ext cx="512" cy="87687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245" name="Group 244">
                  <a:extLst>
                    <a:ext uri="{FF2B5EF4-FFF2-40B4-BE49-F238E27FC236}">
                      <a16:creationId xmlns:a16="http://schemas.microsoft.com/office/drawing/2014/main" id="{F23315E4-2C38-0E84-BA33-4DA60DC7C906}"/>
                    </a:ext>
                  </a:extLst>
                </p:cNvPr>
                <p:cNvGrpSpPr/>
                <p:nvPr/>
              </p:nvGrpSpPr>
              <p:grpSpPr>
                <a:xfrm>
                  <a:off x="9312979" y="1634630"/>
                  <a:ext cx="582949" cy="883580"/>
                  <a:chOff x="5218541" y="1633835"/>
                  <a:chExt cx="582949" cy="883580"/>
                </a:xfrm>
              </p:grpSpPr>
              <p:grpSp>
                <p:nvGrpSpPr>
                  <p:cNvPr id="246" name="Group 245">
                    <a:extLst>
                      <a:ext uri="{FF2B5EF4-FFF2-40B4-BE49-F238E27FC236}">
                        <a16:creationId xmlns:a16="http://schemas.microsoft.com/office/drawing/2014/main" id="{84A10CF4-F3C2-4C33-B71D-0A8B9897A823}"/>
                      </a:ext>
                    </a:extLst>
                  </p:cNvPr>
                  <p:cNvGrpSpPr/>
                  <p:nvPr/>
                </p:nvGrpSpPr>
                <p:grpSpPr>
                  <a:xfrm>
                    <a:off x="5218541" y="1633835"/>
                    <a:ext cx="292539" cy="881716"/>
                    <a:chOff x="4341044" y="1633716"/>
                    <a:chExt cx="292539" cy="881716"/>
                  </a:xfrm>
                </p:grpSpPr>
                <p:cxnSp>
                  <p:nvCxnSpPr>
                    <p:cNvPr id="252" name="Straight Connector 251">
                      <a:extLst>
                        <a:ext uri="{FF2B5EF4-FFF2-40B4-BE49-F238E27FC236}">
                          <a16:creationId xmlns:a16="http://schemas.microsoft.com/office/drawing/2014/main" id="{4413C171-CB13-FD44-2C4D-366489189F66}"/>
                        </a:ext>
                      </a:extLst>
                    </p:cNvPr>
                    <p:cNvCxnSpPr>
                      <a:cxnSpLocks/>
                    </p:cNvCxnSpPr>
                    <p:nvPr/>
                  </p:nvCxnSpPr>
                  <p:spPr>
                    <a:xfrm>
                      <a:off x="4341044" y="2513557"/>
                      <a:ext cx="146078" cy="187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32BB4F50-6925-0CFC-C5DF-9DE1D8D490FD}"/>
                        </a:ext>
                      </a:extLst>
                    </p:cNvPr>
                    <p:cNvCxnSpPr>
                      <a:cxnSpLocks/>
                    </p:cNvCxnSpPr>
                    <p:nvPr/>
                  </p:nvCxnSpPr>
                  <p:spPr>
                    <a:xfrm>
                      <a:off x="4487634" y="1633716"/>
                      <a:ext cx="0" cy="87984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C3D61F5A-1247-AA92-701B-57BC27CE0316}"/>
                        </a:ext>
                      </a:extLst>
                    </p:cNvPr>
                    <p:cNvCxnSpPr>
                      <a:cxnSpLocks/>
                    </p:cNvCxnSpPr>
                    <p:nvPr/>
                  </p:nvCxnSpPr>
                  <p:spPr>
                    <a:xfrm>
                      <a:off x="4487122" y="1633716"/>
                      <a:ext cx="14594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AF4F8FF9-CEF1-CE0C-5D99-A09A3B983C50}"/>
                        </a:ext>
                      </a:extLst>
                    </p:cNvPr>
                    <p:cNvCxnSpPr>
                      <a:cxnSpLocks/>
                    </p:cNvCxnSpPr>
                    <p:nvPr/>
                  </p:nvCxnSpPr>
                  <p:spPr>
                    <a:xfrm>
                      <a:off x="4633071" y="1633716"/>
                      <a:ext cx="512" cy="87687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47" name="Group 246">
                    <a:extLst>
                      <a:ext uri="{FF2B5EF4-FFF2-40B4-BE49-F238E27FC236}">
                        <a16:creationId xmlns:a16="http://schemas.microsoft.com/office/drawing/2014/main" id="{6E36C711-7B2E-35D5-3B0B-7DF3DCF0542A}"/>
                      </a:ext>
                    </a:extLst>
                  </p:cNvPr>
                  <p:cNvGrpSpPr/>
                  <p:nvPr/>
                </p:nvGrpSpPr>
                <p:grpSpPr>
                  <a:xfrm>
                    <a:off x="5508951" y="1635699"/>
                    <a:ext cx="292539" cy="881716"/>
                    <a:chOff x="4341044" y="1633716"/>
                    <a:chExt cx="292539" cy="881716"/>
                  </a:xfrm>
                </p:grpSpPr>
                <p:cxnSp>
                  <p:nvCxnSpPr>
                    <p:cNvPr id="248" name="Straight Connector 247">
                      <a:extLst>
                        <a:ext uri="{FF2B5EF4-FFF2-40B4-BE49-F238E27FC236}">
                          <a16:creationId xmlns:a16="http://schemas.microsoft.com/office/drawing/2014/main" id="{078B2838-E932-2FA4-A208-9F1E0A95ACDB}"/>
                        </a:ext>
                      </a:extLst>
                    </p:cNvPr>
                    <p:cNvCxnSpPr>
                      <a:cxnSpLocks/>
                    </p:cNvCxnSpPr>
                    <p:nvPr/>
                  </p:nvCxnSpPr>
                  <p:spPr>
                    <a:xfrm>
                      <a:off x="4341044" y="2513557"/>
                      <a:ext cx="146078" cy="187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EA1AA827-EC70-E5EE-5797-8035CCEAD5F5}"/>
                        </a:ext>
                      </a:extLst>
                    </p:cNvPr>
                    <p:cNvCxnSpPr>
                      <a:cxnSpLocks/>
                    </p:cNvCxnSpPr>
                    <p:nvPr/>
                  </p:nvCxnSpPr>
                  <p:spPr>
                    <a:xfrm>
                      <a:off x="4487634" y="1633716"/>
                      <a:ext cx="0" cy="87984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2BDC66CE-5F29-0933-01B5-0B62C080B327}"/>
                        </a:ext>
                      </a:extLst>
                    </p:cNvPr>
                    <p:cNvCxnSpPr>
                      <a:cxnSpLocks/>
                    </p:cNvCxnSpPr>
                    <p:nvPr/>
                  </p:nvCxnSpPr>
                  <p:spPr>
                    <a:xfrm>
                      <a:off x="4487122" y="1633716"/>
                      <a:ext cx="14594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9F9D82B5-252E-50DD-88DB-C2AEED3A2CB2}"/>
                        </a:ext>
                      </a:extLst>
                    </p:cNvPr>
                    <p:cNvCxnSpPr>
                      <a:cxnSpLocks/>
                    </p:cNvCxnSpPr>
                    <p:nvPr/>
                  </p:nvCxnSpPr>
                  <p:spPr>
                    <a:xfrm>
                      <a:off x="4633071" y="1633716"/>
                      <a:ext cx="512" cy="87687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256" name="Group 255">
                  <a:extLst>
                    <a:ext uri="{FF2B5EF4-FFF2-40B4-BE49-F238E27FC236}">
                      <a16:creationId xmlns:a16="http://schemas.microsoft.com/office/drawing/2014/main" id="{CA840561-919B-58F7-2968-45A7556BEB3B}"/>
                    </a:ext>
                  </a:extLst>
                </p:cNvPr>
                <p:cNvGrpSpPr/>
                <p:nvPr/>
              </p:nvGrpSpPr>
              <p:grpSpPr>
                <a:xfrm>
                  <a:off x="9899010" y="1635932"/>
                  <a:ext cx="582949" cy="883580"/>
                  <a:chOff x="5218541" y="1633835"/>
                  <a:chExt cx="582949" cy="883580"/>
                </a:xfrm>
              </p:grpSpPr>
              <p:grpSp>
                <p:nvGrpSpPr>
                  <p:cNvPr id="257" name="Group 256">
                    <a:extLst>
                      <a:ext uri="{FF2B5EF4-FFF2-40B4-BE49-F238E27FC236}">
                        <a16:creationId xmlns:a16="http://schemas.microsoft.com/office/drawing/2014/main" id="{4F40CD25-E25A-4ABA-ED11-641A20239282}"/>
                      </a:ext>
                    </a:extLst>
                  </p:cNvPr>
                  <p:cNvGrpSpPr/>
                  <p:nvPr/>
                </p:nvGrpSpPr>
                <p:grpSpPr>
                  <a:xfrm>
                    <a:off x="5218541" y="1633835"/>
                    <a:ext cx="292539" cy="881716"/>
                    <a:chOff x="4341044" y="1633716"/>
                    <a:chExt cx="292539" cy="881716"/>
                  </a:xfrm>
                </p:grpSpPr>
                <p:cxnSp>
                  <p:nvCxnSpPr>
                    <p:cNvPr id="263" name="Straight Connector 262">
                      <a:extLst>
                        <a:ext uri="{FF2B5EF4-FFF2-40B4-BE49-F238E27FC236}">
                          <a16:creationId xmlns:a16="http://schemas.microsoft.com/office/drawing/2014/main" id="{CE190FDA-F55E-B316-80FF-507A2B5921A8}"/>
                        </a:ext>
                      </a:extLst>
                    </p:cNvPr>
                    <p:cNvCxnSpPr>
                      <a:cxnSpLocks/>
                    </p:cNvCxnSpPr>
                    <p:nvPr/>
                  </p:nvCxnSpPr>
                  <p:spPr>
                    <a:xfrm>
                      <a:off x="4341044" y="2513557"/>
                      <a:ext cx="146078" cy="187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0EB2D4F2-5697-0F60-192D-A1757932B12E}"/>
                        </a:ext>
                      </a:extLst>
                    </p:cNvPr>
                    <p:cNvCxnSpPr>
                      <a:cxnSpLocks/>
                    </p:cNvCxnSpPr>
                    <p:nvPr/>
                  </p:nvCxnSpPr>
                  <p:spPr>
                    <a:xfrm>
                      <a:off x="4487634" y="1633716"/>
                      <a:ext cx="0" cy="87984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5DD5D29E-31A3-79C1-0389-F4F88E50B072}"/>
                        </a:ext>
                      </a:extLst>
                    </p:cNvPr>
                    <p:cNvCxnSpPr>
                      <a:cxnSpLocks/>
                    </p:cNvCxnSpPr>
                    <p:nvPr/>
                  </p:nvCxnSpPr>
                  <p:spPr>
                    <a:xfrm>
                      <a:off x="4487122" y="1633716"/>
                      <a:ext cx="14594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8DE9DB40-167D-8D59-781A-67538DBB44A2}"/>
                        </a:ext>
                      </a:extLst>
                    </p:cNvPr>
                    <p:cNvCxnSpPr>
                      <a:cxnSpLocks/>
                    </p:cNvCxnSpPr>
                    <p:nvPr/>
                  </p:nvCxnSpPr>
                  <p:spPr>
                    <a:xfrm>
                      <a:off x="4633071" y="1633716"/>
                      <a:ext cx="512" cy="87687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58" name="Group 257">
                    <a:extLst>
                      <a:ext uri="{FF2B5EF4-FFF2-40B4-BE49-F238E27FC236}">
                        <a16:creationId xmlns:a16="http://schemas.microsoft.com/office/drawing/2014/main" id="{0CF6AA7A-2CA9-EDBC-59B6-BCE490BCE661}"/>
                      </a:ext>
                    </a:extLst>
                  </p:cNvPr>
                  <p:cNvGrpSpPr/>
                  <p:nvPr/>
                </p:nvGrpSpPr>
                <p:grpSpPr>
                  <a:xfrm>
                    <a:off x="5508951" y="1635699"/>
                    <a:ext cx="292539" cy="881716"/>
                    <a:chOff x="4341044" y="1633716"/>
                    <a:chExt cx="292539" cy="881716"/>
                  </a:xfrm>
                </p:grpSpPr>
                <p:cxnSp>
                  <p:nvCxnSpPr>
                    <p:cNvPr id="259" name="Straight Connector 258">
                      <a:extLst>
                        <a:ext uri="{FF2B5EF4-FFF2-40B4-BE49-F238E27FC236}">
                          <a16:creationId xmlns:a16="http://schemas.microsoft.com/office/drawing/2014/main" id="{DA2AD292-1FB0-AB4B-2AE3-31979038F2B6}"/>
                        </a:ext>
                      </a:extLst>
                    </p:cNvPr>
                    <p:cNvCxnSpPr>
                      <a:cxnSpLocks/>
                    </p:cNvCxnSpPr>
                    <p:nvPr/>
                  </p:nvCxnSpPr>
                  <p:spPr>
                    <a:xfrm>
                      <a:off x="4341044" y="2513557"/>
                      <a:ext cx="146078" cy="187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CA576FD2-FA99-FE60-4E77-24183699BE0A}"/>
                        </a:ext>
                      </a:extLst>
                    </p:cNvPr>
                    <p:cNvCxnSpPr>
                      <a:cxnSpLocks/>
                    </p:cNvCxnSpPr>
                    <p:nvPr/>
                  </p:nvCxnSpPr>
                  <p:spPr>
                    <a:xfrm>
                      <a:off x="4487634" y="1633716"/>
                      <a:ext cx="0" cy="87984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A358B7E9-48AB-3C98-4E85-E9B3832CDE4B}"/>
                        </a:ext>
                      </a:extLst>
                    </p:cNvPr>
                    <p:cNvCxnSpPr>
                      <a:cxnSpLocks/>
                    </p:cNvCxnSpPr>
                    <p:nvPr/>
                  </p:nvCxnSpPr>
                  <p:spPr>
                    <a:xfrm>
                      <a:off x="4487122" y="1633716"/>
                      <a:ext cx="14594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0CA27771-ECC0-DFDC-6BB6-3DAE348A4542}"/>
                        </a:ext>
                      </a:extLst>
                    </p:cNvPr>
                    <p:cNvCxnSpPr>
                      <a:cxnSpLocks/>
                    </p:cNvCxnSpPr>
                    <p:nvPr/>
                  </p:nvCxnSpPr>
                  <p:spPr>
                    <a:xfrm>
                      <a:off x="4633071" y="1633716"/>
                      <a:ext cx="512" cy="87687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267" name="Group 266">
                  <a:extLst>
                    <a:ext uri="{FF2B5EF4-FFF2-40B4-BE49-F238E27FC236}">
                      <a16:creationId xmlns:a16="http://schemas.microsoft.com/office/drawing/2014/main" id="{CB56EFAE-5889-6547-6728-1EB230142671}"/>
                    </a:ext>
                  </a:extLst>
                </p:cNvPr>
                <p:cNvGrpSpPr/>
                <p:nvPr/>
              </p:nvGrpSpPr>
              <p:grpSpPr>
                <a:xfrm>
                  <a:off x="10480670" y="1636256"/>
                  <a:ext cx="582949" cy="883580"/>
                  <a:chOff x="5218541" y="1633835"/>
                  <a:chExt cx="582949" cy="883580"/>
                </a:xfrm>
              </p:grpSpPr>
              <p:grpSp>
                <p:nvGrpSpPr>
                  <p:cNvPr id="268" name="Group 267">
                    <a:extLst>
                      <a:ext uri="{FF2B5EF4-FFF2-40B4-BE49-F238E27FC236}">
                        <a16:creationId xmlns:a16="http://schemas.microsoft.com/office/drawing/2014/main" id="{9D4B4F16-9B26-24A8-964A-069DFD3512DF}"/>
                      </a:ext>
                    </a:extLst>
                  </p:cNvPr>
                  <p:cNvGrpSpPr/>
                  <p:nvPr/>
                </p:nvGrpSpPr>
                <p:grpSpPr>
                  <a:xfrm>
                    <a:off x="5218541" y="1633835"/>
                    <a:ext cx="292539" cy="881716"/>
                    <a:chOff x="4341044" y="1633716"/>
                    <a:chExt cx="292539" cy="881716"/>
                  </a:xfrm>
                </p:grpSpPr>
                <p:cxnSp>
                  <p:nvCxnSpPr>
                    <p:cNvPr id="274" name="Straight Connector 273">
                      <a:extLst>
                        <a:ext uri="{FF2B5EF4-FFF2-40B4-BE49-F238E27FC236}">
                          <a16:creationId xmlns:a16="http://schemas.microsoft.com/office/drawing/2014/main" id="{ADD00A6B-44F6-0585-070D-6EBA02A7D9CC}"/>
                        </a:ext>
                      </a:extLst>
                    </p:cNvPr>
                    <p:cNvCxnSpPr>
                      <a:cxnSpLocks/>
                    </p:cNvCxnSpPr>
                    <p:nvPr/>
                  </p:nvCxnSpPr>
                  <p:spPr>
                    <a:xfrm>
                      <a:off x="4341044" y="2513557"/>
                      <a:ext cx="146078" cy="187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BD9C78AA-8C7B-01CA-7FD2-1E4D8043A91C}"/>
                        </a:ext>
                      </a:extLst>
                    </p:cNvPr>
                    <p:cNvCxnSpPr>
                      <a:cxnSpLocks/>
                    </p:cNvCxnSpPr>
                    <p:nvPr/>
                  </p:nvCxnSpPr>
                  <p:spPr>
                    <a:xfrm>
                      <a:off x="4487634" y="1633716"/>
                      <a:ext cx="0" cy="87984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7F97C5C6-F148-BB54-7002-B075F4E9119C}"/>
                        </a:ext>
                      </a:extLst>
                    </p:cNvPr>
                    <p:cNvCxnSpPr>
                      <a:cxnSpLocks/>
                    </p:cNvCxnSpPr>
                    <p:nvPr/>
                  </p:nvCxnSpPr>
                  <p:spPr>
                    <a:xfrm>
                      <a:off x="4487122" y="1633716"/>
                      <a:ext cx="14594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EE2545C7-9F98-F0C4-45ED-490EB8FDD122}"/>
                        </a:ext>
                      </a:extLst>
                    </p:cNvPr>
                    <p:cNvCxnSpPr>
                      <a:cxnSpLocks/>
                    </p:cNvCxnSpPr>
                    <p:nvPr/>
                  </p:nvCxnSpPr>
                  <p:spPr>
                    <a:xfrm>
                      <a:off x="4633071" y="1633716"/>
                      <a:ext cx="512" cy="87687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69" name="Group 268">
                    <a:extLst>
                      <a:ext uri="{FF2B5EF4-FFF2-40B4-BE49-F238E27FC236}">
                        <a16:creationId xmlns:a16="http://schemas.microsoft.com/office/drawing/2014/main" id="{E20682E7-5ECF-4081-1154-82FBEC3C5863}"/>
                      </a:ext>
                    </a:extLst>
                  </p:cNvPr>
                  <p:cNvGrpSpPr/>
                  <p:nvPr/>
                </p:nvGrpSpPr>
                <p:grpSpPr>
                  <a:xfrm>
                    <a:off x="5508951" y="1635699"/>
                    <a:ext cx="292539" cy="881716"/>
                    <a:chOff x="4341044" y="1633716"/>
                    <a:chExt cx="292539" cy="881716"/>
                  </a:xfrm>
                </p:grpSpPr>
                <p:cxnSp>
                  <p:nvCxnSpPr>
                    <p:cNvPr id="270" name="Straight Connector 269">
                      <a:extLst>
                        <a:ext uri="{FF2B5EF4-FFF2-40B4-BE49-F238E27FC236}">
                          <a16:creationId xmlns:a16="http://schemas.microsoft.com/office/drawing/2014/main" id="{BD5F0E5D-7720-8B1F-D37F-F0C08478DC16}"/>
                        </a:ext>
                      </a:extLst>
                    </p:cNvPr>
                    <p:cNvCxnSpPr>
                      <a:cxnSpLocks/>
                    </p:cNvCxnSpPr>
                    <p:nvPr/>
                  </p:nvCxnSpPr>
                  <p:spPr>
                    <a:xfrm>
                      <a:off x="4341044" y="2513557"/>
                      <a:ext cx="146078" cy="187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1EE03C3F-F49A-98CC-62DF-D55CFB9BE725}"/>
                        </a:ext>
                      </a:extLst>
                    </p:cNvPr>
                    <p:cNvCxnSpPr>
                      <a:cxnSpLocks/>
                    </p:cNvCxnSpPr>
                    <p:nvPr/>
                  </p:nvCxnSpPr>
                  <p:spPr>
                    <a:xfrm>
                      <a:off x="4487634" y="1633716"/>
                      <a:ext cx="0" cy="87984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47CD32EB-2FCE-0706-352B-AE77C4BD1BFC}"/>
                        </a:ext>
                      </a:extLst>
                    </p:cNvPr>
                    <p:cNvCxnSpPr>
                      <a:cxnSpLocks/>
                    </p:cNvCxnSpPr>
                    <p:nvPr/>
                  </p:nvCxnSpPr>
                  <p:spPr>
                    <a:xfrm>
                      <a:off x="4487122" y="1633716"/>
                      <a:ext cx="14594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EFDD5A29-1763-E323-EB1F-BDEBDF1AF57D}"/>
                        </a:ext>
                      </a:extLst>
                    </p:cNvPr>
                    <p:cNvCxnSpPr>
                      <a:cxnSpLocks/>
                    </p:cNvCxnSpPr>
                    <p:nvPr/>
                  </p:nvCxnSpPr>
                  <p:spPr>
                    <a:xfrm>
                      <a:off x="4633071" y="1633716"/>
                      <a:ext cx="512" cy="87687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cxnSp>
            <p:nvCxnSpPr>
              <p:cNvPr id="290" name="Straight Connector 289">
                <a:extLst>
                  <a:ext uri="{FF2B5EF4-FFF2-40B4-BE49-F238E27FC236}">
                    <a16:creationId xmlns:a16="http://schemas.microsoft.com/office/drawing/2014/main" id="{9B1DDD46-E9A7-3DA3-8226-2E8B4EA06321}"/>
                  </a:ext>
                </a:extLst>
              </p:cNvPr>
              <p:cNvCxnSpPr>
                <a:cxnSpLocks/>
              </p:cNvCxnSpPr>
              <p:nvPr/>
            </p:nvCxnSpPr>
            <p:spPr>
              <a:xfrm>
                <a:off x="4117107" y="1639347"/>
                <a:ext cx="1870036" cy="0"/>
              </a:xfrm>
              <a:prstGeom prst="line">
                <a:avLst/>
              </a:prstGeom>
              <a:ln w="12700">
                <a:solidFill>
                  <a:srgbClr val="0066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4D67BC12-F7B1-BAD0-5116-EE0BEE2C1A8B}"/>
                  </a:ext>
                </a:extLst>
              </p:cNvPr>
              <p:cNvCxnSpPr>
                <a:cxnSpLocks/>
              </p:cNvCxnSpPr>
              <p:nvPr/>
            </p:nvCxnSpPr>
            <p:spPr>
              <a:xfrm flipV="1">
                <a:off x="633460" y="1638179"/>
                <a:ext cx="3511846" cy="915208"/>
              </a:xfrm>
              <a:prstGeom prst="line">
                <a:avLst/>
              </a:prstGeom>
              <a:ln w="12700">
                <a:solidFill>
                  <a:srgbClr val="0066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BF27D13B-809E-F48A-A1E5-B9FD0F23DF1B}"/>
                  </a:ext>
                </a:extLst>
              </p:cNvPr>
              <p:cNvCxnSpPr>
                <a:cxnSpLocks/>
              </p:cNvCxnSpPr>
              <p:nvPr/>
            </p:nvCxnSpPr>
            <p:spPr>
              <a:xfrm>
                <a:off x="5982297" y="1642480"/>
                <a:ext cx="94592" cy="902933"/>
              </a:xfrm>
              <a:prstGeom prst="line">
                <a:avLst/>
              </a:prstGeom>
              <a:ln w="12700">
                <a:solidFill>
                  <a:srgbClr val="0066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2F2832C9-8DA9-F5D9-F6FD-4E594FDECB94}"/>
                  </a:ext>
                </a:extLst>
              </p:cNvPr>
              <p:cNvCxnSpPr>
                <a:cxnSpLocks/>
              </p:cNvCxnSpPr>
              <p:nvPr/>
            </p:nvCxnSpPr>
            <p:spPr>
              <a:xfrm>
                <a:off x="6075603" y="2545422"/>
                <a:ext cx="5196135" cy="0"/>
              </a:xfrm>
              <a:prstGeom prst="line">
                <a:avLst/>
              </a:prstGeom>
              <a:ln w="12700">
                <a:solidFill>
                  <a:srgbClr val="0066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2" name="Straight Connector 301">
                <a:extLst>
                  <a:ext uri="{FF2B5EF4-FFF2-40B4-BE49-F238E27FC236}">
                    <a16:creationId xmlns:a16="http://schemas.microsoft.com/office/drawing/2014/main" id="{228CE570-27A1-5F12-46F3-F1D70E93FF51}"/>
                  </a:ext>
                </a:extLst>
              </p:cNvPr>
              <p:cNvCxnSpPr>
                <a:cxnSpLocks/>
              </p:cNvCxnSpPr>
              <p:nvPr/>
            </p:nvCxnSpPr>
            <p:spPr>
              <a:xfrm flipV="1">
                <a:off x="5989228" y="1636966"/>
                <a:ext cx="76497" cy="902205"/>
              </a:xfrm>
              <a:prstGeom prst="line">
                <a:avLst/>
              </a:prstGeom>
              <a:ln w="12700">
                <a:solidFill>
                  <a:srgbClr val="00CC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4" name="Straight Connector 303">
                <a:extLst>
                  <a:ext uri="{FF2B5EF4-FFF2-40B4-BE49-F238E27FC236}">
                    <a16:creationId xmlns:a16="http://schemas.microsoft.com/office/drawing/2014/main" id="{42ADA02B-77F5-39BD-FD8B-7365CFC304FC}"/>
                  </a:ext>
                </a:extLst>
              </p:cNvPr>
              <p:cNvCxnSpPr>
                <a:cxnSpLocks/>
              </p:cNvCxnSpPr>
              <p:nvPr/>
            </p:nvCxnSpPr>
            <p:spPr>
              <a:xfrm flipH="1" flipV="1">
                <a:off x="2396413" y="2527787"/>
                <a:ext cx="3587638" cy="14433"/>
              </a:xfrm>
              <a:prstGeom prst="line">
                <a:avLst/>
              </a:prstGeom>
              <a:ln w="12700">
                <a:solidFill>
                  <a:srgbClr val="00CC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9" name="Straight Connector 308">
                <a:extLst>
                  <a:ext uri="{FF2B5EF4-FFF2-40B4-BE49-F238E27FC236}">
                    <a16:creationId xmlns:a16="http://schemas.microsoft.com/office/drawing/2014/main" id="{66F87490-9D99-F949-C376-D45358E05ACF}"/>
                  </a:ext>
                </a:extLst>
              </p:cNvPr>
              <p:cNvCxnSpPr>
                <a:cxnSpLocks/>
              </p:cNvCxnSpPr>
              <p:nvPr/>
            </p:nvCxnSpPr>
            <p:spPr>
              <a:xfrm>
                <a:off x="6065725" y="1639347"/>
                <a:ext cx="5206013" cy="0"/>
              </a:xfrm>
              <a:prstGeom prst="line">
                <a:avLst/>
              </a:prstGeom>
              <a:ln w="12700">
                <a:solidFill>
                  <a:srgbClr val="00CC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31" name="TextBox 330">
                <a:extLst>
                  <a:ext uri="{FF2B5EF4-FFF2-40B4-BE49-F238E27FC236}">
                    <a16:creationId xmlns:a16="http://schemas.microsoft.com/office/drawing/2014/main" id="{FC435376-9DBA-6F0B-6FF2-F4B612E45880}"/>
                  </a:ext>
                </a:extLst>
              </p:cNvPr>
              <p:cNvSpPr txBox="1"/>
              <p:nvPr/>
            </p:nvSpPr>
            <p:spPr>
              <a:xfrm>
                <a:off x="98749" y="1932468"/>
                <a:ext cx="417102" cy="861774"/>
              </a:xfrm>
              <a:prstGeom prst="rect">
                <a:avLst/>
              </a:prstGeom>
              <a:noFill/>
              <a:ln>
                <a:noFill/>
              </a:ln>
            </p:spPr>
            <p:txBody>
              <a:bodyPr wrap="none" rtlCol="0">
                <a:spAutoFit/>
              </a:bodyPr>
              <a:lstStyle/>
              <a:p>
                <a:r>
                  <a:rPr lang="en-US" sz="1000" dirty="0" err="1">
                    <a:solidFill>
                      <a:srgbClr val="FF0000"/>
                    </a:solidFill>
                  </a:rPr>
                  <a:t>Vcc</a:t>
                </a:r>
                <a:endParaRPr lang="en-US" sz="1000" dirty="0">
                  <a:solidFill>
                    <a:srgbClr val="FF0000"/>
                  </a:solidFill>
                </a:endParaRPr>
              </a:p>
              <a:p>
                <a:r>
                  <a:rPr lang="en-US" sz="1000" dirty="0" err="1">
                    <a:solidFill>
                      <a:srgbClr val="0066FF"/>
                    </a:solidFill>
                  </a:rPr>
                  <a:t>Rst</a:t>
                </a:r>
                <a:endParaRPr lang="en-US" sz="1000" dirty="0">
                  <a:solidFill>
                    <a:srgbClr val="0066FF"/>
                  </a:solidFill>
                </a:endParaRPr>
              </a:p>
              <a:p>
                <a:r>
                  <a:rPr lang="en-US" sz="1000" dirty="0" err="1">
                    <a:solidFill>
                      <a:srgbClr val="00CC66"/>
                    </a:solidFill>
                  </a:rPr>
                  <a:t>RstB</a:t>
                </a:r>
                <a:endParaRPr lang="en-US" sz="1000" dirty="0">
                  <a:solidFill>
                    <a:srgbClr val="00CC66"/>
                  </a:solidFill>
                </a:endParaRPr>
              </a:p>
              <a:p>
                <a:r>
                  <a:rPr lang="en-US" sz="1000" dirty="0"/>
                  <a:t>Clk1</a:t>
                </a:r>
              </a:p>
              <a:p>
                <a:r>
                  <a:rPr lang="en-US" sz="1000" dirty="0">
                    <a:solidFill>
                      <a:schemeClr val="accent2"/>
                    </a:solidFill>
                  </a:rPr>
                  <a:t>Vi</a:t>
                </a:r>
              </a:p>
            </p:txBody>
          </p:sp>
          <p:cxnSp>
            <p:nvCxnSpPr>
              <p:cNvPr id="536" name="Straight Connector 535">
                <a:extLst>
                  <a:ext uri="{FF2B5EF4-FFF2-40B4-BE49-F238E27FC236}">
                    <a16:creationId xmlns:a16="http://schemas.microsoft.com/office/drawing/2014/main" id="{548328E6-2C26-8A22-E255-AA2CACDEC5E5}"/>
                  </a:ext>
                </a:extLst>
              </p:cNvPr>
              <p:cNvCxnSpPr/>
              <p:nvPr/>
            </p:nvCxnSpPr>
            <p:spPr>
              <a:xfrm>
                <a:off x="607082" y="1531620"/>
                <a:ext cx="0" cy="115443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8" name="Straight Connector 537">
                <a:extLst>
                  <a:ext uri="{FF2B5EF4-FFF2-40B4-BE49-F238E27FC236}">
                    <a16:creationId xmlns:a16="http://schemas.microsoft.com/office/drawing/2014/main" id="{ED7649A2-39A3-BC1A-37F6-C5A6895C63EE}"/>
                  </a:ext>
                </a:extLst>
              </p:cNvPr>
              <p:cNvCxnSpPr>
                <a:cxnSpLocks/>
              </p:cNvCxnSpPr>
              <p:nvPr/>
            </p:nvCxnSpPr>
            <p:spPr>
              <a:xfrm flipH="1">
                <a:off x="552133" y="2619718"/>
                <a:ext cx="665631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3" name="Straight Connector 542">
                <a:extLst>
                  <a:ext uri="{FF2B5EF4-FFF2-40B4-BE49-F238E27FC236}">
                    <a16:creationId xmlns:a16="http://schemas.microsoft.com/office/drawing/2014/main" id="{208AF50C-6175-755D-0A2D-67964240A4F0}"/>
                  </a:ext>
                </a:extLst>
              </p:cNvPr>
              <p:cNvCxnSpPr/>
              <p:nvPr/>
            </p:nvCxnSpPr>
            <p:spPr>
              <a:xfrm>
                <a:off x="571500" y="1600101"/>
                <a:ext cx="78053"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44" name="TextBox 543">
                <a:extLst>
                  <a:ext uri="{FF2B5EF4-FFF2-40B4-BE49-F238E27FC236}">
                    <a16:creationId xmlns:a16="http://schemas.microsoft.com/office/drawing/2014/main" id="{06F8C933-5353-DB35-E8B0-B0EBB6329A30}"/>
                  </a:ext>
                </a:extLst>
              </p:cNvPr>
              <p:cNvSpPr txBox="1"/>
              <p:nvPr/>
            </p:nvSpPr>
            <p:spPr>
              <a:xfrm>
                <a:off x="146630" y="1468130"/>
                <a:ext cx="365806" cy="246221"/>
              </a:xfrm>
              <a:prstGeom prst="rect">
                <a:avLst/>
              </a:prstGeom>
              <a:noFill/>
              <a:ln>
                <a:noFill/>
              </a:ln>
            </p:spPr>
            <p:txBody>
              <a:bodyPr wrap="none" rtlCol="0">
                <a:spAutoFit/>
              </a:bodyPr>
              <a:lstStyle/>
              <a:p>
                <a:r>
                  <a:rPr lang="en-US" sz="1000" dirty="0" err="1"/>
                  <a:t>Vcc</a:t>
                </a:r>
                <a:endParaRPr lang="en-US" sz="1000" dirty="0"/>
              </a:p>
            </p:txBody>
          </p:sp>
          <p:cxnSp>
            <p:nvCxnSpPr>
              <p:cNvPr id="548" name="Straight Connector 547">
                <a:extLst>
                  <a:ext uri="{FF2B5EF4-FFF2-40B4-BE49-F238E27FC236}">
                    <a16:creationId xmlns:a16="http://schemas.microsoft.com/office/drawing/2014/main" id="{B9822BFF-9352-47F2-4877-A0D1D8AEC1AB}"/>
                  </a:ext>
                </a:extLst>
              </p:cNvPr>
              <p:cNvCxnSpPr/>
              <p:nvPr/>
            </p:nvCxnSpPr>
            <p:spPr>
              <a:xfrm>
                <a:off x="571500" y="2103021"/>
                <a:ext cx="78053"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51" name="TextBox 550">
                <a:extLst>
                  <a:ext uri="{FF2B5EF4-FFF2-40B4-BE49-F238E27FC236}">
                    <a16:creationId xmlns:a16="http://schemas.microsoft.com/office/drawing/2014/main" id="{8834C5EE-54F0-2AD7-1C3C-5A996A653438}"/>
                  </a:ext>
                </a:extLst>
              </p:cNvPr>
              <p:cNvSpPr txBox="1"/>
              <p:nvPr/>
            </p:nvSpPr>
            <p:spPr>
              <a:xfrm>
                <a:off x="568582" y="1992933"/>
                <a:ext cx="325730" cy="200055"/>
              </a:xfrm>
              <a:prstGeom prst="rect">
                <a:avLst/>
              </a:prstGeom>
              <a:noFill/>
              <a:ln>
                <a:noFill/>
              </a:ln>
            </p:spPr>
            <p:txBody>
              <a:bodyPr wrap="none" rtlCol="0">
                <a:spAutoFit/>
              </a:bodyPr>
              <a:lstStyle/>
              <a:p>
                <a:r>
                  <a:rPr lang="en-US" sz="700" dirty="0"/>
                  <a:t>~2V</a:t>
                </a:r>
              </a:p>
            </p:txBody>
          </p:sp>
          <p:grpSp>
            <p:nvGrpSpPr>
              <p:cNvPr id="639" name="Group 638">
                <a:extLst>
                  <a:ext uri="{FF2B5EF4-FFF2-40B4-BE49-F238E27FC236}">
                    <a16:creationId xmlns:a16="http://schemas.microsoft.com/office/drawing/2014/main" id="{B8AA83B6-D163-2E3D-F9C9-2C0321F8D0C3}"/>
                  </a:ext>
                </a:extLst>
              </p:cNvPr>
              <p:cNvGrpSpPr/>
              <p:nvPr/>
            </p:nvGrpSpPr>
            <p:grpSpPr>
              <a:xfrm>
                <a:off x="6040118" y="1368201"/>
                <a:ext cx="1002366" cy="176741"/>
                <a:chOff x="6040118" y="1291389"/>
                <a:chExt cx="1002366" cy="176741"/>
              </a:xfrm>
            </p:grpSpPr>
            <p:cxnSp>
              <p:nvCxnSpPr>
                <p:cNvPr id="636" name="Straight Connector 635">
                  <a:extLst>
                    <a:ext uri="{FF2B5EF4-FFF2-40B4-BE49-F238E27FC236}">
                      <a16:creationId xmlns:a16="http://schemas.microsoft.com/office/drawing/2014/main" id="{059F63C9-F038-3335-2665-24EEDEE0AF5F}"/>
                    </a:ext>
                  </a:extLst>
                </p:cNvPr>
                <p:cNvCxnSpPr/>
                <p:nvPr/>
              </p:nvCxnSpPr>
              <p:spPr>
                <a:xfrm>
                  <a:off x="6040118" y="1379621"/>
                  <a:ext cx="1002366" cy="0"/>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38" name="Straight Connector 637">
                  <a:extLst>
                    <a:ext uri="{FF2B5EF4-FFF2-40B4-BE49-F238E27FC236}">
                      <a16:creationId xmlns:a16="http://schemas.microsoft.com/office/drawing/2014/main" id="{7A51ACAD-8F85-6571-FC8D-1C37DCCB2088}"/>
                    </a:ext>
                  </a:extLst>
                </p:cNvPr>
                <p:cNvCxnSpPr/>
                <p:nvPr/>
              </p:nvCxnSpPr>
              <p:spPr>
                <a:xfrm>
                  <a:off x="6040118" y="1291389"/>
                  <a:ext cx="0" cy="17674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641" name="Straight Connector 640">
                <a:extLst>
                  <a:ext uri="{FF2B5EF4-FFF2-40B4-BE49-F238E27FC236}">
                    <a16:creationId xmlns:a16="http://schemas.microsoft.com/office/drawing/2014/main" id="{AD04FF43-9DD7-75E6-8F02-CDB8B28E1D24}"/>
                  </a:ext>
                </a:extLst>
              </p:cNvPr>
              <p:cNvCxnSpPr/>
              <p:nvPr/>
            </p:nvCxnSpPr>
            <p:spPr>
              <a:xfrm>
                <a:off x="5037751" y="1456970"/>
                <a:ext cx="1002366" cy="0"/>
              </a:xfrm>
              <a:prstGeom prst="line">
                <a:avLst/>
              </a:prstGeom>
              <a:ln>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643" name="TextBox 642">
                <a:extLst>
                  <a:ext uri="{FF2B5EF4-FFF2-40B4-BE49-F238E27FC236}">
                    <a16:creationId xmlns:a16="http://schemas.microsoft.com/office/drawing/2014/main" id="{A2E2ADCA-BAA9-8CB1-4A90-E2906A156C78}"/>
                  </a:ext>
                </a:extLst>
              </p:cNvPr>
              <p:cNvSpPr txBox="1"/>
              <p:nvPr/>
            </p:nvSpPr>
            <p:spPr>
              <a:xfrm>
                <a:off x="5309498" y="1272326"/>
                <a:ext cx="579005" cy="246221"/>
              </a:xfrm>
              <a:prstGeom prst="rect">
                <a:avLst/>
              </a:prstGeom>
              <a:noFill/>
              <a:ln>
                <a:noFill/>
              </a:ln>
            </p:spPr>
            <p:txBody>
              <a:bodyPr wrap="none" rtlCol="0">
                <a:spAutoFit/>
              </a:bodyPr>
              <a:lstStyle/>
              <a:p>
                <a:r>
                  <a:rPr lang="en-US" sz="1000" dirty="0"/>
                  <a:t>In reset</a:t>
                </a:r>
              </a:p>
            </p:txBody>
          </p:sp>
          <p:sp>
            <p:nvSpPr>
              <p:cNvPr id="644" name="TextBox 643">
                <a:extLst>
                  <a:ext uri="{FF2B5EF4-FFF2-40B4-BE49-F238E27FC236}">
                    <a16:creationId xmlns:a16="http://schemas.microsoft.com/office/drawing/2014/main" id="{5DDAD061-981A-866E-AE87-FB0BAA2411FC}"/>
                  </a:ext>
                </a:extLst>
              </p:cNvPr>
              <p:cNvSpPr txBox="1"/>
              <p:nvPr/>
            </p:nvSpPr>
            <p:spPr>
              <a:xfrm>
                <a:off x="6065725" y="1274624"/>
                <a:ext cx="803425" cy="246221"/>
              </a:xfrm>
              <a:prstGeom prst="rect">
                <a:avLst/>
              </a:prstGeom>
              <a:noFill/>
              <a:ln>
                <a:noFill/>
              </a:ln>
            </p:spPr>
            <p:txBody>
              <a:bodyPr wrap="none" rtlCol="0">
                <a:spAutoFit/>
              </a:bodyPr>
              <a:lstStyle/>
              <a:p>
                <a:r>
                  <a:rPr lang="en-US" sz="1000" dirty="0"/>
                  <a:t>Operational</a:t>
                </a:r>
              </a:p>
            </p:txBody>
          </p:sp>
          <p:cxnSp>
            <p:nvCxnSpPr>
              <p:cNvPr id="14" name="Straight Connector 13">
                <a:extLst>
                  <a:ext uri="{FF2B5EF4-FFF2-40B4-BE49-F238E27FC236}">
                    <a16:creationId xmlns:a16="http://schemas.microsoft.com/office/drawing/2014/main" id="{5A2BBD6B-8054-77BD-81F7-CDC45CC060EF}"/>
                  </a:ext>
                </a:extLst>
              </p:cNvPr>
              <p:cNvCxnSpPr>
                <a:cxnSpLocks/>
              </p:cNvCxnSpPr>
              <p:nvPr/>
            </p:nvCxnSpPr>
            <p:spPr>
              <a:xfrm flipH="1">
                <a:off x="637361" y="2132148"/>
                <a:ext cx="1755270" cy="450513"/>
              </a:xfrm>
              <a:prstGeom prst="line">
                <a:avLst/>
              </a:prstGeom>
              <a:ln w="12700">
                <a:solidFill>
                  <a:srgbClr val="00CC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B494609-076E-F66B-E617-11DC1B99CBDE}"/>
                  </a:ext>
                </a:extLst>
              </p:cNvPr>
              <p:cNvCxnSpPr>
                <a:cxnSpLocks/>
              </p:cNvCxnSpPr>
              <p:nvPr/>
            </p:nvCxnSpPr>
            <p:spPr>
              <a:xfrm>
                <a:off x="2396413" y="2130005"/>
                <a:ext cx="0" cy="393062"/>
              </a:xfrm>
              <a:prstGeom prst="line">
                <a:avLst/>
              </a:prstGeom>
              <a:ln w="12700">
                <a:solidFill>
                  <a:srgbClr val="00CC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560" name="TextBox 559">
              <a:extLst>
                <a:ext uri="{FF2B5EF4-FFF2-40B4-BE49-F238E27FC236}">
                  <a16:creationId xmlns:a16="http://schemas.microsoft.com/office/drawing/2014/main" id="{66F9B195-A106-7D46-17B7-3ADFB53C3796}"/>
                </a:ext>
              </a:extLst>
            </p:cNvPr>
            <p:cNvSpPr txBox="1"/>
            <p:nvPr/>
          </p:nvSpPr>
          <p:spPr>
            <a:xfrm>
              <a:off x="494544" y="2694534"/>
              <a:ext cx="567784" cy="246221"/>
            </a:xfrm>
            <a:prstGeom prst="rect">
              <a:avLst/>
            </a:prstGeom>
            <a:noFill/>
            <a:ln>
              <a:noFill/>
            </a:ln>
          </p:spPr>
          <p:txBody>
            <a:bodyPr wrap="none" rtlCol="0">
              <a:spAutoFit/>
            </a:bodyPr>
            <a:lstStyle/>
            <a:p>
              <a:r>
                <a:rPr lang="en-US" sz="1000" dirty="0" err="1"/>
                <a:t>Pwr</a:t>
              </a:r>
              <a:r>
                <a:rPr lang="en-US" sz="1000" dirty="0"/>
                <a:t> On</a:t>
              </a:r>
            </a:p>
          </p:txBody>
        </p:sp>
      </p:grpSp>
      <p:grpSp>
        <p:nvGrpSpPr>
          <p:cNvPr id="611" name="Group 610">
            <a:extLst>
              <a:ext uri="{FF2B5EF4-FFF2-40B4-BE49-F238E27FC236}">
                <a16:creationId xmlns:a16="http://schemas.microsoft.com/office/drawing/2014/main" id="{C11F844E-798E-09B0-D6A5-232A2BEBA274}"/>
              </a:ext>
            </a:extLst>
          </p:cNvPr>
          <p:cNvGrpSpPr/>
          <p:nvPr/>
        </p:nvGrpSpPr>
        <p:grpSpPr>
          <a:xfrm>
            <a:off x="757226" y="839400"/>
            <a:ext cx="1725777" cy="1311922"/>
            <a:chOff x="757226" y="839400"/>
            <a:chExt cx="1725777" cy="1311922"/>
          </a:xfrm>
        </p:grpSpPr>
        <p:sp>
          <p:nvSpPr>
            <p:cNvPr id="126" name="TextBox 125">
              <a:extLst>
                <a:ext uri="{FF2B5EF4-FFF2-40B4-BE49-F238E27FC236}">
                  <a16:creationId xmlns:a16="http://schemas.microsoft.com/office/drawing/2014/main" id="{B97BA2F9-A9A7-D2DF-F02A-F3644F83E317}"/>
                </a:ext>
              </a:extLst>
            </p:cNvPr>
            <p:cNvSpPr txBox="1"/>
            <p:nvPr/>
          </p:nvSpPr>
          <p:spPr>
            <a:xfrm>
              <a:off x="807993" y="839400"/>
              <a:ext cx="328936" cy="215444"/>
            </a:xfrm>
            <a:prstGeom prst="rect">
              <a:avLst/>
            </a:prstGeom>
            <a:noFill/>
            <a:ln>
              <a:noFill/>
            </a:ln>
          </p:spPr>
          <p:txBody>
            <a:bodyPr wrap="none" rtlCol="0">
              <a:spAutoFit/>
            </a:bodyPr>
            <a:lstStyle/>
            <a:p>
              <a:r>
                <a:rPr lang="en-US" sz="800" dirty="0" err="1"/>
                <a:t>Vcc</a:t>
              </a:r>
              <a:endParaRPr lang="en-US" sz="800" dirty="0"/>
            </a:p>
          </p:txBody>
        </p:sp>
        <p:cxnSp>
          <p:nvCxnSpPr>
            <p:cNvPr id="13" name="Straight Connector 12">
              <a:extLst>
                <a:ext uri="{FF2B5EF4-FFF2-40B4-BE49-F238E27FC236}">
                  <a16:creationId xmlns:a16="http://schemas.microsoft.com/office/drawing/2014/main" id="{97C57956-1058-EAA0-EACD-7DB10F568BB0}"/>
                </a:ext>
              </a:extLst>
            </p:cNvPr>
            <p:cNvCxnSpPr/>
            <p:nvPr/>
          </p:nvCxnSpPr>
          <p:spPr>
            <a:xfrm>
              <a:off x="757226" y="1360075"/>
              <a:ext cx="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4CDE71CF-D50D-6DDD-DA8A-39E540D30357}"/>
                </a:ext>
              </a:extLst>
            </p:cNvPr>
            <p:cNvCxnSpPr>
              <a:cxnSpLocks/>
              <a:endCxn id="79" idx="3"/>
            </p:cNvCxnSpPr>
            <p:nvPr/>
          </p:nvCxnSpPr>
          <p:spPr>
            <a:xfrm>
              <a:off x="1384248" y="1483659"/>
              <a:ext cx="284016" cy="124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F88925F9-0BD6-17BC-9A88-65C4DCB4AA4F}"/>
                </a:ext>
              </a:extLst>
            </p:cNvPr>
            <p:cNvCxnSpPr>
              <a:cxnSpLocks/>
            </p:cNvCxnSpPr>
            <p:nvPr/>
          </p:nvCxnSpPr>
          <p:spPr>
            <a:xfrm>
              <a:off x="966058" y="1485152"/>
              <a:ext cx="182247"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96" name="Group 95">
              <a:extLst>
                <a:ext uri="{FF2B5EF4-FFF2-40B4-BE49-F238E27FC236}">
                  <a16:creationId xmlns:a16="http://schemas.microsoft.com/office/drawing/2014/main" id="{D881A51E-ED8F-4444-FC81-27F2219D42BB}"/>
                </a:ext>
              </a:extLst>
            </p:cNvPr>
            <p:cNvGrpSpPr/>
            <p:nvPr/>
          </p:nvGrpSpPr>
          <p:grpSpPr>
            <a:xfrm>
              <a:off x="860594" y="1685963"/>
              <a:ext cx="212622" cy="54063"/>
              <a:chOff x="2835564" y="621783"/>
              <a:chExt cx="258618" cy="68212"/>
            </a:xfrm>
          </p:grpSpPr>
          <p:cxnSp>
            <p:nvCxnSpPr>
              <p:cNvPr id="93" name="Straight Connector 92">
                <a:extLst>
                  <a:ext uri="{FF2B5EF4-FFF2-40B4-BE49-F238E27FC236}">
                    <a16:creationId xmlns:a16="http://schemas.microsoft.com/office/drawing/2014/main" id="{13D66317-D883-F031-B272-BAA5AD580B89}"/>
                  </a:ext>
                </a:extLst>
              </p:cNvPr>
              <p:cNvCxnSpPr/>
              <p:nvPr/>
            </p:nvCxnSpPr>
            <p:spPr>
              <a:xfrm>
                <a:off x="2835564" y="621783"/>
                <a:ext cx="25861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ED530DE3-F442-0140-ED88-9BF6EDF74373}"/>
                  </a:ext>
                </a:extLst>
              </p:cNvPr>
              <p:cNvCxnSpPr/>
              <p:nvPr/>
            </p:nvCxnSpPr>
            <p:spPr>
              <a:xfrm>
                <a:off x="2835564" y="689995"/>
                <a:ext cx="25861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17" name="Group 116">
              <a:extLst>
                <a:ext uri="{FF2B5EF4-FFF2-40B4-BE49-F238E27FC236}">
                  <a16:creationId xmlns:a16="http://schemas.microsoft.com/office/drawing/2014/main" id="{C8B8ED57-4884-4FEE-CE17-E41A3876EAFD}"/>
                </a:ext>
              </a:extLst>
            </p:cNvPr>
            <p:cNvGrpSpPr/>
            <p:nvPr/>
          </p:nvGrpSpPr>
          <p:grpSpPr>
            <a:xfrm rot="16200000">
              <a:off x="866445" y="1189611"/>
              <a:ext cx="206044" cy="139632"/>
              <a:chOff x="1436255" y="1556326"/>
              <a:chExt cx="618646" cy="166256"/>
            </a:xfrm>
          </p:grpSpPr>
          <p:cxnSp>
            <p:nvCxnSpPr>
              <p:cNvPr id="105" name="Straight Connector 104">
                <a:extLst>
                  <a:ext uri="{FF2B5EF4-FFF2-40B4-BE49-F238E27FC236}">
                    <a16:creationId xmlns:a16="http://schemas.microsoft.com/office/drawing/2014/main" id="{3161052E-302F-22E6-F2F7-26C421C2D470}"/>
                  </a:ext>
                </a:extLst>
              </p:cNvPr>
              <p:cNvCxnSpPr/>
              <p:nvPr/>
            </p:nvCxnSpPr>
            <p:spPr>
              <a:xfrm flipV="1">
                <a:off x="1436255" y="1556327"/>
                <a:ext cx="75931" cy="8312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AD306AC1-8EDB-41CB-E726-9185D276EB18}"/>
                  </a:ext>
                </a:extLst>
              </p:cNvPr>
              <p:cNvCxnSpPr/>
              <p:nvPr/>
            </p:nvCxnSpPr>
            <p:spPr>
              <a:xfrm>
                <a:off x="1512186" y="1556327"/>
                <a:ext cx="94941" cy="16625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78003A8-A2DD-DADC-80CB-AFF66621196C}"/>
                  </a:ext>
                </a:extLst>
              </p:cNvPr>
              <p:cNvCxnSpPr>
                <a:cxnSpLocks/>
              </p:cNvCxnSpPr>
              <p:nvPr/>
            </p:nvCxnSpPr>
            <p:spPr>
              <a:xfrm flipV="1">
                <a:off x="1604649" y="1556327"/>
                <a:ext cx="94941" cy="16625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8E75E212-F94D-E1C4-6A39-E42820D111B0}"/>
                  </a:ext>
                </a:extLst>
              </p:cNvPr>
              <p:cNvCxnSpPr/>
              <p:nvPr/>
            </p:nvCxnSpPr>
            <p:spPr>
              <a:xfrm>
                <a:off x="1701074" y="1556326"/>
                <a:ext cx="94941" cy="16625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DFD58E6F-CFEA-0C7C-D332-4C72474742D6}"/>
                  </a:ext>
                </a:extLst>
              </p:cNvPr>
              <p:cNvCxnSpPr>
                <a:cxnSpLocks/>
              </p:cNvCxnSpPr>
              <p:nvPr/>
            </p:nvCxnSpPr>
            <p:spPr>
              <a:xfrm flipV="1">
                <a:off x="1795341" y="1556327"/>
                <a:ext cx="94941" cy="16625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9C999613-E4B5-182B-DC8A-07AB45B1E95E}"/>
                  </a:ext>
                </a:extLst>
              </p:cNvPr>
              <p:cNvCxnSpPr>
                <a:cxnSpLocks/>
              </p:cNvCxnSpPr>
              <p:nvPr/>
            </p:nvCxnSpPr>
            <p:spPr>
              <a:xfrm flipV="1">
                <a:off x="1978970" y="1639453"/>
                <a:ext cx="75931" cy="8312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9CE39FE3-FFFA-2222-1A93-A8C97A2A2663}"/>
                  </a:ext>
                </a:extLst>
              </p:cNvPr>
              <p:cNvCxnSpPr/>
              <p:nvPr/>
            </p:nvCxnSpPr>
            <p:spPr>
              <a:xfrm>
                <a:off x="1888478" y="1556326"/>
                <a:ext cx="94941" cy="16625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9" name="Straight Connector 118">
              <a:extLst>
                <a:ext uri="{FF2B5EF4-FFF2-40B4-BE49-F238E27FC236}">
                  <a16:creationId xmlns:a16="http://schemas.microsoft.com/office/drawing/2014/main" id="{5BE38BCB-2B6B-B574-3D2B-F483CD65A4EB}"/>
                </a:ext>
              </a:extLst>
            </p:cNvPr>
            <p:cNvCxnSpPr>
              <a:cxnSpLocks/>
            </p:cNvCxnSpPr>
            <p:nvPr/>
          </p:nvCxnSpPr>
          <p:spPr>
            <a:xfrm flipV="1">
              <a:off x="966058" y="1357584"/>
              <a:ext cx="0" cy="32963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7F354A3D-EC5E-CA65-A8A3-BE4AEF24D572}"/>
                </a:ext>
              </a:extLst>
            </p:cNvPr>
            <p:cNvCxnSpPr/>
            <p:nvPr/>
          </p:nvCxnSpPr>
          <p:spPr>
            <a:xfrm>
              <a:off x="971753" y="1003247"/>
              <a:ext cx="0" cy="154869"/>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84A71205-A6D7-C2E2-BA66-F1CC6ED5FEEC}"/>
                </a:ext>
              </a:extLst>
            </p:cNvPr>
            <p:cNvCxnSpPr>
              <a:cxnSpLocks/>
            </p:cNvCxnSpPr>
            <p:nvPr/>
          </p:nvCxnSpPr>
          <p:spPr>
            <a:xfrm>
              <a:off x="966058" y="1739149"/>
              <a:ext cx="0" cy="249842"/>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5" name="TextBox 124">
              <a:extLst>
                <a:ext uri="{FF2B5EF4-FFF2-40B4-BE49-F238E27FC236}">
                  <a16:creationId xmlns:a16="http://schemas.microsoft.com/office/drawing/2014/main" id="{A320DF78-40CC-9A7A-1D85-DB2FB808D043}"/>
                </a:ext>
              </a:extLst>
            </p:cNvPr>
            <p:cNvSpPr txBox="1"/>
            <p:nvPr/>
          </p:nvSpPr>
          <p:spPr>
            <a:xfrm>
              <a:off x="788846" y="1935878"/>
              <a:ext cx="357790" cy="215444"/>
            </a:xfrm>
            <a:prstGeom prst="rect">
              <a:avLst/>
            </a:prstGeom>
            <a:noFill/>
            <a:ln>
              <a:noFill/>
            </a:ln>
          </p:spPr>
          <p:txBody>
            <a:bodyPr wrap="none" rtlCol="0">
              <a:spAutoFit/>
            </a:bodyPr>
            <a:lstStyle/>
            <a:p>
              <a:r>
                <a:rPr lang="en-US" sz="800" dirty="0" err="1"/>
                <a:t>Gnd</a:t>
              </a:r>
              <a:endParaRPr lang="en-US" sz="800" dirty="0"/>
            </a:p>
          </p:txBody>
        </p:sp>
        <p:sp>
          <p:nvSpPr>
            <p:cNvPr id="127" name="TextBox 126">
              <a:extLst>
                <a:ext uri="{FF2B5EF4-FFF2-40B4-BE49-F238E27FC236}">
                  <a16:creationId xmlns:a16="http://schemas.microsoft.com/office/drawing/2014/main" id="{AD59B294-DC29-6AAE-ECEE-9CD6A2780CD5}"/>
                </a:ext>
              </a:extLst>
            </p:cNvPr>
            <p:cNvSpPr txBox="1"/>
            <p:nvPr/>
          </p:nvSpPr>
          <p:spPr>
            <a:xfrm>
              <a:off x="2119919" y="1109153"/>
              <a:ext cx="314510" cy="215444"/>
            </a:xfrm>
            <a:prstGeom prst="rect">
              <a:avLst/>
            </a:prstGeom>
            <a:noFill/>
            <a:ln>
              <a:noFill/>
            </a:ln>
          </p:spPr>
          <p:txBody>
            <a:bodyPr wrap="none" rtlCol="0">
              <a:spAutoFit/>
            </a:bodyPr>
            <a:lstStyle/>
            <a:p>
              <a:r>
                <a:rPr lang="en-US" sz="800" dirty="0" err="1"/>
                <a:t>Rst</a:t>
              </a:r>
              <a:endParaRPr lang="en-US" sz="800" dirty="0"/>
            </a:p>
          </p:txBody>
        </p:sp>
        <p:grpSp>
          <p:nvGrpSpPr>
            <p:cNvPr id="576" name="Group 575">
              <a:extLst>
                <a:ext uri="{FF2B5EF4-FFF2-40B4-BE49-F238E27FC236}">
                  <a16:creationId xmlns:a16="http://schemas.microsoft.com/office/drawing/2014/main" id="{F26B59DC-411C-900B-DCF6-1A12FF22A7BD}"/>
                </a:ext>
              </a:extLst>
            </p:cNvPr>
            <p:cNvGrpSpPr/>
            <p:nvPr/>
          </p:nvGrpSpPr>
          <p:grpSpPr>
            <a:xfrm>
              <a:off x="1152735" y="1382124"/>
              <a:ext cx="234770" cy="204990"/>
              <a:chOff x="3930738" y="5784583"/>
              <a:chExt cx="234770" cy="204990"/>
            </a:xfrm>
          </p:grpSpPr>
          <p:sp>
            <p:nvSpPr>
              <p:cNvPr id="15" name="Isosceles Triangle 14">
                <a:extLst>
                  <a:ext uri="{FF2B5EF4-FFF2-40B4-BE49-F238E27FC236}">
                    <a16:creationId xmlns:a16="http://schemas.microsoft.com/office/drawing/2014/main" id="{0CE81AAD-EFD6-9F80-E02B-2425581DDCA7}"/>
                  </a:ext>
                </a:extLst>
              </p:cNvPr>
              <p:cNvSpPr/>
              <p:nvPr/>
            </p:nvSpPr>
            <p:spPr>
              <a:xfrm rot="5400000">
                <a:off x="3906428" y="5808893"/>
                <a:ext cx="204990" cy="156369"/>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800"/>
              </a:p>
            </p:txBody>
          </p:sp>
          <p:sp>
            <p:nvSpPr>
              <p:cNvPr id="60" name="Oval 59">
                <a:extLst>
                  <a:ext uri="{FF2B5EF4-FFF2-40B4-BE49-F238E27FC236}">
                    <a16:creationId xmlns:a16="http://schemas.microsoft.com/office/drawing/2014/main" id="{67BD703F-52F1-AE41-278E-D409549FBFE3}"/>
                  </a:ext>
                </a:extLst>
              </p:cNvPr>
              <p:cNvSpPr/>
              <p:nvPr/>
            </p:nvSpPr>
            <p:spPr>
              <a:xfrm>
                <a:off x="4089692" y="5843209"/>
                <a:ext cx="75816" cy="8619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800"/>
              </a:p>
            </p:txBody>
          </p:sp>
          <p:cxnSp>
            <p:nvCxnSpPr>
              <p:cNvPr id="574" name="Connector: Elbow 573">
                <a:extLst>
                  <a:ext uri="{FF2B5EF4-FFF2-40B4-BE49-F238E27FC236}">
                    <a16:creationId xmlns:a16="http://schemas.microsoft.com/office/drawing/2014/main" id="{0A3673CF-9210-7790-5568-A113F563A8B0}"/>
                  </a:ext>
                </a:extLst>
              </p:cNvPr>
              <p:cNvCxnSpPr>
                <a:cxnSpLocks/>
              </p:cNvCxnSpPr>
              <p:nvPr/>
            </p:nvCxnSpPr>
            <p:spPr>
              <a:xfrm rot="16200000" flipH="1">
                <a:off x="3936735" y="5854827"/>
                <a:ext cx="80261" cy="34397"/>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5" name="Connector: Elbow 574">
                <a:extLst>
                  <a:ext uri="{FF2B5EF4-FFF2-40B4-BE49-F238E27FC236}">
                    <a16:creationId xmlns:a16="http://schemas.microsoft.com/office/drawing/2014/main" id="{58DCB9C4-EB17-A451-0ED8-64A7D13C0D98}"/>
                  </a:ext>
                </a:extLst>
              </p:cNvPr>
              <p:cNvCxnSpPr>
                <a:cxnSpLocks/>
              </p:cNvCxnSpPr>
              <p:nvPr/>
            </p:nvCxnSpPr>
            <p:spPr>
              <a:xfrm rot="16200000" flipH="1">
                <a:off x="3936735" y="5873361"/>
                <a:ext cx="80261" cy="34397"/>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76" name="Group 75">
              <a:extLst>
                <a:ext uri="{FF2B5EF4-FFF2-40B4-BE49-F238E27FC236}">
                  <a16:creationId xmlns:a16="http://schemas.microsoft.com/office/drawing/2014/main" id="{82B23801-0D9E-AE8B-C8C8-C63A69A30855}"/>
                </a:ext>
              </a:extLst>
            </p:cNvPr>
            <p:cNvGrpSpPr/>
            <p:nvPr/>
          </p:nvGrpSpPr>
          <p:grpSpPr>
            <a:xfrm>
              <a:off x="1668263" y="1382412"/>
              <a:ext cx="234770" cy="204990"/>
              <a:chOff x="3930738" y="5784583"/>
              <a:chExt cx="234770" cy="204990"/>
            </a:xfrm>
          </p:grpSpPr>
          <p:sp>
            <p:nvSpPr>
              <p:cNvPr id="79" name="Isosceles Triangle 78">
                <a:extLst>
                  <a:ext uri="{FF2B5EF4-FFF2-40B4-BE49-F238E27FC236}">
                    <a16:creationId xmlns:a16="http://schemas.microsoft.com/office/drawing/2014/main" id="{2F3AC70C-53B6-95F3-0355-D92FCC0354BE}"/>
                  </a:ext>
                </a:extLst>
              </p:cNvPr>
              <p:cNvSpPr/>
              <p:nvPr/>
            </p:nvSpPr>
            <p:spPr>
              <a:xfrm rot="5400000">
                <a:off x="3906428" y="5808893"/>
                <a:ext cx="204990" cy="156369"/>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800"/>
              </a:p>
            </p:txBody>
          </p:sp>
          <p:sp>
            <p:nvSpPr>
              <p:cNvPr id="83" name="Oval 82">
                <a:extLst>
                  <a:ext uri="{FF2B5EF4-FFF2-40B4-BE49-F238E27FC236}">
                    <a16:creationId xmlns:a16="http://schemas.microsoft.com/office/drawing/2014/main" id="{BA1DA349-6445-8034-2E12-3F2CF662F1BF}"/>
                  </a:ext>
                </a:extLst>
              </p:cNvPr>
              <p:cNvSpPr/>
              <p:nvPr/>
            </p:nvSpPr>
            <p:spPr>
              <a:xfrm>
                <a:off x="4089692" y="5843209"/>
                <a:ext cx="75816" cy="8619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800"/>
              </a:p>
            </p:txBody>
          </p:sp>
          <p:cxnSp>
            <p:nvCxnSpPr>
              <p:cNvPr id="86" name="Connector: Elbow 85">
                <a:extLst>
                  <a:ext uri="{FF2B5EF4-FFF2-40B4-BE49-F238E27FC236}">
                    <a16:creationId xmlns:a16="http://schemas.microsoft.com/office/drawing/2014/main" id="{1B4C3C6D-1B7E-A7AD-50B0-7D41FFFD23AE}"/>
                  </a:ext>
                </a:extLst>
              </p:cNvPr>
              <p:cNvCxnSpPr>
                <a:cxnSpLocks/>
              </p:cNvCxnSpPr>
              <p:nvPr/>
            </p:nvCxnSpPr>
            <p:spPr>
              <a:xfrm rot="16200000" flipH="1">
                <a:off x="3936735" y="5854827"/>
                <a:ext cx="80261" cy="34397"/>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Connector: Elbow 88">
                <a:extLst>
                  <a:ext uri="{FF2B5EF4-FFF2-40B4-BE49-F238E27FC236}">
                    <a16:creationId xmlns:a16="http://schemas.microsoft.com/office/drawing/2014/main" id="{9F5B6661-7B70-90A4-58A3-FAF03B6DF557}"/>
                  </a:ext>
                </a:extLst>
              </p:cNvPr>
              <p:cNvCxnSpPr>
                <a:cxnSpLocks/>
              </p:cNvCxnSpPr>
              <p:nvPr/>
            </p:nvCxnSpPr>
            <p:spPr>
              <a:xfrm rot="16200000" flipH="1">
                <a:off x="3936735" y="5873361"/>
                <a:ext cx="80261" cy="34397"/>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5" name="Straight Connector 114">
              <a:extLst>
                <a:ext uri="{FF2B5EF4-FFF2-40B4-BE49-F238E27FC236}">
                  <a16:creationId xmlns:a16="http://schemas.microsoft.com/office/drawing/2014/main" id="{79CFC04F-3028-B48D-CFA4-2BE851ECA7D1}"/>
                </a:ext>
              </a:extLst>
            </p:cNvPr>
            <p:cNvCxnSpPr>
              <a:cxnSpLocks/>
            </p:cNvCxnSpPr>
            <p:nvPr/>
          </p:nvCxnSpPr>
          <p:spPr>
            <a:xfrm>
              <a:off x="1526256" y="1215643"/>
              <a:ext cx="0" cy="26905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0" name="Straight Connector 579">
              <a:extLst>
                <a:ext uri="{FF2B5EF4-FFF2-40B4-BE49-F238E27FC236}">
                  <a16:creationId xmlns:a16="http://schemas.microsoft.com/office/drawing/2014/main" id="{2D7C1A00-7CFA-D69C-1FEA-3E5B045E1CAB}"/>
                </a:ext>
              </a:extLst>
            </p:cNvPr>
            <p:cNvCxnSpPr>
              <a:cxnSpLocks/>
            </p:cNvCxnSpPr>
            <p:nvPr/>
          </p:nvCxnSpPr>
          <p:spPr>
            <a:xfrm>
              <a:off x="1908164" y="1484671"/>
              <a:ext cx="284644" cy="77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2" name="Straight Connector 581">
              <a:extLst>
                <a:ext uri="{FF2B5EF4-FFF2-40B4-BE49-F238E27FC236}">
                  <a16:creationId xmlns:a16="http://schemas.microsoft.com/office/drawing/2014/main" id="{1F7A3168-BA48-259D-F96A-AF235A44B422}"/>
                </a:ext>
              </a:extLst>
            </p:cNvPr>
            <p:cNvCxnSpPr>
              <a:cxnSpLocks/>
            </p:cNvCxnSpPr>
            <p:nvPr/>
          </p:nvCxnSpPr>
          <p:spPr>
            <a:xfrm>
              <a:off x="1526296" y="1219841"/>
              <a:ext cx="66655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87" name="TextBox 586">
              <a:extLst>
                <a:ext uri="{FF2B5EF4-FFF2-40B4-BE49-F238E27FC236}">
                  <a16:creationId xmlns:a16="http://schemas.microsoft.com/office/drawing/2014/main" id="{576A0541-1AB4-A0FC-DCB0-E2151604041B}"/>
                </a:ext>
              </a:extLst>
            </p:cNvPr>
            <p:cNvSpPr txBox="1"/>
            <p:nvPr/>
          </p:nvSpPr>
          <p:spPr>
            <a:xfrm>
              <a:off x="2112389" y="1373132"/>
              <a:ext cx="370614" cy="215444"/>
            </a:xfrm>
            <a:prstGeom prst="rect">
              <a:avLst/>
            </a:prstGeom>
            <a:noFill/>
            <a:ln>
              <a:noFill/>
            </a:ln>
          </p:spPr>
          <p:txBody>
            <a:bodyPr wrap="none" rtlCol="0">
              <a:spAutoFit/>
            </a:bodyPr>
            <a:lstStyle/>
            <a:p>
              <a:r>
                <a:rPr lang="en-US" sz="800" dirty="0" err="1"/>
                <a:t>RstB</a:t>
              </a:r>
              <a:endParaRPr lang="en-US" sz="800" dirty="0"/>
            </a:p>
          </p:txBody>
        </p:sp>
      </p:grpSp>
      <mc:AlternateContent xmlns:mc="http://schemas.openxmlformats.org/markup-compatibility/2006" xmlns:a14="http://schemas.microsoft.com/office/drawing/2010/main">
        <mc:Choice Requires="a14">
          <p:sp>
            <p:nvSpPr>
              <p:cNvPr id="522" name="TextBox 521">
                <a:extLst>
                  <a:ext uri="{FF2B5EF4-FFF2-40B4-BE49-F238E27FC236}">
                    <a16:creationId xmlns:a16="http://schemas.microsoft.com/office/drawing/2014/main" id="{F5791696-F514-0BA7-6A31-759FFA648318}"/>
                  </a:ext>
                </a:extLst>
              </p:cNvPr>
              <p:cNvSpPr txBox="1"/>
              <p:nvPr/>
            </p:nvSpPr>
            <p:spPr>
              <a:xfrm>
                <a:off x="1295603" y="1716716"/>
                <a:ext cx="1127937" cy="222433"/>
              </a:xfrm>
              <a:prstGeom prst="rect">
                <a:avLst/>
              </a:prstGeom>
              <a:no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00" b="0" i="1" smtClean="0">
                          <a:latin typeface="Cambria Math" panose="02040503050406030204" pitchFamily="18" charset="0"/>
                        </a:rPr>
                        <m:t>𝑉𝑡</m:t>
                      </m:r>
                      <m:r>
                        <a:rPr lang="en-US" sz="1000" b="0" i="1" smtClean="0">
                          <a:latin typeface="Cambria Math" panose="02040503050406030204" pitchFamily="18" charset="0"/>
                        </a:rPr>
                        <m:t>=</m:t>
                      </m:r>
                      <m:r>
                        <a:rPr lang="en-US" sz="1000" b="0" i="1" smtClean="0">
                          <a:latin typeface="Cambria Math" panose="02040503050406030204" pitchFamily="18" charset="0"/>
                        </a:rPr>
                        <m:t>𝑉𝑐𝑐</m:t>
                      </m:r>
                      <m:r>
                        <a:rPr lang="en-US" sz="1000" b="0" i="1" smtClean="0">
                          <a:latin typeface="Cambria Math" panose="02040503050406030204" pitchFamily="18" charset="0"/>
                        </a:rPr>
                        <m:t>(1−</m:t>
                      </m:r>
                      <m:sSup>
                        <m:sSupPr>
                          <m:ctrlPr>
                            <a:rPr lang="en-US" sz="1000" b="0" i="1" smtClean="0">
                              <a:latin typeface="Cambria Math" panose="02040503050406030204" pitchFamily="18" charset="0"/>
                            </a:rPr>
                          </m:ctrlPr>
                        </m:sSupPr>
                        <m:e>
                          <m:r>
                            <a:rPr lang="en-US" sz="1000" b="0" i="1" smtClean="0">
                              <a:latin typeface="Cambria Math" panose="02040503050406030204" pitchFamily="18" charset="0"/>
                            </a:rPr>
                            <m:t>𝑒</m:t>
                          </m:r>
                        </m:e>
                        <m:sup>
                          <m:r>
                            <a:rPr lang="en-US" sz="1000" b="0" i="1" smtClean="0">
                              <a:latin typeface="Cambria Math" panose="02040503050406030204" pitchFamily="18" charset="0"/>
                            </a:rPr>
                            <m:t>−</m:t>
                          </m:r>
                          <m:f>
                            <m:fPr>
                              <m:ctrlPr>
                                <a:rPr lang="en-US" sz="1000" b="0" i="1" smtClean="0">
                                  <a:latin typeface="Cambria Math" panose="02040503050406030204" pitchFamily="18" charset="0"/>
                                </a:rPr>
                              </m:ctrlPr>
                            </m:fPr>
                            <m:num>
                              <m:r>
                                <a:rPr lang="en-US" sz="1000" b="0" i="1" smtClean="0">
                                  <a:latin typeface="Cambria Math" panose="02040503050406030204" pitchFamily="18" charset="0"/>
                                </a:rPr>
                                <m:t>𝑡</m:t>
                              </m:r>
                            </m:num>
                            <m:den>
                              <m:r>
                                <a:rPr lang="en-US" sz="1000" b="0" i="1" smtClean="0">
                                  <a:latin typeface="Cambria Math" panose="02040503050406030204" pitchFamily="18" charset="0"/>
                                </a:rPr>
                                <m:t>𝑅𝐶</m:t>
                              </m:r>
                            </m:den>
                          </m:f>
                        </m:sup>
                      </m:sSup>
                      <m:r>
                        <a:rPr lang="en-US" sz="1000" b="0" i="1" smtClean="0">
                          <a:latin typeface="Cambria Math" panose="02040503050406030204" pitchFamily="18" charset="0"/>
                        </a:rPr>
                        <m:t>)</m:t>
                      </m:r>
                    </m:oMath>
                  </m:oMathPara>
                </a14:m>
                <a:endParaRPr lang="en-US" sz="1000" dirty="0"/>
              </a:p>
            </p:txBody>
          </p:sp>
        </mc:Choice>
        <mc:Fallback xmlns="">
          <p:sp>
            <p:nvSpPr>
              <p:cNvPr id="522" name="TextBox 521">
                <a:extLst>
                  <a:ext uri="{FF2B5EF4-FFF2-40B4-BE49-F238E27FC236}">
                    <a16:creationId xmlns:a16="http://schemas.microsoft.com/office/drawing/2014/main" id="{F5791696-F514-0BA7-6A31-759FFA648318}"/>
                  </a:ext>
                </a:extLst>
              </p:cNvPr>
              <p:cNvSpPr txBox="1">
                <a:spLocks noRot="1" noChangeAspect="1" noMove="1" noResize="1" noEditPoints="1" noAdjustHandles="1" noChangeArrowheads="1" noChangeShapeType="1" noTextEdit="1"/>
              </p:cNvSpPr>
              <p:nvPr/>
            </p:nvSpPr>
            <p:spPr>
              <a:xfrm>
                <a:off x="1295603" y="1716716"/>
                <a:ext cx="1127937" cy="222433"/>
              </a:xfrm>
              <a:prstGeom prst="rect">
                <a:avLst/>
              </a:prstGeom>
              <a:blipFill>
                <a:blip r:embed="rId2"/>
                <a:stretch>
                  <a:fillRect l="-2703" r="-4324" b="-27778"/>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3" name="TextBox 522">
                <a:extLst>
                  <a:ext uri="{FF2B5EF4-FFF2-40B4-BE49-F238E27FC236}">
                    <a16:creationId xmlns:a16="http://schemas.microsoft.com/office/drawing/2014/main" id="{82334AA0-3F2C-391C-E97B-F0B23C0D4CDD}"/>
                  </a:ext>
                </a:extLst>
              </p:cNvPr>
              <p:cNvSpPr txBox="1"/>
              <p:nvPr/>
            </p:nvSpPr>
            <p:spPr>
              <a:xfrm>
                <a:off x="1480678" y="2007076"/>
                <a:ext cx="631711" cy="153888"/>
              </a:xfrm>
              <a:prstGeom prst="rect">
                <a:avLst/>
              </a:prstGeom>
              <a:no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00" b="0" i="1" smtClean="0">
                          <a:latin typeface="Cambria Math" panose="02040503050406030204" pitchFamily="18" charset="0"/>
                        </a:rPr>
                        <m:t>𝑡</m:t>
                      </m:r>
                      <m:r>
                        <a:rPr lang="en-US" sz="1000" b="0" i="1" smtClean="0">
                          <a:latin typeface="Cambria Math" panose="02040503050406030204" pitchFamily="18" charset="0"/>
                        </a:rPr>
                        <m:t>≅100</m:t>
                      </m:r>
                      <m:r>
                        <a:rPr lang="en-US" sz="1000" b="0" i="1" smtClean="0">
                          <a:latin typeface="Cambria Math" panose="02040503050406030204" pitchFamily="18" charset="0"/>
                        </a:rPr>
                        <m:t>𝑚𝑠</m:t>
                      </m:r>
                    </m:oMath>
                  </m:oMathPara>
                </a14:m>
                <a:endParaRPr lang="en-US" sz="1000" dirty="0"/>
              </a:p>
            </p:txBody>
          </p:sp>
        </mc:Choice>
        <mc:Fallback xmlns="">
          <p:sp>
            <p:nvSpPr>
              <p:cNvPr id="523" name="TextBox 522">
                <a:extLst>
                  <a:ext uri="{FF2B5EF4-FFF2-40B4-BE49-F238E27FC236}">
                    <a16:creationId xmlns:a16="http://schemas.microsoft.com/office/drawing/2014/main" id="{82334AA0-3F2C-391C-E97B-F0B23C0D4CDD}"/>
                  </a:ext>
                </a:extLst>
              </p:cNvPr>
              <p:cNvSpPr txBox="1">
                <a:spLocks noRot="1" noChangeAspect="1" noMove="1" noResize="1" noEditPoints="1" noAdjustHandles="1" noChangeArrowheads="1" noChangeShapeType="1" noTextEdit="1"/>
              </p:cNvSpPr>
              <p:nvPr/>
            </p:nvSpPr>
            <p:spPr>
              <a:xfrm>
                <a:off x="1480678" y="2007076"/>
                <a:ext cx="631711" cy="153888"/>
              </a:xfrm>
              <a:prstGeom prst="rect">
                <a:avLst/>
              </a:prstGeom>
              <a:blipFill>
                <a:blip r:embed="rId3"/>
                <a:stretch>
                  <a:fillRect l="-3846" r="-3846" b="-12000"/>
                </a:stretch>
              </a:blipFill>
              <a:ln>
                <a:noFill/>
              </a:ln>
            </p:spPr>
            <p:txBody>
              <a:bodyPr/>
              <a:lstStyle/>
              <a:p>
                <a:r>
                  <a:rPr lang="en-US">
                    <a:noFill/>
                  </a:rPr>
                  <a:t> </a:t>
                </a:r>
              </a:p>
            </p:txBody>
          </p:sp>
        </mc:Fallback>
      </mc:AlternateContent>
      <p:sp>
        <p:nvSpPr>
          <p:cNvPr id="524" name="TextBox 523">
            <a:extLst>
              <a:ext uri="{FF2B5EF4-FFF2-40B4-BE49-F238E27FC236}">
                <a16:creationId xmlns:a16="http://schemas.microsoft.com/office/drawing/2014/main" id="{145709DE-1BF0-F15E-F9B1-99EFD9F34949}"/>
              </a:ext>
            </a:extLst>
          </p:cNvPr>
          <p:cNvSpPr txBox="1"/>
          <p:nvPr/>
        </p:nvSpPr>
        <p:spPr>
          <a:xfrm>
            <a:off x="568736" y="1159601"/>
            <a:ext cx="383438" cy="246221"/>
          </a:xfrm>
          <a:prstGeom prst="rect">
            <a:avLst/>
          </a:prstGeom>
          <a:noFill/>
          <a:ln>
            <a:noFill/>
          </a:ln>
        </p:spPr>
        <p:txBody>
          <a:bodyPr wrap="none" rtlCol="0">
            <a:spAutoFit/>
          </a:bodyPr>
          <a:lstStyle/>
          <a:p>
            <a:r>
              <a:rPr lang="en-US" sz="1000" dirty="0"/>
              <a:t>12K</a:t>
            </a:r>
          </a:p>
        </p:txBody>
      </p:sp>
      <p:sp>
        <p:nvSpPr>
          <p:cNvPr id="526" name="TextBox 525">
            <a:extLst>
              <a:ext uri="{FF2B5EF4-FFF2-40B4-BE49-F238E27FC236}">
                <a16:creationId xmlns:a16="http://schemas.microsoft.com/office/drawing/2014/main" id="{477BFB87-CDC0-D64B-50E2-67C96A54B9E5}"/>
              </a:ext>
            </a:extLst>
          </p:cNvPr>
          <p:cNvSpPr txBox="1"/>
          <p:nvPr/>
        </p:nvSpPr>
        <p:spPr>
          <a:xfrm>
            <a:off x="456902" y="1581634"/>
            <a:ext cx="442750" cy="246221"/>
          </a:xfrm>
          <a:prstGeom prst="rect">
            <a:avLst/>
          </a:prstGeom>
          <a:noFill/>
          <a:ln>
            <a:noFill/>
          </a:ln>
        </p:spPr>
        <p:txBody>
          <a:bodyPr wrap="none" rtlCol="0">
            <a:spAutoFit/>
          </a:bodyPr>
          <a:lstStyle/>
          <a:p>
            <a:r>
              <a:rPr lang="en-US" sz="1000" dirty="0"/>
              <a:t>10uF</a:t>
            </a:r>
          </a:p>
        </p:txBody>
      </p:sp>
      <mc:AlternateContent xmlns:mc="http://schemas.openxmlformats.org/markup-compatibility/2006" xmlns:a14="http://schemas.microsoft.com/office/drawing/2010/main">
        <mc:Choice Requires="a14">
          <p:sp>
            <p:nvSpPr>
              <p:cNvPr id="537" name="TextBox 536">
                <a:extLst>
                  <a:ext uri="{FF2B5EF4-FFF2-40B4-BE49-F238E27FC236}">
                    <a16:creationId xmlns:a16="http://schemas.microsoft.com/office/drawing/2014/main" id="{5C2C075F-6B7A-50D1-6BD1-616F6C5787C2}"/>
                  </a:ext>
                </a:extLst>
              </p:cNvPr>
              <p:cNvSpPr txBox="1"/>
              <p:nvPr/>
            </p:nvSpPr>
            <p:spPr>
              <a:xfrm>
                <a:off x="3650080" y="1554017"/>
                <a:ext cx="972766" cy="439544"/>
              </a:xfrm>
              <a:prstGeom prst="rect">
                <a:avLst/>
              </a:prstGeom>
              <a:no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00" b="0" i="1" smtClean="0">
                          <a:latin typeface="Cambria Math" panose="02040503050406030204" pitchFamily="18" charset="0"/>
                        </a:rPr>
                        <m:t>𝑓</m:t>
                      </m:r>
                      <m:r>
                        <a:rPr lang="en-US" sz="1000" b="0" i="1" smtClean="0">
                          <a:latin typeface="Cambria Math" panose="02040503050406030204" pitchFamily="18" charset="0"/>
                        </a:rPr>
                        <m:t>=</m:t>
                      </m:r>
                      <m:f>
                        <m:fPr>
                          <m:ctrlPr>
                            <a:rPr lang="en-US" sz="1000" b="0" i="1" smtClean="0">
                              <a:latin typeface="Cambria Math" panose="02040503050406030204" pitchFamily="18" charset="0"/>
                            </a:rPr>
                          </m:ctrlPr>
                        </m:fPr>
                        <m:num>
                          <m:r>
                            <a:rPr lang="en-US" sz="1000" b="0" i="1" smtClean="0">
                              <a:latin typeface="Cambria Math" panose="02040503050406030204" pitchFamily="18" charset="0"/>
                            </a:rPr>
                            <m:t>1</m:t>
                          </m:r>
                        </m:num>
                        <m:den>
                          <m:r>
                            <a:rPr lang="en-US" sz="1000" b="0" i="1" smtClean="0">
                              <a:latin typeface="Cambria Math" panose="02040503050406030204" pitchFamily="18" charset="0"/>
                            </a:rPr>
                            <m:t>2</m:t>
                          </m:r>
                          <m:r>
                            <a:rPr lang="en-US" sz="1000" b="0" i="1" smtClean="0">
                              <a:latin typeface="Cambria Math" panose="02040503050406030204" pitchFamily="18" charset="0"/>
                            </a:rPr>
                            <m:t>𝑅𝐶𝑙𝑛</m:t>
                          </m:r>
                          <m:d>
                            <m:dPr>
                              <m:ctrlPr>
                                <a:rPr lang="en-US" sz="1000" b="0" i="1" smtClean="0">
                                  <a:latin typeface="Cambria Math" panose="02040503050406030204" pitchFamily="18" charset="0"/>
                                </a:rPr>
                              </m:ctrlPr>
                            </m:dPr>
                            <m:e>
                              <m:f>
                                <m:fPr>
                                  <m:ctrlPr>
                                    <a:rPr lang="en-US" sz="1000" b="0" i="1" smtClean="0">
                                      <a:latin typeface="Cambria Math" panose="02040503050406030204" pitchFamily="18" charset="0"/>
                                    </a:rPr>
                                  </m:ctrlPr>
                                </m:fPr>
                                <m:num>
                                  <m:r>
                                    <a:rPr lang="en-US" sz="1000" b="0" i="1" smtClean="0">
                                      <a:latin typeface="Cambria Math" panose="02040503050406030204" pitchFamily="18" charset="0"/>
                                    </a:rPr>
                                    <m:t>𝑉</m:t>
                                  </m:r>
                                  <m:r>
                                    <a:rPr lang="en-US" sz="1000" b="0" i="1" smtClean="0">
                                      <a:latin typeface="Cambria Math" panose="02040503050406030204" pitchFamily="18" charset="0"/>
                                    </a:rPr>
                                    <m:t>+</m:t>
                                  </m:r>
                                </m:num>
                                <m:den>
                                  <m:r>
                                    <a:rPr lang="en-US" sz="1000" b="0" i="1" smtClean="0">
                                      <a:latin typeface="Cambria Math" panose="02040503050406030204" pitchFamily="18" charset="0"/>
                                    </a:rPr>
                                    <m:t>𝑉</m:t>
                                  </m:r>
                                  <m:r>
                                    <a:rPr lang="en-US" sz="1000" b="0" i="1" smtClean="0">
                                      <a:latin typeface="Cambria Math" panose="02040503050406030204" pitchFamily="18" charset="0"/>
                                    </a:rPr>
                                    <m:t>−</m:t>
                                  </m:r>
                                </m:den>
                              </m:f>
                            </m:e>
                          </m:d>
                        </m:den>
                      </m:f>
                    </m:oMath>
                  </m:oMathPara>
                </a14:m>
                <a:endParaRPr lang="en-US" sz="1000" b="0" dirty="0"/>
              </a:p>
            </p:txBody>
          </p:sp>
        </mc:Choice>
        <mc:Fallback xmlns="">
          <p:sp>
            <p:nvSpPr>
              <p:cNvPr id="537" name="TextBox 536">
                <a:extLst>
                  <a:ext uri="{FF2B5EF4-FFF2-40B4-BE49-F238E27FC236}">
                    <a16:creationId xmlns:a16="http://schemas.microsoft.com/office/drawing/2014/main" id="{5C2C075F-6B7A-50D1-6BD1-616F6C5787C2}"/>
                  </a:ext>
                </a:extLst>
              </p:cNvPr>
              <p:cNvSpPr txBox="1">
                <a:spLocks noRot="1" noChangeAspect="1" noMove="1" noResize="1" noEditPoints="1" noAdjustHandles="1" noChangeArrowheads="1" noChangeShapeType="1" noTextEdit="1"/>
              </p:cNvSpPr>
              <p:nvPr/>
            </p:nvSpPr>
            <p:spPr>
              <a:xfrm>
                <a:off x="3650080" y="1554017"/>
                <a:ext cx="972766" cy="439544"/>
              </a:xfrm>
              <a:prstGeom prst="rect">
                <a:avLst/>
              </a:prstGeom>
              <a:blipFill>
                <a:blip r:embed="rId4"/>
                <a:stretch>
                  <a:fillRect l="-4403" t="-1389" b="-4167"/>
                </a:stretch>
              </a:blipFill>
              <a:ln>
                <a:noFill/>
              </a:ln>
            </p:spPr>
            <p:txBody>
              <a:bodyPr/>
              <a:lstStyle/>
              <a:p>
                <a:r>
                  <a:rPr lang="en-US">
                    <a:noFill/>
                  </a:rPr>
                  <a:t> </a:t>
                </a:r>
              </a:p>
            </p:txBody>
          </p:sp>
        </mc:Fallback>
      </mc:AlternateContent>
      <p:grpSp>
        <p:nvGrpSpPr>
          <p:cNvPr id="118" name="Group 117">
            <a:extLst>
              <a:ext uri="{FF2B5EF4-FFF2-40B4-BE49-F238E27FC236}">
                <a16:creationId xmlns:a16="http://schemas.microsoft.com/office/drawing/2014/main" id="{F9D057DA-26D6-3A45-BDC6-ED0551852628}"/>
              </a:ext>
            </a:extLst>
          </p:cNvPr>
          <p:cNvGrpSpPr/>
          <p:nvPr/>
        </p:nvGrpSpPr>
        <p:grpSpPr>
          <a:xfrm>
            <a:off x="2589314" y="931733"/>
            <a:ext cx="2368573" cy="1217591"/>
            <a:chOff x="2589314" y="931733"/>
            <a:chExt cx="2368573" cy="1217591"/>
          </a:xfrm>
        </p:grpSpPr>
        <p:sp>
          <p:nvSpPr>
            <p:cNvPr id="541" name="TextBox 540">
              <a:extLst>
                <a:ext uri="{FF2B5EF4-FFF2-40B4-BE49-F238E27FC236}">
                  <a16:creationId xmlns:a16="http://schemas.microsoft.com/office/drawing/2014/main" id="{F6CE0B12-98E4-51DD-C310-321B54FA12B1}"/>
                </a:ext>
              </a:extLst>
            </p:cNvPr>
            <p:cNvSpPr txBox="1"/>
            <p:nvPr/>
          </p:nvSpPr>
          <p:spPr>
            <a:xfrm>
              <a:off x="4596891" y="1370136"/>
              <a:ext cx="360996" cy="215444"/>
            </a:xfrm>
            <a:prstGeom prst="rect">
              <a:avLst/>
            </a:prstGeom>
            <a:noFill/>
            <a:ln>
              <a:noFill/>
            </a:ln>
          </p:spPr>
          <p:txBody>
            <a:bodyPr wrap="none" rtlCol="0">
              <a:spAutoFit/>
            </a:bodyPr>
            <a:lstStyle/>
            <a:p>
              <a:r>
                <a:rPr lang="en-US" sz="800" dirty="0"/>
                <a:t>Clk1</a:t>
              </a:r>
            </a:p>
          </p:txBody>
        </p:sp>
        <p:cxnSp>
          <p:nvCxnSpPr>
            <p:cNvPr id="525" name="Straight Connector 524">
              <a:extLst>
                <a:ext uri="{FF2B5EF4-FFF2-40B4-BE49-F238E27FC236}">
                  <a16:creationId xmlns:a16="http://schemas.microsoft.com/office/drawing/2014/main" id="{ECB9959F-57B9-0EE9-9D37-70816986DE91}"/>
                </a:ext>
              </a:extLst>
            </p:cNvPr>
            <p:cNvCxnSpPr/>
            <p:nvPr/>
          </p:nvCxnSpPr>
          <p:spPr>
            <a:xfrm>
              <a:off x="3091970" y="1359321"/>
              <a:ext cx="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7" name="Straight Connector 526">
              <a:extLst>
                <a:ext uri="{FF2B5EF4-FFF2-40B4-BE49-F238E27FC236}">
                  <a16:creationId xmlns:a16="http://schemas.microsoft.com/office/drawing/2014/main" id="{8323085F-288A-493C-CD06-9C00C74257B1}"/>
                </a:ext>
              </a:extLst>
            </p:cNvPr>
            <p:cNvCxnSpPr>
              <a:cxnSpLocks/>
            </p:cNvCxnSpPr>
            <p:nvPr/>
          </p:nvCxnSpPr>
          <p:spPr>
            <a:xfrm>
              <a:off x="3718992" y="1480083"/>
              <a:ext cx="32463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2" name="Straight Connector 531">
              <a:extLst>
                <a:ext uri="{FF2B5EF4-FFF2-40B4-BE49-F238E27FC236}">
                  <a16:creationId xmlns:a16="http://schemas.microsoft.com/office/drawing/2014/main" id="{62250DEB-3723-79C7-4FDB-42D3D1D0DCFD}"/>
                </a:ext>
              </a:extLst>
            </p:cNvPr>
            <p:cNvCxnSpPr>
              <a:cxnSpLocks/>
            </p:cNvCxnSpPr>
            <p:nvPr/>
          </p:nvCxnSpPr>
          <p:spPr>
            <a:xfrm>
              <a:off x="3300802" y="1484398"/>
              <a:ext cx="182247"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533" name="Group 532">
              <a:extLst>
                <a:ext uri="{FF2B5EF4-FFF2-40B4-BE49-F238E27FC236}">
                  <a16:creationId xmlns:a16="http://schemas.microsoft.com/office/drawing/2014/main" id="{F8367C4D-4556-354C-B2E0-6955B454EE83}"/>
                </a:ext>
              </a:extLst>
            </p:cNvPr>
            <p:cNvGrpSpPr/>
            <p:nvPr/>
          </p:nvGrpSpPr>
          <p:grpSpPr>
            <a:xfrm rot="10800000">
              <a:off x="3193635" y="1682536"/>
              <a:ext cx="212622" cy="58569"/>
              <a:chOff x="2835564" y="542027"/>
              <a:chExt cx="258618" cy="73891"/>
            </a:xfrm>
          </p:grpSpPr>
          <p:cxnSp>
            <p:nvCxnSpPr>
              <p:cNvPr id="555" name="Straight Connector 554">
                <a:extLst>
                  <a:ext uri="{FF2B5EF4-FFF2-40B4-BE49-F238E27FC236}">
                    <a16:creationId xmlns:a16="http://schemas.microsoft.com/office/drawing/2014/main" id="{5A33F1A5-2C26-14A2-F594-BF5682D39948}"/>
                  </a:ext>
                </a:extLst>
              </p:cNvPr>
              <p:cNvCxnSpPr/>
              <p:nvPr/>
            </p:nvCxnSpPr>
            <p:spPr>
              <a:xfrm>
                <a:off x="2835564" y="542027"/>
                <a:ext cx="25861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6" name="Straight Connector 555">
                <a:extLst>
                  <a:ext uri="{FF2B5EF4-FFF2-40B4-BE49-F238E27FC236}">
                    <a16:creationId xmlns:a16="http://schemas.microsoft.com/office/drawing/2014/main" id="{AF522409-5632-35F2-523A-6F8671113E76}"/>
                  </a:ext>
                </a:extLst>
              </p:cNvPr>
              <p:cNvCxnSpPr/>
              <p:nvPr/>
            </p:nvCxnSpPr>
            <p:spPr>
              <a:xfrm>
                <a:off x="2835564" y="615918"/>
                <a:ext cx="25861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34" name="Group 533">
              <a:extLst>
                <a:ext uri="{FF2B5EF4-FFF2-40B4-BE49-F238E27FC236}">
                  <a16:creationId xmlns:a16="http://schemas.microsoft.com/office/drawing/2014/main" id="{11AA9F98-D450-F7CF-02B9-452520D02FED}"/>
                </a:ext>
              </a:extLst>
            </p:cNvPr>
            <p:cNvGrpSpPr/>
            <p:nvPr/>
          </p:nvGrpSpPr>
          <p:grpSpPr>
            <a:xfrm>
              <a:off x="3473751" y="1136630"/>
              <a:ext cx="206044" cy="139632"/>
              <a:chOff x="1436255" y="1556326"/>
              <a:chExt cx="618646" cy="166256"/>
            </a:xfrm>
          </p:grpSpPr>
          <p:cxnSp>
            <p:nvCxnSpPr>
              <p:cNvPr id="542" name="Straight Connector 541">
                <a:extLst>
                  <a:ext uri="{FF2B5EF4-FFF2-40B4-BE49-F238E27FC236}">
                    <a16:creationId xmlns:a16="http://schemas.microsoft.com/office/drawing/2014/main" id="{56BA51E5-21FC-C8BC-5313-E2618A9186DB}"/>
                  </a:ext>
                </a:extLst>
              </p:cNvPr>
              <p:cNvCxnSpPr/>
              <p:nvPr/>
            </p:nvCxnSpPr>
            <p:spPr>
              <a:xfrm flipV="1">
                <a:off x="1436255" y="1556327"/>
                <a:ext cx="75931" cy="8312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6" name="Straight Connector 545">
                <a:extLst>
                  <a:ext uri="{FF2B5EF4-FFF2-40B4-BE49-F238E27FC236}">
                    <a16:creationId xmlns:a16="http://schemas.microsoft.com/office/drawing/2014/main" id="{6B99E5EA-2E21-7DCA-3699-532095527CE2}"/>
                  </a:ext>
                </a:extLst>
              </p:cNvPr>
              <p:cNvCxnSpPr/>
              <p:nvPr/>
            </p:nvCxnSpPr>
            <p:spPr>
              <a:xfrm>
                <a:off x="1512186" y="1556327"/>
                <a:ext cx="94941" cy="16625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7" name="Straight Connector 546">
                <a:extLst>
                  <a:ext uri="{FF2B5EF4-FFF2-40B4-BE49-F238E27FC236}">
                    <a16:creationId xmlns:a16="http://schemas.microsoft.com/office/drawing/2014/main" id="{2108A65B-289A-3459-B7B7-C3F8A45D5A9B}"/>
                  </a:ext>
                </a:extLst>
              </p:cNvPr>
              <p:cNvCxnSpPr>
                <a:cxnSpLocks/>
              </p:cNvCxnSpPr>
              <p:nvPr/>
            </p:nvCxnSpPr>
            <p:spPr>
              <a:xfrm flipV="1">
                <a:off x="1604649" y="1556327"/>
                <a:ext cx="94941" cy="16625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9" name="Straight Connector 548">
                <a:extLst>
                  <a:ext uri="{FF2B5EF4-FFF2-40B4-BE49-F238E27FC236}">
                    <a16:creationId xmlns:a16="http://schemas.microsoft.com/office/drawing/2014/main" id="{6BED8663-2529-4EDA-3332-A7FD84FB861F}"/>
                  </a:ext>
                </a:extLst>
              </p:cNvPr>
              <p:cNvCxnSpPr/>
              <p:nvPr/>
            </p:nvCxnSpPr>
            <p:spPr>
              <a:xfrm>
                <a:off x="1701074" y="1556326"/>
                <a:ext cx="94941" cy="16625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0" name="Straight Connector 549">
                <a:extLst>
                  <a:ext uri="{FF2B5EF4-FFF2-40B4-BE49-F238E27FC236}">
                    <a16:creationId xmlns:a16="http://schemas.microsoft.com/office/drawing/2014/main" id="{9F6C3329-A4FC-5A5E-C472-E2F791AD9254}"/>
                  </a:ext>
                </a:extLst>
              </p:cNvPr>
              <p:cNvCxnSpPr>
                <a:cxnSpLocks/>
              </p:cNvCxnSpPr>
              <p:nvPr/>
            </p:nvCxnSpPr>
            <p:spPr>
              <a:xfrm flipV="1">
                <a:off x="1795341" y="1556327"/>
                <a:ext cx="94941" cy="16625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2" name="Straight Connector 551">
                <a:extLst>
                  <a:ext uri="{FF2B5EF4-FFF2-40B4-BE49-F238E27FC236}">
                    <a16:creationId xmlns:a16="http://schemas.microsoft.com/office/drawing/2014/main" id="{66FB8662-D016-D297-178C-15A15C9CFD65}"/>
                  </a:ext>
                </a:extLst>
              </p:cNvPr>
              <p:cNvCxnSpPr>
                <a:cxnSpLocks/>
              </p:cNvCxnSpPr>
              <p:nvPr/>
            </p:nvCxnSpPr>
            <p:spPr>
              <a:xfrm flipV="1">
                <a:off x="1978970" y="1639453"/>
                <a:ext cx="75931" cy="8312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4" name="Straight Connector 553">
                <a:extLst>
                  <a:ext uri="{FF2B5EF4-FFF2-40B4-BE49-F238E27FC236}">
                    <a16:creationId xmlns:a16="http://schemas.microsoft.com/office/drawing/2014/main" id="{F6B00E56-9626-5EA2-A791-E17D1A816946}"/>
                  </a:ext>
                </a:extLst>
              </p:cNvPr>
              <p:cNvCxnSpPr/>
              <p:nvPr/>
            </p:nvCxnSpPr>
            <p:spPr>
              <a:xfrm>
                <a:off x="1888478" y="1556326"/>
                <a:ext cx="94941" cy="16625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535" name="Straight Connector 534">
              <a:extLst>
                <a:ext uri="{FF2B5EF4-FFF2-40B4-BE49-F238E27FC236}">
                  <a16:creationId xmlns:a16="http://schemas.microsoft.com/office/drawing/2014/main" id="{5212F51E-787C-E6E5-33FB-4F730FAB0DBE}"/>
                </a:ext>
              </a:extLst>
            </p:cNvPr>
            <p:cNvCxnSpPr>
              <a:cxnSpLocks/>
            </p:cNvCxnSpPr>
            <p:nvPr/>
          </p:nvCxnSpPr>
          <p:spPr>
            <a:xfrm flipV="1">
              <a:off x="3299946" y="1206445"/>
              <a:ext cx="856" cy="47609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9" name="Straight Connector 538">
              <a:extLst>
                <a:ext uri="{FF2B5EF4-FFF2-40B4-BE49-F238E27FC236}">
                  <a16:creationId xmlns:a16="http://schemas.microsoft.com/office/drawing/2014/main" id="{A9BCB6C5-63DC-3DF5-278B-28F919523DBF}"/>
                </a:ext>
              </a:extLst>
            </p:cNvPr>
            <p:cNvCxnSpPr>
              <a:cxnSpLocks/>
            </p:cNvCxnSpPr>
            <p:nvPr/>
          </p:nvCxnSpPr>
          <p:spPr>
            <a:xfrm>
              <a:off x="3300802" y="1739149"/>
              <a:ext cx="0" cy="25152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40" name="TextBox 539">
              <a:extLst>
                <a:ext uri="{FF2B5EF4-FFF2-40B4-BE49-F238E27FC236}">
                  <a16:creationId xmlns:a16="http://schemas.microsoft.com/office/drawing/2014/main" id="{C4465D2F-9440-4C4C-6848-5E4BCA16F3C6}"/>
                </a:ext>
              </a:extLst>
            </p:cNvPr>
            <p:cNvSpPr txBox="1"/>
            <p:nvPr/>
          </p:nvSpPr>
          <p:spPr>
            <a:xfrm>
              <a:off x="3113883" y="1933880"/>
              <a:ext cx="357790" cy="215444"/>
            </a:xfrm>
            <a:prstGeom prst="rect">
              <a:avLst/>
            </a:prstGeom>
            <a:noFill/>
            <a:ln>
              <a:noFill/>
            </a:ln>
          </p:spPr>
          <p:txBody>
            <a:bodyPr wrap="none" rtlCol="0">
              <a:spAutoFit/>
            </a:bodyPr>
            <a:lstStyle/>
            <a:p>
              <a:r>
                <a:rPr lang="en-US" sz="800" dirty="0" err="1"/>
                <a:t>Gnd</a:t>
              </a:r>
              <a:endParaRPr lang="en-US" sz="800" dirty="0"/>
            </a:p>
          </p:txBody>
        </p:sp>
        <p:cxnSp>
          <p:nvCxnSpPr>
            <p:cNvPr id="561" name="Straight Connector 560">
              <a:extLst>
                <a:ext uri="{FF2B5EF4-FFF2-40B4-BE49-F238E27FC236}">
                  <a16:creationId xmlns:a16="http://schemas.microsoft.com/office/drawing/2014/main" id="{AE006F74-3147-02AC-F6F0-8DAB11220023}"/>
                </a:ext>
              </a:extLst>
            </p:cNvPr>
            <p:cNvCxnSpPr>
              <a:cxnSpLocks/>
            </p:cNvCxnSpPr>
            <p:nvPr/>
          </p:nvCxnSpPr>
          <p:spPr>
            <a:xfrm>
              <a:off x="3300802" y="1206445"/>
              <a:ext cx="170871"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3" name="Straight Connector 562">
              <a:extLst>
                <a:ext uri="{FF2B5EF4-FFF2-40B4-BE49-F238E27FC236}">
                  <a16:creationId xmlns:a16="http://schemas.microsoft.com/office/drawing/2014/main" id="{FF9E748B-467D-79C4-8EFB-509F8C9211F5}"/>
                </a:ext>
              </a:extLst>
            </p:cNvPr>
            <p:cNvCxnSpPr/>
            <p:nvPr/>
          </p:nvCxnSpPr>
          <p:spPr>
            <a:xfrm flipV="1">
              <a:off x="3855509" y="1206445"/>
              <a:ext cx="0" cy="26964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5" name="Straight Connector 564">
              <a:extLst>
                <a:ext uri="{FF2B5EF4-FFF2-40B4-BE49-F238E27FC236}">
                  <a16:creationId xmlns:a16="http://schemas.microsoft.com/office/drawing/2014/main" id="{ABD3C883-AB8E-2508-C552-F98300E1E85B}"/>
                </a:ext>
              </a:extLst>
            </p:cNvPr>
            <p:cNvCxnSpPr>
              <a:cxnSpLocks/>
            </p:cNvCxnSpPr>
            <p:nvPr/>
          </p:nvCxnSpPr>
          <p:spPr>
            <a:xfrm>
              <a:off x="3681749" y="1206445"/>
              <a:ext cx="17376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578" name="Group 577">
              <a:extLst>
                <a:ext uri="{FF2B5EF4-FFF2-40B4-BE49-F238E27FC236}">
                  <a16:creationId xmlns:a16="http://schemas.microsoft.com/office/drawing/2014/main" id="{C4052F45-E768-C0CF-6FED-0DC3A9A2CC42}"/>
                </a:ext>
              </a:extLst>
            </p:cNvPr>
            <p:cNvGrpSpPr/>
            <p:nvPr/>
          </p:nvGrpSpPr>
          <p:grpSpPr>
            <a:xfrm>
              <a:off x="3487479" y="1381370"/>
              <a:ext cx="234770" cy="204990"/>
              <a:chOff x="5574669" y="5784583"/>
              <a:chExt cx="234770" cy="204990"/>
            </a:xfrm>
          </p:grpSpPr>
          <p:sp>
            <p:nvSpPr>
              <p:cNvPr id="557" name="Isosceles Triangle 556">
                <a:extLst>
                  <a:ext uri="{FF2B5EF4-FFF2-40B4-BE49-F238E27FC236}">
                    <a16:creationId xmlns:a16="http://schemas.microsoft.com/office/drawing/2014/main" id="{773D7628-D07F-DA2A-379C-30B2E4C75750}"/>
                  </a:ext>
                </a:extLst>
              </p:cNvPr>
              <p:cNvSpPr/>
              <p:nvPr/>
            </p:nvSpPr>
            <p:spPr>
              <a:xfrm rot="5400000">
                <a:off x="5550359" y="5808893"/>
                <a:ext cx="204990" cy="156369"/>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800"/>
              </a:p>
            </p:txBody>
          </p:sp>
          <p:sp>
            <p:nvSpPr>
              <p:cNvPr id="558" name="Oval 557">
                <a:extLst>
                  <a:ext uri="{FF2B5EF4-FFF2-40B4-BE49-F238E27FC236}">
                    <a16:creationId xmlns:a16="http://schemas.microsoft.com/office/drawing/2014/main" id="{DC6BB5C3-9534-2F70-DBC6-E42805BB8510}"/>
                  </a:ext>
                </a:extLst>
              </p:cNvPr>
              <p:cNvSpPr/>
              <p:nvPr/>
            </p:nvSpPr>
            <p:spPr>
              <a:xfrm>
                <a:off x="5733623" y="5843209"/>
                <a:ext cx="75816" cy="8619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800"/>
              </a:p>
            </p:txBody>
          </p:sp>
          <p:grpSp>
            <p:nvGrpSpPr>
              <p:cNvPr id="572" name="Group 571">
                <a:extLst>
                  <a:ext uri="{FF2B5EF4-FFF2-40B4-BE49-F238E27FC236}">
                    <a16:creationId xmlns:a16="http://schemas.microsoft.com/office/drawing/2014/main" id="{3695DB71-6AA5-C28B-B4BD-C659B3762337}"/>
                  </a:ext>
                </a:extLst>
              </p:cNvPr>
              <p:cNvGrpSpPr/>
              <p:nvPr/>
            </p:nvGrpSpPr>
            <p:grpSpPr>
              <a:xfrm>
                <a:off x="5601135" y="5829498"/>
                <a:ext cx="34397" cy="98795"/>
                <a:chOff x="6951160" y="6074023"/>
                <a:chExt cx="34397" cy="98795"/>
              </a:xfrm>
            </p:grpSpPr>
            <p:cxnSp>
              <p:nvCxnSpPr>
                <p:cNvPr id="569" name="Connector: Elbow 568">
                  <a:extLst>
                    <a:ext uri="{FF2B5EF4-FFF2-40B4-BE49-F238E27FC236}">
                      <a16:creationId xmlns:a16="http://schemas.microsoft.com/office/drawing/2014/main" id="{B759F491-8682-4EBC-991B-012FC908DB6F}"/>
                    </a:ext>
                  </a:extLst>
                </p:cNvPr>
                <p:cNvCxnSpPr>
                  <a:cxnSpLocks/>
                </p:cNvCxnSpPr>
                <p:nvPr/>
              </p:nvCxnSpPr>
              <p:spPr>
                <a:xfrm rot="16200000" flipH="1">
                  <a:off x="6928228" y="6096955"/>
                  <a:ext cx="80261" cy="34397"/>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1" name="Connector: Elbow 570">
                  <a:extLst>
                    <a:ext uri="{FF2B5EF4-FFF2-40B4-BE49-F238E27FC236}">
                      <a16:creationId xmlns:a16="http://schemas.microsoft.com/office/drawing/2014/main" id="{D704C908-E6E0-8666-D7E0-5DC2D812A264}"/>
                    </a:ext>
                  </a:extLst>
                </p:cNvPr>
                <p:cNvCxnSpPr>
                  <a:cxnSpLocks/>
                </p:cNvCxnSpPr>
                <p:nvPr/>
              </p:nvCxnSpPr>
              <p:spPr>
                <a:xfrm rot="16200000" flipH="1">
                  <a:off x="6928228" y="6115489"/>
                  <a:ext cx="80261" cy="34397"/>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589" name="Group 588">
              <a:extLst>
                <a:ext uri="{FF2B5EF4-FFF2-40B4-BE49-F238E27FC236}">
                  <a16:creationId xmlns:a16="http://schemas.microsoft.com/office/drawing/2014/main" id="{E418683A-799D-360C-1067-279DB70512DA}"/>
                </a:ext>
              </a:extLst>
            </p:cNvPr>
            <p:cNvGrpSpPr/>
            <p:nvPr/>
          </p:nvGrpSpPr>
          <p:grpSpPr>
            <a:xfrm>
              <a:off x="4042185" y="1381369"/>
              <a:ext cx="234770" cy="204990"/>
              <a:chOff x="5574669" y="5784583"/>
              <a:chExt cx="234770" cy="204990"/>
            </a:xfrm>
          </p:grpSpPr>
          <p:sp>
            <p:nvSpPr>
              <p:cNvPr id="590" name="Isosceles Triangle 589">
                <a:extLst>
                  <a:ext uri="{FF2B5EF4-FFF2-40B4-BE49-F238E27FC236}">
                    <a16:creationId xmlns:a16="http://schemas.microsoft.com/office/drawing/2014/main" id="{467470A4-164E-626A-EAF1-6CE3F2060808}"/>
                  </a:ext>
                </a:extLst>
              </p:cNvPr>
              <p:cNvSpPr/>
              <p:nvPr/>
            </p:nvSpPr>
            <p:spPr>
              <a:xfrm rot="5400000">
                <a:off x="5550359" y="5808893"/>
                <a:ext cx="204990" cy="156369"/>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800"/>
              </a:p>
            </p:txBody>
          </p:sp>
          <p:sp>
            <p:nvSpPr>
              <p:cNvPr id="591" name="Oval 590">
                <a:extLst>
                  <a:ext uri="{FF2B5EF4-FFF2-40B4-BE49-F238E27FC236}">
                    <a16:creationId xmlns:a16="http://schemas.microsoft.com/office/drawing/2014/main" id="{DD4659C5-E3F7-69BE-1C9B-D9673688F29C}"/>
                  </a:ext>
                </a:extLst>
              </p:cNvPr>
              <p:cNvSpPr/>
              <p:nvPr/>
            </p:nvSpPr>
            <p:spPr>
              <a:xfrm>
                <a:off x="5733623" y="5843209"/>
                <a:ext cx="75816" cy="8619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800"/>
              </a:p>
            </p:txBody>
          </p:sp>
          <p:grpSp>
            <p:nvGrpSpPr>
              <p:cNvPr id="592" name="Group 591">
                <a:extLst>
                  <a:ext uri="{FF2B5EF4-FFF2-40B4-BE49-F238E27FC236}">
                    <a16:creationId xmlns:a16="http://schemas.microsoft.com/office/drawing/2014/main" id="{27462CF9-CB55-12FC-F69E-936CE65F93AD}"/>
                  </a:ext>
                </a:extLst>
              </p:cNvPr>
              <p:cNvGrpSpPr/>
              <p:nvPr/>
            </p:nvGrpSpPr>
            <p:grpSpPr>
              <a:xfrm>
                <a:off x="5601135" y="5829498"/>
                <a:ext cx="34397" cy="98795"/>
                <a:chOff x="6951160" y="6074023"/>
                <a:chExt cx="34397" cy="98795"/>
              </a:xfrm>
            </p:grpSpPr>
            <p:cxnSp>
              <p:nvCxnSpPr>
                <p:cNvPr id="593" name="Connector: Elbow 592">
                  <a:extLst>
                    <a:ext uri="{FF2B5EF4-FFF2-40B4-BE49-F238E27FC236}">
                      <a16:creationId xmlns:a16="http://schemas.microsoft.com/office/drawing/2014/main" id="{360345DE-B677-BB25-3DE1-65309F55EE36}"/>
                    </a:ext>
                  </a:extLst>
                </p:cNvPr>
                <p:cNvCxnSpPr>
                  <a:cxnSpLocks/>
                </p:cNvCxnSpPr>
                <p:nvPr/>
              </p:nvCxnSpPr>
              <p:spPr>
                <a:xfrm rot="16200000" flipH="1">
                  <a:off x="6928228" y="6096955"/>
                  <a:ext cx="80261" cy="34397"/>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4" name="Connector: Elbow 593">
                  <a:extLst>
                    <a:ext uri="{FF2B5EF4-FFF2-40B4-BE49-F238E27FC236}">
                      <a16:creationId xmlns:a16="http://schemas.microsoft.com/office/drawing/2014/main" id="{6D6354B4-48E7-248A-2C6B-EF1D3C6C9C02}"/>
                    </a:ext>
                  </a:extLst>
                </p:cNvPr>
                <p:cNvCxnSpPr>
                  <a:cxnSpLocks/>
                </p:cNvCxnSpPr>
                <p:nvPr/>
              </p:nvCxnSpPr>
              <p:spPr>
                <a:xfrm rot="16200000" flipH="1">
                  <a:off x="6928228" y="6115489"/>
                  <a:ext cx="80261" cy="34397"/>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cxnSp>
          <p:nvCxnSpPr>
            <p:cNvPr id="596" name="Straight Connector 595">
              <a:extLst>
                <a:ext uri="{FF2B5EF4-FFF2-40B4-BE49-F238E27FC236}">
                  <a16:creationId xmlns:a16="http://schemas.microsoft.com/office/drawing/2014/main" id="{6F5536E3-5BAA-812D-3804-25CB8D1DA84C}"/>
                </a:ext>
              </a:extLst>
            </p:cNvPr>
            <p:cNvCxnSpPr>
              <a:cxnSpLocks/>
            </p:cNvCxnSpPr>
            <p:nvPr/>
          </p:nvCxnSpPr>
          <p:spPr>
            <a:xfrm>
              <a:off x="4276955" y="1483446"/>
              <a:ext cx="3890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59" name="TextBox 558">
              <a:extLst>
                <a:ext uri="{FF2B5EF4-FFF2-40B4-BE49-F238E27FC236}">
                  <a16:creationId xmlns:a16="http://schemas.microsoft.com/office/drawing/2014/main" id="{D76B8E52-8A53-8489-1015-BAB807A1A941}"/>
                </a:ext>
              </a:extLst>
            </p:cNvPr>
            <p:cNvSpPr txBox="1"/>
            <p:nvPr/>
          </p:nvSpPr>
          <p:spPr>
            <a:xfrm>
              <a:off x="2589314" y="1578220"/>
              <a:ext cx="671979" cy="246221"/>
            </a:xfrm>
            <a:prstGeom prst="rect">
              <a:avLst/>
            </a:prstGeom>
            <a:noFill/>
            <a:ln>
              <a:noFill/>
            </a:ln>
          </p:spPr>
          <p:txBody>
            <a:bodyPr wrap="none" rtlCol="0">
              <a:spAutoFit/>
            </a:bodyPr>
            <a:lstStyle/>
            <a:p>
              <a:r>
                <a:rPr lang="en-US" sz="1000" dirty="0"/>
                <a:t>0.0022uF</a:t>
              </a:r>
            </a:p>
          </p:txBody>
        </p:sp>
        <p:sp>
          <p:nvSpPr>
            <p:cNvPr id="562" name="TextBox 561">
              <a:extLst>
                <a:ext uri="{FF2B5EF4-FFF2-40B4-BE49-F238E27FC236}">
                  <a16:creationId xmlns:a16="http://schemas.microsoft.com/office/drawing/2014/main" id="{9165CA5C-B94B-4A49-75B0-9ED3B918B929}"/>
                </a:ext>
              </a:extLst>
            </p:cNvPr>
            <p:cNvSpPr txBox="1"/>
            <p:nvPr/>
          </p:nvSpPr>
          <p:spPr>
            <a:xfrm>
              <a:off x="3386237" y="931733"/>
              <a:ext cx="415498" cy="246221"/>
            </a:xfrm>
            <a:prstGeom prst="rect">
              <a:avLst/>
            </a:prstGeom>
            <a:noFill/>
            <a:ln>
              <a:noFill/>
            </a:ln>
          </p:spPr>
          <p:txBody>
            <a:bodyPr wrap="none" rtlCol="0">
              <a:spAutoFit/>
            </a:bodyPr>
            <a:lstStyle/>
            <a:p>
              <a:r>
                <a:rPr lang="en-US" sz="1000" dirty="0"/>
                <a:t>5.6K</a:t>
              </a:r>
            </a:p>
          </p:txBody>
        </p:sp>
      </p:grpSp>
      <mc:AlternateContent xmlns:mc="http://schemas.openxmlformats.org/markup-compatibility/2006" xmlns:a14="http://schemas.microsoft.com/office/drawing/2010/main">
        <mc:Choice Requires="a14">
          <p:sp>
            <p:nvSpPr>
              <p:cNvPr id="564" name="TextBox 563">
                <a:extLst>
                  <a:ext uri="{FF2B5EF4-FFF2-40B4-BE49-F238E27FC236}">
                    <a16:creationId xmlns:a16="http://schemas.microsoft.com/office/drawing/2014/main" id="{4C81D930-3B8E-DD57-A5EC-BABD9CB7FB31}"/>
                  </a:ext>
                </a:extLst>
              </p:cNvPr>
              <p:cNvSpPr txBox="1"/>
              <p:nvPr/>
            </p:nvSpPr>
            <p:spPr>
              <a:xfrm>
                <a:off x="3654541" y="2013955"/>
                <a:ext cx="688009" cy="153888"/>
              </a:xfrm>
              <a:prstGeom prst="rect">
                <a:avLst/>
              </a:prstGeom>
              <a:no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00" b="0" i="1" smtClean="0">
                          <a:latin typeface="Cambria Math" panose="02040503050406030204" pitchFamily="18" charset="0"/>
                        </a:rPr>
                        <m:t>𝑓</m:t>
                      </m:r>
                      <m:r>
                        <a:rPr lang="en-US" sz="1000" b="0" i="1" smtClean="0">
                          <a:latin typeface="Cambria Math" panose="02040503050406030204" pitchFamily="18" charset="0"/>
                        </a:rPr>
                        <m:t> ≅57</m:t>
                      </m:r>
                      <m:r>
                        <a:rPr lang="en-US" sz="1000" b="0" i="1" smtClean="0">
                          <a:latin typeface="Cambria Math" panose="02040503050406030204" pitchFamily="18" charset="0"/>
                        </a:rPr>
                        <m:t>𝐾𝐻𝑧</m:t>
                      </m:r>
                    </m:oMath>
                  </m:oMathPara>
                </a14:m>
                <a:endParaRPr lang="en-US" sz="1000" b="0" dirty="0"/>
              </a:p>
            </p:txBody>
          </p:sp>
        </mc:Choice>
        <mc:Fallback xmlns="">
          <p:sp>
            <p:nvSpPr>
              <p:cNvPr id="564" name="TextBox 563">
                <a:extLst>
                  <a:ext uri="{FF2B5EF4-FFF2-40B4-BE49-F238E27FC236}">
                    <a16:creationId xmlns:a16="http://schemas.microsoft.com/office/drawing/2014/main" id="{4C81D930-3B8E-DD57-A5EC-BABD9CB7FB31}"/>
                  </a:ext>
                </a:extLst>
              </p:cNvPr>
              <p:cNvSpPr txBox="1">
                <a:spLocks noRot="1" noChangeAspect="1" noMove="1" noResize="1" noEditPoints="1" noAdjustHandles="1" noChangeArrowheads="1" noChangeShapeType="1" noTextEdit="1"/>
              </p:cNvSpPr>
              <p:nvPr/>
            </p:nvSpPr>
            <p:spPr>
              <a:xfrm>
                <a:off x="3654541" y="2013955"/>
                <a:ext cx="688009" cy="153888"/>
              </a:xfrm>
              <a:prstGeom prst="rect">
                <a:avLst/>
              </a:prstGeom>
              <a:blipFill>
                <a:blip r:embed="rId5"/>
                <a:stretch>
                  <a:fillRect l="-6195" r="-4425" b="-30769"/>
                </a:stretch>
              </a:blipFill>
              <a:ln>
                <a:noFill/>
              </a:ln>
            </p:spPr>
            <p:txBody>
              <a:bodyPr/>
              <a:lstStyle/>
              <a:p>
                <a:r>
                  <a:rPr lang="en-US">
                    <a:noFill/>
                  </a:rPr>
                  <a:t> </a:t>
                </a:r>
              </a:p>
            </p:txBody>
          </p:sp>
        </mc:Fallback>
      </mc:AlternateContent>
      <p:sp>
        <p:nvSpPr>
          <p:cNvPr id="577" name="Freeform: Shape 576">
            <a:extLst>
              <a:ext uri="{FF2B5EF4-FFF2-40B4-BE49-F238E27FC236}">
                <a16:creationId xmlns:a16="http://schemas.microsoft.com/office/drawing/2014/main" id="{B47CDEB0-BB1C-86CC-63A3-49E620BEAED2}"/>
              </a:ext>
            </a:extLst>
          </p:cNvPr>
          <p:cNvSpPr/>
          <p:nvPr/>
        </p:nvSpPr>
        <p:spPr>
          <a:xfrm>
            <a:off x="735428" y="2393122"/>
            <a:ext cx="10357684" cy="831604"/>
          </a:xfrm>
          <a:custGeom>
            <a:avLst/>
            <a:gdLst>
              <a:gd name="csX0" fmla="*/ 0 w 10331939"/>
              <a:gd name="csY0" fmla="*/ 937846 h 937846"/>
              <a:gd name="csX1" fmla="*/ 1609969 w 10331939"/>
              <a:gd name="csY1" fmla="*/ 508000 h 937846"/>
              <a:gd name="csX2" fmla="*/ 3852985 w 10331939"/>
              <a:gd name="csY2" fmla="*/ 257908 h 937846"/>
              <a:gd name="csX3" fmla="*/ 10331939 w 10331939"/>
              <a:gd name="csY3" fmla="*/ 0 h 937846"/>
              <a:gd name="csX4" fmla="*/ 10331939 w 10331939"/>
              <a:gd name="csY4" fmla="*/ 0 h 937846"/>
              <a:gd name="csX5" fmla="*/ 10331939 w 10331939"/>
              <a:gd name="csY5" fmla="*/ 0 h 937846"/>
              <a:gd name="csX0" fmla="*/ 0 w 10331939"/>
              <a:gd name="csY0" fmla="*/ 937846 h 937846"/>
              <a:gd name="csX1" fmla="*/ 1609969 w 10331939"/>
              <a:gd name="csY1" fmla="*/ 508000 h 937846"/>
              <a:gd name="csX2" fmla="*/ 3852985 w 10331939"/>
              <a:gd name="csY2" fmla="*/ 90935 h 937846"/>
              <a:gd name="csX3" fmla="*/ 10331939 w 10331939"/>
              <a:gd name="csY3" fmla="*/ 0 h 937846"/>
              <a:gd name="csX4" fmla="*/ 10331939 w 10331939"/>
              <a:gd name="csY4" fmla="*/ 0 h 937846"/>
              <a:gd name="csX5" fmla="*/ 10331939 w 10331939"/>
              <a:gd name="csY5" fmla="*/ 0 h 937846"/>
              <a:gd name="csX0" fmla="*/ 0 w 10331939"/>
              <a:gd name="csY0" fmla="*/ 937846 h 937846"/>
              <a:gd name="csX1" fmla="*/ 1609969 w 10331939"/>
              <a:gd name="csY1" fmla="*/ 412585 h 937846"/>
              <a:gd name="csX2" fmla="*/ 3852985 w 10331939"/>
              <a:gd name="csY2" fmla="*/ 90935 h 937846"/>
              <a:gd name="csX3" fmla="*/ 10331939 w 10331939"/>
              <a:gd name="csY3" fmla="*/ 0 h 937846"/>
              <a:gd name="csX4" fmla="*/ 10331939 w 10331939"/>
              <a:gd name="csY4" fmla="*/ 0 h 937846"/>
              <a:gd name="csX5" fmla="*/ 10331939 w 10331939"/>
              <a:gd name="csY5" fmla="*/ 0 h 937846"/>
              <a:gd name="csX0" fmla="*/ 0 w 10339755"/>
              <a:gd name="csY0" fmla="*/ 1247941 h 1247941"/>
              <a:gd name="csX1" fmla="*/ 1609969 w 10339755"/>
              <a:gd name="csY1" fmla="*/ 722680 h 1247941"/>
              <a:gd name="csX2" fmla="*/ 3852985 w 10339755"/>
              <a:gd name="csY2" fmla="*/ 401030 h 1247941"/>
              <a:gd name="csX3" fmla="*/ 10331939 w 10339755"/>
              <a:gd name="csY3" fmla="*/ 310095 h 1247941"/>
              <a:gd name="csX4" fmla="*/ 10331939 w 10339755"/>
              <a:gd name="csY4" fmla="*/ 310095 h 1247941"/>
              <a:gd name="csX5" fmla="*/ 10339755 w 10339755"/>
              <a:gd name="csY5" fmla="*/ 0 h 1247941"/>
              <a:gd name="csX0" fmla="*/ 0 w 10355385"/>
              <a:gd name="csY0" fmla="*/ 1247941 h 1247941"/>
              <a:gd name="csX1" fmla="*/ 1609969 w 10355385"/>
              <a:gd name="csY1" fmla="*/ 722680 h 1247941"/>
              <a:gd name="csX2" fmla="*/ 3852985 w 10355385"/>
              <a:gd name="csY2" fmla="*/ 401030 h 1247941"/>
              <a:gd name="csX3" fmla="*/ 10331939 w 10355385"/>
              <a:gd name="csY3" fmla="*/ 310095 h 1247941"/>
              <a:gd name="csX4" fmla="*/ 10355385 w 10355385"/>
              <a:gd name="csY4" fmla="*/ 11926 h 1247941"/>
              <a:gd name="csX5" fmla="*/ 10339755 w 10355385"/>
              <a:gd name="csY5" fmla="*/ 0 h 1247941"/>
              <a:gd name="csX0" fmla="*/ 0 w 10355385"/>
              <a:gd name="csY0" fmla="*/ 1247941 h 1247941"/>
              <a:gd name="csX1" fmla="*/ 1609969 w 10355385"/>
              <a:gd name="csY1" fmla="*/ 722680 h 1247941"/>
              <a:gd name="csX2" fmla="*/ 3852985 w 10355385"/>
              <a:gd name="csY2" fmla="*/ 401030 h 1247941"/>
              <a:gd name="csX3" fmla="*/ 10331939 w 10355385"/>
              <a:gd name="csY3" fmla="*/ 23854 h 1247941"/>
              <a:gd name="csX4" fmla="*/ 10355385 w 10355385"/>
              <a:gd name="csY4" fmla="*/ 11926 h 1247941"/>
              <a:gd name="csX5" fmla="*/ 10339755 w 10355385"/>
              <a:gd name="csY5" fmla="*/ 0 h 1247941"/>
              <a:gd name="csX0" fmla="*/ 0 w 10357684"/>
              <a:gd name="csY0" fmla="*/ 1718743 h 1718743"/>
              <a:gd name="csX1" fmla="*/ 1609969 w 10357684"/>
              <a:gd name="csY1" fmla="*/ 1193482 h 1718743"/>
              <a:gd name="csX2" fmla="*/ 3852985 w 10357684"/>
              <a:gd name="csY2" fmla="*/ 871832 h 1718743"/>
              <a:gd name="csX3" fmla="*/ 10331939 w 10357684"/>
              <a:gd name="csY3" fmla="*/ 494656 h 1718743"/>
              <a:gd name="csX4" fmla="*/ 10355385 w 10357684"/>
              <a:gd name="csY4" fmla="*/ 482728 h 1718743"/>
              <a:gd name="csX5" fmla="*/ 10357684 w 10357684"/>
              <a:gd name="csY5" fmla="*/ 0 h 1718743"/>
              <a:gd name="csX0" fmla="*/ 0 w 10357684"/>
              <a:gd name="csY0" fmla="*/ 1808273 h 1808273"/>
              <a:gd name="csX1" fmla="*/ 1609969 w 10357684"/>
              <a:gd name="csY1" fmla="*/ 1283012 h 1808273"/>
              <a:gd name="csX2" fmla="*/ 3852985 w 10357684"/>
              <a:gd name="csY2" fmla="*/ 961362 h 1808273"/>
              <a:gd name="csX3" fmla="*/ 10331939 w 10357684"/>
              <a:gd name="csY3" fmla="*/ 584186 h 1808273"/>
              <a:gd name="csX4" fmla="*/ 10350903 w 10357684"/>
              <a:gd name="csY4" fmla="*/ 41535 h 1808273"/>
              <a:gd name="csX5" fmla="*/ 10357684 w 10357684"/>
              <a:gd name="csY5" fmla="*/ 89530 h 1808273"/>
              <a:gd name="csX0" fmla="*/ 0 w 10357684"/>
              <a:gd name="csY0" fmla="*/ 1808273 h 1808273"/>
              <a:gd name="csX1" fmla="*/ 1609969 w 10357684"/>
              <a:gd name="csY1" fmla="*/ 1283012 h 1808273"/>
              <a:gd name="csX2" fmla="*/ 3852985 w 10357684"/>
              <a:gd name="csY2" fmla="*/ 961362 h 1808273"/>
              <a:gd name="csX3" fmla="*/ 10354351 w 10357684"/>
              <a:gd name="csY3" fmla="*/ 104825 h 1808273"/>
              <a:gd name="csX4" fmla="*/ 10350903 w 10357684"/>
              <a:gd name="csY4" fmla="*/ 41535 h 1808273"/>
              <a:gd name="csX5" fmla="*/ 10357684 w 10357684"/>
              <a:gd name="csY5" fmla="*/ 89530 h 1808273"/>
              <a:gd name="csX0" fmla="*/ 0 w 10357684"/>
              <a:gd name="csY0" fmla="*/ 1775512 h 1775512"/>
              <a:gd name="csX1" fmla="*/ 1609969 w 10357684"/>
              <a:gd name="csY1" fmla="*/ 1250251 h 1775512"/>
              <a:gd name="csX2" fmla="*/ 3852985 w 10357684"/>
              <a:gd name="csY2" fmla="*/ 928601 h 1775512"/>
              <a:gd name="csX3" fmla="*/ 10354351 w 10357684"/>
              <a:gd name="csY3" fmla="*/ 72064 h 1775512"/>
              <a:gd name="csX4" fmla="*/ 10350903 w 10357684"/>
              <a:gd name="csY4" fmla="*/ 45154 h 1775512"/>
              <a:gd name="csX5" fmla="*/ 10357684 w 10357684"/>
              <a:gd name="csY5" fmla="*/ 56769 h 1775512"/>
              <a:gd name="csX0" fmla="*/ 0 w 10357684"/>
              <a:gd name="csY0" fmla="*/ 1730358 h 1730358"/>
              <a:gd name="csX1" fmla="*/ 1609969 w 10357684"/>
              <a:gd name="csY1" fmla="*/ 1205097 h 1730358"/>
              <a:gd name="csX2" fmla="*/ 3852985 w 10357684"/>
              <a:gd name="csY2" fmla="*/ 883447 h 1730358"/>
              <a:gd name="csX3" fmla="*/ 10354351 w 10357684"/>
              <a:gd name="csY3" fmla="*/ 26910 h 1730358"/>
              <a:gd name="csX4" fmla="*/ 10350903 w 10357684"/>
              <a:gd name="csY4" fmla="*/ 0 h 1730358"/>
              <a:gd name="csX5" fmla="*/ 10357684 w 10357684"/>
              <a:gd name="csY5" fmla="*/ 11615 h 1730358"/>
              <a:gd name="csX0" fmla="*/ 0 w 10357684"/>
              <a:gd name="csY0" fmla="*/ 1730358 h 1730358"/>
              <a:gd name="csX1" fmla="*/ 1609969 w 10357684"/>
              <a:gd name="csY1" fmla="*/ 1205097 h 1730358"/>
              <a:gd name="csX2" fmla="*/ 3852985 w 10357684"/>
              <a:gd name="csY2" fmla="*/ 883447 h 1730358"/>
              <a:gd name="csX3" fmla="*/ 10354351 w 10357684"/>
              <a:gd name="csY3" fmla="*/ 26910 h 1730358"/>
              <a:gd name="csX4" fmla="*/ 10350903 w 10357684"/>
              <a:gd name="csY4" fmla="*/ 0 h 1730358"/>
              <a:gd name="csX5" fmla="*/ 10353422 w 10357684"/>
              <a:gd name="csY5" fmla="*/ 17688 h 1730358"/>
              <a:gd name="csX6" fmla="*/ 10357684 w 10357684"/>
              <a:gd name="csY6" fmla="*/ 11615 h 1730358"/>
              <a:gd name="csX0" fmla="*/ 0 w 10357684"/>
              <a:gd name="csY0" fmla="*/ 1718743 h 1718743"/>
              <a:gd name="csX1" fmla="*/ 1609969 w 10357684"/>
              <a:gd name="csY1" fmla="*/ 1193482 h 1718743"/>
              <a:gd name="csX2" fmla="*/ 3852985 w 10357684"/>
              <a:gd name="csY2" fmla="*/ 871832 h 1718743"/>
              <a:gd name="csX3" fmla="*/ 10354351 w 10357684"/>
              <a:gd name="csY3" fmla="*/ 15295 h 1718743"/>
              <a:gd name="csX4" fmla="*/ 10356618 w 10357684"/>
              <a:gd name="csY4" fmla="*/ 2937 h 1718743"/>
              <a:gd name="csX5" fmla="*/ 10353422 w 10357684"/>
              <a:gd name="csY5" fmla="*/ 6073 h 1718743"/>
              <a:gd name="csX6" fmla="*/ 10357684 w 10357684"/>
              <a:gd name="csY6" fmla="*/ 0 h 171874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357684" h="1718743">
                <a:moveTo>
                  <a:pt x="0" y="1718743"/>
                </a:moveTo>
                <a:cubicBezTo>
                  <a:pt x="483902" y="1560481"/>
                  <a:pt x="967805" y="1334634"/>
                  <a:pt x="1609969" y="1193482"/>
                </a:cubicBezTo>
                <a:cubicBezTo>
                  <a:pt x="2252133" y="1052330"/>
                  <a:pt x="2395588" y="1068196"/>
                  <a:pt x="3852985" y="871832"/>
                </a:cubicBezTo>
                <a:lnTo>
                  <a:pt x="10354351" y="15295"/>
                </a:lnTo>
                <a:lnTo>
                  <a:pt x="10356618" y="2937"/>
                </a:lnTo>
                <a:cubicBezTo>
                  <a:pt x="10356463" y="11708"/>
                  <a:pt x="10352292" y="4137"/>
                  <a:pt x="10353422" y="6073"/>
                </a:cubicBezTo>
                <a:cubicBezTo>
                  <a:pt x="10354552" y="8009"/>
                  <a:pt x="10356974" y="11320"/>
                  <a:pt x="10357684" y="0"/>
                </a:cubicBezTo>
              </a:path>
            </a:pathLst>
          </a:custGeom>
          <a:noFill/>
          <a:ln w="9525">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3" name="TextBox 602">
            <a:extLst>
              <a:ext uri="{FF2B5EF4-FFF2-40B4-BE49-F238E27FC236}">
                <a16:creationId xmlns:a16="http://schemas.microsoft.com/office/drawing/2014/main" id="{64A5488D-4E10-E14B-67FD-8B0F07B38B49}"/>
              </a:ext>
            </a:extLst>
          </p:cNvPr>
          <p:cNvSpPr txBox="1"/>
          <p:nvPr/>
        </p:nvSpPr>
        <p:spPr>
          <a:xfrm>
            <a:off x="745042" y="1362319"/>
            <a:ext cx="285656" cy="246221"/>
          </a:xfrm>
          <a:prstGeom prst="rect">
            <a:avLst/>
          </a:prstGeom>
          <a:noFill/>
          <a:ln>
            <a:noFill/>
          </a:ln>
        </p:spPr>
        <p:txBody>
          <a:bodyPr wrap="none" rtlCol="0">
            <a:spAutoFit/>
          </a:bodyPr>
          <a:lstStyle/>
          <a:p>
            <a:r>
              <a:rPr lang="en-US" sz="1000" dirty="0"/>
              <a:t>Vi</a:t>
            </a:r>
          </a:p>
        </p:txBody>
      </p:sp>
      <p:sp>
        <p:nvSpPr>
          <p:cNvPr id="604" name="TextBox 603">
            <a:extLst>
              <a:ext uri="{FF2B5EF4-FFF2-40B4-BE49-F238E27FC236}">
                <a16:creationId xmlns:a16="http://schemas.microsoft.com/office/drawing/2014/main" id="{168A3AE6-97A7-82E3-A441-59A0776B8FEE}"/>
              </a:ext>
            </a:extLst>
          </p:cNvPr>
          <p:cNvSpPr txBox="1"/>
          <p:nvPr/>
        </p:nvSpPr>
        <p:spPr>
          <a:xfrm>
            <a:off x="5914270" y="3220305"/>
            <a:ext cx="227948" cy="246221"/>
          </a:xfrm>
          <a:prstGeom prst="rect">
            <a:avLst/>
          </a:prstGeom>
          <a:noFill/>
          <a:ln>
            <a:noFill/>
          </a:ln>
        </p:spPr>
        <p:txBody>
          <a:bodyPr wrap="none" rtlCol="0">
            <a:spAutoFit/>
          </a:bodyPr>
          <a:lstStyle/>
          <a:p>
            <a:r>
              <a:rPr lang="en-US" sz="1000" dirty="0"/>
              <a:t>t</a:t>
            </a:r>
          </a:p>
        </p:txBody>
      </p:sp>
    </p:spTree>
    <p:extLst>
      <p:ext uri="{BB962C8B-B14F-4D97-AF65-F5344CB8AC3E}">
        <p14:creationId xmlns:p14="http://schemas.microsoft.com/office/powerpoint/2010/main" val="1076173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B5E31-BC17-8717-55F1-CC8A49AD8D33}"/>
              </a:ext>
            </a:extLst>
          </p:cNvPr>
          <p:cNvSpPr>
            <a:spLocks noGrp="1"/>
          </p:cNvSpPr>
          <p:nvPr>
            <p:ph type="title"/>
          </p:nvPr>
        </p:nvSpPr>
        <p:spPr>
          <a:xfrm>
            <a:off x="838200" y="365126"/>
            <a:ext cx="10515600" cy="862542"/>
          </a:xfrm>
        </p:spPr>
        <p:txBody>
          <a:bodyPr>
            <a:normAutofit/>
          </a:bodyPr>
          <a:lstStyle/>
          <a:p>
            <a:r>
              <a:rPr lang="en-US" sz="4000" dirty="0"/>
              <a:t>Sequencer (SEQ)</a:t>
            </a:r>
          </a:p>
        </p:txBody>
      </p:sp>
      <p:sp>
        <p:nvSpPr>
          <p:cNvPr id="3" name="Content Placeholder 2">
            <a:extLst>
              <a:ext uri="{FF2B5EF4-FFF2-40B4-BE49-F238E27FC236}">
                <a16:creationId xmlns:a16="http://schemas.microsoft.com/office/drawing/2014/main" id="{0B77BEFA-48B2-F077-A6B3-4A8E64F6EFDC}"/>
              </a:ext>
            </a:extLst>
          </p:cNvPr>
          <p:cNvSpPr>
            <a:spLocks noGrp="1"/>
          </p:cNvSpPr>
          <p:nvPr>
            <p:ph idx="1"/>
          </p:nvPr>
        </p:nvSpPr>
        <p:spPr>
          <a:xfrm>
            <a:off x="838200" y="1227668"/>
            <a:ext cx="10515600" cy="4949295"/>
          </a:xfrm>
        </p:spPr>
        <p:txBody>
          <a:bodyPr>
            <a:normAutofit fontScale="85000" lnSpcReduction="20000"/>
          </a:bodyPr>
          <a:lstStyle/>
          <a:p>
            <a:r>
              <a:rPr lang="en-US" dirty="0"/>
              <a:t>Includes Clock, Reset and Timing generation.</a:t>
            </a:r>
          </a:p>
          <a:p>
            <a:pPr lvl="1"/>
            <a:r>
              <a:rPr lang="en-US" dirty="0"/>
              <a:t>Schmitt trigger reset holds sequencer in reset until power rises to ~75% VCC.</a:t>
            </a:r>
          </a:p>
          <a:p>
            <a:pPr lvl="1"/>
            <a:r>
              <a:rPr lang="en-US" dirty="0"/>
              <a:t>Schmitt trigger oscillator generates 1X clock.</a:t>
            </a:r>
          </a:p>
          <a:p>
            <a:pPr lvl="1"/>
            <a:r>
              <a:rPr lang="en-US" dirty="0"/>
              <a:t>1X clock drives SEQ logic only.  Does not clock other units.</a:t>
            </a:r>
          </a:p>
          <a:p>
            <a:pPr lvl="1"/>
            <a:r>
              <a:rPr lang="en-US" dirty="0"/>
              <a:t>1X clock feeds the </a:t>
            </a:r>
            <a:r>
              <a:rPr lang="en-US" dirty="0" err="1"/>
              <a:t>uInst</a:t>
            </a:r>
            <a:r>
              <a:rPr lang="en-US" dirty="0"/>
              <a:t> PC, the IR, and the phase counter which also generates the div4 clocks, </a:t>
            </a:r>
            <a:r>
              <a:rPr lang="en-US" dirty="0" err="1"/>
              <a:t>ClkX</a:t>
            </a:r>
            <a:r>
              <a:rPr lang="en-US" dirty="0"/>
              <a:t> and </a:t>
            </a:r>
            <a:r>
              <a:rPr lang="en-US" dirty="0" err="1"/>
              <a:t>ClkY</a:t>
            </a:r>
            <a:r>
              <a:rPr lang="en-US" dirty="0"/>
              <a:t>.  </a:t>
            </a:r>
          </a:p>
          <a:p>
            <a:pPr lvl="1"/>
            <a:r>
              <a:rPr lang="en-US" dirty="0" err="1"/>
              <a:t>ClkX</a:t>
            </a:r>
            <a:r>
              <a:rPr lang="en-US" dirty="0"/>
              <a:t> and </a:t>
            </a:r>
            <a:r>
              <a:rPr lang="en-US" dirty="0" err="1"/>
              <a:t>Clky</a:t>
            </a:r>
            <a:r>
              <a:rPr lang="en-US" dirty="0"/>
              <a:t> clock other units.</a:t>
            </a:r>
          </a:p>
          <a:p>
            <a:r>
              <a:rPr lang="en-US" dirty="0"/>
              <a:t>Sequencer operates on a 4-phase instruction cycle to construct and present a 23-bit micro-instruction to hardware.</a:t>
            </a:r>
          </a:p>
          <a:p>
            <a:pPr lvl="1"/>
            <a:r>
              <a:rPr lang="en-US" dirty="0"/>
              <a:t>First 3 phases read three consecutive bytes from </a:t>
            </a:r>
            <a:r>
              <a:rPr lang="en-US" dirty="0" err="1"/>
              <a:t>uROM</a:t>
            </a:r>
            <a:r>
              <a:rPr lang="en-US" dirty="0"/>
              <a:t> and stores them in 3 8-bit registers.</a:t>
            </a:r>
          </a:p>
          <a:p>
            <a:pPr lvl="1"/>
            <a:r>
              <a:rPr lang="en-US" dirty="0"/>
              <a:t>During first 3 phases, external hardware sees 0’s (inactive) on all signals.</a:t>
            </a:r>
          </a:p>
          <a:p>
            <a:pPr lvl="1"/>
            <a:r>
              <a:rPr lang="en-US" dirty="0"/>
              <a:t>Fourth phase </a:t>
            </a:r>
            <a:r>
              <a:rPr lang="en-US" dirty="0" err="1"/>
              <a:t>ungates</a:t>
            </a:r>
            <a:r>
              <a:rPr lang="en-US" dirty="0"/>
              <a:t> the </a:t>
            </a:r>
            <a:r>
              <a:rPr lang="en-US" dirty="0" err="1"/>
              <a:t>uInstruction</a:t>
            </a:r>
            <a:r>
              <a:rPr lang="en-US" dirty="0"/>
              <a:t> and presents it to external hardware.</a:t>
            </a:r>
          </a:p>
          <a:p>
            <a:pPr lvl="1"/>
            <a:r>
              <a:rPr lang="en-US" dirty="0"/>
              <a:t>D0 – D3: Immediate data and select field</a:t>
            </a:r>
          </a:p>
          <a:p>
            <a:pPr lvl="1"/>
            <a:r>
              <a:rPr lang="en-US" dirty="0"/>
              <a:t>I4:  Flow control field. This bit is reserved for the sequencer’s exclusive use</a:t>
            </a:r>
          </a:p>
          <a:p>
            <a:pPr lvl="2"/>
            <a:r>
              <a:rPr lang="en-US" dirty="0"/>
              <a:t>I4=0:  Entire instruction is </a:t>
            </a:r>
            <a:r>
              <a:rPr lang="en-US" dirty="0" err="1"/>
              <a:t>uINSTR</a:t>
            </a:r>
            <a:r>
              <a:rPr lang="en-US" dirty="0"/>
              <a:t> type</a:t>
            </a:r>
          </a:p>
          <a:p>
            <a:pPr lvl="2"/>
            <a:r>
              <a:rPr lang="en-US" dirty="0"/>
              <a:t>I4=1:  Instruction is flow control (JMP or BRA)</a:t>
            </a:r>
          </a:p>
          <a:p>
            <a:pPr lvl="1"/>
            <a:endParaRPr lang="en-US" dirty="0"/>
          </a:p>
          <a:p>
            <a:endParaRPr lang="en-US" dirty="0"/>
          </a:p>
        </p:txBody>
      </p:sp>
    </p:spTree>
    <p:extLst>
      <p:ext uri="{BB962C8B-B14F-4D97-AF65-F5344CB8AC3E}">
        <p14:creationId xmlns:p14="http://schemas.microsoft.com/office/powerpoint/2010/main" val="28181709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82924-D6D0-8871-6728-D76EA5096347}"/>
              </a:ext>
            </a:extLst>
          </p:cNvPr>
          <p:cNvSpPr>
            <a:spLocks noGrp="1"/>
          </p:cNvSpPr>
          <p:nvPr>
            <p:ph type="title"/>
          </p:nvPr>
        </p:nvSpPr>
        <p:spPr>
          <a:xfrm>
            <a:off x="838200" y="365126"/>
            <a:ext cx="10515600" cy="854074"/>
          </a:xfrm>
        </p:spPr>
        <p:txBody>
          <a:bodyPr>
            <a:normAutofit/>
          </a:bodyPr>
          <a:lstStyle/>
          <a:p>
            <a:r>
              <a:rPr lang="en-US" sz="4000" dirty="0"/>
              <a:t>Sequencer (SEQ)</a:t>
            </a:r>
          </a:p>
        </p:txBody>
      </p:sp>
      <p:sp>
        <p:nvSpPr>
          <p:cNvPr id="3" name="Content Placeholder 2">
            <a:extLst>
              <a:ext uri="{FF2B5EF4-FFF2-40B4-BE49-F238E27FC236}">
                <a16:creationId xmlns:a16="http://schemas.microsoft.com/office/drawing/2014/main" id="{11FD2C9A-3192-E13A-7876-2852BF744F55}"/>
              </a:ext>
            </a:extLst>
          </p:cNvPr>
          <p:cNvSpPr>
            <a:spLocks noGrp="1"/>
          </p:cNvSpPr>
          <p:nvPr>
            <p:ph idx="1"/>
          </p:nvPr>
        </p:nvSpPr>
        <p:spPr>
          <a:xfrm>
            <a:off x="838200" y="1219199"/>
            <a:ext cx="10515600" cy="5046133"/>
          </a:xfrm>
        </p:spPr>
        <p:txBody>
          <a:bodyPr>
            <a:normAutofit fontScale="85000" lnSpcReduction="20000"/>
          </a:bodyPr>
          <a:lstStyle/>
          <a:p>
            <a:r>
              <a:rPr lang="en-US" sz="2600" dirty="0"/>
              <a:t>I5: HW control and flow control qualifier.</a:t>
            </a:r>
          </a:p>
          <a:p>
            <a:pPr lvl="1"/>
            <a:r>
              <a:rPr lang="en-US" sz="2200" dirty="0"/>
              <a:t>If I4=0, then I5 is just another </a:t>
            </a:r>
            <a:r>
              <a:rPr lang="en-US" sz="2200" dirty="0" err="1"/>
              <a:t>iINSTR</a:t>
            </a:r>
            <a:r>
              <a:rPr lang="en-US" sz="2200" dirty="0"/>
              <a:t> bit</a:t>
            </a:r>
          </a:p>
          <a:p>
            <a:pPr lvl="1"/>
            <a:r>
              <a:rPr lang="en-US" sz="2200" dirty="0"/>
              <a:t>If I4=1, then I5 is flow control qualifier.  </a:t>
            </a:r>
          </a:p>
          <a:p>
            <a:pPr lvl="2"/>
            <a:r>
              <a:rPr lang="en-US" sz="1900" dirty="0"/>
              <a:t>I5=0, unconditional</a:t>
            </a:r>
          </a:p>
          <a:p>
            <a:pPr lvl="2"/>
            <a:r>
              <a:rPr lang="en-US" sz="1900" dirty="0"/>
              <a:t>I5=1, conditional</a:t>
            </a:r>
          </a:p>
          <a:p>
            <a:pPr lvl="3"/>
            <a:r>
              <a:rPr lang="en-US" sz="1600" dirty="0"/>
              <a:t>One of 16 conditions may be tested, selected by D[3:0].  If condition is true then branch is taken.</a:t>
            </a:r>
          </a:p>
          <a:p>
            <a:pPr lvl="3"/>
            <a:r>
              <a:rPr lang="en-US" sz="1600" dirty="0"/>
              <a:t>D[3:0]=0xF is reserved.  Dedicated internally to implement a simple for-loop capability.</a:t>
            </a:r>
            <a:endParaRPr lang="en-US" sz="1400" dirty="0"/>
          </a:p>
          <a:p>
            <a:r>
              <a:rPr lang="en-US" sz="2600" dirty="0"/>
              <a:t>I6 – I21: </a:t>
            </a:r>
            <a:r>
              <a:rPr lang="en-US" sz="2600" dirty="0" err="1"/>
              <a:t>uINSTR</a:t>
            </a:r>
            <a:r>
              <a:rPr lang="en-US" sz="2600" dirty="0"/>
              <a:t> bits</a:t>
            </a:r>
          </a:p>
          <a:p>
            <a:r>
              <a:rPr lang="en-US" sz="2600" dirty="0"/>
              <a:t>I22: Loop Init:  Used internal to SEQ to reset a counter that implements a simple for-loop capability.</a:t>
            </a:r>
          </a:p>
          <a:p>
            <a:pPr lvl="1"/>
            <a:r>
              <a:rPr lang="en-US" sz="2200" dirty="0"/>
              <a:t>I22 is also used as a </a:t>
            </a:r>
            <a:r>
              <a:rPr lang="en-US" sz="2200" dirty="0" err="1"/>
              <a:t>uINSTR</a:t>
            </a:r>
            <a:r>
              <a:rPr lang="en-US" sz="2200" dirty="0"/>
              <a:t> bit keeping in mind its SEQ internal use</a:t>
            </a:r>
          </a:p>
          <a:p>
            <a:r>
              <a:rPr lang="en-US" sz="2600" dirty="0"/>
              <a:t>I23: Interrupt enable.  Used internal to SEQ to enable a hardware-initiated jump to be taken if external hardware has asserted the </a:t>
            </a:r>
            <a:r>
              <a:rPr lang="en-US" sz="2600" dirty="0" err="1"/>
              <a:t>HWInt</a:t>
            </a:r>
            <a:r>
              <a:rPr lang="en-US" sz="2600" dirty="0"/>
              <a:t> signal when I23 asserts</a:t>
            </a:r>
          </a:p>
          <a:p>
            <a:pPr lvl="1"/>
            <a:r>
              <a:rPr lang="en-US" sz="2200" dirty="0"/>
              <a:t>External hardware provides the target address through a 6-bit vector, IV[6:2]</a:t>
            </a:r>
          </a:p>
          <a:p>
            <a:pPr lvl="1"/>
            <a:r>
              <a:rPr lang="en-US" sz="2200" dirty="0"/>
              <a:t>The target address is formed by appending IV[6:2] with b00</a:t>
            </a:r>
          </a:p>
          <a:p>
            <a:pPr lvl="2"/>
            <a:r>
              <a:rPr lang="en-US" sz="1900" dirty="0"/>
              <a:t>Hardware jump targets are confined to </a:t>
            </a:r>
            <a:r>
              <a:rPr lang="en-US" sz="1900" dirty="0" err="1"/>
              <a:t>uROM</a:t>
            </a:r>
            <a:r>
              <a:rPr lang="en-US" sz="1900" dirty="0"/>
              <a:t> addresses at 4-byte boundaries between 0x10 to 0x7C</a:t>
            </a:r>
          </a:p>
          <a:p>
            <a:pPr lvl="1"/>
            <a:r>
              <a:rPr lang="en-US" sz="2300" dirty="0"/>
              <a:t>I23 may also be used as a </a:t>
            </a:r>
            <a:r>
              <a:rPr lang="en-US" sz="2300" dirty="0" err="1"/>
              <a:t>uINSTR</a:t>
            </a:r>
            <a:r>
              <a:rPr lang="en-US" sz="2300" dirty="0"/>
              <a:t> bit keeping in mind its SEQ internal use</a:t>
            </a:r>
          </a:p>
          <a:p>
            <a:endParaRPr lang="en-US" dirty="0"/>
          </a:p>
        </p:txBody>
      </p:sp>
    </p:spTree>
    <p:extLst>
      <p:ext uri="{BB962C8B-B14F-4D97-AF65-F5344CB8AC3E}">
        <p14:creationId xmlns:p14="http://schemas.microsoft.com/office/powerpoint/2010/main" val="575988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5ED1B-71F1-6374-A9C5-7E935E13EF81}"/>
              </a:ext>
            </a:extLst>
          </p:cNvPr>
          <p:cNvSpPr>
            <a:spLocks noGrp="1"/>
          </p:cNvSpPr>
          <p:nvPr>
            <p:ph type="title"/>
          </p:nvPr>
        </p:nvSpPr>
        <p:spPr/>
        <p:txBody>
          <a:bodyPr/>
          <a:lstStyle/>
          <a:p>
            <a:r>
              <a:rPr lang="en-US" dirty="0"/>
              <a:t>Sequencer (SEQ)</a:t>
            </a:r>
          </a:p>
        </p:txBody>
      </p:sp>
      <p:sp>
        <p:nvSpPr>
          <p:cNvPr id="3" name="Content Placeholder 2">
            <a:extLst>
              <a:ext uri="{FF2B5EF4-FFF2-40B4-BE49-F238E27FC236}">
                <a16:creationId xmlns:a16="http://schemas.microsoft.com/office/drawing/2014/main" id="{62B7B6C7-DCA4-9F94-27B9-26C0228DF55F}"/>
              </a:ext>
            </a:extLst>
          </p:cNvPr>
          <p:cNvSpPr>
            <a:spLocks noGrp="1"/>
          </p:cNvSpPr>
          <p:nvPr>
            <p:ph idx="1"/>
          </p:nvPr>
        </p:nvSpPr>
        <p:spPr/>
        <p:txBody>
          <a:bodyPr/>
          <a:lstStyle/>
          <a:p>
            <a:r>
              <a:rPr lang="en-US" sz="2600" dirty="0"/>
              <a:t>A primitive looping structure provides the ability to create loops up to 9 iterations (0-8)</a:t>
            </a:r>
          </a:p>
          <a:p>
            <a:pPr lvl="1"/>
            <a:r>
              <a:rPr lang="en-US" sz="2200" dirty="0"/>
              <a:t>Loop counter reset by asserting I22 (InitLP8)</a:t>
            </a:r>
          </a:p>
          <a:p>
            <a:pPr lvl="1"/>
            <a:r>
              <a:rPr lang="en-US" sz="2200" dirty="0"/>
              <a:t>Loop count tested and incremented by a conditional jump with D[3:0]=0xF (BRLoop8NZ)</a:t>
            </a:r>
          </a:p>
          <a:p>
            <a:pPr lvl="1"/>
            <a:r>
              <a:rPr lang="en-US" sz="2200" dirty="0"/>
              <a:t>Loop count expires when loop count reaches 8 and loop will fall through on the next loop count test (BRLoop8NZ)</a:t>
            </a:r>
          </a:p>
          <a:p>
            <a:r>
              <a:rPr lang="en-US" sz="2600" dirty="0"/>
              <a:t>Note:  There is no subroutine call and return capability provided.</a:t>
            </a:r>
          </a:p>
          <a:p>
            <a:pPr lvl="1"/>
            <a:r>
              <a:rPr lang="en-US" sz="2200" dirty="0"/>
              <a:t>Since all keyboard service routines return to the keyboard-display loop, an unconditional JMP to this loop serves as an adequate return from keyboard service routines.</a:t>
            </a:r>
          </a:p>
          <a:p>
            <a:endParaRPr lang="en-US" dirty="0"/>
          </a:p>
        </p:txBody>
      </p:sp>
    </p:spTree>
    <p:extLst>
      <p:ext uri="{BB962C8B-B14F-4D97-AF65-F5344CB8AC3E}">
        <p14:creationId xmlns:p14="http://schemas.microsoft.com/office/powerpoint/2010/main" val="25109623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 name="Group 162">
            <a:extLst>
              <a:ext uri="{FF2B5EF4-FFF2-40B4-BE49-F238E27FC236}">
                <a16:creationId xmlns:a16="http://schemas.microsoft.com/office/drawing/2014/main" id="{BCD1D369-58CC-623E-7F57-007176BE5226}"/>
              </a:ext>
            </a:extLst>
          </p:cNvPr>
          <p:cNvGrpSpPr/>
          <p:nvPr/>
        </p:nvGrpSpPr>
        <p:grpSpPr>
          <a:xfrm>
            <a:off x="1297355" y="1034069"/>
            <a:ext cx="10514868" cy="211161"/>
            <a:chOff x="1297355" y="686935"/>
            <a:chExt cx="10514868" cy="211161"/>
          </a:xfrm>
        </p:grpSpPr>
        <p:grpSp>
          <p:nvGrpSpPr>
            <p:cNvPr id="35" name="Group 34">
              <a:extLst>
                <a:ext uri="{FF2B5EF4-FFF2-40B4-BE49-F238E27FC236}">
                  <a16:creationId xmlns:a16="http://schemas.microsoft.com/office/drawing/2014/main" id="{7B474175-9E33-48F7-39E3-4C116CF871FE}"/>
                </a:ext>
              </a:extLst>
            </p:cNvPr>
            <p:cNvGrpSpPr/>
            <p:nvPr/>
          </p:nvGrpSpPr>
          <p:grpSpPr>
            <a:xfrm>
              <a:off x="1297355" y="687754"/>
              <a:ext cx="1828800" cy="209062"/>
              <a:chOff x="2438400" y="685798"/>
              <a:chExt cx="7319109" cy="914402"/>
            </a:xfrm>
          </p:grpSpPr>
          <p:grpSp>
            <p:nvGrpSpPr>
              <p:cNvPr id="19" name="Group 18">
                <a:extLst>
                  <a:ext uri="{FF2B5EF4-FFF2-40B4-BE49-F238E27FC236}">
                    <a16:creationId xmlns:a16="http://schemas.microsoft.com/office/drawing/2014/main" id="{CB143E2A-23C2-4C52-E06F-2147F801C525}"/>
                  </a:ext>
                </a:extLst>
              </p:cNvPr>
              <p:cNvGrpSpPr/>
              <p:nvPr/>
            </p:nvGrpSpPr>
            <p:grpSpPr>
              <a:xfrm>
                <a:off x="2438400" y="685800"/>
                <a:ext cx="1828800" cy="914400"/>
                <a:chOff x="2438400" y="685800"/>
                <a:chExt cx="1828800" cy="914400"/>
              </a:xfrm>
            </p:grpSpPr>
            <p:cxnSp>
              <p:nvCxnSpPr>
                <p:cNvPr id="5" name="Straight Connector 4">
                  <a:extLst>
                    <a:ext uri="{FF2B5EF4-FFF2-40B4-BE49-F238E27FC236}">
                      <a16:creationId xmlns:a16="http://schemas.microsoft.com/office/drawing/2014/main" id="{011F6AE4-2F74-0B75-0FDD-03AB1D86DDB8}"/>
                    </a:ext>
                  </a:extLst>
                </p:cNvPr>
                <p:cNvCxnSpPr>
                  <a:cxnSpLocks/>
                </p:cNvCxnSpPr>
                <p:nvPr/>
              </p:nvCxnSpPr>
              <p:spPr>
                <a:xfrm>
                  <a:off x="2438400" y="16002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12CABA9-50C6-9DD0-8147-89418C1D14C7}"/>
                    </a:ext>
                  </a:extLst>
                </p:cNvPr>
                <p:cNvCxnSpPr>
                  <a:cxnSpLocks/>
                </p:cNvCxnSpPr>
                <p:nvPr/>
              </p:nvCxnSpPr>
              <p:spPr>
                <a:xfrm>
                  <a:off x="33528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417EAA4-72D1-531B-5210-886019C6B3D9}"/>
                    </a:ext>
                  </a:extLst>
                </p:cNvPr>
                <p:cNvCxnSpPr>
                  <a:cxnSpLocks/>
                </p:cNvCxnSpPr>
                <p:nvPr/>
              </p:nvCxnSpPr>
              <p:spPr>
                <a:xfrm flipH="1">
                  <a:off x="3352800" y="6858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1A8D89B-87F8-DE26-2403-4B46E909EF6B}"/>
                    </a:ext>
                  </a:extLst>
                </p:cNvPr>
                <p:cNvCxnSpPr>
                  <a:cxnSpLocks/>
                </p:cNvCxnSpPr>
                <p:nvPr/>
              </p:nvCxnSpPr>
              <p:spPr>
                <a:xfrm>
                  <a:off x="42672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F8268674-3E53-A788-3921-18016C4504FE}"/>
                  </a:ext>
                </a:extLst>
              </p:cNvPr>
              <p:cNvGrpSpPr/>
              <p:nvPr/>
            </p:nvGrpSpPr>
            <p:grpSpPr>
              <a:xfrm>
                <a:off x="4267200" y="685799"/>
                <a:ext cx="1828800" cy="914400"/>
                <a:chOff x="2438400" y="685800"/>
                <a:chExt cx="1828800" cy="914400"/>
              </a:xfrm>
            </p:grpSpPr>
            <p:cxnSp>
              <p:nvCxnSpPr>
                <p:cNvPr id="21" name="Straight Connector 20">
                  <a:extLst>
                    <a:ext uri="{FF2B5EF4-FFF2-40B4-BE49-F238E27FC236}">
                      <a16:creationId xmlns:a16="http://schemas.microsoft.com/office/drawing/2014/main" id="{EC8B3D7A-C8AF-570C-0ECA-C8CDE6BB7388}"/>
                    </a:ext>
                  </a:extLst>
                </p:cNvPr>
                <p:cNvCxnSpPr>
                  <a:cxnSpLocks/>
                </p:cNvCxnSpPr>
                <p:nvPr/>
              </p:nvCxnSpPr>
              <p:spPr>
                <a:xfrm>
                  <a:off x="2438400" y="16002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86920F7-063D-A7C2-57B8-A557B1AC2420}"/>
                    </a:ext>
                  </a:extLst>
                </p:cNvPr>
                <p:cNvCxnSpPr>
                  <a:cxnSpLocks/>
                </p:cNvCxnSpPr>
                <p:nvPr/>
              </p:nvCxnSpPr>
              <p:spPr>
                <a:xfrm>
                  <a:off x="33528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A0E5EC5-0003-0621-D97B-489E37CBC367}"/>
                    </a:ext>
                  </a:extLst>
                </p:cNvPr>
                <p:cNvCxnSpPr>
                  <a:cxnSpLocks/>
                </p:cNvCxnSpPr>
                <p:nvPr/>
              </p:nvCxnSpPr>
              <p:spPr>
                <a:xfrm flipH="1">
                  <a:off x="3352800" y="6858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DFF65FB-250D-B839-0C2E-2C78F9FDDAFA}"/>
                    </a:ext>
                  </a:extLst>
                </p:cNvPr>
                <p:cNvCxnSpPr>
                  <a:cxnSpLocks/>
                </p:cNvCxnSpPr>
                <p:nvPr/>
              </p:nvCxnSpPr>
              <p:spPr>
                <a:xfrm>
                  <a:off x="42672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C7D8116A-9F84-F15C-241F-AD4837F769E9}"/>
                  </a:ext>
                </a:extLst>
              </p:cNvPr>
              <p:cNvGrpSpPr/>
              <p:nvPr/>
            </p:nvGrpSpPr>
            <p:grpSpPr>
              <a:xfrm>
                <a:off x="6096001" y="685799"/>
                <a:ext cx="1828800" cy="914400"/>
                <a:chOff x="2438400" y="685800"/>
                <a:chExt cx="1828800" cy="914400"/>
              </a:xfrm>
            </p:grpSpPr>
            <p:cxnSp>
              <p:nvCxnSpPr>
                <p:cNvPr id="26" name="Straight Connector 25">
                  <a:extLst>
                    <a:ext uri="{FF2B5EF4-FFF2-40B4-BE49-F238E27FC236}">
                      <a16:creationId xmlns:a16="http://schemas.microsoft.com/office/drawing/2014/main" id="{DA15D44E-320D-66E6-5C6F-DB8B602FD171}"/>
                    </a:ext>
                  </a:extLst>
                </p:cNvPr>
                <p:cNvCxnSpPr>
                  <a:cxnSpLocks/>
                </p:cNvCxnSpPr>
                <p:nvPr/>
              </p:nvCxnSpPr>
              <p:spPr>
                <a:xfrm>
                  <a:off x="2438400" y="16002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91B3F26-6B51-0D07-C24C-85028F1AB900}"/>
                    </a:ext>
                  </a:extLst>
                </p:cNvPr>
                <p:cNvCxnSpPr>
                  <a:cxnSpLocks/>
                </p:cNvCxnSpPr>
                <p:nvPr/>
              </p:nvCxnSpPr>
              <p:spPr>
                <a:xfrm>
                  <a:off x="33528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42B7606-F9FD-67BF-5D03-C5CF2F552D2E}"/>
                    </a:ext>
                  </a:extLst>
                </p:cNvPr>
                <p:cNvCxnSpPr>
                  <a:cxnSpLocks/>
                </p:cNvCxnSpPr>
                <p:nvPr/>
              </p:nvCxnSpPr>
              <p:spPr>
                <a:xfrm flipH="1">
                  <a:off x="3352800" y="6858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150C96C-84A3-AEA7-74CC-4EB36CDBF012}"/>
                    </a:ext>
                  </a:extLst>
                </p:cNvPr>
                <p:cNvCxnSpPr>
                  <a:cxnSpLocks/>
                </p:cNvCxnSpPr>
                <p:nvPr/>
              </p:nvCxnSpPr>
              <p:spPr>
                <a:xfrm>
                  <a:off x="42672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026CFA16-EFF0-4932-FEC8-0D5482BF1596}"/>
                  </a:ext>
                </a:extLst>
              </p:cNvPr>
              <p:cNvGrpSpPr/>
              <p:nvPr/>
            </p:nvGrpSpPr>
            <p:grpSpPr>
              <a:xfrm>
                <a:off x="7928709" y="685798"/>
                <a:ext cx="1828800" cy="914400"/>
                <a:chOff x="2438400" y="685800"/>
                <a:chExt cx="1828800" cy="914400"/>
              </a:xfrm>
            </p:grpSpPr>
            <p:cxnSp>
              <p:nvCxnSpPr>
                <p:cNvPr id="31" name="Straight Connector 30">
                  <a:extLst>
                    <a:ext uri="{FF2B5EF4-FFF2-40B4-BE49-F238E27FC236}">
                      <a16:creationId xmlns:a16="http://schemas.microsoft.com/office/drawing/2014/main" id="{711726F0-7E25-3FA4-BDFF-53F9D7030810}"/>
                    </a:ext>
                  </a:extLst>
                </p:cNvPr>
                <p:cNvCxnSpPr>
                  <a:cxnSpLocks/>
                </p:cNvCxnSpPr>
                <p:nvPr/>
              </p:nvCxnSpPr>
              <p:spPr>
                <a:xfrm>
                  <a:off x="2438400" y="16002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51E0FBD-9F9E-E13A-DB8F-23B7C00A84A2}"/>
                    </a:ext>
                  </a:extLst>
                </p:cNvPr>
                <p:cNvCxnSpPr>
                  <a:cxnSpLocks/>
                </p:cNvCxnSpPr>
                <p:nvPr/>
              </p:nvCxnSpPr>
              <p:spPr>
                <a:xfrm>
                  <a:off x="33528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6785906-7A44-70FA-9DE5-75DE8A1B47BF}"/>
                    </a:ext>
                  </a:extLst>
                </p:cNvPr>
                <p:cNvCxnSpPr>
                  <a:cxnSpLocks/>
                </p:cNvCxnSpPr>
                <p:nvPr/>
              </p:nvCxnSpPr>
              <p:spPr>
                <a:xfrm flipH="1">
                  <a:off x="3352800" y="6858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13D26BC-0D2E-7D06-ACDE-AFFBB081278B}"/>
                    </a:ext>
                  </a:extLst>
                </p:cNvPr>
                <p:cNvCxnSpPr>
                  <a:cxnSpLocks/>
                </p:cNvCxnSpPr>
                <p:nvPr/>
              </p:nvCxnSpPr>
              <p:spPr>
                <a:xfrm>
                  <a:off x="42672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36" name="Group 35">
              <a:extLst>
                <a:ext uri="{FF2B5EF4-FFF2-40B4-BE49-F238E27FC236}">
                  <a16:creationId xmlns:a16="http://schemas.microsoft.com/office/drawing/2014/main" id="{FAF26E2C-DB5C-ECFA-B841-EBF504B53E7D}"/>
                </a:ext>
              </a:extLst>
            </p:cNvPr>
            <p:cNvGrpSpPr/>
            <p:nvPr/>
          </p:nvGrpSpPr>
          <p:grpSpPr>
            <a:xfrm>
              <a:off x="3124611" y="686935"/>
              <a:ext cx="1828800" cy="209062"/>
              <a:chOff x="2438400" y="685798"/>
              <a:chExt cx="7319109" cy="914402"/>
            </a:xfrm>
          </p:grpSpPr>
          <p:grpSp>
            <p:nvGrpSpPr>
              <p:cNvPr id="37" name="Group 36">
                <a:extLst>
                  <a:ext uri="{FF2B5EF4-FFF2-40B4-BE49-F238E27FC236}">
                    <a16:creationId xmlns:a16="http://schemas.microsoft.com/office/drawing/2014/main" id="{2FDEBE63-2920-4170-2117-66BC036D72EA}"/>
                  </a:ext>
                </a:extLst>
              </p:cNvPr>
              <p:cNvGrpSpPr/>
              <p:nvPr/>
            </p:nvGrpSpPr>
            <p:grpSpPr>
              <a:xfrm>
                <a:off x="2438400" y="685800"/>
                <a:ext cx="1828800" cy="914400"/>
                <a:chOff x="2438400" y="685800"/>
                <a:chExt cx="1828800" cy="914400"/>
              </a:xfrm>
            </p:grpSpPr>
            <p:cxnSp>
              <p:nvCxnSpPr>
                <p:cNvPr id="53" name="Straight Connector 52">
                  <a:extLst>
                    <a:ext uri="{FF2B5EF4-FFF2-40B4-BE49-F238E27FC236}">
                      <a16:creationId xmlns:a16="http://schemas.microsoft.com/office/drawing/2014/main" id="{77B4B241-B8A6-59A7-B0EE-7BA2EDCDDD48}"/>
                    </a:ext>
                  </a:extLst>
                </p:cNvPr>
                <p:cNvCxnSpPr>
                  <a:cxnSpLocks/>
                </p:cNvCxnSpPr>
                <p:nvPr/>
              </p:nvCxnSpPr>
              <p:spPr>
                <a:xfrm>
                  <a:off x="2438400" y="16002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61EA89E8-5E6B-B45C-F25C-941593DB2544}"/>
                    </a:ext>
                  </a:extLst>
                </p:cNvPr>
                <p:cNvCxnSpPr>
                  <a:cxnSpLocks/>
                </p:cNvCxnSpPr>
                <p:nvPr/>
              </p:nvCxnSpPr>
              <p:spPr>
                <a:xfrm>
                  <a:off x="33528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5294F8F-70E3-5371-209A-4FAAE9BDF8F2}"/>
                    </a:ext>
                  </a:extLst>
                </p:cNvPr>
                <p:cNvCxnSpPr>
                  <a:cxnSpLocks/>
                </p:cNvCxnSpPr>
                <p:nvPr/>
              </p:nvCxnSpPr>
              <p:spPr>
                <a:xfrm flipH="1">
                  <a:off x="3352800" y="6858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5454386-EF83-57D5-6B4B-06BA56966312}"/>
                    </a:ext>
                  </a:extLst>
                </p:cNvPr>
                <p:cNvCxnSpPr>
                  <a:cxnSpLocks/>
                </p:cNvCxnSpPr>
                <p:nvPr/>
              </p:nvCxnSpPr>
              <p:spPr>
                <a:xfrm>
                  <a:off x="42672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92D6EEAA-666D-4941-CC6B-BB8C1CD79C06}"/>
                  </a:ext>
                </a:extLst>
              </p:cNvPr>
              <p:cNvGrpSpPr/>
              <p:nvPr/>
            </p:nvGrpSpPr>
            <p:grpSpPr>
              <a:xfrm>
                <a:off x="4267200" y="685799"/>
                <a:ext cx="1828800" cy="914400"/>
                <a:chOff x="2438400" y="685800"/>
                <a:chExt cx="1828800" cy="914400"/>
              </a:xfrm>
            </p:grpSpPr>
            <p:cxnSp>
              <p:nvCxnSpPr>
                <p:cNvPr id="49" name="Straight Connector 48">
                  <a:extLst>
                    <a:ext uri="{FF2B5EF4-FFF2-40B4-BE49-F238E27FC236}">
                      <a16:creationId xmlns:a16="http://schemas.microsoft.com/office/drawing/2014/main" id="{7D2D4AC1-32B8-C39E-7FBC-3B8ACCAD253F}"/>
                    </a:ext>
                  </a:extLst>
                </p:cNvPr>
                <p:cNvCxnSpPr>
                  <a:cxnSpLocks/>
                </p:cNvCxnSpPr>
                <p:nvPr/>
              </p:nvCxnSpPr>
              <p:spPr>
                <a:xfrm>
                  <a:off x="2438400" y="16002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030A667-643C-2934-C53C-8F738E3D9F9E}"/>
                    </a:ext>
                  </a:extLst>
                </p:cNvPr>
                <p:cNvCxnSpPr>
                  <a:cxnSpLocks/>
                </p:cNvCxnSpPr>
                <p:nvPr/>
              </p:nvCxnSpPr>
              <p:spPr>
                <a:xfrm>
                  <a:off x="33528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97C6D068-DDC2-BE16-069C-6339DF304040}"/>
                    </a:ext>
                  </a:extLst>
                </p:cNvPr>
                <p:cNvCxnSpPr>
                  <a:cxnSpLocks/>
                </p:cNvCxnSpPr>
                <p:nvPr/>
              </p:nvCxnSpPr>
              <p:spPr>
                <a:xfrm flipH="1">
                  <a:off x="3352800" y="6858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B6D7E70-4637-5B59-A33B-A7DCB9CA4FBA}"/>
                    </a:ext>
                  </a:extLst>
                </p:cNvPr>
                <p:cNvCxnSpPr>
                  <a:cxnSpLocks/>
                </p:cNvCxnSpPr>
                <p:nvPr/>
              </p:nvCxnSpPr>
              <p:spPr>
                <a:xfrm>
                  <a:off x="42672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9" name="Group 38">
                <a:extLst>
                  <a:ext uri="{FF2B5EF4-FFF2-40B4-BE49-F238E27FC236}">
                    <a16:creationId xmlns:a16="http://schemas.microsoft.com/office/drawing/2014/main" id="{F4851431-0A41-0481-D6EF-79CA866C71BA}"/>
                  </a:ext>
                </a:extLst>
              </p:cNvPr>
              <p:cNvGrpSpPr/>
              <p:nvPr/>
            </p:nvGrpSpPr>
            <p:grpSpPr>
              <a:xfrm>
                <a:off x="6096001" y="685799"/>
                <a:ext cx="1828800" cy="914400"/>
                <a:chOff x="2438400" y="685800"/>
                <a:chExt cx="1828800" cy="914400"/>
              </a:xfrm>
            </p:grpSpPr>
            <p:cxnSp>
              <p:nvCxnSpPr>
                <p:cNvPr id="45" name="Straight Connector 44">
                  <a:extLst>
                    <a:ext uri="{FF2B5EF4-FFF2-40B4-BE49-F238E27FC236}">
                      <a16:creationId xmlns:a16="http://schemas.microsoft.com/office/drawing/2014/main" id="{5B29C130-EE97-2E19-277E-727ED9A8FE17}"/>
                    </a:ext>
                  </a:extLst>
                </p:cNvPr>
                <p:cNvCxnSpPr>
                  <a:cxnSpLocks/>
                </p:cNvCxnSpPr>
                <p:nvPr/>
              </p:nvCxnSpPr>
              <p:spPr>
                <a:xfrm>
                  <a:off x="2438400" y="16002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DF1C2BDB-C5BA-EDD8-6F20-0AC9AA98D4D8}"/>
                    </a:ext>
                  </a:extLst>
                </p:cNvPr>
                <p:cNvCxnSpPr>
                  <a:cxnSpLocks/>
                </p:cNvCxnSpPr>
                <p:nvPr/>
              </p:nvCxnSpPr>
              <p:spPr>
                <a:xfrm>
                  <a:off x="33528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9896F6AF-949C-5066-2A5C-13CACFFF0B3E}"/>
                    </a:ext>
                  </a:extLst>
                </p:cNvPr>
                <p:cNvCxnSpPr>
                  <a:cxnSpLocks/>
                </p:cNvCxnSpPr>
                <p:nvPr/>
              </p:nvCxnSpPr>
              <p:spPr>
                <a:xfrm flipH="1">
                  <a:off x="3352800" y="6858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29E5F99-6DF7-F3CE-B33D-6D88BA94B142}"/>
                    </a:ext>
                  </a:extLst>
                </p:cNvPr>
                <p:cNvCxnSpPr>
                  <a:cxnSpLocks/>
                </p:cNvCxnSpPr>
                <p:nvPr/>
              </p:nvCxnSpPr>
              <p:spPr>
                <a:xfrm>
                  <a:off x="42672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2E1C7D06-50DA-5066-441D-E7CD9D62C196}"/>
                  </a:ext>
                </a:extLst>
              </p:cNvPr>
              <p:cNvGrpSpPr/>
              <p:nvPr/>
            </p:nvGrpSpPr>
            <p:grpSpPr>
              <a:xfrm>
                <a:off x="7928709" y="685798"/>
                <a:ext cx="1828800" cy="914400"/>
                <a:chOff x="2438400" y="685800"/>
                <a:chExt cx="1828800" cy="914400"/>
              </a:xfrm>
            </p:grpSpPr>
            <p:cxnSp>
              <p:nvCxnSpPr>
                <p:cNvPr id="41" name="Straight Connector 40">
                  <a:extLst>
                    <a:ext uri="{FF2B5EF4-FFF2-40B4-BE49-F238E27FC236}">
                      <a16:creationId xmlns:a16="http://schemas.microsoft.com/office/drawing/2014/main" id="{3C61EDB2-3239-2DA3-7094-9E4203060394}"/>
                    </a:ext>
                  </a:extLst>
                </p:cNvPr>
                <p:cNvCxnSpPr>
                  <a:cxnSpLocks/>
                </p:cNvCxnSpPr>
                <p:nvPr/>
              </p:nvCxnSpPr>
              <p:spPr>
                <a:xfrm>
                  <a:off x="2438400" y="16002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3334EBA7-1EF8-9376-90AA-A52754125A1B}"/>
                    </a:ext>
                  </a:extLst>
                </p:cNvPr>
                <p:cNvCxnSpPr>
                  <a:cxnSpLocks/>
                </p:cNvCxnSpPr>
                <p:nvPr/>
              </p:nvCxnSpPr>
              <p:spPr>
                <a:xfrm>
                  <a:off x="33528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E83EB99-FE3F-FEA3-500B-D7E077B64E52}"/>
                    </a:ext>
                  </a:extLst>
                </p:cNvPr>
                <p:cNvCxnSpPr>
                  <a:cxnSpLocks/>
                </p:cNvCxnSpPr>
                <p:nvPr/>
              </p:nvCxnSpPr>
              <p:spPr>
                <a:xfrm flipH="1">
                  <a:off x="3352800" y="6858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949B4728-DAA9-8AC6-2E92-B02D0B7F80FD}"/>
                    </a:ext>
                  </a:extLst>
                </p:cNvPr>
                <p:cNvCxnSpPr>
                  <a:cxnSpLocks/>
                </p:cNvCxnSpPr>
                <p:nvPr/>
              </p:nvCxnSpPr>
              <p:spPr>
                <a:xfrm>
                  <a:off x="42672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57" name="Group 56">
              <a:extLst>
                <a:ext uri="{FF2B5EF4-FFF2-40B4-BE49-F238E27FC236}">
                  <a16:creationId xmlns:a16="http://schemas.microsoft.com/office/drawing/2014/main" id="{8DF672E7-2B9F-6F82-F024-2906FA6959EA}"/>
                </a:ext>
              </a:extLst>
            </p:cNvPr>
            <p:cNvGrpSpPr/>
            <p:nvPr/>
          </p:nvGrpSpPr>
          <p:grpSpPr>
            <a:xfrm>
              <a:off x="4953319" y="687754"/>
              <a:ext cx="1828800" cy="209062"/>
              <a:chOff x="2438400" y="685798"/>
              <a:chExt cx="7319109" cy="914402"/>
            </a:xfrm>
          </p:grpSpPr>
          <p:grpSp>
            <p:nvGrpSpPr>
              <p:cNvPr id="58" name="Group 57">
                <a:extLst>
                  <a:ext uri="{FF2B5EF4-FFF2-40B4-BE49-F238E27FC236}">
                    <a16:creationId xmlns:a16="http://schemas.microsoft.com/office/drawing/2014/main" id="{217BC2FC-7D23-26B3-7530-972FC6C11D83}"/>
                  </a:ext>
                </a:extLst>
              </p:cNvPr>
              <p:cNvGrpSpPr/>
              <p:nvPr/>
            </p:nvGrpSpPr>
            <p:grpSpPr>
              <a:xfrm>
                <a:off x="2438400" y="685800"/>
                <a:ext cx="1828800" cy="914400"/>
                <a:chOff x="2438400" y="685800"/>
                <a:chExt cx="1828800" cy="914400"/>
              </a:xfrm>
            </p:grpSpPr>
            <p:cxnSp>
              <p:nvCxnSpPr>
                <p:cNvPr id="74" name="Straight Connector 73">
                  <a:extLst>
                    <a:ext uri="{FF2B5EF4-FFF2-40B4-BE49-F238E27FC236}">
                      <a16:creationId xmlns:a16="http://schemas.microsoft.com/office/drawing/2014/main" id="{E0069C3B-72EE-1B80-B307-EFE19A727E5E}"/>
                    </a:ext>
                  </a:extLst>
                </p:cNvPr>
                <p:cNvCxnSpPr>
                  <a:cxnSpLocks/>
                </p:cNvCxnSpPr>
                <p:nvPr/>
              </p:nvCxnSpPr>
              <p:spPr>
                <a:xfrm>
                  <a:off x="2438400" y="16002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C2A17C98-9380-EC7C-2B49-B3AFE65F8EBB}"/>
                    </a:ext>
                  </a:extLst>
                </p:cNvPr>
                <p:cNvCxnSpPr>
                  <a:cxnSpLocks/>
                </p:cNvCxnSpPr>
                <p:nvPr/>
              </p:nvCxnSpPr>
              <p:spPr>
                <a:xfrm>
                  <a:off x="33528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8916281-93B0-51FD-E04E-907BBB07B9A0}"/>
                    </a:ext>
                  </a:extLst>
                </p:cNvPr>
                <p:cNvCxnSpPr>
                  <a:cxnSpLocks/>
                </p:cNvCxnSpPr>
                <p:nvPr/>
              </p:nvCxnSpPr>
              <p:spPr>
                <a:xfrm flipH="1">
                  <a:off x="3352800" y="6858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E4392524-7ACB-E4BE-8051-AE40647F802D}"/>
                    </a:ext>
                  </a:extLst>
                </p:cNvPr>
                <p:cNvCxnSpPr>
                  <a:cxnSpLocks/>
                </p:cNvCxnSpPr>
                <p:nvPr/>
              </p:nvCxnSpPr>
              <p:spPr>
                <a:xfrm>
                  <a:off x="42672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AC6C1B7D-7E20-4F2F-F160-60CF024943B5}"/>
                  </a:ext>
                </a:extLst>
              </p:cNvPr>
              <p:cNvGrpSpPr/>
              <p:nvPr/>
            </p:nvGrpSpPr>
            <p:grpSpPr>
              <a:xfrm>
                <a:off x="4267200" y="685799"/>
                <a:ext cx="1828800" cy="914400"/>
                <a:chOff x="2438400" y="685800"/>
                <a:chExt cx="1828800" cy="914400"/>
              </a:xfrm>
            </p:grpSpPr>
            <p:cxnSp>
              <p:nvCxnSpPr>
                <p:cNvPr id="70" name="Straight Connector 69">
                  <a:extLst>
                    <a:ext uri="{FF2B5EF4-FFF2-40B4-BE49-F238E27FC236}">
                      <a16:creationId xmlns:a16="http://schemas.microsoft.com/office/drawing/2014/main" id="{D936C810-09AD-8BD3-66F0-E75D31AD370B}"/>
                    </a:ext>
                  </a:extLst>
                </p:cNvPr>
                <p:cNvCxnSpPr>
                  <a:cxnSpLocks/>
                </p:cNvCxnSpPr>
                <p:nvPr/>
              </p:nvCxnSpPr>
              <p:spPr>
                <a:xfrm>
                  <a:off x="2438400" y="16002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C6CCC22-E470-F401-8D6A-3F9B01D80901}"/>
                    </a:ext>
                  </a:extLst>
                </p:cNvPr>
                <p:cNvCxnSpPr>
                  <a:cxnSpLocks/>
                </p:cNvCxnSpPr>
                <p:nvPr/>
              </p:nvCxnSpPr>
              <p:spPr>
                <a:xfrm>
                  <a:off x="33528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63F28E3-6CE5-8BB2-520E-FCCDF97240F8}"/>
                    </a:ext>
                  </a:extLst>
                </p:cNvPr>
                <p:cNvCxnSpPr>
                  <a:cxnSpLocks/>
                </p:cNvCxnSpPr>
                <p:nvPr/>
              </p:nvCxnSpPr>
              <p:spPr>
                <a:xfrm flipH="1">
                  <a:off x="3352800" y="6858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F438B9C5-E956-802E-1388-01300CC40A9C}"/>
                    </a:ext>
                  </a:extLst>
                </p:cNvPr>
                <p:cNvCxnSpPr>
                  <a:cxnSpLocks/>
                </p:cNvCxnSpPr>
                <p:nvPr/>
              </p:nvCxnSpPr>
              <p:spPr>
                <a:xfrm>
                  <a:off x="42672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60" name="Group 59">
                <a:extLst>
                  <a:ext uri="{FF2B5EF4-FFF2-40B4-BE49-F238E27FC236}">
                    <a16:creationId xmlns:a16="http://schemas.microsoft.com/office/drawing/2014/main" id="{F4943472-1418-CFF6-4BB3-B56B83989131}"/>
                  </a:ext>
                </a:extLst>
              </p:cNvPr>
              <p:cNvGrpSpPr/>
              <p:nvPr/>
            </p:nvGrpSpPr>
            <p:grpSpPr>
              <a:xfrm>
                <a:off x="6096001" y="685799"/>
                <a:ext cx="1828800" cy="914400"/>
                <a:chOff x="2438400" y="685800"/>
                <a:chExt cx="1828800" cy="914400"/>
              </a:xfrm>
            </p:grpSpPr>
            <p:cxnSp>
              <p:nvCxnSpPr>
                <p:cNvPr id="66" name="Straight Connector 65">
                  <a:extLst>
                    <a:ext uri="{FF2B5EF4-FFF2-40B4-BE49-F238E27FC236}">
                      <a16:creationId xmlns:a16="http://schemas.microsoft.com/office/drawing/2014/main" id="{F0B6B0BE-6E49-BBE4-2AE3-E6768939F630}"/>
                    </a:ext>
                  </a:extLst>
                </p:cNvPr>
                <p:cNvCxnSpPr>
                  <a:cxnSpLocks/>
                </p:cNvCxnSpPr>
                <p:nvPr/>
              </p:nvCxnSpPr>
              <p:spPr>
                <a:xfrm>
                  <a:off x="2438400" y="16002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9FBFB303-FC5D-1229-A0D6-A831E2F515C4}"/>
                    </a:ext>
                  </a:extLst>
                </p:cNvPr>
                <p:cNvCxnSpPr>
                  <a:cxnSpLocks/>
                </p:cNvCxnSpPr>
                <p:nvPr/>
              </p:nvCxnSpPr>
              <p:spPr>
                <a:xfrm>
                  <a:off x="33528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22A33CFE-7F59-F78C-2354-03B3AEF05A06}"/>
                    </a:ext>
                  </a:extLst>
                </p:cNvPr>
                <p:cNvCxnSpPr>
                  <a:cxnSpLocks/>
                </p:cNvCxnSpPr>
                <p:nvPr/>
              </p:nvCxnSpPr>
              <p:spPr>
                <a:xfrm flipH="1">
                  <a:off x="3352800" y="6858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17EF82E9-D1D1-84D5-CD75-2585CD9D2D87}"/>
                    </a:ext>
                  </a:extLst>
                </p:cNvPr>
                <p:cNvCxnSpPr>
                  <a:cxnSpLocks/>
                </p:cNvCxnSpPr>
                <p:nvPr/>
              </p:nvCxnSpPr>
              <p:spPr>
                <a:xfrm>
                  <a:off x="42672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61" name="Group 60">
                <a:extLst>
                  <a:ext uri="{FF2B5EF4-FFF2-40B4-BE49-F238E27FC236}">
                    <a16:creationId xmlns:a16="http://schemas.microsoft.com/office/drawing/2014/main" id="{C8539D39-62B0-E88C-C539-6D64AF86E5B8}"/>
                  </a:ext>
                </a:extLst>
              </p:cNvPr>
              <p:cNvGrpSpPr/>
              <p:nvPr/>
            </p:nvGrpSpPr>
            <p:grpSpPr>
              <a:xfrm>
                <a:off x="7928709" y="685798"/>
                <a:ext cx="1828800" cy="914400"/>
                <a:chOff x="2438400" y="685800"/>
                <a:chExt cx="1828800" cy="914400"/>
              </a:xfrm>
            </p:grpSpPr>
            <p:cxnSp>
              <p:nvCxnSpPr>
                <p:cNvPr id="62" name="Straight Connector 61">
                  <a:extLst>
                    <a:ext uri="{FF2B5EF4-FFF2-40B4-BE49-F238E27FC236}">
                      <a16:creationId xmlns:a16="http://schemas.microsoft.com/office/drawing/2014/main" id="{9D07EB3D-9ED6-CF78-CAD1-1B682547C236}"/>
                    </a:ext>
                  </a:extLst>
                </p:cNvPr>
                <p:cNvCxnSpPr>
                  <a:cxnSpLocks/>
                </p:cNvCxnSpPr>
                <p:nvPr/>
              </p:nvCxnSpPr>
              <p:spPr>
                <a:xfrm>
                  <a:off x="2438400" y="16002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F136EF2-BA4D-A2F3-7954-0C155CB7705A}"/>
                    </a:ext>
                  </a:extLst>
                </p:cNvPr>
                <p:cNvCxnSpPr>
                  <a:cxnSpLocks/>
                </p:cNvCxnSpPr>
                <p:nvPr/>
              </p:nvCxnSpPr>
              <p:spPr>
                <a:xfrm>
                  <a:off x="33528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ACD851A-60B9-406E-12A4-420B4742ACF1}"/>
                    </a:ext>
                  </a:extLst>
                </p:cNvPr>
                <p:cNvCxnSpPr>
                  <a:cxnSpLocks/>
                </p:cNvCxnSpPr>
                <p:nvPr/>
              </p:nvCxnSpPr>
              <p:spPr>
                <a:xfrm flipH="1">
                  <a:off x="3352800" y="6858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9D5BAC5-87BC-3D70-4387-08E706B211EF}"/>
                    </a:ext>
                  </a:extLst>
                </p:cNvPr>
                <p:cNvCxnSpPr>
                  <a:cxnSpLocks/>
                </p:cNvCxnSpPr>
                <p:nvPr/>
              </p:nvCxnSpPr>
              <p:spPr>
                <a:xfrm>
                  <a:off x="42672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78" name="Group 77">
              <a:extLst>
                <a:ext uri="{FF2B5EF4-FFF2-40B4-BE49-F238E27FC236}">
                  <a16:creationId xmlns:a16="http://schemas.microsoft.com/office/drawing/2014/main" id="{48763697-B46F-7748-B865-BEACF0C6EDAD}"/>
                </a:ext>
              </a:extLst>
            </p:cNvPr>
            <p:cNvGrpSpPr/>
            <p:nvPr/>
          </p:nvGrpSpPr>
          <p:grpSpPr>
            <a:xfrm>
              <a:off x="6785104" y="689034"/>
              <a:ext cx="1828800" cy="209062"/>
              <a:chOff x="2438400" y="685798"/>
              <a:chExt cx="7319109" cy="914402"/>
            </a:xfrm>
          </p:grpSpPr>
          <p:grpSp>
            <p:nvGrpSpPr>
              <p:cNvPr id="79" name="Group 78">
                <a:extLst>
                  <a:ext uri="{FF2B5EF4-FFF2-40B4-BE49-F238E27FC236}">
                    <a16:creationId xmlns:a16="http://schemas.microsoft.com/office/drawing/2014/main" id="{CACAE0A7-ABE5-DFD4-E34C-A1E8E881D53C}"/>
                  </a:ext>
                </a:extLst>
              </p:cNvPr>
              <p:cNvGrpSpPr/>
              <p:nvPr/>
            </p:nvGrpSpPr>
            <p:grpSpPr>
              <a:xfrm>
                <a:off x="2438400" y="685800"/>
                <a:ext cx="1828800" cy="914400"/>
                <a:chOff x="2438400" y="685800"/>
                <a:chExt cx="1828800" cy="914400"/>
              </a:xfrm>
            </p:grpSpPr>
            <p:cxnSp>
              <p:nvCxnSpPr>
                <p:cNvPr id="95" name="Straight Connector 94">
                  <a:extLst>
                    <a:ext uri="{FF2B5EF4-FFF2-40B4-BE49-F238E27FC236}">
                      <a16:creationId xmlns:a16="http://schemas.microsoft.com/office/drawing/2014/main" id="{ADE60489-778A-B614-D702-ECD3C57DB207}"/>
                    </a:ext>
                  </a:extLst>
                </p:cNvPr>
                <p:cNvCxnSpPr>
                  <a:cxnSpLocks/>
                </p:cNvCxnSpPr>
                <p:nvPr/>
              </p:nvCxnSpPr>
              <p:spPr>
                <a:xfrm>
                  <a:off x="2438400" y="16002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78CE9ADB-D3F2-C90E-3C7A-3163349FF211}"/>
                    </a:ext>
                  </a:extLst>
                </p:cNvPr>
                <p:cNvCxnSpPr>
                  <a:cxnSpLocks/>
                </p:cNvCxnSpPr>
                <p:nvPr/>
              </p:nvCxnSpPr>
              <p:spPr>
                <a:xfrm>
                  <a:off x="33528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6FF06C79-A2BE-56AF-85C5-E8328482A211}"/>
                    </a:ext>
                  </a:extLst>
                </p:cNvPr>
                <p:cNvCxnSpPr>
                  <a:cxnSpLocks/>
                </p:cNvCxnSpPr>
                <p:nvPr/>
              </p:nvCxnSpPr>
              <p:spPr>
                <a:xfrm flipH="1">
                  <a:off x="3352800" y="6858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A85814A9-E124-1FD2-3F32-054A0C0D3807}"/>
                    </a:ext>
                  </a:extLst>
                </p:cNvPr>
                <p:cNvCxnSpPr>
                  <a:cxnSpLocks/>
                </p:cNvCxnSpPr>
                <p:nvPr/>
              </p:nvCxnSpPr>
              <p:spPr>
                <a:xfrm>
                  <a:off x="42672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80" name="Group 79">
                <a:extLst>
                  <a:ext uri="{FF2B5EF4-FFF2-40B4-BE49-F238E27FC236}">
                    <a16:creationId xmlns:a16="http://schemas.microsoft.com/office/drawing/2014/main" id="{C2333747-59AB-9818-8048-92836E003B4A}"/>
                  </a:ext>
                </a:extLst>
              </p:cNvPr>
              <p:cNvGrpSpPr/>
              <p:nvPr/>
            </p:nvGrpSpPr>
            <p:grpSpPr>
              <a:xfrm>
                <a:off x="4267200" y="685799"/>
                <a:ext cx="1828800" cy="914400"/>
                <a:chOff x="2438400" y="685800"/>
                <a:chExt cx="1828800" cy="914400"/>
              </a:xfrm>
            </p:grpSpPr>
            <p:cxnSp>
              <p:nvCxnSpPr>
                <p:cNvPr id="91" name="Straight Connector 90">
                  <a:extLst>
                    <a:ext uri="{FF2B5EF4-FFF2-40B4-BE49-F238E27FC236}">
                      <a16:creationId xmlns:a16="http://schemas.microsoft.com/office/drawing/2014/main" id="{B9BCD4C3-A27B-DB09-B34C-9BDA1E31C952}"/>
                    </a:ext>
                  </a:extLst>
                </p:cNvPr>
                <p:cNvCxnSpPr>
                  <a:cxnSpLocks/>
                </p:cNvCxnSpPr>
                <p:nvPr/>
              </p:nvCxnSpPr>
              <p:spPr>
                <a:xfrm>
                  <a:off x="2438400" y="16002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BA1476F9-8BB2-A364-A17A-EAA99F32D688}"/>
                    </a:ext>
                  </a:extLst>
                </p:cNvPr>
                <p:cNvCxnSpPr>
                  <a:cxnSpLocks/>
                </p:cNvCxnSpPr>
                <p:nvPr/>
              </p:nvCxnSpPr>
              <p:spPr>
                <a:xfrm>
                  <a:off x="33528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7DA36A11-D19B-7222-51FE-F2C421765A71}"/>
                    </a:ext>
                  </a:extLst>
                </p:cNvPr>
                <p:cNvCxnSpPr>
                  <a:cxnSpLocks/>
                </p:cNvCxnSpPr>
                <p:nvPr/>
              </p:nvCxnSpPr>
              <p:spPr>
                <a:xfrm flipH="1">
                  <a:off x="3352800" y="6858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2515C285-176E-B023-F631-AB68625B28EB}"/>
                    </a:ext>
                  </a:extLst>
                </p:cNvPr>
                <p:cNvCxnSpPr>
                  <a:cxnSpLocks/>
                </p:cNvCxnSpPr>
                <p:nvPr/>
              </p:nvCxnSpPr>
              <p:spPr>
                <a:xfrm>
                  <a:off x="42672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81" name="Group 80">
                <a:extLst>
                  <a:ext uri="{FF2B5EF4-FFF2-40B4-BE49-F238E27FC236}">
                    <a16:creationId xmlns:a16="http://schemas.microsoft.com/office/drawing/2014/main" id="{0EAE225E-FBB8-3209-9C4B-87D10D08CB3B}"/>
                  </a:ext>
                </a:extLst>
              </p:cNvPr>
              <p:cNvGrpSpPr/>
              <p:nvPr/>
            </p:nvGrpSpPr>
            <p:grpSpPr>
              <a:xfrm>
                <a:off x="6096001" y="685799"/>
                <a:ext cx="1828800" cy="914400"/>
                <a:chOff x="2438400" y="685800"/>
                <a:chExt cx="1828800" cy="914400"/>
              </a:xfrm>
            </p:grpSpPr>
            <p:cxnSp>
              <p:nvCxnSpPr>
                <p:cNvPr id="87" name="Straight Connector 86">
                  <a:extLst>
                    <a:ext uri="{FF2B5EF4-FFF2-40B4-BE49-F238E27FC236}">
                      <a16:creationId xmlns:a16="http://schemas.microsoft.com/office/drawing/2014/main" id="{CF02CAC0-F5F4-4577-6A26-D680DEA2FE28}"/>
                    </a:ext>
                  </a:extLst>
                </p:cNvPr>
                <p:cNvCxnSpPr>
                  <a:cxnSpLocks/>
                </p:cNvCxnSpPr>
                <p:nvPr/>
              </p:nvCxnSpPr>
              <p:spPr>
                <a:xfrm>
                  <a:off x="2438400" y="16002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EA61D503-DB93-A67D-834C-7A556A68D53B}"/>
                    </a:ext>
                  </a:extLst>
                </p:cNvPr>
                <p:cNvCxnSpPr>
                  <a:cxnSpLocks/>
                </p:cNvCxnSpPr>
                <p:nvPr/>
              </p:nvCxnSpPr>
              <p:spPr>
                <a:xfrm>
                  <a:off x="33528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E9F7247B-48B6-3B89-014B-27FEB882DA97}"/>
                    </a:ext>
                  </a:extLst>
                </p:cNvPr>
                <p:cNvCxnSpPr>
                  <a:cxnSpLocks/>
                </p:cNvCxnSpPr>
                <p:nvPr/>
              </p:nvCxnSpPr>
              <p:spPr>
                <a:xfrm flipH="1">
                  <a:off x="3352800" y="6858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D87E2656-DAE7-50FA-43D8-B0AD780A416C}"/>
                    </a:ext>
                  </a:extLst>
                </p:cNvPr>
                <p:cNvCxnSpPr>
                  <a:cxnSpLocks/>
                </p:cNvCxnSpPr>
                <p:nvPr/>
              </p:nvCxnSpPr>
              <p:spPr>
                <a:xfrm>
                  <a:off x="42672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82" name="Group 81">
                <a:extLst>
                  <a:ext uri="{FF2B5EF4-FFF2-40B4-BE49-F238E27FC236}">
                    <a16:creationId xmlns:a16="http://schemas.microsoft.com/office/drawing/2014/main" id="{6D6D994D-125B-773E-8ECB-2B5BA838EE58}"/>
                  </a:ext>
                </a:extLst>
              </p:cNvPr>
              <p:cNvGrpSpPr/>
              <p:nvPr/>
            </p:nvGrpSpPr>
            <p:grpSpPr>
              <a:xfrm>
                <a:off x="7928709" y="685798"/>
                <a:ext cx="1828800" cy="914400"/>
                <a:chOff x="2438400" y="685800"/>
                <a:chExt cx="1828800" cy="914400"/>
              </a:xfrm>
            </p:grpSpPr>
            <p:cxnSp>
              <p:nvCxnSpPr>
                <p:cNvPr id="83" name="Straight Connector 82">
                  <a:extLst>
                    <a:ext uri="{FF2B5EF4-FFF2-40B4-BE49-F238E27FC236}">
                      <a16:creationId xmlns:a16="http://schemas.microsoft.com/office/drawing/2014/main" id="{3E81C11D-7215-E972-CFB0-3B19C5BF1B4C}"/>
                    </a:ext>
                  </a:extLst>
                </p:cNvPr>
                <p:cNvCxnSpPr>
                  <a:cxnSpLocks/>
                </p:cNvCxnSpPr>
                <p:nvPr/>
              </p:nvCxnSpPr>
              <p:spPr>
                <a:xfrm>
                  <a:off x="2438400" y="16002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C8655AC-0265-9EC1-A20D-336E0570E243}"/>
                    </a:ext>
                  </a:extLst>
                </p:cNvPr>
                <p:cNvCxnSpPr>
                  <a:cxnSpLocks/>
                </p:cNvCxnSpPr>
                <p:nvPr/>
              </p:nvCxnSpPr>
              <p:spPr>
                <a:xfrm>
                  <a:off x="33528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91D0DADA-DBFC-EE59-ABAD-E946AD3EFE01}"/>
                    </a:ext>
                  </a:extLst>
                </p:cNvPr>
                <p:cNvCxnSpPr>
                  <a:cxnSpLocks/>
                </p:cNvCxnSpPr>
                <p:nvPr/>
              </p:nvCxnSpPr>
              <p:spPr>
                <a:xfrm flipH="1">
                  <a:off x="3352800" y="6858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2159728B-1ADD-C45D-9011-E4F22ACF5A3A}"/>
                    </a:ext>
                  </a:extLst>
                </p:cNvPr>
                <p:cNvCxnSpPr>
                  <a:cxnSpLocks/>
                </p:cNvCxnSpPr>
                <p:nvPr/>
              </p:nvCxnSpPr>
              <p:spPr>
                <a:xfrm>
                  <a:off x="42672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99" name="Group 98">
              <a:extLst>
                <a:ext uri="{FF2B5EF4-FFF2-40B4-BE49-F238E27FC236}">
                  <a16:creationId xmlns:a16="http://schemas.microsoft.com/office/drawing/2014/main" id="{F7D20F09-5C49-A806-8ABE-3B9DF0C48E80}"/>
                </a:ext>
              </a:extLst>
            </p:cNvPr>
            <p:cNvGrpSpPr/>
            <p:nvPr/>
          </p:nvGrpSpPr>
          <p:grpSpPr>
            <a:xfrm>
              <a:off x="8612486" y="687754"/>
              <a:ext cx="1828800" cy="209062"/>
              <a:chOff x="2438400" y="685798"/>
              <a:chExt cx="7319109" cy="914402"/>
            </a:xfrm>
          </p:grpSpPr>
          <p:grpSp>
            <p:nvGrpSpPr>
              <p:cNvPr id="100" name="Group 99">
                <a:extLst>
                  <a:ext uri="{FF2B5EF4-FFF2-40B4-BE49-F238E27FC236}">
                    <a16:creationId xmlns:a16="http://schemas.microsoft.com/office/drawing/2014/main" id="{62808B0F-3D53-2076-A2F4-1EE628555506}"/>
                  </a:ext>
                </a:extLst>
              </p:cNvPr>
              <p:cNvGrpSpPr/>
              <p:nvPr/>
            </p:nvGrpSpPr>
            <p:grpSpPr>
              <a:xfrm>
                <a:off x="2438400" y="685800"/>
                <a:ext cx="1828800" cy="914400"/>
                <a:chOff x="2438400" y="685800"/>
                <a:chExt cx="1828800" cy="914400"/>
              </a:xfrm>
            </p:grpSpPr>
            <p:cxnSp>
              <p:nvCxnSpPr>
                <p:cNvPr id="116" name="Straight Connector 115">
                  <a:extLst>
                    <a:ext uri="{FF2B5EF4-FFF2-40B4-BE49-F238E27FC236}">
                      <a16:creationId xmlns:a16="http://schemas.microsoft.com/office/drawing/2014/main" id="{12D8FD44-84C4-09EC-C215-B6BEE9531C58}"/>
                    </a:ext>
                  </a:extLst>
                </p:cNvPr>
                <p:cNvCxnSpPr>
                  <a:cxnSpLocks/>
                </p:cNvCxnSpPr>
                <p:nvPr/>
              </p:nvCxnSpPr>
              <p:spPr>
                <a:xfrm>
                  <a:off x="2438400" y="16002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F18106F8-4867-7DA6-2AD7-E9292033115D}"/>
                    </a:ext>
                  </a:extLst>
                </p:cNvPr>
                <p:cNvCxnSpPr>
                  <a:cxnSpLocks/>
                </p:cNvCxnSpPr>
                <p:nvPr/>
              </p:nvCxnSpPr>
              <p:spPr>
                <a:xfrm>
                  <a:off x="33528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AD4667F2-B668-023E-B1BD-67125079F166}"/>
                    </a:ext>
                  </a:extLst>
                </p:cNvPr>
                <p:cNvCxnSpPr>
                  <a:cxnSpLocks/>
                </p:cNvCxnSpPr>
                <p:nvPr/>
              </p:nvCxnSpPr>
              <p:spPr>
                <a:xfrm flipH="1">
                  <a:off x="3352800" y="6858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98B3D456-D266-67E1-752C-F831955A17E1}"/>
                    </a:ext>
                  </a:extLst>
                </p:cNvPr>
                <p:cNvCxnSpPr>
                  <a:cxnSpLocks/>
                </p:cNvCxnSpPr>
                <p:nvPr/>
              </p:nvCxnSpPr>
              <p:spPr>
                <a:xfrm>
                  <a:off x="42672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1" name="Group 100">
                <a:extLst>
                  <a:ext uri="{FF2B5EF4-FFF2-40B4-BE49-F238E27FC236}">
                    <a16:creationId xmlns:a16="http://schemas.microsoft.com/office/drawing/2014/main" id="{9B1AC9D0-2E6E-5179-D550-89333132DD25}"/>
                  </a:ext>
                </a:extLst>
              </p:cNvPr>
              <p:cNvGrpSpPr/>
              <p:nvPr/>
            </p:nvGrpSpPr>
            <p:grpSpPr>
              <a:xfrm>
                <a:off x="4267200" y="685799"/>
                <a:ext cx="1828800" cy="914400"/>
                <a:chOff x="2438400" y="685800"/>
                <a:chExt cx="1828800" cy="914400"/>
              </a:xfrm>
            </p:grpSpPr>
            <p:cxnSp>
              <p:nvCxnSpPr>
                <p:cNvPr id="112" name="Straight Connector 111">
                  <a:extLst>
                    <a:ext uri="{FF2B5EF4-FFF2-40B4-BE49-F238E27FC236}">
                      <a16:creationId xmlns:a16="http://schemas.microsoft.com/office/drawing/2014/main" id="{375AB69C-78F3-39E8-097A-33D0B0C17C38}"/>
                    </a:ext>
                  </a:extLst>
                </p:cNvPr>
                <p:cNvCxnSpPr>
                  <a:cxnSpLocks/>
                </p:cNvCxnSpPr>
                <p:nvPr/>
              </p:nvCxnSpPr>
              <p:spPr>
                <a:xfrm>
                  <a:off x="2438400" y="16002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A09288B7-D85D-B683-875D-F877F937CD4D}"/>
                    </a:ext>
                  </a:extLst>
                </p:cNvPr>
                <p:cNvCxnSpPr>
                  <a:cxnSpLocks/>
                </p:cNvCxnSpPr>
                <p:nvPr/>
              </p:nvCxnSpPr>
              <p:spPr>
                <a:xfrm>
                  <a:off x="33528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3AAD49B9-74DF-A868-AE54-5206EDBA6A7E}"/>
                    </a:ext>
                  </a:extLst>
                </p:cNvPr>
                <p:cNvCxnSpPr>
                  <a:cxnSpLocks/>
                </p:cNvCxnSpPr>
                <p:nvPr/>
              </p:nvCxnSpPr>
              <p:spPr>
                <a:xfrm flipH="1">
                  <a:off x="3352800" y="6858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4BA786B9-77FA-DDEE-1485-2709D68EFB41}"/>
                    </a:ext>
                  </a:extLst>
                </p:cNvPr>
                <p:cNvCxnSpPr>
                  <a:cxnSpLocks/>
                </p:cNvCxnSpPr>
                <p:nvPr/>
              </p:nvCxnSpPr>
              <p:spPr>
                <a:xfrm>
                  <a:off x="42672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2" name="Group 101">
                <a:extLst>
                  <a:ext uri="{FF2B5EF4-FFF2-40B4-BE49-F238E27FC236}">
                    <a16:creationId xmlns:a16="http://schemas.microsoft.com/office/drawing/2014/main" id="{F3144B47-CBB4-4789-5888-33F3EB1D7808}"/>
                  </a:ext>
                </a:extLst>
              </p:cNvPr>
              <p:cNvGrpSpPr/>
              <p:nvPr/>
            </p:nvGrpSpPr>
            <p:grpSpPr>
              <a:xfrm>
                <a:off x="6096001" y="685799"/>
                <a:ext cx="1828800" cy="914400"/>
                <a:chOff x="2438400" y="685800"/>
                <a:chExt cx="1828800" cy="914400"/>
              </a:xfrm>
            </p:grpSpPr>
            <p:cxnSp>
              <p:nvCxnSpPr>
                <p:cNvPr id="108" name="Straight Connector 107">
                  <a:extLst>
                    <a:ext uri="{FF2B5EF4-FFF2-40B4-BE49-F238E27FC236}">
                      <a16:creationId xmlns:a16="http://schemas.microsoft.com/office/drawing/2014/main" id="{44409AC8-EEBA-0C3B-06B9-19B4AF1B7319}"/>
                    </a:ext>
                  </a:extLst>
                </p:cNvPr>
                <p:cNvCxnSpPr>
                  <a:cxnSpLocks/>
                </p:cNvCxnSpPr>
                <p:nvPr/>
              </p:nvCxnSpPr>
              <p:spPr>
                <a:xfrm>
                  <a:off x="2438400" y="16002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FA56A05E-5F2F-5655-F5C8-BB2B4F82A388}"/>
                    </a:ext>
                  </a:extLst>
                </p:cNvPr>
                <p:cNvCxnSpPr>
                  <a:cxnSpLocks/>
                </p:cNvCxnSpPr>
                <p:nvPr/>
              </p:nvCxnSpPr>
              <p:spPr>
                <a:xfrm>
                  <a:off x="33528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7C04D5E5-037E-8D41-CB27-43B5FFC1BF37}"/>
                    </a:ext>
                  </a:extLst>
                </p:cNvPr>
                <p:cNvCxnSpPr>
                  <a:cxnSpLocks/>
                </p:cNvCxnSpPr>
                <p:nvPr/>
              </p:nvCxnSpPr>
              <p:spPr>
                <a:xfrm flipH="1">
                  <a:off x="3352800" y="6858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88E61C09-67DE-0E90-A85F-21C7A34DB23B}"/>
                    </a:ext>
                  </a:extLst>
                </p:cNvPr>
                <p:cNvCxnSpPr>
                  <a:cxnSpLocks/>
                </p:cNvCxnSpPr>
                <p:nvPr/>
              </p:nvCxnSpPr>
              <p:spPr>
                <a:xfrm>
                  <a:off x="42672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3" name="Group 102">
                <a:extLst>
                  <a:ext uri="{FF2B5EF4-FFF2-40B4-BE49-F238E27FC236}">
                    <a16:creationId xmlns:a16="http://schemas.microsoft.com/office/drawing/2014/main" id="{1954E569-8923-CDE9-0066-AB7ADA665772}"/>
                  </a:ext>
                </a:extLst>
              </p:cNvPr>
              <p:cNvGrpSpPr/>
              <p:nvPr/>
            </p:nvGrpSpPr>
            <p:grpSpPr>
              <a:xfrm>
                <a:off x="7928709" y="685798"/>
                <a:ext cx="1828800" cy="914400"/>
                <a:chOff x="2438400" y="685800"/>
                <a:chExt cx="1828800" cy="914400"/>
              </a:xfrm>
            </p:grpSpPr>
            <p:cxnSp>
              <p:nvCxnSpPr>
                <p:cNvPr id="104" name="Straight Connector 103">
                  <a:extLst>
                    <a:ext uri="{FF2B5EF4-FFF2-40B4-BE49-F238E27FC236}">
                      <a16:creationId xmlns:a16="http://schemas.microsoft.com/office/drawing/2014/main" id="{563F4467-A462-9079-B536-A2BE5D7767E9}"/>
                    </a:ext>
                  </a:extLst>
                </p:cNvPr>
                <p:cNvCxnSpPr>
                  <a:cxnSpLocks/>
                </p:cNvCxnSpPr>
                <p:nvPr/>
              </p:nvCxnSpPr>
              <p:spPr>
                <a:xfrm>
                  <a:off x="2438400" y="16002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F18EFBBB-6756-9F8C-41D1-D8E93F2E47F5}"/>
                    </a:ext>
                  </a:extLst>
                </p:cNvPr>
                <p:cNvCxnSpPr>
                  <a:cxnSpLocks/>
                </p:cNvCxnSpPr>
                <p:nvPr/>
              </p:nvCxnSpPr>
              <p:spPr>
                <a:xfrm>
                  <a:off x="33528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521AC7B6-C866-EE3E-B974-91CDEBFD0340}"/>
                    </a:ext>
                  </a:extLst>
                </p:cNvPr>
                <p:cNvCxnSpPr>
                  <a:cxnSpLocks/>
                </p:cNvCxnSpPr>
                <p:nvPr/>
              </p:nvCxnSpPr>
              <p:spPr>
                <a:xfrm flipH="1">
                  <a:off x="3352800" y="6858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0C156BD7-66BC-5B9E-5F3A-CF4E1C9DF4F4}"/>
                    </a:ext>
                  </a:extLst>
                </p:cNvPr>
                <p:cNvCxnSpPr>
                  <a:cxnSpLocks/>
                </p:cNvCxnSpPr>
                <p:nvPr/>
              </p:nvCxnSpPr>
              <p:spPr>
                <a:xfrm>
                  <a:off x="42672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142" name="Group 141">
              <a:extLst>
                <a:ext uri="{FF2B5EF4-FFF2-40B4-BE49-F238E27FC236}">
                  <a16:creationId xmlns:a16="http://schemas.microsoft.com/office/drawing/2014/main" id="{C05CDA38-8B45-78B8-C556-F412B202764F}"/>
                </a:ext>
              </a:extLst>
            </p:cNvPr>
            <p:cNvGrpSpPr/>
            <p:nvPr/>
          </p:nvGrpSpPr>
          <p:grpSpPr>
            <a:xfrm>
              <a:off x="10441355" y="687171"/>
              <a:ext cx="456956" cy="209062"/>
              <a:chOff x="2438400" y="685800"/>
              <a:chExt cx="1828800" cy="914400"/>
            </a:xfrm>
          </p:grpSpPr>
          <p:cxnSp>
            <p:nvCxnSpPr>
              <p:cNvPr id="158" name="Straight Connector 157">
                <a:extLst>
                  <a:ext uri="{FF2B5EF4-FFF2-40B4-BE49-F238E27FC236}">
                    <a16:creationId xmlns:a16="http://schemas.microsoft.com/office/drawing/2014/main" id="{440499A5-5BAB-72DC-2D51-8D0E98B2E81A}"/>
                  </a:ext>
                </a:extLst>
              </p:cNvPr>
              <p:cNvCxnSpPr>
                <a:cxnSpLocks/>
              </p:cNvCxnSpPr>
              <p:nvPr/>
            </p:nvCxnSpPr>
            <p:spPr>
              <a:xfrm>
                <a:off x="2438400" y="16002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F4B51CDE-665F-5153-B69E-F65AAF404B18}"/>
                  </a:ext>
                </a:extLst>
              </p:cNvPr>
              <p:cNvCxnSpPr>
                <a:cxnSpLocks/>
              </p:cNvCxnSpPr>
              <p:nvPr/>
            </p:nvCxnSpPr>
            <p:spPr>
              <a:xfrm>
                <a:off x="33528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434F16DB-5612-7FBF-639D-F3D3602726BE}"/>
                  </a:ext>
                </a:extLst>
              </p:cNvPr>
              <p:cNvCxnSpPr>
                <a:cxnSpLocks/>
              </p:cNvCxnSpPr>
              <p:nvPr/>
            </p:nvCxnSpPr>
            <p:spPr>
              <a:xfrm flipH="1">
                <a:off x="3352800" y="6858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94F3D9EC-9B80-2CAA-2A08-DAAF29B4F853}"/>
                  </a:ext>
                </a:extLst>
              </p:cNvPr>
              <p:cNvCxnSpPr>
                <a:cxnSpLocks/>
              </p:cNvCxnSpPr>
              <p:nvPr/>
            </p:nvCxnSpPr>
            <p:spPr>
              <a:xfrm>
                <a:off x="42672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62" name="Group 161">
              <a:extLst>
                <a:ext uri="{FF2B5EF4-FFF2-40B4-BE49-F238E27FC236}">
                  <a16:creationId xmlns:a16="http://schemas.microsoft.com/office/drawing/2014/main" id="{BA15CD92-E94A-F229-9C5F-8FC7806E322C}"/>
                </a:ext>
              </a:extLst>
            </p:cNvPr>
            <p:cNvGrpSpPr/>
            <p:nvPr/>
          </p:nvGrpSpPr>
          <p:grpSpPr>
            <a:xfrm>
              <a:off x="10898311" y="687171"/>
              <a:ext cx="913912" cy="209062"/>
              <a:chOff x="10898311" y="687171"/>
              <a:chExt cx="913912" cy="209062"/>
            </a:xfrm>
          </p:grpSpPr>
          <p:grpSp>
            <p:nvGrpSpPr>
              <p:cNvPr id="143" name="Group 142">
                <a:extLst>
                  <a:ext uri="{FF2B5EF4-FFF2-40B4-BE49-F238E27FC236}">
                    <a16:creationId xmlns:a16="http://schemas.microsoft.com/office/drawing/2014/main" id="{0DC68068-4566-A193-8255-D0B4873AFC6D}"/>
                  </a:ext>
                </a:extLst>
              </p:cNvPr>
              <p:cNvGrpSpPr/>
              <p:nvPr/>
            </p:nvGrpSpPr>
            <p:grpSpPr>
              <a:xfrm>
                <a:off x="10898311" y="687171"/>
                <a:ext cx="456956" cy="209062"/>
                <a:chOff x="2438400" y="685800"/>
                <a:chExt cx="1828800" cy="914400"/>
              </a:xfrm>
            </p:grpSpPr>
            <p:cxnSp>
              <p:nvCxnSpPr>
                <p:cNvPr id="154" name="Straight Connector 153">
                  <a:extLst>
                    <a:ext uri="{FF2B5EF4-FFF2-40B4-BE49-F238E27FC236}">
                      <a16:creationId xmlns:a16="http://schemas.microsoft.com/office/drawing/2014/main" id="{E3BDB52C-ABC3-CAE2-E9F6-FE0D088DA968}"/>
                    </a:ext>
                  </a:extLst>
                </p:cNvPr>
                <p:cNvCxnSpPr>
                  <a:cxnSpLocks/>
                </p:cNvCxnSpPr>
                <p:nvPr/>
              </p:nvCxnSpPr>
              <p:spPr>
                <a:xfrm>
                  <a:off x="2438400" y="16002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0369E636-CC71-A5B1-472D-091CF32B4B82}"/>
                    </a:ext>
                  </a:extLst>
                </p:cNvPr>
                <p:cNvCxnSpPr>
                  <a:cxnSpLocks/>
                </p:cNvCxnSpPr>
                <p:nvPr/>
              </p:nvCxnSpPr>
              <p:spPr>
                <a:xfrm>
                  <a:off x="33528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063FB0A4-A452-94A8-A7E8-1A3DFA8D8E68}"/>
                    </a:ext>
                  </a:extLst>
                </p:cNvPr>
                <p:cNvCxnSpPr>
                  <a:cxnSpLocks/>
                </p:cNvCxnSpPr>
                <p:nvPr/>
              </p:nvCxnSpPr>
              <p:spPr>
                <a:xfrm flipH="1">
                  <a:off x="3352800" y="6858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0B153AE9-C67A-15DA-E9E2-20A7A1D8A3D6}"/>
                    </a:ext>
                  </a:extLst>
                </p:cNvPr>
                <p:cNvCxnSpPr>
                  <a:cxnSpLocks/>
                </p:cNvCxnSpPr>
                <p:nvPr/>
              </p:nvCxnSpPr>
              <p:spPr>
                <a:xfrm>
                  <a:off x="42672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44" name="Group 143">
                <a:extLst>
                  <a:ext uri="{FF2B5EF4-FFF2-40B4-BE49-F238E27FC236}">
                    <a16:creationId xmlns:a16="http://schemas.microsoft.com/office/drawing/2014/main" id="{0CC6B2FA-1B15-148F-F276-67483C9C6DDE}"/>
                  </a:ext>
                </a:extLst>
              </p:cNvPr>
              <p:cNvGrpSpPr/>
              <p:nvPr/>
            </p:nvGrpSpPr>
            <p:grpSpPr>
              <a:xfrm>
                <a:off x="11355267" y="687171"/>
                <a:ext cx="456956" cy="209062"/>
                <a:chOff x="2438400" y="685800"/>
                <a:chExt cx="1828800" cy="914400"/>
              </a:xfrm>
            </p:grpSpPr>
            <p:cxnSp>
              <p:nvCxnSpPr>
                <p:cNvPr id="150" name="Straight Connector 149">
                  <a:extLst>
                    <a:ext uri="{FF2B5EF4-FFF2-40B4-BE49-F238E27FC236}">
                      <a16:creationId xmlns:a16="http://schemas.microsoft.com/office/drawing/2014/main" id="{E79936C1-F4ED-7263-B043-F3E3AE860724}"/>
                    </a:ext>
                  </a:extLst>
                </p:cNvPr>
                <p:cNvCxnSpPr>
                  <a:cxnSpLocks/>
                </p:cNvCxnSpPr>
                <p:nvPr/>
              </p:nvCxnSpPr>
              <p:spPr>
                <a:xfrm>
                  <a:off x="2438400" y="16002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A6341D71-71DD-DBCD-F553-C767ECBDC20A}"/>
                    </a:ext>
                  </a:extLst>
                </p:cNvPr>
                <p:cNvCxnSpPr>
                  <a:cxnSpLocks/>
                </p:cNvCxnSpPr>
                <p:nvPr/>
              </p:nvCxnSpPr>
              <p:spPr>
                <a:xfrm>
                  <a:off x="33528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0106797D-9326-C8D9-C4C3-098E7EA92145}"/>
                    </a:ext>
                  </a:extLst>
                </p:cNvPr>
                <p:cNvCxnSpPr>
                  <a:cxnSpLocks/>
                </p:cNvCxnSpPr>
                <p:nvPr/>
              </p:nvCxnSpPr>
              <p:spPr>
                <a:xfrm flipH="1">
                  <a:off x="3352800" y="6858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5A205D35-94A7-F94A-4095-874E88BFF452}"/>
                    </a:ext>
                  </a:extLst>
                </p:cNvPr>
                <p:cNvCxnSpPr>
                  <a:cxnSpLocks/>
                </p:cNvCxnSpPr>
                <p:nvPr/>
              </p:nvCxnSpPr>
              <p:spPr>
                <a:xfrm>
                  <a:off x="4267200" y="685800"/>
                  <a:ext cx="0" cy="9144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sp>
        <p:nvSpPr>
          <p:cNvPr id="164" name="TextBox 163">
            <a:extLst>
              <a:ext uri="{FF2B5EF4-FFF2-40B4-BE49-F238E27FC236}">
                <a16:creationId xmlns:a16="http://schemas.microsoft.com/office/drawing/2014/main" id="{956A227D-87A3-F9DF-E0D3-763F32FB51C7}"/>
              </a:ext>
            </a:extLst>
          </p:cNvPr>
          <p:cNvSpPr txBox="1"/>
          <p:nvPr/>
        </p:nvSpPr>
        <p:spPr>
          <a:xfrm>
            <a:off x="1522166" y="788084"/>
            <a:ext cx="1669047" cy="246221"/>
          </a:xfrm>
          <a:prstGeom prst="rect">
            <a:avLst/>
          </a:prstGeom>
          <a:noFill/>
          <a:ln>
            <a:noFill/>
          </a:ln>
        </p:spPr>
        <p:txBody>
          <a:bodyPr wrap="none" rtlCol="0">
            <a:spAutoFit/>
          </a:bodyPr>
          <a:lstStyle/>
          <a:p>
            <a:r>
              <a:rPr lang="en-US" sz="1000" dirty="0"/>
              <a:t>p1           p2           p3           p4</a:t>
            </a:r>
          </a:p>
        </p:txBody>
      </p:sp>
      <p:sp>
        <p:nvSpPr>
          <p:cNvPr id="165" name="TextBox 164">
            <a:extLst>
              <a:ext uri="{FF2B5EF4-FFF2-40B4-BE49-F238E27FC236}">
                <a16:creationId xmlns:a16="http://schemas.microsoft.com/office/drawing/2014/main" id="{670FE035-9915-519D-929C-9C99A5A95410}"/>
              </a:ext>
            </a:extLst>
          </p:cNvPr>
          <p:cNvSpPr txBox="1"/>
          <p:nvPr/>
        </p:nvSpPr>
        <p:spPr>
          <a:xfrm>
            <a:off x="3312866" y="792313"/>
            <a:ext cx="1669047" cy="246221"/>
          </a:xfrm>
          <a:prstGeom prst="rect">
            <a:avLst/>
          </a:prstGeom>
          <a:noFill/>
          <a:ln>
            <a:noFill/>
          </a:ln>
        </p:spPr>
        <p:txBody>
          <a:bodyPr wrap="none" rtlCol="0">
            <a:spAutoFit/>
          </a:bodyPr>
          <a:lstStyle/>
          <a:p>
            <a:r>
              <a:rPr lang="en-US" sz="1000" dirty="0"/>
              <a:t>p1           p2           p3           p4</a:t>
            </a:r>
          </a:p>
        </p:txBody>
      </p:sp>
      <p:sp>
        <p:nvSpPr>
          <p:cNvPr id="166" name="TextBox 165">
            <a:extLst>
              <a:ext uri="{FF2B5EF4-FFF2-40B4-BE49-F238E27FC236}">
                <a16:creationId xmlns:a16="http://schemas.microsoft.com/office/drawing/2014/main" id="{6EB33CB2-51D6-7FB4-2DB6-C70DDD06DF28}"/>
              </a:ext>
            </a:extLst>
          </p:cNvPr>
          <p:cNvSpPr txBox="1"/>
          <p:nvPr/>
        </p:nvSpPr>
        <p:spPr>
          <a:xfrm>
            <a:off x="6976109" y="788083"/>
            <a:ext cx="1669047" cy="246221"/>
          </a:xfrm>
          <a:prstGeom prst="rect">
            <a:avLst/>
          </a:prstGeom>
          <a:noFill/>
          <a:ln>
            <a:noFill/>
          </a:ln>
        </p:spPr>
        <p:txBody>
          <a:bodyPr wrap="none" rtlCol="0">
            <a:spAutoFit/>
          </a:bodyPr>
          <a:lstStyle/>
          <a:p>
            <a:r>
              <a:rPr lang="en-US" sz="1000" dirty="0"/>
              <a:t>p1           p2           p3           p4</a:t>
            </a:r>
          </a:p>
        </p:txBody>
      </p:sp>
      <p:sp>
        <p:nvSpPr>
          <p:cNvPr id="167" name="TextBox 166">
            <a:extLst>
              <a:ext uri="{FF2B5EF4-FFF2-40B4-BE49-F238E27FC236}">
                <a16:creationId xmlns:a16="http://schemas.microsoft.com/office/drawing/2014/main" id="{00623ED7-B007-FF7D-368C-CB409FF4F7A5}"/>
              </a:ext>
            </a:extLst>
          </p:cNvPr>
          <p:cNvSpPr txBox="1"/>
          <p:nvPr/>
        </p:nvSpPr>
        <p:spPr>
          <a:xfrm>
            <a:off x="5159159" y="788084"/>
            <a:ext cx="1669047" cy="246221"/>
          </a:xfrm>
          <a:prstGeom prst="rect">
            <a:avLst/>
          </a:prstGeom>
          <a:noFill/>
          <a:ln>
            <a:noFill/>
          </a:ln>
        </p:spPr>
        <p:txBody>
          <a:bodyPr wrap="none" rtlCol="0">
            <a:spAutoFit/>
          </a:bodyPr>
          <a:lstStyle/>
          <a:p>
            <a:r>
              <a:rPr lang="en-US" sz="1000" dirty="0"/>
              <a:t>p1           p2           p3           p4</a:t>
            </a:r>
          </a:p>
        </p:txBody>
      </p:sp>
      <p:sp>
        <p:nvSpPr>
          <p:cNvPr id="168" name="TextBox 167">
            <a:extLst>
              <a:ext uri="{FF2B5EF4-FFF2-40B4-BE49-F238E27FC236}">
                <a16:creationId xmlns:a16="http://schemas.microsoft.com/office/drawing/2014/main" id="{5B1BDB9B-5170-452A-6FC0-0D8BDC113DEA}"/>
              </a:ext>
            </a:extLst>
          </p:cNvPr>
          <p:cNvSpPr txBox="1"/>
          <p:nvPr/>
        </p:nvSpPr>
        <p:spPr>
          <a:xfrm>
            <a:off x="10618888" y="788083"/>
            <a:ext cx="1218603" cy="246221"/>
          </a:xfrm>
          <a:prstGeom prst="rect">
            <a:avLst/>
          </a:prstGeom>
          <a:noFill/>
          <a:ln>
            <a:noFill/>
          </a:ln>
        </p:spPr>
        <p:txBody>
          <a:bodyPr wrap="none" rtlCol="0">
            <a:spAutoFit/>
          </a:bodyPr>
          <a:lstStyle/>
          <a:p>
            <a:r>
              <a:rPr lang="en-US" sz="1000" dirty="0"/>
              <a:t>p1           p2           p3</a:t>
            </a:r>
          </a:p>
        </p:txBody>
      </p:sp>
      <p:sp>
        <p:nvSpPr>
          <p:cNvPr id="169" name="TextBox 168">
            <a:extLst>
              <a:ext uri="{FF2B5EF4-FFF2-40B4-BE49-F238E27FC236}">
                <a16:creationId xmlns:a16="http://schemas.microsoft.com/office/drawing/2014/main" id="{1B514664-CEBE-C8B1-564E-244C839869D6}"/>
              </a:ext>
            </a:extLst>
          </p:cNvPr>
          <p:cNvSpPr txBox="1"/>
          <p:nvPr/>
        </p:nvSpPr>
        <p:spPr>
          <a:xfrm>
            <a:off x="8822402" y="788083"/>
            <a:ext cx="1669047" cy="246221"/>
          </a:xfrm>
          <a:prstGeom prst="rect">
            <a:avLst/>
          </a:prstGeom>
          <a:noFill/>
          <a:ln>
            <a:noFill/>
          </a:ln>
        </p:spPr>
        <p:txBody>
          <a:bodyPr wrap="none" rtlCol="0">
            <a:spAutoFit/>
          </a:bodyPr>
          <a:lstStyle/>
          <a:p>
            <a:r>
              <a:rPr lang="en-US" sz="1000" dirty="0"/>
              <a:t>p1           p2           p3           p4</a:t>
            </a:r>
          </a:p>
        </p:txBody>
      </p:sp>
      <p:grpSp>
        <p:nvGrpSpPr>
          <p:cNvPr id="356" name="Group 355">
            <a:extLst>
              <a:ext uri="{FF2B5EF4-FFF2-40B4-BE49-F238E27FC236}">
                <a16:creationId xmlns:a16="http://schemas.microsoft.com/office/drawing/2014/main" id="{26251908-4D5D-792C-F8E2-6EB974380AB8}"/>
              </a:ext>
            </a:extLst>
          </p:cNvPr>
          <p:cNvGrpSpPr/>
          <p:nvPr/>
        </p:nvGrpSpPr>
        <p:grpSpPr>
          <a:xfrm>
            <a:off x="3347794" y="1351910"/>
            <a:ext cx="1825626" cy="246331"/>
            <a:chOff x="3347794" y="1004776"/>
            <a:chExt cx="1825626" cy="246331"/>
          </a:xfrm>
        </p:grpSpPr>
        <p:sp>
          <p:nvSpPr>
            <p:cNvPr id="325" name="Hexagon 324">
              <a:extLst>
                <a:ext uri="{FF2B5EF4-FFF2-40B4-BE49-F238E27FC236}">
                  <a16:creationId xmlns:a16="http://schemas.microsoft.com/office/drawing/2014/main" id="{ABB8CEE5-A1FC-542F-0EB5-639C53FA1023}"/>
                </a:ext>
              </a:extLst>
            </p:cNvPr>
            <p:cNvSpPr/>
            <p:nvPr/>
          </p:nvSpPr>
          <p:spPr>
            <a:xfrm>
              <a:off x="3347794" y="1004776"/>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26" name="Hexagon 325">
              <a:extLst>
                <a:ext uri="{FF2B5EF4-FFF2-40B4-BE49-F238E27FC236}">
                  <a16:creationId xmlns:a16="http://schemas.microsoft.com/office/drawing/2014/main" id="{DB61E00F-AA09-4D4C-8B50-F8AEE52120BC}"/>
                </a:ext>
              </a:extLst>
            </p:cNvPr>
            <p:cNvSpPr/>
            <p:nvPr/>
          </p:nvSpPr>
          <p:spPr>
            <a:xfrm>
              <a:off x="3804994" y="1004776"/>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27" name="Hexagon 326">
              <a:extLst>
                <a:ext uri="{FF2B5EF4-FFF2-40B4-BE49-F238E27FC236}">
                  <a16:creationId xmlns:a16="http://schemas.microsoft.com/office/drawing/2014/main" id="{D716306A-38A1-863F-0A1C-84F45E92E7A8}"/>
                </a:ext>
              </a:extLst>
            </p:cNvPr>
            <p:cNvSpPr/>
            <p:nvPr/>
          </p:nvSpPr>
          <p:spPr>
            <a:xfrm>
              <a:off x="4262193" y="1004886"/>
              <a:ext cx="911227"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331" name="Hexagon 330">
            <a:extLst>
              <a:ext uri="{FF2B5EF4-FFF2-40B4-BE49-F238E27FC236}">
                <a16:creationId xmlns:a16="http://schemas.microsoft.com/office/drawing/2014/main" id="{44E37616-A9A5-0342-D075-7F8337461A49}"/>
              </a:ext>
            </a:extLst>
          </p:cNvPr>
          <p:cNvSpPr/>
          <p:nvPr/>
        </p:nvSpPr>
        <p:spPr>
          <a:xfrm>
            <a:off x="1522166" y="1669515"/>
            <a:ext cx="1825628"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35" name="Hexagon 334">
            <a:extLst>
              <a:ext uri="{FF2B5EF4-FFF2-40B4-BE49-F238E27FC236}">
                <a16:creationId xmlns:a16="http://schemas.microsoft.com/office/drawing/2014/main" id="{24575B0B-6592-A692-2115-3B1AF68A3D40}"/>
              </a:ext>
            </a:extLst>
          </p:cNvPr>
          <p:cNvSpPr/>
          <p:nvPr/>
        </p:nvSpPr>
        <p:spPr>
          <a:xfrm>
            <a:off x="1979366" y="1975481"/>
            <a:ext cx="1825628"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36" name="Hexagon 335">
            <a:extLst>
              <a:ext uri="{FF2B5EF4-FFF2-40B4-BE49-F238E27FC236}">
                <a16:creationId xmlns:a16="http://schemas.microsoft.com/office/drawing/2014/main" id="{A0ABBE72-CAC6-E54B-34EC-F537835CD056}"/>
              </a:ext>
            </a:extLst>
          </p:cNvPr>
          <p:cNvSpPr/>
          <p:nvPr/>
        </p:nvSpPr>
        <p:spPr>
          <a:xfrm>
            <a:off x="2436566" y="2282557"/>
            <a:ext cx="1825628"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74" name="Group 373">
            <a:extLst>
              <a:ext uri="{FF2B5EF4-FFF2-40B4-BE49-F238E27FC236}">
                <a16:creationId xmlns:a16="http://schemas.microsoft.com/office/drawing/2014/main" id="{50DF75B9-62B0-03F7-ED2F-69423FEF1C46}"/>
              </a:ext>
            </a:extLst>
          </p:cNvPr>
          <p:cNvGrpSpPr/>
          <p:nvPr/>
        </p:nvGrpSpPr>
        <p:grpSpPr>
          <a:xfrm>
            <a:off x="1979366" y="2592353"/>
            <a:ext cx="1825628" cy="251331"/>
            <a:chOff x="1979366" y="2245219"/>
            <a:chExt cx="1825628" cy="251331"/>
          </a:xfrm>
        </p:grpSpPr>
        <p:sp>
          <p:nvSpPr>
            <p:cNvPr id="337" name="Hexagon 336">
              <a:extLst>
                <a:ext uri="{FF2B5EF4-FFF2-40B4-BE49-F238E27FC236}">
                  <a16:creationId xmlns:a16="http://schemas.microsoft.com/office/drawing/2014/main" id="{EB3503DF-0E5D-FADC-CA0C-A9BDE614D345}"/>
                </a:ext>
              </a:extLst>
            </p:cNvPr>
            <p:cNvSpPr/>
            <p:nvPr/>
          </p:nvSpPr>
          <p:spPr>
            <a:xfrm>
              <a:off x="1979366" y="2250329"/>
              <a:ext cx="1825628"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49" name="Group 348">
              <a:extLst>
                <a:ext uri="{FF2B5EF4-FFF2-40B4-BE49-F238E27FC236}">
                  <a16:creationId xmlns:a16="http://schemas.microsoft.com/office/drawing/2014/main" id="{129F9E55-AD82-F1A7-4087-F36ED44DB22D}"/>
                </a:ext>
              </a:extLst>
            </p:cNvPr>
            <p:cNvGrpSpPr/>
            <p:nvPr/>
          </p:nvGrpSpPr>
          <p:grpSpPr>
            <a:xfrm>
              <a:off x="2369741" y="2245220"/>
              <a:ext cx="130478" cy="250771"/>
              <a:chOff x="1910443" y="2678483"/>
              <a:chExt cx="130478" cy="250771"/>
            </a:xfrm>
          </p:grpSpPr>
          <p:cxnSp>
            <p:nvCxnSpPr>
              <p:cNvPr id="339" name="Straight Connector 338">
                <a:extLst>
                  <a:ext uri="{FF2B5EF4-FFF2-40B4-BE49-F238E27FC236}">
                    <a16:creationId xmlns:a16="http://schemas.microsoft.com/office/drawing/2014/main" id="{63DF2CB8-4866-A59C-310A-9349007643E3}"/>
                  </a:ext>
                </a:extLst>
              </p:cNvPr>
              <p:cNvCxnSpPr>
                <a:cxnSpLocks/>
              </p:cNvCxnSpPr>
              <p:nvPr/>
            </p:nvCxnSpPr>
            <p:spPr>
              <a:xfrm flipH="1">
                <a:off x="1910443" y="2683033"/>
                <a:ext cx="130478" cy="24622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1" name="Straight Connector 340">
                <a:extLst>
                  <a:ext uri="{FF2B5EF4-FFF2-40B4-BE49-F238E27FC236}">
                    <a16:creationId xmlns:a16="http://schemas.microsoft.com/office/drawing/2014/main" id="{59CCD91E-F010-94DD-4211-79EDC3E6494E}"/>
                  </a:ext>
                </a:extLst>
              </p:cNvPr>
              <p:cNvCxnSpPr>
                <a:cxnSpLocks/>
              </p:cNvCxnSpPr>
              <p:nvPr/>
            </p:nvCxnSpPr>
            <p:spPr>
              <a:xfrm>
                <a:off x="1910443" y="2678483"/>
                <a:ext cx="130478" cy="25077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50" name="Group 349">
              <a:extLst>
                <a:ext uri="{FF2B5EF4-FFF2-40B4-BE49-F238E27FC236}">
                  <a16:creationId xmlns:a16="http://schemas.microsoft.com/office/drawing/2014/main" id="{298D75F9-6ED1-10AB-48AD-4042262C4F7C}"/>
                </a:ext>
              </a:extLst>
            </p:cNvPr>
            <p:cNvGrpSpPr/>
            <p:nvPr/>
          </p:nvGrpSpPr>
          <p:grpSpPr>
            <a:xfrm>
              <a:off x="2760116" y="2245219"/>
              <a:ext cx="130478" cy="250771"/>
              <a:chOff x="1910443" y="2678483"/>
              <a:chExt cx="130478" cy="250771"/>
            </a:xfrm>
          </p:grpSpPr>
          <p:cxnSp>
            <p:nvCxnSpPr>
              <p:cNvPr id="351" name="Straight Connector 350">
                <a:extLst>
                  <a:ext uri="{FF2B5EF4-FFF2-40B4-BE49-F238E27FC236}">
                    <a16:creationId xmlns:a16="http://schemas.microsoft.com/office/drawing/2014/main" id="{115075D1-8CF9-32DC-6C5E-F048CC637BCF}"/>
                  </a:ext>
                </a:extLst>
              </p:cNvPr>
              <p:cNvCxnSpPr>
                <a:cxnSpLocks/>
              </p:cNvCxnSpPr>
              <p:nvPr/>
            </p:nvCxnSpPr>
            <p:spPr>
              <a:xfrm flipH="1">
                <a:off x="1910443" y="2683033"/>
                <a:ext cx="130478" cy="24622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2" name="Straight Connector 351">
                <a:extLst>
                  <a:ext uri="{FF2B5EF4-FFF2-40B4-BE49-F238E27FC236}">
                    <a16:creationId xmlns:a16="http://schemas.microsoft.com/office/drawing/2014/main" id="{4A1DF05F-1BB5-AD4C-60FA-D49A5953A5BE}"/>
                  </a:ext>
                </a:extLst>
              </p:cNvPr>
              <p:cNvCxnSpPr>
                <a:cxnSpLocks/>
              </p:cNvCxnSpPr>
              <p:nvPr/>
            </p:nvCxnSpPr>
            <p:spPr>
              <a:xfrm>
                <a:off x="1910443" y="2678483"/>
                <a:ext cx="130478" cy="25077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357" name="Group 356">
            <a:extLst>
              <a:ext uri="{FF2B5EF4-FFF2-40B4-BE49-F238E27FC236}">
                <a16:creationId xmlns:a16="http://schemas.microsoft.com/office/drawing/2014/main" id="{0B502DB0-BD5B-F33F-CD9C-93771F3B146B}"/>
              </a:ext>
            </a:extLst>
          </p:cNvPr>
          <p:cNvGrpSpPr/>
          <p:nvPr/>
        </p:nvGrpSpPr>
        <p:grpSpPr>
          <a:xfrm>
            <a:off x="1522166" y="1351351"/>
            <a:ext cx="1825628" cy="253478"/>
            <a:chOff x="1522166" y="1004217"/>
            <a:chExt cx="1825628" cy="253478"/>
          </a:xfrm>
        </p:grpSpPr>
        <p:sp>
          <p:nvSpPr>
            <p:cNvPr id="316" name="Hexagon 315">
              <a:extLst>
                <a:ext uri="{FF2B5EF4-FFF2-40B4-BE49-F238E27FC236}">
                  <a16:creationId xmlns:a16="http://schemas.microsoft.com/office/drawing/2014/main" id="{BAEE8A61-004B-D253-5C85-BAAE7977E6BD}"/>
                </a:ext>
              </a:extLst>
            </p:cNvPr>
            <p:cNvSpPr/>
            <p:nvPr/>
          </p:nvSpPr>
          <p:spPr>
            <a:xfrm>
              <a:off x="1522166" y="1004776"/>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20" name="Hexagon 319">
              <a:extLst>
                <a:ext uri="{FF2B5EF4-FFF2-40B4-BE49-F238E27FC236}">
                  <a16:creationId xmlns:a16="http://schemas.microsoft.com/office/drawing/2014/main" id="{2AB71AA7-61D8-BDBD-5D10-2729850632C4}"/>
                </a:ext>
              </a:extLst>
            </p:cNvPr>
            <p:cNvSpPr/>
            <p:nvPr/>
          </p:nvSpPr>
          <p:spPr>
            <a:xfrm>
              <a:off x="1979366" y="1004776"/>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21" name="Hexagon 320">
              <a:extLst>
                <a:ext uri="{FF2B5EF4-FFF2-40B4-BE49-F238E27FC236}">
                  <a16:creationId xmlns:a16="http://schemas.microsoft.com/office/drawing/2014/main" id="{672D0836-00C5-3B23-6EED-C755FDAEF3D8}"/>
                </a:ext>
              </a:extLst>
            </p:cNvPr>
            <p:cNvSpPr/>
            <p:nvPr/>
          </p:nvSpPr>
          <p:spPr>
            <a:xfrm>
              <a:off x="2436566" y="1004886"/>
              <a:ext cx="911228"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53" name="TextBox 352">
              <a:extLst>
                <a:ext uri="{FF2B5EF4-FFF2-40B4-BE49-F238E27FC236}">
                  <a16:creationId xmlns:a16="http://schemas.microsoft.com/office/drawing/2014/main" id="{580ED2E2-064E-9ABD-1A3E-E0CAC895B538}"/>
                </a:ext>
              </a:extLst>
            </p:cNvPr>
            <p:cNvSpPr txBox="1"/>
            <p:nvPr/>
          </p:nvSpPr>
          <p:spPr>
            <a:xfrm>
              <a:off x="1586298" y="1004776"/>
              <a:ext cx="324128" cy="246221"/>
            </a:xfrm>
            <a:prstGeom prst="rect">
              <a:avLst/>
            </a:prstGeom>
            <a:noFill/>
            <a:ln>
              <a:noFill/>
            </a:ln>
          </p:spPr>
          <p:txBody>
            <a:bodyPr wrap="none" rtlCol="0">
              <a:spAutoFit/>
            </a:bodyPr>
            <a:lstStyle/>
            <a:p>
              <a:r>
                <a:rPr lang="en-US" sz="1000" dirty="0"/>
                <a:t>A1</a:t>
              </a:r>
            </a:p>
          </p:txBody>
        </p:sp>
        <p:sp>
          <p:nvSpPr>
            <p:cNvPr id="354" name="TextBox 353">
              <a:extLst>
                <a:ext uri="{FF2B5EF4-FFF2-40B4-BE49-F238E27FC236}">
                  <a16:creationId xmlns:a16="http://schemas.microsoft.com/office/drawing/2014/main" id="{D5B31E4F-7FEB-120E-9A67-372A781783EA}"/>
                </a:ext>
              </a:extLst>
            </p:cNvPr>
            <p:cNvSpPr txBox="1"/>
            <p:nvPr/>
          </p:nvSpPr>
          <p:spPr>
            <a:xfrm>
              <a:off x="2041912" y="1004217"/>
              <a:ext cx="324128" cy="246221"/>
            </a:xfrm>
            <a:prstGeom prst="rect">
              <a:avLst/>
            </a:prstGeom>
            <a:noFill/>
            <a:ln>
              <a:noFill/>
            </a:ln>
          </p:spPr>
          <p:txBody>
            <a:bodyPr wrap="none" rtlCol="0">
              <a:spAutoFit/>
            </a:bodyPr>
            <a:lstStyle/>
            <a:p>
              <a:r>
                <a:rPr lang="en-US" sz="1000" dirty="0"/>
                <a:t>A2</a:t>
              </a:r>
            </a:p>
          </p:txBody>
        </p:sp>
        <p:sp>
          <p:nvSpPr>
            <p:cNvPr id="355" name="TextBox 354">
              <a:extLst>
                <a:ext uri="{FF2B5EF4-FFF2-40B4-BE49-F238E27FC236}">
                  <a16:creationId xmlns:a16="http://schemas.microsoft.com/office/drawing/2014/main" id="{3F58747D-1942-E6FF-B7CA-0293517914F6}"/>
                </a:ext>
              </a:extLst>
            </p:cNvPr>
            <p:cNvSpPr txBox="1"/>
            <p:nvPr/>
          </p:nvSpPr>
          <p:spPr>
            <a:xfrm>
              <a:off x="2726126" y="1011474"/>
              <a:ext cx="324128" cy="246221"/>
            </a:xfrm>
            <a:prstGeom prst="rect">
              <a:avLst/>
            </a:prstGeom>
            <a:noFill/>
            <a:ln>
              <a:noFill/>
            </a:ln>
          </p:spPr>
          <p:txBody>
            <a:bodyPr wrap="none" rtlCol="0">
              <a:spAutoFit/>
            </a:bodyPr>
            <a:lstStyle/>
            <a:p>
              <a:r>
                <a:rPr lang="en-US" sz="1000" dirty="0"/>
                <a:t>A3</a:t>
              </a:r>
            </a:p>
          </p:txBody>
        </p:sp>
      </p:grpSp>
      <p:sp>
        <p:nvSpPr>
          <p:cNvPr id="358" name="TextBox 357">
            <a:extLst>
              <a:ext uri="{FF2B5EF4-FFF2-40B4-BE49-F238E27FC236}">
                <a16:creationId xmlns:a16="http://schemas.microsoft.com/office/drawing/2014/main" id="{BB77CFA2-06EF-429E-E7A7-D99AF426B16C}"/>
              </a:ext>
            </a:extLst>
          </p:cNvPr>
          <p:cNvSpPr txBox="1"/>
          <p:nvPr/>
        </p:nvSpPr>
        <p:spPr>
          <a:xfrm>
            <a:off x="2073984" y="2625405"/>
            <a:ext cx="298480" cy="215444"/>
          </a:xfrm>
          <a:prstGeom prst="rect">
            <a:avLst/>
          </a:prstGeom>
          <a:noFill/>
          <a:ln>
            <a:noFill/>
          </a:ln>
        </p:spPr>
        <p:txBody>
          <a:bodyPr wrap="none" rtlCol="0">
            <a:spAutoFit/>
          </a:bodyPr>
          <a:lstStyle/>
          <a:p>
            <a:r>
              <a:rPr lang="en-US" sz="800" dirty="0"/>
              <a:t>D1</a:t>
            </a:r>
          </a:p>
        </p:txBody>
      </p:sp>
      <p:sp>
        <p:nvSpPr>
          <p:cNvPr id="359" name="TextBox 358">
            <a:extLst>
              <a:ext uri="{FF2B5EF4-FFF2-40B4-BE49-F238E27FC236}">
                <a16:creationId xmlns:a16="http://schemas.microsoft.com/office/drawing/2014/main" id="{420C6C2F-AADC-5A96-A1D1-57BCF24E63D2}"/>
              </a:ext>
            </a:extLst>
          </p:cNvPr>
          <p:cNvSpPr txBox="1"/>
          <p:nvPr/>
        </p:nvSpPr>
        <p:spPr>
          <a:xfrm>
            <a:off x="2418648" y="2625405"/>
            <a:ext cx="439544" cy="215444"/>
          </a:xfrm>
          <a:prstGeom prst="rect">
            <a:avLst/>
          </a:prstGeom>
          <a:noFill/>
          <a:ln>
            <a:noFill/>
          </a:ln>
        </p:spPr>
        <p:txBody>
          <a:bodyPr wrap="none" rtlCol="0">
            <a:spAutoFit/>
          </a:bodyPr>
          <a:lstStyle/>
          <a:p>
            <a:r>
              <a:rPr lang="en-US" sz="800" dirty="0"/>
              <a:t>D1:D2</a:t>
            </a:r>
          </a:p>
        </p:txBody>
      </p:sp>
      <p:sp>
        <p:nvSpPr>
          <p:cNvPr id="360" name="TextBox 359">
            <a:extLst>
              <a:ext uri="{FF2B5EF4-FFF2-40B4-BE49-F238E27FC236}">
                <a16:creationId xmlns:a16="http://schemas.microsoft.com/office/drawing/2014/main" id="{0F197126-527C-11BE-D009-A568AE92B82C}"/>
              </a:ext>
            </a:extLst>
          </p:cNvPr>
          <p:cNvSpPr txBox="1"/>
          <p:nvPr/>
        </p:nvSpPr>
        <p:spPr>
          <a:xfrm>
            <a:off x="3021720" y="2625405"/>
            <a:ext cx="580608" cy="215444"/>
          </a:xfrm>
          <a:prstGeom prst="rect">
            <a:avLst/>
          </a:prstGeom>
          <a:noFill/>
          <a:ln>
            <a:noFill/>
          </a:ln>
        </p:spPr>
        <p:txBody>
          <a:bodyPr wrap="none" rtlCol="0">
            <a:spAutoFit/>
          </a:bodyPr>
          <a:lstStyle/>
          <a:p>
            <a:r>
              <a:rPr lang="en-US" sz="800" dirty="0"/>
              <a:t>D1:D2:D3</a:t>
            </a:r>
          </a:p>
        </p:txBody>
      </p:sp>
      <p:sp>
        <p:nvSpPr>
          <p:cNvPr id="361" name="Hexagon 360">
            <a:extLst>
              <a:ext uri="{FF2B5EF4-FFF2-40B4-BE49-F238E27FC236}">
                <a16:creationId xmlns:a16="http://schemas.microsoft.com/office/drawing/2014/main" id="{DBD01E98-87D9-56F1-06CD-380FADF24E65}"/>
              </a:ext>
            </a:extLst>
          </p:cNvPr>
          <p:cNvSpPr/>
          <p:nvPr/>
        </p:nvSpPr>
        <p:spPr>
          <a:xfrm>
            <a:off x="1977780" y="3295947"/>
            <a:ext cx="1825628"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62" name="TextBox 361">
            <a:extLst>
              <a:ext uri="{FF2B5EF4-FFF2-40B4-BE49-F238E27FC236}">
                <a16:creationId xmlns:a16="http://schemas.microsoft.com/office/drawing/2014/main" id="{5D7C14E8-5824-B419-5CF0-A00E2C47A36F}"/>
              </a:ext>
            </a:extLst>
          </p:cNvPr>
          <p:cNvSpPr txBox="1"/>
          <p:nvPr/>
        </p:nvSpPr>
        <p:spPr>
          <a:xfrm>
            <a:off x="671168" y="3295947"/>
            <a:ext cx="508473" cy="246221"/>
          </a:xfrm>
          <a:prstGeom prst="rect">
            <a:avLst/>
          </a:prstGeom>
          <a:noFill/>
          <a:ln>
            <a:noFill/>
          </a:ln>
        </p:spPr>
        <p:txBody>
          <a:bodyPr wrap="none" rtlCol="0">
            <a:spAutoFit/>
          </a:bodyPr>
          <a:lstStyle/>
          <a:p>
            <a:r>
              <a:rPr lang="en-US" sz="1000" dirty="0"/>
              <a:t>D[0:3]</a:t>
            </a:r>
          </a:p>
        </p:txBody>
      </p:sp>
      <p:sp>
        <p:nvSpPr>
          <p:cNvPr id="363" name="Hexagon 362">
            <a:extLst>
              <a:ext uri="{FF2B5EF4-FFF2-40B4-BE49-F238E27FC236}">
                <a16:creationId xmlns:a16="http://schemas.microsoft.com/office/drawing/2014/main" id="{91C6297C-0145-322D-A967-1C465902AEC8}"/>
              </a:ext>
            </a:extLst>
          </p:cNvPr>
          <p:cNvSpPr/>
          <p:nvPr/>
        </p:nvSpPr>
        <p:spPr>
          <a:xfrm>
            <a:off x="2898530" y="4061884"/>
            <a:ext cx="1825628"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64" name="TextBox 363">
            <a:extLst>
              <a:ext uri="{FF2B5EF4-FFF2-40B4-BE49-F238E27FC236}">
                <a16:creationId xmlns:a16="http://schemas.microsoft.com/office/drawing/2014/main" id="{051A6DD7-3D11-0E9E-7587-C1B8CF71520E}"/>
              </a:ext>
            </a:extLst>
          </p:cNvPr>
          <p:cNvSpPr txBox="1"/>
          <p:nvPr/>
        </p:nvSpPr>
        <p:spPr>
          <a:xfrm>
            <a:off x="673964" y="4061884"/>
            <a:ext cx="593432" cy="246221"/>
          </a:xfrm>
          <a:prstGeom prst="rect">
            <a:avLst/>
          </a:prstGeom>
          <a:noFill/>
          <a:ln>
            <a:noFill/>
          </a:ln>
        </p:spPr>
        <p:txBody>
          <a:bodyPr wrap="none" rtlCol="0">
            <a:spAutoFit/>
          </a:bodyPr>
          <a:lstStyle/>
          <a:p>
            <a:r>
              <a:rPr lang="en-US" sz="1000" dirty="0"/>
              <a:t>I[19:23]</a:t>
            </a:r>
          </a:p>
        </p:txBody>
      </p:sp>
      <p:sp>
        <p:nvSpPr>
          <p:cNvPr id="366" name="Hexagon 365">
            <a:extLst>
              <a:ext uri="{FF2B5EF4-FFF2-40B4-BE49-F238E27FC236}">
                <a16:creationId xmlns:a16="http://schemas.microsoft.com/office/drawing/2014/main" id="{D9129D05-4E09-52D6-BD76-9D32DC0BA588}"/>
              </a:ext>
            </a:extLst>
          </p:cNvPr>
          <p:cNvSpPr/>
          <p:nvPr/>
        </p:nvSpPr>
        <p:spPr>
          <a:xfrm>
            <a:off x="2895674" y="3678915"/>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69" name="TextBox 368">
            <a:extLst>
              <a:ext uri="{FF2B5EF4-FFF2-40B4-BE49-F238E27FC236}">
                <a16:creationId xmlns:a16="http://schemas.microsoft.com/office/drawing/2014/main" id="{DFB7296F-AE45-160A-B72A-A210908BB627}"/>
              </a:ext>
            </a:extLst>
          </p:cNvPr>
          <p:cNvSpPr txBox="1"/>
          <p:nvPr/>
        </p:nvSpPr>
        <p:spPr>
          <a:xfrm>
            <a:off x="682299" y="3669167"/>
            <a:ext cx="527709" cy="246221"/>
          </a:xfrm>
          <a:prstGeom prst="rect">
            <a:avLst/>
          </a:prstGeom>
          <a:noFill/>
          <a:ln>
            <a:noFill/>
          </a:ln>
        </p:spPr>
        <p:txBody>
          <a:bodyPr wrap="none" rtlCol="0">
            <a:spAutoFit/>
          </a:bodyPr>
          <a:lstStyle/>
          <a:p>
            <a:r>
              <a:rPr lang="en-US" sz="1000" dirty="0"/>
              <a:t>I[5:18]</a:t>
            </a:r>
          </a:p>
        </p:txBody>
      </p:sp>
      <p:cxnSp>
        <p:nvCxnSpPr>
          <p:cNvPr id="371" name="Straight Connector 370">
            <a:extLst>
              <a:ext uri="{FF2B5EF4-FFF2-40B4-BE49-F238E27FC236}">
                <a16:creationId xmlns:a16="http://schemas.microsoft.com/office/drawing/2014/main" id="{6D0D3E71-6575-9EAB-0AA3-1E6760FD6B44}"/>
              </a:ext>
            </a:extLst>
          </p:cNvPr>
          <p:cNvCxnSpPr>
            <a:cxnSpLocks/>
          </p:cNvCxnSpPr>
          <p:nvPr/>
        </p:nvCxnSpPr>
        <p:spPr>
          <a:xfrm>
            <a:off x="1521335" y="620672"/>
            <a:ext cx="0" cy="5960237"/>
          </a:xfrm>
          <a:prstGeom prst="line">
            <a:avLst/>
          </a:prstGeom>
          <a:ln w="12700">
            <a:solidFill>
              <a:schemeClr val="tx1"/>
            </a:solidFill>
            <a:prstDash val="lgDashDot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2" name="Straight Connector 371">
            <a:extLst>
              <a:ext uri="{FF2B5EF4-FFF2-40B4-BE49-F238E27FC236}">
                <a16:creationId xmlns:a16="http://schemas.microsoft.com/office/drawing/2014/main" id="{F0F25CFA-4F1F-9D50-E7C7-04803CDDCA27}"/>
              </a:ext>
            </a:extLst>
          </p:cNvPr>
          <p:cNvCxnSpPr>
            <a:cxnSpLocks/>
          </p:cNvCxnSpPr>
          <p:nvPr/>
        </p:nvCxnSpPr>
        <p:spPr>
          <a:xfrm>
            <a:off x="3349868" y="618364"/>
            <a:ext cx="15612" cy="6017963"/>
          </a:xfrm>
          <a:prstGeom prst="line">
            <a:avLst/>
          </a:prstGeom>
          <a:ln w="12700">
            <a:solidFill>
              <a:schemeClr val="tx1"/>
            </a:solidFill>
            <a:prstDash val="lgDashDot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75" name="Hexagon 374">
            <a:extLst>
              <a:ext uri="{FF2B5EF4-FFF2-40B4-BE49-F238E27FC236}">
                <a16:creationId xmlns:a16="http://schemas.microsoft.com/office/drawing/2014/main" id="{5EF42620-BCD5-698D-B306-92B37CA16DE6}"/>
              </a:ext>
            </a:extLst>
          </p:cNvPr>
          <p:cNvSpPr/>
          <p:nvPr/>
        </p:nvSpPr>
        <p:spPr>
          <a:xfrm>
            <a:off x="3350965" y="1669515"/>
            <a:ext cx="1825628"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76" name="Hexagon 375">
            <a:extLst>
              <a:ext uri="{FF2B5EF4-FFF2-40B4-BE49-F238E27FC236}">
                <a16:creationId xmlns:a16="http://schemas.microsoft.com/office/drawing/2014/main" id="{AE170755-BCCE-C60D-97E0-3C1B638F66E2}"/>
              </a:ext>
            </a:extLst>
          </p:cNvPr>
          <p:cNvSpPr/>
          <p:nvPr/>
        </p:nvSpPr>
        <p:spPr>
          <a:xfrm>
            <a:off x="3808165" y="1975481"/>
            <a:ext cx="1825628"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77" name="Hexagon 376">
            <a:extLst>
              <a:ext uri="{FF2B5EF4-FFF2-40B4-BE49-F238E27FC236}">
                <a16:creationId xmlns:a16="http://schemas.microsoft.com/office/drawing/2014/main" id="{94540B5C-9ACB-9564-0F2F-2F6FA6D039B9}"/>
              </a:ext>
            </a:extLst>
          </p:cNvPr>
          <p:cNvSpPr/>
          <p:nvPr/>
        </p:nvSpPr>
        <p:spPr>
          <a:xfrm>
            <a:off x="4265365" y="2282557"/>
            <a:ext cx="1825628"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78" name="Group 377">
            <a:extLst>
              <a:ext uri="{FF2B5EF4-FFF2-40B4-BE49-F238E27FC236}">
                <a16:creationId xmlns:a16="http://schemas.microsoft.com/office/drawing/2014/main" id="{471547A1-C8B6-8983-AA0E-4FFEBFC96B87}"/>
              </a:ext>
            </a:extLst>
          </p:cNvPr>
          <p:cNvGrpSpPr/>
          <p:nvPr/>
        </p:nvGrpSpPr>
        <p:grpSpPr>
          <a:xfrm>
            <a:off x="3808165" y="2592353"/>
            <a:ext cx="1825628" cy="251331"/>
            <a:chOff x="1979366" y="2245219"/>
            <a:chExt cx="1825628" cy="251331"/>
          </a:xfrm>
        </p:grpSpPr>
        <p:sp>
          <p:nvSpPr>
            <p:cNvPr id="379" name="Hexagon 378">
              <a:extLst>
                <a:ext uri="{FF2B5EF4-FFF2-40B4-BE49-F238E27FC236}">
                  <a16:creationId xmlns:a16="http://schemas.microsoft.com/office/drawing/2014/main" id="{BA58F912-CF81-97F3-B4E8-51C66C5035C2}"/>
                </a:ext>
              </a:extLst>
            </p:cNvPr>
            <p:cNvSpPr/>
            <p:nvPr/>
          </p:nvSpPr>
          <p:spPr>
            <a:xfrm>
              <a:off x="1979366" y="2250329"/>
              <a:ext cx="1825628"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80" name="Group 379">
              <a:extLst>
                <a:ext uri="{FF2B5EF4-FFF2-40B4-BE49-F238E27FC236}">
                  <a16:creationId xmlns:a16="http://schemas.microsoft.com/office/drawing/2014/main" id="{FC8B002F-FF5B-6BD4-BB7F-9BD40E36A026}"/>
                </a:ext>
              </a:extLst>
            </p:cNvPr>
            <p:cNvGrpSpPr/>
            <p:nvPr/>
          </p:nvGrpSpPr>
          <p:grpSpPr>
            <a:xfrm>
              <a:off x="2369741" y="2245220"/>
              <a:ext cx="130478" cy="250771"/>
              <a:chOff x="1910443" y="2678483"/>
              <a:chExt cx="130478" cy="250771"/>
            </a:xfrm>
          </p:grpSpPr>
          <p:cxnSp>
            <p:nvCxnSpPr>
              <p:cNvPr id="384" name="Straight Connector 383">
                <a:extLst>
                  <a:ext uri="{FF2B5EF4-FFF2-40B4-BE49-F238E27FC236}">
                    <a16:creationId xmlns:a16="http://schemas.microsoft.com/office/drawing/2014/main" id="{940A3BF3-D9B9-B142-7750-974FC34ACFDE}"/>
                  </a:ext>
                </a:extLst>
              </p:cNvPr>
              <p:cNvCxnSpPr>
                <a:cxnSpLocks/>
              </p:cNvCxnSpPr>
              <p:nvPr/>
            </p:nvCxnSpPr>
            <p:spPr>
              <a:xfrm flipH="1">
                <a:off x="1910443" y="2683033"/>
                <a:ext cx="130478" cy="24622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5" name="Straight Connector 384">
                <a:extLst>
                  <a:ext uri="{FF2B5EF4-FFF2-40B4-BE49-F238E27FC236}">
                    <a16:creationId xmlns:a16="http://schemas.microsoft.com/office/drawing/2014/main" id="{F8BD529C-5F37-9BDC-EFDB-CF82E728B359}"/>
                  </a:ext>
                </a:extLst>
              </p:cNvPr>
              <p:cNvCxnSpPr>
                <a:cxnSpLocks/>
              </p:cNvCxnSpPr>
              <p:nvPr/>
            </p:nvCxnSpPr>
            <p:spPr>
              <a:xfrm>
                <a:off x="1910443" y="2678483"/>
                <a:ext cx="130478" cy="25077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81" name="Group 380">
              <a:extLst>
                <a:ext uri="{FF2B5EF4-FFF2-40B4-BE49-F238E27FC236}">
                  <a16:creationId xmlns:a16="http://schemas.microsoft.com/office/drawing/2014/main" id="{26D06A16-65B6-F7C9-CC50-348F3181F4EA}"/>
                </a:ext>
              </a:extLst>
            </p:cNvPr>
            <p:cNvGrpSpPr/>
            <p:nvPr/>
          </p:nvGrpSpPr>
          <p:grpSpPr>
            <a:xfrm>
              <a:off x="2760116" y="2245219"/>
              <a:ext cx="130478" cy="250771"/>
              <a:chOff x="1910443" y="2678483"/>
              <a:chExt cx="130478" cy="250771"/>
            </a:xfrm>
          </p:grpSpPr>
          <p:cxnSp>
            <p:nvCxnSpPr>
              <p:cNvPr id="382" name="Straight Connector 381">
                <a:extLst>
                  <a:ext uri="{FF2B5EF4-FFF2-40B4-BE49-F238E27FC236}">
                    <a16:creationId xmlns:a16="http://schemas.microsoft.com/office/drawing/2014/main" id="{98698C86-AB24-7AEA-CA61-DD9549D076DD}"/>
                  </a:ext>
                </a:extLst>
              </p:cNvPr>
              <p:cNvCxnSpPr>
                <a:cxnSpLocks/>
              </p:cNvCxnSpPr>
              <p:nvPr/>
            </p:nvCxnSpPr>
            <p:spPr>
              <a:xfrm flipH="1">
                <a:off x="1910443" y="2683033"/>
                <a:ext cx="130478" cy="24622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3" name="Straight Connector 382">
                <a:extLst>
                  <a:ext uri="{FF2B5EF4-FFF2-40B4-BE49-F238E27FC236}">
                    <a16:creationId xmlns:a16="http://schemas.microsoft.com/office/drawing/2014/main" id="{F80F5E78-91BB-6532-1D46-550564B32777}"/>
                  </a:ext>
                </a:extLst>
              </p:cNvPr>
              <p:cNvCxnSpPr>
                <a:cxnSpLocks/>
              </p:cNvCxnSpPr>
              <p:nvPr/>
            </p:nvCxnSpPr>
            <p:spPr>
              <a:xfrm>
                <a:off x="1910443" y="2678483"/>
                <a:ext cx="130478" cy="25077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386" name="Hexagon 385">
            <a:extLst>
              <a:ext uri="{FF2B5EF4-FFF2-40B4-BE49-F238E27FC236}">
                <a16:creationId xmlns:a16="http://schemas.microsoft.com/office/drawing/2014/main" id="{91BE7C95-1AAB-898E-E957-CE358E17DC0F}"/>
              </a:ext>
            </a:extLst>
          </p:cNvPr>
          <p:cNvSpPr/>
          <p:nvPr/>
        </p:nvSpPr>
        <p:spPr>
          <a:xfrm>
            <a:off x="3806579" y="3295947"/>
            <a:ext cx="1825628"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7" name="Hexagon 386">
            <a:extLst>
              <a:ext uri="{FF2B5EF4-FFF2-40B4-BE49-F238E27FC236}">
                <a16:creationId xmlns:a16="http://schemas.microsoft.com/office/drawing/2014/main" id="{DA3341F9-7C4F-F32D-C5D4-0697D71F915C}"/>
              </a:ext>
            </a:extLst>
          </p:cNvPr>
          <p:cNvSpPr/>
          <p:nvPr/>
        </p:nvSpPr>
        <p:spPr>
          <a:xfrm>
            <a:off x="4727329" y="4061884"/>
            <a:ext cx="1825628"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8" name="Hexagon 387">
            <a:extLst>
              <a:ext uri="{FF2B5EF4-FFF2-40B4-BE49-F238E27FC236}">
                <a16:creationId xmlns:a16="http://schemas.microsoft.com/office/drawing/2014/main" id="{8EB7DA67-4C26-6821-E989-AF9B469B9CF9}"/>
              </a:ext>
            </a:extLst>
          </p:cNvPr>
          <p:cNvSpPr/>
          <p:nvPr/>
        </p:nvSpPr>
        <p:spPr>
          <a:xfrm>
            <a:off x="4734633" y="3678915"/>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389" name="Straight Connector 388">
            <a:extLst>
              <a:ext uri="{FF2B5EF4-FFF2-40B4-BE49-F238E27FC236}">
                <a16:creationId xmlns:a16="http://schemas.microsoft.com/office/drawing/2014/main" id="{711C5F96-F2AB-5FC9-2A94-6F7173C879D1}"/>
              </a:ext>
            </a:extLst>
          </p:cNvPr>
          <p:cNvCxnSpPr>
            <a:cxnSpLocks/>
          </p:cNvCxnSpPr>
          <p:nvPr/>
        </p:nvCxnSpPr>
        <p:spPr>
          <a:xfrm>
            <a:off x="5182805" y="615665"/>
            <a:ext cx="0" cy="6020662"/>
          </a:xfrm>
          <a:prstGeom prst="line">
            <a:avLst/>
          </a:prstGeom>
          <a:ln w="12700">
            <a:solidFill>
              <a:schemeClr val="tx1"/>
            </a:solidFill>
            <a:prstDash val="lgDashDot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92" name="TextBox 391">
            <a:extLst>
              <a:ext uri="{FF2B5EF4-FFF2-40B4-BE49-F238E27FC236}">
                <a16:creationId xmlns:a16="http://schemas.microsoft.com/office/drawing/2014/main" id="{8610609B-579E-9E54-D21C-51E7AD77B8C7}"/>
              </a:ext>
            </a:extLst>
          </p:cNvPr>
          <p:cNvSpPr txBox="1"/>
          <p:nvPr/>
        </p:nvSpPr>
        <p:spPr>
          <a:xfrm>
            <a:off x="677930" y="1351350"/>
            <a:ext cx="755335" cy="246221"/>
          </a:xfrm>
          <a:prstGeom prst="rect">
            <a:avLst/>
          </a:prstGeom>
          <a:noFill/>
          <a:ln>
            <a:noFill/>
          </a:ln>
        </p:spPr>
        <p:txBody>
          <a:bodyPr wrap="none" rtlCol="0">
            <a:spAutoFit/>
          </a:bodyPr>
          <a:lstStyle/>
          <a:p>
            <a:r>
              <a:rPr lang="en-US" sz="1000" dirty="0" err="1"/>
              <a:t>uROMaddr</a:t>
            </a:r>
            <a:endParaRPr lang="en-US" sz="1000" dirty="0"/>
          </a:p>
        </p:txBody>
      </p:sp>
      <p:sp>
        <p:nvSpPr>
          <p:cNvPr id="393" name="TextBox 392">
            <a:extLst>
              <a:ext uri="{FF2B5EF4-FFF2-40B4-BE49-F238E27FC236}">
                <a16:creationId xmlns:a16="http://schemas.microsoft.com/office/drawing/2014/main" id="{999DD9AE-23B9-EFC4-D626-D5FCDF3F557A}"/>
              </a:ext>
            </a:extLst>
          </p:cNvPr>
          <p:cNvSpPr txBox="1"/>
          <p:nvPr/>
        </p:nvSpPr>
        <p:spPr>
          <a:xfrm>
            <a:off x="681589" y="1669514"/>
            <a:ext cx="689612" cy="246221"/>
          </a:xfrm>
          <a:prstGeom prst="rect">
            <a:avLst/>
          </a:prstGeom>
          <a:noFill/>
          <a:ln>
            <a:noFill/>
          </a:ln>
        </p:spPr>
        <p:txBody>
          <a:bodyPr wrap="none" rtlCol="0">
            <a:spAutoFit/>
          </a:bodyPr>
          <a:lstStyle/>
          <a:p>
            <a:r>
              <a:rPr lang="en-US" sz="1000" dirty="0" err="1"/>
              <a:t>uInst</a:t>
            </a:r>
            <a:r>
              <a:rPr lang="en-US" sz="1000" dirty="0"/>
              <a:t>[0:7]</a:t>
            </a:r>
          </a:p>
        </p:txBody>
      </p:sp>
      <p:sp>
        <p:nvSpPr>
          <p:cNvPr id="394" name="TextBox 393">
            <a:extLst>
              <a:ext uri="{FF2B5EF4-FFF2-40B4-BE49-F238E27FC236}">
                <a16:creationId xmlns:a16="http://schemas.microsoft.com/office/drawing/2014/main" id="{D3FCB7B3-46F3-5DF8-8C13-1C54938ACDE0}"/>
              </a:ext>
            </a:extLst>
          </p:cNvPr>
          <p:cNvSpPr txBox="1"/>
          <p:nvPr/>
        </p:nvSpPr>
        <p:spPr>
          <a:xfrm>
            <a:off x="681589" y="1975480"/>
            <a:ext cx="755335" cy="246221"/>
          </a:xfrm>
          <a:prstGeom prst="rect">
            <a:avLst/>
          </a:prstGeom>
          <a:noFill/>
          <a:ln>
            <a:noFill/>
          </a:ln>
        </p:spPr>
        <p:txBody>
          <a:bodyPr wrap="none" rtlCol="0">
            <a:spAutoFit/>
          </a:bodyPr>
          <a:lstStyle/>
          <a:p>
            <a:r>
              <a:rPr lang="en-US" sz="1000" dirty="0" err="1"/>
              <a:t>uInst</a:t>
            </a:r>
            <a:r>
              <a:rPr lang="en-US" sz="1000" dirty="0"/>
              <a:t>[8:15]</a:t>
            </a:r>
          </a:p>
        </p:txBody>
      </p:sp>
      <p:sp>
        <p:nvSpPr>
          <p:cNvPr id="395" name="TextBox 394">
            <a:extLst>
              <a:ext uri="{FF2B5EF4-FFF2-40B4-BE49-F238E27FC236}">
                <a16:creationId xmlns:a16="http://schemas.microsoft.com/office/drawing/2014/main" id="{98CE739F-29CF-4DD9-B84F-36C186A320E8}"/>
              </a:ext>
            </a:extLst>
          </p:cNvPr>
          <p:cNvSpPr txBox="1"/>
          <p:nvPr/>
        </p:nvSpPr>
        <p:spPr>
          <a:xfrm>
            <a:off x="681021" y="2282557"/>
            <a:ext cx="821059" cy="246221"/>
          </a:xfrm>
          <a:prstGeom prst="rect">
            <a:avLst/>
          </a:prstGeom>
          <a:noFill/>
          <a:ln>
            <a:noFill/>
          </a:ln>
        </p:spPr>
        <p:txBody>
          <a:bodyPr wrap="none" rtlCol="0">
            <a:spAutoFit/>
          </a:bodyPr>
          <a:lstStyle/>
          <a:p>
            <a:r>
              <a:rPr lang="en-US" sz="1000" dirty="0" err="1"/>
              <a:t>uInst</a:t>
            </a:r>
            <a:r>
              <a:rPr lang="en-US" sz="1000" dirty="0"/>
              <a:t>[16:23]</a:t>
            </a:r>
          </a:p>
        </p:txBody>
      </p:sp>
      <p:sp>
        <p:nvSpPr>
          <p:cNvPr id="396" name="TextBox 395">
            <a:extLst>
              <a:ext uri="{FF2B5EF4-FFF2-40B4-BE49-F238E27FC236}">
                <a16:creationId xmlns:a16="http://schemas.microsoft.com/office/drawing/2014/main" id="{EE8FFC3F-C837-429D-9D45-D2493435A1BE}"/>
              </a:ext>
            </a:extLst>
          </p:cNvPr>
          <p:cNvSpPr txBox="1"/>
          <p:nvPr/>
        </p:nvSpPr>
        <p:spPr>
          <a:xfrm>
            <a:off x="686556" y="2610016"/>
            <a:ext cx="755335" cy="246221"/>
          </a:xfrm>
          <a:prstGeom prst="rect">
            <a:avLst/>
          </a:prstGeom>
          <a:noFill/>
          <a:ln>
            <a:noFill/>
          </a:ln>
        </p:spPr>
        <p:txBody>
          <a:bodyPr wrap="none" rtlCol="0">
            <a:spAutoFit/>
          </a:bodyPr>
          <a:lstStyle/>
          <a:p>
            <a:r>
              <a:rPr lang="en-US" sz="1000" dirty="0" err="1"/>
              <a:t>uInst</a:t>
            </a:r>
            <a:r>
              <a:rPr lang="en-US" sz="1000" dirty="0"/>
              <a:t>[0:23]</a:t>
            </a:r>
          </a:p>
        </p:txBody>
      </p:sp>
      <p:sp>
        <p:nvSpPr>
          <p:cNvPr id="397" name="TextBox 396">
            <a:extLst>
              <a:ext uri="{FF2B5EF4-FFF2-40B4-BE49-F238E27FC236}">
                <a16:creationId xmlns:a16="http://schemas.microsoft.com/office/drawing/2014/main" id="{E78C7BE9-657A-29C1-FA8D-66499AC1DCBB}"/>
              </a:ext>
            </a:extLst>
          </p:cNvPr>
          <p:cNvSpPr txBox="1"/>
          <p:nvPr/>
        </p:nvSpPr>
        <p:spPr>
          <a:xfrm>
            <a:off x="1452026" y="4023922"/>
            <a:ext cx="824265" cy="307777"/>
          </a:xfrm>
          <a:prstGeom prst="rect">
            <a:avLst/>
          </a:prstGeom>
          <a:noFill/>
          <a:ln>
            <a:noFill/>
          </a:ln>
        </p:spPr>
        <p:txBody>
          <a:bodyPr wrap="none" rtlCol="0">
            <a:spAutoFit/>
          </a:bodyPr>
          <a:lstStyle/>
          <a:p>
            <a:r>
              <a:rPr lang="en-US" sz="700" dirty="0"/>
              <a:t>Clt3[0:2], </a:t>
            </a:r>
            <a:r>
              <a:rPr lang="en-US" sz="700" dirty="0" err="1"/>
              <a:t>KeyAck</a:t>
            </a:r>
            <a:r>
              <a:rPr lang="en-US" sz="700" dirty="0"/>
              <a:t>,</a:t>
            </a:r>
          </a:p>
          <a:p>
            <a:r>
              <a:rPr lang="en-US" sz="700" dirty="0" err="1"/>
              <a:t>HWIntEn</a:t>
            </a:r>
            <a:endParaRPr lang="en-US" sz="700" dirty="0"/>
          </a:p>
        </p:txBody>
      </p:sp>
      <p:sp>
        <p:nvSpPr>
          <p:cNvPr id="398" name="TextBox 397">
            <a:extLst>
              <a:ext uri="{FF2B5EF4-FFF2-40B4-BE49-F238E27FC236}">
                <a16:creationId xmlns:a16="http://schemas.microsoft.com/office/drawing/2014/main" id="{E4E63FE9-0798-464C-F63E-2BF9F2658096}"/>
              </a:ext>
            </a:extLst>
          </p:cNvPr>
          <p:cNvSpPr txBox="1"/>
          <p:nvPr/>
        </p:nvSpPr>
        <p:spPr>
          <a:xfrm>
            <a:off x="1453607" y="3319029"/>
            <a:ext cx="407484" cy="200055"/>
          </a:xfrm>
          <a:prstGeom prst="rect">
            <a:avLst/>
          </a:prstGeom>
          <a:noFill/>
          <a:ln>
            <a:noFill/>
          </a:ln>
        </p:spPr>
        <p:txBody>
          <a:bodyPr wrap="none" rtlCol="0">
            <a:spAutoFit/>
          </a:bodyPr>
          <a:lstStyle/>
          <a:p>
            <a:r>
              <a:rPr lang="en-US" sz="700" dirty="0"/>
              <a:t>D[0:3]</a:t>
            </a:r>
          </a:p>
        </p:txBody>
      </p:sp>
      <p:sp>
        <p:nvSpPr>
          <p:cNvPr id="399" name="TextBox 398">
            <a:extLst>
              <a:ext uri="{FF2B5EF4-FFF2-40B4-BE49-F238E27FC236}">
                <a16:creationId xmlns:a16="http://schemas.microsoft.com/office/drawing/2014/main" id="{39DE5E3C-3A99-076F-948D-B0F847C4617C}"/>
              </a:ext>
            </a:extLst>
          </p:cNvPr>
          <p:cNvSpPr txBox="1"/>
          <p:nvPr/>
        </p:nvSpPr>
        <p:spPr>
          <a:xfrm>
            <a:off x="1459649" y="3643717"/>
            <a:ext cx="1583295" cy="415498"/>
          </a:xfrm>
          <a:prstGeom prst="rect">
            <a:avLst/>
          </a:prstGeom>
          <a:noFill/>
          <a:ln>
            <a:noFill/>
          </a:ln>
        </p:spPr>
        <p:txBody>
          <a:bodyPr wrap="square" rtlCol="0">
            <a:spAutoFit/>
          </a:bodyPr>
          <a:lstStyle/>
          <a:p>
            <a:r>
              <a:rPr lang="en-US" sz="700" dirty="0"/>
              <a:t>Ctl1[0:2],</a:t>
            </a:r>
            <a:r>
              <a:rPr lang="en-US" sz="700" dirty="0" err="1"/>
              <a:t>Xcmd</a:t>
            </a:r>
            <a:r>
              <a:rPr lang="en-US" sz="700" dirty="0"/>
              <a:t>[0:1],</a:t>
            </a:r>
            <a:r>
              <a:rPr lang="en-US" sz="700" dirty="0" err="1"/>
              <a:t>Ycmd</a:t>
            </a:r>
            <a:r>
              <a:rPr lang="en-US" sz="700" dirty="0"/>
              <a:t>[0:1],</a:t>
            </a:r>
          </a:p>
          <a:p>
            <a:r>
              <a:rPr lang="en-US" sz="700" dirty="0" err="1"/>
              <a:t>Qcmd</a:t>
            </a:r>
            <a:r>
              <a:rPr lang="en-US" sz="700" dirty="0"/>
              <a:t>[0:1], </a:t>
            </a:r>
            <a:r>
              <a:rPr lang="en-US" sz="700" dirty="0" err="1"/>
              <a:t>SubAddB</a:t>
            </a:r>
            <a:r>
              <a:rPr lang="en-US" sz="700" dirty="0"/>
              <a:t>, </a:t>
            </a:r>
            <a:r>
              <a:rPr lang="en-US" sz="700" dirty="0" err="1"/>
              <a:t>CarryEn</a:t>
            </a:r>
            <a:r>
              <a:rPr lang="en-US" sz="700" dirty="0"/>
              <a:t>, Ctl2[0:2],</a:t>
            </a:r>
          </a:p>
        </p:txBody>
      </p:sp>
      <p:sp>
        <p:nvSpPr>
          <p:cNvPr id="462" name="TextBox 461">
            <a:extLst>
              <a:ext uri="{FF2B5EF4-FFF2-40B4-BE49-F238E27FC236}">
                <a16:creationId xmlns:a16="http://schemas.microsoft.com/office/drawing/2014/main" id="{DD05683F-41A9-2297-5763-B3B7F2387EAF}"/>
              </a:ext>
            </a:extLst>
          </p:cNvPr>
          <p:cNvSpPr txBox="1"/>
          <p:nvPr/>
        </p:nvSpPr>
        <p:spPr>
          <a:xfrm>
            <a:off x="2262344" y="1685857"/>
            <a:ext cx="328936" cy="246221"/>
          </a:xfrm>
          <a:prstGeom prst="rect">
            <a:avLst/>
          </a:prstGeom>
          <a:noFill/>
          <a:ln>
            <a:noFill/>
          </a:ln>
        </p:spPr>
        <p:txBody>
          <a:bodyPr wrap="none" rtlCol="0">
            <a:spAutoFit/>
          </a:bodyPr>
          <a:lstStyle/>
          <a:p>
            <a:r>
              <a:rPr lang="en-US" sz="1000" dirty="0"/>
              <a:t>D1</a:t>
            </a:r>
          </a:p>
        </p:txBody>
      </p:sp>
      <p:sp>
        <p:nvSpPr>
          <p:cNvPr id="463" name="TextBox 462">
            <a:extLst>
              <a:ext uri="{FF2B5EF4-FFF2-40B4-BE49-F238E27FC236}">
                <a16:creationId xmlns:a16="http://schemas.microsoft.com/office/drawing/2014/main" id="{58B46CAE-442B-A211-73D6-276BAC1BCD20}"/>
              </a:ext>
            </a:extLst>
          </p:cNvPr>
          <p:cNvSpPr txBox="1"/>
          <p:nvPr/>
        </p:nvSpPr>
        <p:spPr>
          <a:xfrm>
            <a:off x="2733820" y="1981678"/>
            <a:ext cx="328936" cy="246221"/>
          </a:xfrm>
          <a:prstGeom prst="rect">
            <a:avLst/>
          </a:prstGeom>
          <a:noFill/>
          <a:ln>
            <a:noFill/>
          </a:ln>
        </p:spPr>
        <p:txBody>
          <a:bodyPr wrap="none" rtlCol="0">
            <a:spAutoFit/>
          </a:bodyPr>
          <a:lstStyle/>
          <a:p>
            <a:r>
              <a:rPr lang="en-US" sz="1000" dirty="0"/>
              <a:t>D2</a:t>
            </a:r>
          </a:p>
        </p:txBody>
      </p:sp>
      <p:sp>
        <p:nvSpPr>
          <p:cNvPr id="464" name="TextBox 463">
            <a:extLst>
              <a:ext uri="{FF2B5EF4-FFF2-40B4-BE49-F238E27FC236}">
                <a16:creationId xmlns:a16="http://schemas.microsoft.com/office/drawing/2014/main" id="{7806A13B-AB4E-2C4B-C909-5D70619EEB53}"/>
              </a:ext>
            </a:extLst>
          </p:cNvPr>
          <p:cNvSpPr txBox="1"/>
          <p:nvPr/>
        </p:nvSpPr>
        <p:spPr>
          <a:xfrm>
            <a:off x="3164335" y="2292976"/>
            <a:ext cx="328936" cy="246221"/>
          </a:xfrm>
          <a:prstGeom prst="rect">
            <a:avLst/>
          </a:prstGeom>
          <a:noFill/>
          <a:ln>
            <a:noFill/>
          </a:ln>
        </p:spPr>
        <p:txBody>
          <a:bodyPr wrap="none" rtlCol="0">
            <a:spAutoFit/>
          </a:bodyPr>
          <a:lstStyle/>
          <a:p>
            <a:r>
              <a:rPr lang="en-US" sz="1000" dirty="0"/>
              <a:t>D3</a:t>
            </a:r>
          </a:p>
        </p:txBody>
      </p:sp>
      <p:grpSp>
        <p:nvGrpSpPr>
          <p:cNvPr id="477" name="Group 476">
            <a:extLst>
              <a:ext uri="{FF2B5EF4-FFF2-40B4-BE49-F238E27FC236}">
                <a16:creationId xmlns:a16="http://schemas.microsoft.com/office/drawing/2014/main" id="{5B45BFFD-8D02-F659-56F1-161D48D6499C}"/>
              </a:ext>
            </a:extLst>
          </p:cNvPr>
          <p:cNvGrpSpPr/>
          <p:nvPr/>
        </p:nvGrpSpPr>
        <p:grpSpPr>
          <a:xfrm>
            <a:off x="1525910" y="2952961"/>
            <a:ext cx="5481869" cy="204948"/>
            <a:chOff x="1525910" y="4231427"/>
            <a:chExt cx="5481869" cy="204948"/>
          </a:xfrm>
        </p:grpSpPr>
        <p:grpSp>
          <p:nvGrpSpPr>
            <p:cNvPr id="429" name="Group 428">
              <a:extLst>
                <a:ext uri="{FF2B5EF4-FFF2-40B4-BE49-F238E27FC236}">
                  <a16:creationId xmlns:a16="http://schemas.microsoft.com/office/drawing/2014/main" id="{2C6DA0E3-8146-4FDB-53DB-116661ED7AB6}"/>
                </a:ext>
              </a:extLst>
            </p:cNvPr>
            <p:cNvGrpSpPr/>
            <p:nvPr/>
          </p:nvGrpSpPr>
          <p:grpSpPr>
            <a:xfrm>
              <a:off x="1525910" y="4231427"/>
              <a:ext cx="1824931" cy="204948"/>
              <a:chOff x="1523061" y="134274"/>
              <a:chExt cx="1215082" cy="246219"/>
            </a:xfrm>
          </p:grpSpPr>
          <p:cxnSp>
            <p:nvCxnSpPr>
              <p:cNvPr id="289" name="Straight Connector 288">
                <a:extLst>
                  <a:ext uri="{FF2B5EF4-FFF2-40B4-BE49-F238E27FC236}">
                    <a16:creationId xmlns:a16="http://schemas.microsoft.com/office/drawing/2014/main" id="{9FBF048E-9FB9-A52D-D186-86F93A5586C3}"/>
                  </a:ext>
                </a:extLst>
              </p:cNvPr>
              <p:cNvCxnSpPr>
                <a:cxnSpLocks/>
              </p:cNvCxnSpPr>
              <p:nvPr/>
            </p:nvCxnSpPr>
            <p:spPr>
              <a:xfrm>
                <a:off x="1523061" y="134274"/>
                <a:ext cx="0" cy="246219"/>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FA7A11DD-C0CE-662E-155E-25EA81159C53}"/>
                  </a:ext>
                </a:extLst>
              </p:cNvPr>
              <p:cNvCxnSpPr>
                <a:cxnSpLocks/>
              </p:cNvCxnSpPr>
              <p:nvPr/>
            </p:nvCxnSpPr>
            <p:spPr>
              <a:xfrm flipH="1">
                <a:off x="1523061" y="134274"/>
                <a:ext cx="607541"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1" name="Straight Connector 290">
                <a:extLst>
                  <a:ext uri="{FF2B5EF4-FFF2-40B4-BE49-F238E27FC236}">
                    <a16:creationId xmlns:a16="http://schemas.microsoft.com/office/drawing/2014/main" id="{52E87BD3-47BB-8C2A-FB9C-5D9482B558CD}"/>
                  </a:ext>
                </a:extLst>
              </p:cNvPr>
              <p:cNvCxnSpPr>
                <a:cxnSpLocks/>
              </p:cNvCxnSpPr>
              <p:nvPr/>
            </p:nvCxnSpPr>
            <p:spPr>
              <a:xfrm>
                <a:off x="2130602" y="134274"/>
                <a:ext cx="0" cy="246219"/>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28339F30-FD0E-CD31-5534-110DEACFC4F3}"/>
                  </a:ext>
                </a:extLst>
              </p:cNvPr>
              <p:cNvCxnSpPr>
                <a:cxnSpLocks/>
              </p:cNvCxnSpPr>
              <p:nvPr/>
            </p:nvCxnSpPr>
            <p:spPr>
              <a:xfrm>
                <a:off x="2130602" y="380492"/>
                <a:ext cx="607541"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65" name="Group 464">
              <a:extLst>
                <a:ext uri="{FF2B5EF4-FFF2-40B4-BE49-F238E27FC236}">
                  <a16:creationId xmlns:a16="http://schemas.microsoft.com/office/drawing/2014/main" id="{4993957F-B4C0-75CD-29D6-AB2776C75F3F}"/>
                </a:ext>
              </a:extLst>
            </p:cNvPr>
            <p:cNvGrpSpPr/>
            <p:nvPr/>
          </p:nvGrpSpPr>
          <p:grpSpPr>
            <a:xfrm>
              <a:off x="3349911" y="4231427"/>
              <a:ext cx="1832894" cy="204948"/>
              <a:chOff x="1523061" y="134274"/>
              <a:chExt cx="1215082" cy="246219"/>
            </a:xfrm>
          </p:grpSpPr>
          <p:cxnSp>
            <p:nvCxnSpPr>
              <p:cNvPr id="466" name="Straight Connector 465">
                <a:extLst>
                  <a:ext uri="{FF2B5EF4-FFF2-40B4-BE49-F238E27FC236}">
                    <a16:creationId xmlns:a16="http://schemas.microsoft.com/office/drawing/2014/main" id="{6F9BFBBE-8A42-4E1D-3DB5-EB0979638DF4}"/>
                  </a:ext>
                </a:extLst>
              </p:cNvPr>
              <p:cNvCxnSpPr>
                <a:cxnSpLocks/>
              </p:cNvCxnSpPr>
              <p:nvPr/>
            </p:nvCxnSpPr>
            <p:spPr>
              <a:xfrm>
                <a:off x="1523061" y="134274"/>
                <a:ext cx="0" cy="246219"/>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7" name="Straight Connector 466">
                <a:extLst>
                  <a:ext uri="{FF2B5EF4-FFF2-40B4-BE49-F238E27FC236}">
                    <a16:creationId xmlns:a16="http://schemas.microsoft.com/office/drawing/2014/main" id="{A274214D-B4F1-6106-940B-803E87A2E1A7}"/>
                  </a:ext>
                </a:extLst>
              </p:cNvPr>
              <p:cNvCxnSpPr>
                <a:cxnSpLocks/>
              </p:cNvCxnSpPr>
              <p:nvPr/>
            </p:nvCxnSpPr>
            <p:spPr>
              <a:xfrm flipH="1">
                <a:off x="1523061" y="134274"/>
                <a:ext cx="607541"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8" name="Straight Connector 467">
                <a:extLst>
                  <a:ext uri="{FF2B5EF4-FFF2-40B4-BE49-F238E27FC236}">
                    <a16:creationId xmlns:a16="http://schemas.microsoft.com/office/drawing/2014/main" id="{2798BBAF-F09E-B821-67A1-96AF4D7E963C}"/>
                  </a:ext>
                </a:extLst>
              </p:cNvPr>
              <p:cNvCxnSpPr>
                <a:cxnSpLocks/>
              </p:cNvCxnSpPr>
              <p:nvPr/>
            </p:nvCxnSpPr>
            <p:spPr>
              <a:xfrm>
                <a:off x="2130602" y="134274"/>
                <a:ext cx="0" cy="246219"/>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9" name="Straight Connector 468">
                <a:extLst>
                  <a:ext uri="{FF2B5EF4-FFF2-40B4-BE49-F238E27FC236}">
                    <a16:creationId xmlns:a16="http://schemas.microsoft.com/office/drawing/2014/main" id="{14FC5228-6C0C-66EA-6815-FFF0EDDF3AC8}"/>
                  </a:ext>
                </a:extLst>
              </p:cNvPr>
              <p:cNvCxnSpPr>
                <a:cxnSpLocks/>
              </p:cNvCxnSpPr>
              <p:nvPr/>
            </p:nvCxnSpPr>
            <p:spPr>
              <a:xfrm>
                <a:off x="2130602" y="380492"/>
                <a:ext cx="607541"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70" name="Group 469">
              <a:extLst>
                <a:ext uri="{FF2B5EF4-FFF2-40B4-BE49-F238E27FC236}">
                  <a16:creationId xmlns:a16="http://schemas.microsoft.com/office/drawing/2014/main" id="{241F2168-E4D4-07D8-E5F2-A2732A951EC1}"/>
                </a:ext>
              </a:extLst>
            </p:cNvPr>
            <p:cNvGrpSpPr/>
            <p:nvPr/>
          </p:nvGrpSpPr>
          <p:grpSpPr>
            <a:xfrm>
              <a:off x="5182848" y="4231427"/>
              <a:ext cx="1824931" cy="204948"/>
              <a:chOff x="1523061" y="134274"/>
              <a:chExt cx="1215082" cy="246219"/>
            </a:xfrm>
          </p:grpSpPr>
          <p:cxnSp>
            <p:nvCxnSpPr>
              <p:cNvPr id="471" name="Straight Connector 470">
                <a:extLst>
                  <a:ext uri="{FF2B5EF4-FFF2-40B4-BE49-F238E27FC236}">
                    <a16:creationId xmlns:a16="http://schemas.microsoft.com/office/drawing/2014/main" id="{0778EDBA-068B-F94C-B2B8-3B4EED1D2A31}"/>
                  </a:ext>
                </a:extLst>
              </p:cNvPr>
              <p:cNvCxnSpPr>
                <a:cxnSpLocks/>
              </p:cNvCxnSpPr>
              <p:nvPr/>
            </p:nvCxnSpPr>
            <p:spPr>
              <a:xfrm>
                <a:off x="1523061" y="134274"/>
                <a:ext cx="0" cy="246219"/>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2" name="Straight Connector 471">
                <a:extLst>
                  <a:ext uri="{FF2B5EF4-FFF2-40B4-BE49-F238E27FC236}">
                    <a16:creationId xmlns:a16="http://schemas.microsoft.com/office/drawing/2014/main" id="{547E923B-B17F-B494-10EF-4DE3F7413A6B}"/>
                  </a:ext>
                </a:extLst>
              </p:cNvPr>
              <p:cNvCxnSpPr>
                <a:cxnSpLocks/>
              </p:cNvCxnSpPr>
              <p:nvPr/>
            </p:nvCxnSpPr>
            <p:spPr>
              <a:xfrm flipH="1">
                <a:off x="1523061" y="134274"/>
                <a:ext cx="607541"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3" name="Straight Connector 472">
                <a:extLst>
                  <a:ext uri="{FF2B5EF4-FFF2-40B4-BE49-F238E27FC236}">
                    <a16:creationId xmlns:a16="http://schemas.microsoft.com/office/drawing/2014/main" id="{45DC11FB-2736-7D70-CBF1-D89B780E7E50}"/>
                  </a:ext>
                </a:extLst>
              </p:cNvPr>
              <p:cNvCxnSpPr>
                <a:cxnSpLocks/>
              </p:cNvCxnSpPr>
              <p:nvPr/>
            </p:nvCxnSpPr>
            <p:spPr>
              <a:xfrm>
                <a:off x="2130602" y="134274"/>
                <a:ext cx="0" cy="246219"/>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4" name="Straight Connector 473">
                <a:extLst>
                  <a:ext uri="{FF2B5EF4-FFF2-40B4-BE49-F238E27FC236}">
                    <a16:creationId xmlns:a16="http://schemas.microsoft.com/office/drawing/2014/main" id="{47B119B9-C788-7EA0-40B5-EA4161B4E086}"/>
                  </a:ext>
                </a:extLst>
              </p:cNvPr>
              <p:cNvCxnSpPr>
                <a:cxnSpLocks/>
              </p:cNvCxnSpPr>
              <p:nvPr/>
            </p:nvCxnSpPr>
            <p:spPr>
              <a:xfrm>
                <a:off x="2130602" y="380492"/>
                <a:ext cx="607541"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478" name="TextBox 477">
            <a:extLst>
              <a:ext uri="{FF2B5EF4-FFF2-40B4-BE49-F238E27FC236}">
                <a16:creationId xmlns:a16="http://schemas.microsoft.com/office/drawing/2014/main" id="{AB1D5F3F-38D5-F081-1EA2-9F3807EEDE30}"/>
              </a:ext>
            </a:extLst>
          </p:cNvPr>
          <p:cNvSpPr txBox="1"/>
          <p:nvPr/>
        </p:nvSpPr>
        <p:spPr>
          <a:xfrm>
            <a:off x="691225" y="2929818"/>
            <a:ext cx="502061" cy="246221"/>
          </a:xfrm>
          <a:prstGeom prst="rect">
            <a:avLst/>
          </a:prstGeom>
          <a:noFill/>
          <a:ln>
            <a:noFill/>
          </a:ln>
        </p:spPr>
        <p:txBody>
          <a:bodyPr wrap="none" rtlCol="0">
            <a:spAutoFit/>
          </a:bodyPr>
          <a:lstStyle/>
          <a:p>
            <a:r>
              <a:rPr lang="en-US" sz="1000" dirty="0" err="1"/>
              <a:t>ClkX,Y</a:t>
            </a:r>
            <a:endParaRPr lang="en-US" sz="1000" dirty="0"/>
          </a:p>
        </p:txBody>
      </p:sp>
      <p:sp>
        <p:nvSpPr>
          <p:cNvPr id="2" name="TextBox 1">
            <a:extLst>
              <a:ext uri="{FF2B5EF4-FFF2-40B4-BE49-F238E27FC236}">
                <a16:creationId xmlns:a16="http://schemas.microsoft.com/office/drawing/2014/main" id="{FD068A7D-4F68-EEDE-254D-A6E4E5DD67CC}"/>
              </a:ext>
            </a:extLst>
          </p:cNvPr>
          <p:cNvSpPr txBox="1"/>
          <p:nvPr/>
        </p:nvSpPr>
        <p:spPr>
          <a:xfrm>
            <a:off x="678382" y="1019747"/>
            <a:ext cx="405880" cy="246221"/>
          </a:xfrm>
          <a:prstGeom prst="rect">
            <a:avLst/>
          </a:prstGeom>
          <a:noFill/>
          <a:ln>
            <a:noFill/>
          </a:ln>
        </p:spPr>
        <p:txBody>
          <a:bodyPr wrap="none" rtlCol="0">
            <a:spAutoFit/>
          </a:bodyPr>
          <a:lstStyle/>
          <a:p>
            <a:r>
              <a:rPr lang="en-US" sz="1000" dirty="0"/>
              <a:t>Clk1</a:t>
            </a:r>
          </a:p>
        </p:txBody>
      </p:sp>
      <p:cxnSp>
        <p:nvCxnSpPr>
          <p:cNvPr id="7" name="Straight Connector 6">
            <a:extLst>
              <a:ext uri="{FF2B5EF4-FFF2-40B4-BE49-F238E27FC236}">
                <a16:creationId xmlns:a16="http://schemas.microsoft.com/office/drawing/2014/main" id="{9EB3C9C6-71CC-43C4-9328-6E0FD2E96DD5}"/>
              </a:ext>
            </a:extLst>
          </p:cNvPr>
          <p:cNvCxnSpPr>
            <a:cxnSpLocks/>
          </p:cNvCxnSpPr>
          <p:nvPr/>
        </p:nvCxnSpPr>
        <p:spPr>
          <a:xfrm flipH="1">
            <a:off x="4719393" y="615664"/>
            <a:ext cx="7002" cy="3899816"/>
          </a:xfrm>
          <a:prstGeom prst="line">
            <a:avLst/>
          </a:prstGeom>
          <a:ln w="3175">
            <a:solidFill>
              <a:schemeClr val="tx1"/>
            </a:solidFill>
            <a:prstDash val="lgDashDot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F8385E5-84CC-F679-2C5C-2A205288C760}"/>
              </a:ext>
            </a:extLst>
          </p:cNvPr>
          <p:cNvCxnSpPr>
            <a:cxnSpLocks/>
          </p:cNvCxnSpPr>
          <p:nvPr/>
        </p:nvCxnSpPr>
        <p:spPr>
          <a:xfrm>
            <a:off x="2894785" y="619780"/>
            <a:ext cx="0" cy="3895700"/>
          </a:xfrm>
          <a:prstGeom prst="line">
            <a:avLst/>
          </a:prstGeom>
          <a:ln w="3175">
            <a:solidFill>
              <a:schemeClr val="tx1"/>
            </a:solidFill>
            <a:prstDash val="lgDashDot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A865EBA4-59DB-1474-31B3-04DE2A8ECC73}"/>
              </a:ext>
            </a:extLst>
          </p:cNvPr>
          <p:cNvSpPr txBox="1"/>
          <p:nvPr/>
        </p:nvSpPr>
        <p:spPr>
          <a:xfrm>
            <a:off x="4262193" y="197252"/>
            <a:ext cx="3241913" cy="400110"/>
          </a:xfrm>
          <a:prstGeom prst="rect">
            <a:avLst/>
          </a:prstGeom>
          <a:noFill/>
          <a:ln>
            <a:noFill/>
          </a:ln>
        </p:spPr>
        <p:txBody>
          <a:bodyPr wrap="none" rtlCol="0">
            <a:spAutoFit/>
          </a:bodyPr>
          <a:lstStyle/>
          <a:p>
            <a:r>
              <a:rPr lang="en-US" sz="2000" dirty="0"/>
              <a:t>Sequencer Instruction Timing</a:t>
            </a:r>
          </a:p>
        </p:txBody>
      </p:sp>
      <p:cxnSp>
        <p:nvCxnSpPr>
          <p:cNvPr id="4" name="Straight Connector 3">
            <a:extLst>
              <a:ext uri="{FF2B5EF4-FFF2-40B4-BE49-F238E27FC236}">
                <a16:creationId xmlns:a16="http://schemas.microsoft.com/office/drawing/2014/main" id="{E7B0E383-2EF8-684D-F01A-D8C1C74790BA}"/>
              </a:ext>
            </a:extLst>
          </p:cNvPr>
          <p:cNvCxnSpPr>
            <a:cxnSpLocks/>
          </p:cNvCxnSpPr>
          <p:nvPr/>
        </p:nvCxnSpPr>
        <p:spPr>
          <a:xfrm flipH="1">
            <a:off x="1317230" y="3158774"/>
            <a:ext cx="202465"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B5FAFEB2-D092-4F4D-83C4-022459C6E208}"/>
              </a:ext>
            </a:extLst>
          </p:cNvPr>
          <p:cNvCxnSpPr>
            <a:cxnSpLocks/>
          </p:cNvCxnSpPr>
          <p:nvPr/>
        </p:nvCxnSpPr>
        <p:spPr>
          <a:xfrm>
            <a:off x="7012301" y="615665"/>
            <a:ext cx="0" cy="6020662"/>
          </a:xfrm>
          <a:prstGeom prst="line">
            <a:avLst/>
          </a:prstGeom>
          <a:ln w="12700">
            <a:solidFill>
              <a:schemeClr val="tx1"/>
            </a:solidFill>
            <a:prstDash val="lgDashDot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02859EF-CE53-38B2-3E3D-BEECAC9EB10C}"/>
              </a:ext>
            </a:extLst>
          </p:cNvPr>
          <p:cNvCxnSpPr>
            <a:cxnSpLocks/>
          </p:cNvCxnSpPr>
          <p:nvPr/>
        </p:nvCxnSpPr>
        <p:spPr>
          <a:xfrm>
            <a:off x="8840088" y="605588"/>
            <a:ext cx="0" cy="6030739"/>
          </a:xfrm>
          <a:prstGeom prst="line">
            <a:avLst/>
          </a:prstGeom>
          <a:ln w="12700">
            <a:solidFill>
              <a:schemeClr val="tx1"/>
            </a:solidFill>
            <a:prstDash val="lgDashDot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Hexagon 15">
            <a:extLst>
              <a:ext uri="{FF2B5EF4-FFF2-40B4-BE49-F238E27FC236}">
                <a16:creationId xmlns:a16="http://schemas.microsoft.com/office/drawing/2014/main" id="{2CA79F6E-E0F0-16ED-D095-26AAD7F74E3E}"/>
              </a:ext>
            </a:extLst>
          </p:cNvPr>
          <p:cNvSpPr/>
          <p:nvPr/>
        </p:nvSpPr>
        <p:spPr>
          <a:xfrm>
            <a:off x="6551083" y="3674793"/>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82" name="Group 481">
            <a:extLst>
              <a:ext uri="{FF2B5EF4-FFF2-40B4-BE49-F238E27FC236}">
                <a16:creationId xmlns:a16="http://schemas.microsoft.com/office/drawing/2014/main" id="{3E5B534E-FCEC-C5FD-A12B-BEF95BE9823D}"/>
              </a:ext>
            </a:extLst>
          </p:cNvPr>
          <p:cNvGrpSpPr/>
          <p:nvPr/>
        </p:nvGrpSpPr>
        <p:grpSpPr>
          <a:xfrm>
            <a:off x="1364078" y="4522664"/>
            <a:ext cx="6654210" cy="210699"/>
            <a:chOff x="1354245" y="4827639"/>
            <a:chExt cx="6654210" cy="210699"/>
          </a:xfrm>
        </p:grpSpPr>
        <p:cxnSp>
          <p:nvCxnSpPr>
            <p:cNvPr id="18" name="Straight Connector 17">
              <a:extLst>
                <a:ext uri="{FF2B5EF4-FFF2-40B4-BE49-F238E27FC236}">
                  <a16:creationId xmlns:a16="http://schemas.microsoft.com/office/drawing/2014/main" id="{6FDB613D-2C44-63DB-F3EE-6C12DAF89851}"/>
                </a:ext>
              </a:extLst>
            </p:cNvPr>
            <p:cNvCxnSpPr>
              <a:cxnSpLocks/>
            </p:cNvCxnSpPr>
            <p:nvPr/>
          </p:nvCxnSpPr>
          <p:spPr>
            <a:xfrm>
              <a:off x="6551083" y="4827639"/>
              <a:ext cx="4572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9" name="Straight Connector 448">
              <a:extLst>
                <a:ext uri="{FF2B5EF4-FFF2-40B4-BE49-F238E27FC236}">
                  <a16:creationId xmlns:a16="http://schemas.microsoft.com/office/drawing/2014/main" id="{C566764A-D33E-D115-2069-722BC78EF98E}"/>
                </a:ext>
              </a:extLst>
            </p:cNvPr>
            <p:cNvCxnSpPr>
              <a:cxnSpLocks/>
            </p:cNvCxnSpPr>
            <p:nvPr/>
          </p:nvCxnSpPr>
          <p:spPr>
            <a:xfrm>
              <a:off x="6553893" y="4827639"/>
              <a:ext cx="0" cy="210699"/>
            </a:xfrm>
            <a:prstGeom prst="line">
              <a:avLst/>
            </a:prstGeom>
            <a:ln w="127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2" name="Straight Connector 451">
              <a:extLst>
                <a:ext uri="{FF2B5EF4-FFF2-40B4-BE49-F238E27FC236}">
                  <a16:creationId xmlns:a16="http://schemas.microsoft.com/office/drawing/2014/main" id="{EF90EB16-4373-7075-A49F-C80CD6ED4928}"/>
                </a:ext>
              </a:extLst>
            </p:cNvPr>
            <p:cNvCxnSpPr>
              <a:cxnSpLocks/>
            </p:cNvCxnSpPr>
            <p:nvPr/>
          </p:nvCxnSpPr>
          <p:spPr>
            <a:xfrm flipH="1">
              <a:off x="1354245" y="5035087"/>
              <a:ext cx="5193298"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5" name="Straight Connector 474">
              <a:extLst>
                <a:ext uri="{FF2B5EF4-FFF2-40B4-BE49-F238E27FC236}">
                  <a16:creationId xmlns:a16="http://schemas.microsoft.com/office/drawing/2014/main" id="{2B05027E-F35E-79E3-7E08-0CB5447A7A3B}"/>
                </a:ext>
              </a:extLst>
            </p:cNvPr>
            <p:cNvCxnSpPr>
              <a:cxnSpLocks/>
            </p:cNvCxnSpPr>
            <p:nvPr/>
          </p:nvCxnSpPr>
          <p:spPr>
            <a:xfrm>
              <a:off x="7003071" y="4827639"/>
              <a:ext cx="0" cy="210699"/>
            </a:xfrm>
            <a:prstGeom prst="line">
              <a:avLst/>
            </a:prstGeom>
            <a:ln w="127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9" name="Straight Connector 478">
              <a:extLst>
                <a:ext uri="{FF2B5EF4-FFF2-40B4-BE49-F238E27FC236}">
                  <a16:creationId xmlns:a16="http://schemas.microsoft.com/office/drawing/2014/main" id="{3676D35C-F455-CFE3-C480-4BAF479349DD}"/>
                </a:ext>
              </a:extLst>
            </p:cNvPr>
            <p:cNvCxnSpPr>
              <a:cxnSpLocks/>
            </p:cNvCxnSpPr>
            <p:nvPr/>
          </p:nvCxnSpPr>
          <p:spPr>
            <a:xfrm>
              <a:off x="7009185" y="5031707"/>
              <a:ext cx="99927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83" name="Hexagon 482">
            <a:extLst>
              <a:ext uri="{FF2B5EF4-FFF2-40B4-BE49-F238E27FC236}">
                <a16:creationId xmlns:a16="http://schemas.microsoft.com/office/drawing/2014/main" id="{01666BA1-A699-D4E8-75D5-C1850B2AAB95}"/>
              </a:ext>
            </a:extLst>
          </p:cNvPr>
          <p:cNvSpPr/>
          <p:nvPr/>
        </p:nvSpPr>
        <p:spPr>
          <a:xfrm>
            <a:off x="5638114" y="3296479"/>
            <a:ext cx="1825628"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84" name="Group 483">
            <a:extLst>
              <a:ext uri="{FF2B5EF4-FFF2-40B4-BE49-F238E27FC236}">
                <a16:creationId xmlns:a16="http://schemas.microsoft.com/office/drawing/2014/main" id="{7A1C72BD-F524-85A8-39B3-41F314D1C6DF}"/>
              </a:ext>
            </a:extLst>
          </p:cNvPr>
          <p:cNvGrpSpPr/>
          <p:nvPr/>
        </p:nvGrpSpPr>
        <p:grpSpPr>
          <a:xfrm>
            <a:off x="7012011" y="1351805"/>
            <a:ext cx="1825626" cy="246331"/>
            <a:chOff x="3347794" y="1004776"/>
            <a:chExt cx="1825626" cy="246331"/>
          </a:xfrm>
        </p:grpSpPr>
        <p:sp>
          <p:nvSpPr>
            <p:cNvPr id="485" name="Hexagon 484">
              <a:extLst>
                <a:ext uri="{FF2B5EF4-FFF2-40B4-BE49-F238E27FC236}">
                  <a16:creationId xmlns:a16="http://schemas.microsoft.com/office/drawing/2014/main" id="{6DA70277-B9E4-749C-4983-125556485258}"/>
                </a:ext>
              </a:extLst>
            </p:cNvPr>
            <p:cNvSpPr/>
            <p:nvPr/>
          </p:nvSpPr>
          <p:spPr>
            <a:xfrm>
              <a:off x="3347794" y="1004776"/>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86" name="Hexagon 485">
              <a:extLst>
                <a:ext uri="{FF2B5EF4-FFF2-40B4-BE49-F238E27FC236}">
                  <a16:creationId xmlns:a16="http://schemas.microsoft.com/office/drawing/2014/main" id="{2516ED92-0F13-70BF-73EC-FE7A73989033}"/>
                </a:ext>
              </a:extLst>
            </p:cNvPr>
            <p:cNvSpPr/>
            <p:nvPr/>
          </p:nvSpPr>
          <p:spPr>
            <a:xfrm>
              <a:off x="3804994" y="1004776"/>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87" name="Hexagon 486">
              <a:extLst>
                <a:ext uri="{FF2B5EF4-FFF2-40B4-BE49-F238E27FC236}">
                  <a16:creationId xmlns:a16="http://schemas.microsoft.com/office/drawing/2014/main" id="{196B9973-6E1A-A9E5-EBD3-DCEE50486583}"/>
                </a:ext>
              </a:extLst>
            </p:cNvPr>
            <p:cNvSpPr/>
            <p:nvPr/>
          </p:nvSpPr>
          <p:spPr>
            <a:xfrm>
              <a:off x="4262193" y="1004886"/>
              <a:ext cx="911227"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488" name="TextBox 487">
            <a:extLst>
              <a:ext uri="{FF2B5EF4-FFF2-40B4-BE49-F238E27FC236}">
                <a16:creationId xmlns:a16="http://schemas.microsoft.com/office/drawing/2014/main" id="{0D596D54-5105-8BBA-2C61-51E9188EE347}"/>
              </a:ext>
            </a:extLst>
          </p:cNvPr>
          <p:cNvSpPr txBox="1"/>
          <p:nvPr/>
        </p:nvSpPr>
        <p:spPr>
          <a:xfrm>
            <a:off x="682996" y="4535126"/>
            <a:ext cx="837089" cy="246221"/>
          </a:xfrm>
          <a:prstGeom prst="rect">
            <a:avLst/>
          </a:prstGeom>
          <a:noFill/>
          <a:ln>
            <a:noFill/>
          </a:ln>
        </p:spPr>
        <p:txBody>
          <a:bodyPr wrap="none" rtlCol="0">
            <a:spAutoFit/>
          </a:bodyPr>
          <a:lstStyle/>
          <a:p>
            <a:r>
              <a:rPr lang="en-US" sz="1000" dirty="0"/>
              <a:t>I4 (</a:t>
            </a:r>
            <a:r>
              <a:rPr lang="en-US" sz="1000" dirty="0" err="1"/>
              <a:t>Jmp</a:t>
            </a:r>
            <a:r>
              <a:rPr lang="en-US" sz="1000" dirty="0"/>
              <a:t>, Bra)</a:t>
            </a:r>
          </a:p>
        </p:txBody>
      </p:sp>
      <p:sp>
        <p:nvSpPr>
          <p:cNvPr id="489" name="TextBox 488">
            <a:extLst>
              <a:ext uri="{FF2B5EF4-FFF2-40B4-BE49-F238E27FC236}">
                <a16:creationId xmlns:a16="http://schemas.microsoft.com/office/drawing/2014/main" id="{79FB0E77-39C0-6223-7DE5-96DF1833B39C}"/>
              </a:ext>
            </a:extLst>
          </p:cNvPr>
          <p:cNvSpPr txBox="1"/>
          <p:nvPr/>
        </p:nvSpPr>
        <p:spPr>
          <a:xfrm>
            <a:off x="6505516" y="3698556"/>
            <a:ext cx="556563" cy="215444"/>
          </a:xfrm>
          <a:prstGeom prst="rect">
            <a:avLst/>
          </a:prstGeom>
          <a:noFill/>
          <a:ln>
            <a:noFill/>
          </a:ln>
        </p:spPr>
        <p:txBody>
          <a:bodyPr wrap="none" rtlCol="0">
            <a:spAutoFit/>
          </a:bodyPr>
          <a:lstStyle/>
          <a:p>
            <a:r>
              <a:rPr lang="en-US" sz="800" dirty="0"/>
              <a:t>I8:18=An</a:t>
            </a:r>
          </a:p>
        </p:txBody>
      </p:sp>
      <p:sp>
        <p:nvSpPr>
          <p:cNvPr id="491" name="TextBox 490">
            <a:extLst>
              <a:ext uri="{FF2B5EF4-FFF2-40B4-BE49-F238E27FC236}">
                <a16:creationId xmlns:a16="http://schemas.microsoft.com/office/drawing/2014/main" id="{9B7B7BC4-E6E9-C897-B39A-988B6A2542D7}"/>
              </a:ext>
            </a:extLst>
          </p:cNvPr>
          <p:cNvSpPr txBox="1"/>
          <p:nvPr/>
        </p:nvSpPr>
        <p:spPr>
          <a:xfrm>
            <a:off x="7072752" y="1351680"/>
            <a:ext cx="325730" cy="246221"/>
          </a:xfrm>
          <a:prstGeom prst="rect">
            <a:avLst/>
          </a:prstGeom>
          <a:noFill/>
          <a:ln>
            <a:noFill/>
          </a:ln>
        </p:spPr>
        <p:txBody>
          <a:bodyPr wrap="none" rtlCol="0">
            <a:spAutoFit/>
          </a:bodyPr>
          <a:lstStyle/>
          <a:p>
            <a:r>
              <a:rPr lang="en-US" sz="1000" dirty="0"/>
              <a:t>An</a:t>
            </a:r>
          </a:p>
        </p:txBody>
      </p:sp>
      <p:sp>
        <p:nvSpPr>
          <p:cNvPr id="492" name="TextBox 491">
            <a:extLst>
              <a:ext uri="{FF2B5EF4-FFF2-40B4-BE49-F238E27FC236}">
                <a16:creationId xmlns:a16="http://schemas.microsoft.com/office/drawing/2014/main" id="{2C11AA31-9BB7-8323-DA64-911D604D95EA}"/>
              </a:ext>
            </a:extLst>
          </p:cNvPr>
          <p:cNvSpPr txBox="1"/>
          <p:nvPr/>
        </p:nvSpPr>
        <p:spPr>
          <a:xfrm>
            <a:off x="7480037" y="1349649"/>
            <a:ext cx="455574" cy="246221"/>
          </a:xfrm>
          <a:prstGeom prst="rect">
            <a:avLst/>
          </a:prstGeom>
          <a:noFill/>
          <a:ln>
            <a:noFill/>
          </a:ln>
        </p:spPr>
        <p:txBody>
          <a:bodyPr wrap="none" rtlCol="0">
            <a:spAutoFit/>
          </a:bodyPr>
          <a:lstStyle/>
          <a:p>
            <a:r>
              <a:rPr lang="en-US" sz="1000" dirty="0"/>
              <a:t>An+1</a:t>
            </a:r>
          </a:p>
        </p:txBody>
      </p:sp>
      <p:sp>
        <p:nvSpPr>
          <p:cNvPr id="493" name="TextBox 492">
            <a:extLst>
              <a:ext uri="{FF2B5EF4-FFF2-40B4-BE49-F238E27FC236}">
                <a16:creationId xmlns:a16="http://schemas.microsoft.com/office/drawing/2014/main" id="{BD4BAA6E-1AC5-D6AD-2B3C-11D65C778FDC}"/>
              </a:ext>
            </a:extLst>
          </p:cNvPr>
          <p:cNvSpPr txBox="1"/>
          <p:nvPr/>
        </p:nvSpPr>
        <p:spPr>
          <a:xfrm>
            <a:off x="8154277" y="1356517"/>
            <a:ext cx="455574" cy="246221"/>
          </a:xfrm>
          <a:prstGeom prst="rect">
            <a:avLst/>
          </a:prstGeom>
          <a:noFill/>
          <a:ln>
            <a:noFill/>
          </a:ln>
        </p:spPr>
        <p:txBody>
          <a:bodyPr wrap="none" rtlCol="0">
            <a:spAutoFit/>
          </a:bodyPr>
          <a:lstStyle/>
          <a:p>
            <a:r>
              <a:rPr lang="en-US" sz="1000" dirty="0"/>
              <a:t>An+2</a:t>
            </a:r>
          </a:p>
        </p:txBody>
      </p:sp>
      <p:grpSp>
        <p:nvGrpSpPr>
          <p:cNvPr id="494" name="Group 493">
            <a:extLst>
              <a:ext uri="{FF2B5EF4-FFF2-40B4-BE49-F238E27FC236}">
                <a16:creationId xmlns:a16="http://schemas.microsoft.com/office/drawing/2014/main" id="{077BEDEB-47E2-59A4-CB0F-2314C5AABA1A}"/>
              </a:ext>
            </a:extLst>
          </p:cNvPr>
          <p:cNvGrpSpPr/>
          <p:nvPr/>
        </p:nvGrpSpPr>
        <p:grpSpPr>
          <a:xfrm>
            <a:off x="1399978" y="5142908"/>
            <a:ext cx="9503549" cy="210699"/>
            <a:chOff x="-872077" y="4841494"/>
            <a:chExt cx="9503549" cy="210699"/>
          </a:xfrm>
        </p:grpSpPr>
        <p:cxnSp>
          <p:nvCxnSpPr>
            <p:cNvPr id="495" name="Straight Connector 494">
              <a:extLst>
                <a:ext uri="{FF2B5EF4-FFF2-40B4-BE49-F238E27FC236}">
                  <a16:creationId xmlns:a16="http://schemas.microsoft.com/office/drawing/2014/main" id="{3F73363D-A081-A582-2F27-DC21AE0FA5BB}"/>
                </a:ext>
              </a:extLst>
            </p:cNvPr>
            <p:cNvCxnSpPr>
              <a:cxnSpLocks/>
            </p:cNvCxnSpPr>
            <p:nvPr/>
          </p:nvCxnSpPr>
          <p:spPr>
            <a:xfrm>
              <a:off x="5220789" y="4841494"/>
              <a:ext cx="1832335"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6" name="Straight Connector 495">
              <a:extLst>
                <a:ext uri="{FF2B5EF4-FFF2-40B4-BE49-F238E27FC236}">
                  <a16:creationId xmlns:a16="http://schemas.microsoft.com/office/drawing/2014/main" id="{BED4472C-60CF-290E-8065-2F2E9132FA9D}"/>
                </a:ext>
              </a:extLst>
            </p:cNvPr>
            <p:cNvCxnSpPr>
              <a:cxnSpLocks/>
            </p:cNvCxnSpPr>
            <p:nvPr/>
          </p:nvCxnSpPr>
          <p:spPr>
            <a:xfrm>
              <a:off x="5223599" y="4841494"/>
              <a:ext cx="0" cy="210699"/>
            </a:xfrm>
            <a:prstGeom prst="line">
              <a:avLst/>
            </a:prstGeom>
            <a:ln w="127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7" name="Straight Connector 496">
              <a:extLst>
                <a:ext uri="{FF2B5EF4-FFF2-40B4-BE49-F238E27FC236}">
                  <a16:creationId xmlns:a16="http://schemas.microsoft.com/office/drawing/2014/main" id="{0488D8D1-2489-7881-5A12-625D0C5C7430}"/>
                </a:ext>
              </a:extLst>
            </p:cNvPr>
            <p:cNvCxnSpPr>
              <a:cxnSpLocks/>
            </p:cNvCxnSpPr>
            <p:nvPr/>
          </p:nvCxnSpPr>
          <p:spPr>
            <a:xfrm flipH="1">
              <a:off x="-872077" y="5049686"/>
              <a:ext cx="608938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8" name="Straight Connector 497">
              <a:extLst>
                <a:ext uri="{FF2B5EF4-FFF2-40B4-BE49-F238E27FC236}">
                  <a16:creationId xmlns:a16="http://schemas.microsoft.com/office/drawing/2014/main" id="{78C4EDEE-8880-1F4C-0946-0781A37C9A96}"/>
                </a:ext>
              </a:extLst>
            </p:cNvPr>
            <p:cNvCxnSpPr>
              <a:cxnSpLocks/>
            </p:cNvCxnSpPr>
            <p:nvPr/>
          </p:nvCxnSpPr>
          <p:spPr>
            <a:xfrm>
              <a:off x="7059326" y="4841494"/>
              <a:ext cx="0" cy="210699"/>
            </a:xfrm>
            <a:prstGeom prst="line">
              <a:avLst/>
            </a:prstGeom>
            <a:ln w="127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9" name="Straight Connector 498">
              <a:extLst>
                <a:ext uri="{FF2B5EF4-FFF2-40B4-BE49-F238E27FC236}">
                  <a16:creationId xmlns:a16="http://schemas.microsoft.com/office/drawing/2014/main" id="{D73EF7EC-E67A-3258-18C1-E96C394A0856}"/>
                </a:ext>
              </a:extLst>
            </p:cNvPr>
            <p:cNvCxnSpPr>
              <a:cxnSpLocks/>
            </p:cNvCxnSpPr>
            <p:nvPr/>
          </p:nvCxnSpPr>
          <p:spPr>
            <a:xfrm>
              <a:off x="7059326" y="5050584"/>
              <a:ext cx="157214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506" name="TextBox 505">
            <a:extLst>
              <a:ext uri="{FF2B5EF4-FFF2-40B4-BE49-F238E27FC236}">
                <a16:creationId xmlns:a16="http://schemas.microsoft.com/office/drawing/2014/main" id="{D1F2656A-CA22-F741-FCEA-2B30A9AE499E}"/>
              </a:ext>
            </a:extLst>
          </p:cNvPr>
          <p:cNvSpPr txBox="1"/>
          <p:nvPr/>
        </p:nvSpPr>
        <p:spPr>
          <a:xfrm>
            <a:off x="698604" y="5036509"/>
            <a:ext cx="728084" cy="400110"/>
          </a:xfrm>
          <a:prstGeom prst="rect">
            <a:avLst/>
          </a:prstGeom>
          <a:noFill/>
          <a:ln>
            <a:noFill/>
          </a:ln>
        </p:spPr>
        <p:txBody>
          <a:bodyPr wrap="none" rtlCol="0">
            <a:spAutoFit/>
          </a:bodyPr>
          <a:lstStyle/>
          <a:p>
            <a:r>
              <a:rPr lang="en-US" sz="1000" dirty="0"/>
              <a:t>I23</a:t>
            </a:r>
          </a:p>
          <a:p>
            <a:r>
              <a:rPr lang="en-US" sz="1000" dirty="0"/>
              <a:t>(</a:t>
            </a:r>
            <a:r>
              <a:rPr lang="en-US" sz="1000" dirty="0" err="1"/>
              <a:t>HWIntEn</a:t>
            </a:r>
            <a:r>
              <a:rPr lang="en-US" sz="1000" dirty="0"/>
              <a:t>)</a:t>
            </a:r>
          </a:p>
        </p:txBody>
      </p:sp>
      <p:sp>
        <p:nvSpPr>
          <p:cNvPr id="123" name="Hexagon 122">
            <a:extLst>
              <a:ext uri="{FF2B5EF4-FFF2-40B4-BE49-F238E27FC236}">
                <a16:creationId xmlns:a16="http://schemas.microsoft.com/office/drawing/2014/main" id="{87EE7EB3-A629-6FB5-8D2A-46EBB31CB7ED}"/>
              </a:ext>
            </a:extLst>
          </p:cNvPr>
          <p:cNvSpPr/>
          <p:nvPr/>
        </p:nvSpPr>
        <p:spPr>
          <a:xfrm>
            <a:off x="5177767" y="5633390"/>
            <a:ext cx="411603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4" name="TextBox 123">
            <a:extLst>
              <a:ext uri="{FF2B5EF4-FFF2-40B4-BE49-F238E27FC236}">
                <a16:creationId xmlns:a16="http://schemas.microsoft.com/office/drawing/2014/main" id="{54DA3C8D-C4BE-3385-66AE-D05DB503C312}"/>
              </a:ext>
            </a:extLst>
          </p:cNvPr>
          <p:cNvSpPr txBox="1"/>
          <p:nvPr/>
        </p:nvSpPr>
        <p:spPr>
          <a:xfrm>
            <a:off x="706768" y="5617517"/>
            <a:ext cx="534121" cy="246221"/>
          </a:xfrm>
          <a:prstGeom prst="rect">
            <a:avLst/>
          </a:prstGeom>
          <a:noFill/>
          <a:ln>
            <a:noFill/>
          </a:ln>
        </p:spPr>
        <p:txBody>
          <a:bodyPr wrap="none" rtlCol="0">
            <a:spAutoFit/>
          </a:bodyPr>
          <a:lstStyle/>
          <a:p>
            <a:r>
              <a:rPr lang="en-US" sz="1000" dirty="0"/>
              <a:t>IV[2:6]</a:t>
            </a:r>
          </a:p>
        </p:txBody>
      </p:sp>
      <p:grpSp>
        <p:nvGrpSpPr>
          <p:cNvPr id="126" name="Group 125">
            <a:extLst>
              <a:ext uri="{FF2B5EF4-FFF2-40B4-BE49-F238E27FC236}">
                <a16:creationId xmlns:a16="http://schemas.microsoft.com/office/drawing/2014/main" id="{FF342689-5532-E950-5B92-1B5FE8BF6FC4}"/>
              </a:ext>
            </a:extLst>
          </p:cNvPr>
          <p:cNvGrpSpPr/>
          <p:nvPr/>
        </p:nvGrpSpPr>
        <p:grpSpPr>
          <a:xfrm>
            <a:off x="1433265" y="5626149"/>
            <a:ext cx="3822336" cy="267806"/>
            <a:chOff x="1191212" y="4729467"/>
            <a:chExt cx="5156200" cy="267806"/>
          </a:xfrm>
        </p:grpSpPr>
        <p:cxnSp>
          <p:nvCxnSpPr>
            <p:cNvPr id="127" name="Straight Connector 126">
              <a:extLst>
                <a:ext uri="{FF2B5EF4-FFF2-40B4-BE49-F238E27FC236}">
                  <a16:creationId xmlns:a16="http://schemas.microsoft.com/office/drawing/2014/main" id="{711AA6F4-67B6-69D4-E72C-9B2EFB027F3E}"/>
                </a:ext>
              </a:extLst>
            </p:cNvPr>
            <p:cNvCxnSpPr>
              <a:cxnSpLocks/>
            </p:cNvCxnSpPr>
            <p:nvPr/>
          </p:nvCxnSpPr>
          <p:spPr>
            <a:xfrm flipH="1">
              <a:off x="1191212" y="4985520"/>
              <a:ext cx="51562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EB425326-D0D9-DEBF-7D98-55BD0BEE30D5}"/>
                </a:ext>
              </a:extLst>
            </p:cNvPr>
            <p:cNvCxnSpPr>
              <a:cxnSpLocks/>
            </p:cNvCxnSpPr>
            <p:nvPr/>
          </p:nvCxnSpPr>
          <p:spPr>
            <a:xfrm flipH="1">
              <a:off x="1191212" y="4736600"/>
              <a:ext cx="51562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9FA99BE1-A759-8AAB-6CA2-EB3DBA4BAE88}"/>
                </a:ext>
              </a:extLst>
            </p:cNvPr>
            <p:cNvCxnSpPr>
              <a:cxnSpLocks/>
            </p:cNvCxnSpPr>
            <p:nvPr/>
          </p:nvCxnSpPr>
          <p:spPr>
            <a:xfrm flipH="1">
              <a:off x="5995439" y="4736600"/>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AD639F25-5916-AD71-022D-B7F0A82EDF25}"/>
                </a:ext>
              </a:extLst>
            </p:cNvPr>
            <p:cNvCxnSpPr>
              <a:cxnSpLocks/>
            </p:cNvCxnSpPr>
            <p:nvPr/>
          </p:nvCxnSpPr>
          <p:spPr>
            <a:xfrm flipH="1">
              <a:off x="5778449" y="4736600"/>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1E42CAF0-1A29-32C4-8528-E8A9ED5A5F85}"/>
                </a:ext>
              </a:extLst>
            </p:cNvPr>
            <p:cNvCxnSpPr>
              <a:cxnSpLocks/>
            </p:cNvCxnSpPr>
            <p:nvPr/>
          </p:nvCxnSpPr>
          <p:spPr>
            <a:xfrm flipH="1">
              <a:off x="5565454" y="4743733"/>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D834848D-D9A8-85C2-A7CB-ACFF301F8B24}"/>
                </a:ext>
              </a:extLst>
            </p:cNvPr>
            <p:cNvCxnSpPr>
              <a:cxnSpLocks/>
            </p:cNvCxnSpPr>
            <p:nvPr/>
          </p:nvCxnSpPr>
          <p:spPr>
            <a:xfrm flipH="1">
              <a:off x="5348464" y="4743733"/>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2CDE3464-CF04-437A-9D63-DD14A719DF8C}"/>
                </a:ext>
              </a:extLst>
            </p:cNvPr>
            <p:cNvCxnSpPr>
              <a:cxnSpLocks/>
            </p:cNvCxnSpPr>
            <p:nvPr/>
          </p:nvCxnSpPr>
          <p:spPr>
            <a:xfrm flipH="1">
              <a:off x="5131474" y="4729468"/>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3590DCFE-AD71-3067-781F-EC62955E6FC2}"/>
                </a:ext>
              </a:extLst>
            </p:cNvPr>
            <p:cNvCxnSpPr>
              <a:cxnSpLocks/>
            </p:cNvCxnSpPr>
            <p:nvPr/>
          </p:nvCxnSpPr>
          <p:spPr>
            <a:xfrm flipH="1">
              <a:off x="4914484" y="4729468"/>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1FF5F9D2-F3A2-D1B4-A24A-B648B60F5BBF}"/>
                </a:ext>
              </a:extLst>
            </p:cNvPr>
            <p:cNvCxnSpPr>
              <a:cxnSpLocks/>
            </p:cNvCxnSpPr>
            <p:nvPr/>
          </p:nvCxnSpPr>
          <p:spPr>
            <a:xfrm flipH="1">
              <a:off x="4701489" y="4736601"/>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F1A7A90-D062-6BD2-8395-7A181B757A50}"/>
                </a:ext>
              </a:extLst>
            </p:cNvPr>
            <p:cNvCxnSpPr>
              <a:cxnSpLocks/>
            </p:cNvCxnSpPr>
            <p:nvPr/>
          </p:nvCxnSpPr>
          <p:spPr>
            <a:xfrm flipH="1">
              <a:off x="4484499" y="4736601"/>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8E4042B8-5823-260E-7EE3-4E6544BA7259}"/>
                </a:ext>
              </a:extLst>
            </p:cNvPr>
            <p:cNvCxnSpPr>
              <a:cxnSpLocks/>
            </p:cNvCxnSpPr>
            <p:nvPr/>
          </p:nvCxnSpPr>
          <p:spPr>
            <a:xfrm flipH="1">
              <a:off x="4267509" y="4741220"/>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DAF42B19-6515-A30D-BB6B-8F48D4D940E2}"/>
                </a:ext>
              </a:extLst>
            </p:cNvPr>
            <p:cNvCxnSpPr>
              <a:cxnSpLocks/>
            </p:cNvCxnSpPr>
            <p:nvPr/>
          </p:nvCxnSpPr>
          <p:spPr>
            <a:xfrm flipH="1">
              <a:off x="4050519" y="4741220"/>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0E68EDFD-33D8-AC2D-9770-82A1C94E3B7E}"/>
                </a:ext>
              </a:extLst>
            </p:cNvPr>
            <p:cNvCxnSpPr>
              <a:cxnSpLocks/>
            </p:cNvCxnSpPr>
            <p:nvPr/>
          </p:nvCxnSpPr>
          <p:spPr>
            <a:xfrm flipH="1">
              <a:off x="3837524" y="4748353"/>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3ECB74E4-82DE-D375-A4CB-112B4D141447}"/>
                </a:ext>
              </a:extLst>
            </p:cNvPr>
            <p:cNvCxnSpPr>
              <a:cxnSpLocks/>
            </p:cNvCxnSpPr>
            <p:nvPr/>
          </p:nvCxnSpPr>
          <p:spPr>
            <a:xfrm flipH="1">
              <a:off x="3620534" y="4748353"/>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95A9F592-40E3-BFF2-1A45-BF82FA7B138D}"/>
                </a:ext>
              </a:extLst>
            </p:cNvPr>
            <p:cNvCxnSpPr>
              <a:cxnSpLocks/>
            </p:cNvCxnSpPr>
            <p:nvPr/>
          </p:nvCxnSpPr>
          <p:spPr>
            <a:xfrm flipH="1">
              <a:off x="3403544" y="4734088"/>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C2E2C0FA-6F4F-1688-EEF7-516B80F3311D}"/>
                </a:ext>
              </a:extLst>
            </p:cNvPr>
            <p:cNvCxnSpPr>
              <a:cxnSpLocks/>
            </p:cNvCxnSpPr>
            <p:nvPr/>
          </p:nvCxnSpPr>
          <p:spPr>
            <a:xfrm flipH="1">
              <a:off x="3186554" y="4734088"/>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E1667E5E-0021-4019-1985-C076E749B109}"/>
                </a:ext>
              </a:extLst>
            </p:cNvPr>
            <p:cNvCxnSpPr>
              <a:cxnSpLocks/>
            </p:cNvCxnSpPr>
            <p:nvPr/>
          </p:nvCxnSpPr>
          <p:spPr>
            <a:xfrm flipH="1">
              <a:off x="2973559" y="4741221"/>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3A255766-A2FB-7403-05E4-30D465F2E202}"/>
                </a:ext>
              </a:extLst>
            </p:cNvPr>
            <p:cNvCxnSpPr>
              <a:cxnSpLocks/>
            </p:cNvCxnSpPr>
            <p:nvPr/>
          </p:nvCxnSpPr>
          <p:spPr>
            <a:xfrm flipH="1">
              <a:off x="2756569" y="4741221"/>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F235D1F0-C82D-A10C-1BB6-3FDF427CE16E}"/>
                </a:ext>
              </a:extLst>
            </p:cNvPr>
            <p:cNvCxnSpPr>
              <a:cxnSpLocks/>
            </p:cNvCxnSpPr>
            <p:nvPr/>
          </p:nvCxnSpPr>
          <p:spPr>
            <a:xfrm flipH="1">
              <a:off x="2548462" y="4743732"/>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490BE017-6CAE-503C-F42B-6242604911A0}"/>
                </a:ext>
              </a:extLst>
            </p:cNvPr>
            <p:cNvCxnSpPr>
              <a:cxnSpLocks/>
            </p:cNvCxnSpPr>
            <p:nvPr/>
          </p:nvCxnSpPr>
          <p:spPr>
            <a:xfrm flipH="1">
              <a:off x="2331472" y="4743732"/>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50399121-E069-5F37-8C5E-D335BB8FEFF1}"/>
                </a:ext>
              </a:extLst>
            </p:cNvPr>
            <p:cNvCxnSpPr>
              <a:cxnSpLocks/>
            </p:cNvCxnSpPr>
            <p:nvPr/>
          </p:nvCxnSpPr>
          <p:spPr>
            <a:xfrm flipH="1">
              <a:off x="2114482" y="4729467"/>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F4CCE6B7-0FBE-45F6-2DA9-4CAF7B410D93}"/>
                </a:ext>
              </a:extLst>
            </p:cNvPr>
            <p:cNvCxnSpPr>
              <a:cxnSpLocks/>
            </p:cNvCxnSpPr>
            <p:nvPr/>
          </p:nvCxnSpPr>
          <p:spPr>
            <a:xfrm flipH="1">
              <a:off x="1897492" y="4729467"/>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EEB86CE8-036F-2226-10DB-9D775EE7C5E2}"/>
                </a:ext>
              </a:extLst>
            </p:cNvPr>
            <p:cNvCxnSpPr>
              <a:cxnSpLocks/>
            </p:cNvCxnSpPr>
            <p:nvPr/>
          </p:nvCxnSpPr>
          <p:spPr>
            <a:xfrm flipH="1">
              <a:off x="1684497" y="4736600"/>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48FB001C-A7AA-17DA-6524-959F5749556C}"/>
                </a:ext>
              </a:extLst>
            </p:cNvPr>
            <p:cNvCxnSpPr>
              <a:cxnSpLocks/>
            </p:cNvCxnSpPr>
            <p:nvPr/>
          </p:nvCxnSpPr>
          <p:spPr>
            <a:xfrm flipH="1">
              <a:off x="1467507" y="4736600"/>
              <a:ext cx="134983"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74" name="Group 173">
            <a:extLst>
              <a:ext uri="{FF2B5EF4-FFF2-40B4-BE49-F238E27FC236}">
                <a16:creationId xmlns:a16="http://schemas.microsoft.com/office/drawing/2014/main" id="{9B43772F-C7B5-C864-95A4-B89C83539DF7}"/>
              </a:ext>
            </a:extLst>
          </p:cNvPr>
          <p:cNvGrpSpPr/>
          <p:nvPr/>
        </p:nvGrpSpPr>
        <p:grpSpPr>
          <a:xfrm>
            <a:off x="8843921" y="1349590"/>
            <a:ext cx="1825626" cy="246331"/>
            <a:chOff x="3347794" y="1004776"/>
            <a:chExt cx="1825626" cy="246331"/>
          </a:xfrm>
        </p:grpSpPr>
        <p:sp>
          <p:nvSpPr>
            <p:cNvPr id="175" name="Hexagon 174">
              <a:extLst>
                <a:ext uri="{FF2B5EF4-FFF2-40B4-BE49-F238E27FC236}">
                  <a16:creationId xmlns:a16="http://schemas.microsoft.com/office/drawing/2014/main" id="{C66A7655-5DE2-91C2-EB7F-2023D94F28B2}"/>
                </a:ext>
              </a:extLst>
            </p:cNvPr>
            <p:cNvSpPr/>
            <p:nvPr/>
          </p:nvSpPr>
          <p:spPr>
            <a:xfrm>
              <a:off x="3347794" y="1004776"/>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76" name="Hexagon 175">
              <a:extLst>
                <a:ext uri="{FF2B5EF4-FFF2-40B4-BE49-F238E27FC236}">
                  <a16:creationId xmlns:a16="http://schemas.microsoft.com/office/drawing/2014/main" id="{E0CB8257-1BD6-7D8B-4F14-553ECA6364CF}"/>
                </a:ext>
              </a:extLst>
            </p:cNvPr>
            <p:cNvSpPr/>
            <p:nvPr/>
          </p:nvSpPr>
          <p:spPr>
            <a:xfrm>
              <a:off x="3804994" y="1004776"/>
              <a:ext cx="45720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77" name="Hexagon 176">
              <a:extLst>
                <a:ext uri="{FF2B5EF4-FFF2-40B4-BE49-F238E27FC236}">
                  <a16:creationId xmlns:a16="http://schemas.microsoft.com/office/drawing/2014/main" id="{7DC3F015-5934-E401-EAA9-D787E615FC22}"/>
                </a:ext>
              </a:extLst>
            </p:cNvPr>
            <p:cNvSpPr/>
            <p:nvPr/>
          </p:nvSpPr>
          <p:spPr>
            <a:xfrm>
              <a:off x="4262193" y="1004886"/>
              <a:ext cx="911227"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178" name="TextBox 177">
            <a:extLst>
              <a:ext uri="{FF2B5EF4-FFF2-40B4-BE49-F238E27FC236}">
                <a16:creationId xmlns:a16="http://schemas.microsoft.com/office/drawing/2014/main" id="{09C65B91-8FDC-EDC7-4F5E-8EFCF0B3442A}"/>
              </a:ext>
            </a:extLst>
          </p:cNvPr>
          <p:cNvSpPr txBox="1"/>
          <p:nvPr/>
        </p:nvSpPr>
        <p:spPr>
          <a:xfrm>
            <a:off x="8832770" y="1365037"/>
            <a:ext cx="502061" cy="215444"/>
          </a:xfrm>
          <a:prstGeom prst="rect">
            <a:avLst/>
          </a:prstGeom>
          <a:noFill/>
          <a:ln>
            <a:noFill/>
          </a:ln>
        </p:spPr>
        <p:txBody>
          <a:bodyPr wrap="none" rtlCol="0">
            <a:spAutoFit/>
          </a:bodyPr>
          <a:lstStyle/>
          <a:p>
            <a:r>
              <a:rPr lang="en-US" sz="800" dirty="0" err="1"/>
              <a:t>IntAddr</a:t>
            </a:r>
            <a:endParaRPr lang="en-US" sz="800" dirty="0"/>
          </a:p>
        </p:txBody>
      </p:sp>
      <p:sp>
        <p:nvSpPr>
          <p:cNvPr id="179" name="TextBox 178">
            <a:extLst>
              <a:ext uri="{FF2B5EF4-FFF2-40B4-BE49-F238E27FC236}">
                <a16:creationId xmlns:a16="http://schemas.microsoft.com/office/drawing/2014/main" id="{01FDFF1B-3648-6F52-750B-2BFDB637D59E}"/>
              </a:ext>
            </a:extLst>
          </p:cNvPr>
          <p:cNvSpPr txBox="1"/>
          <p:nvPr/>
        </p:nvSpPr>
        <p:spPr>
          <a:xfrm>
            <a:off x="7073260" y="5626522"/>
            <a:ext cx="1454244" cy="246221"/>
          </a:xfrm>
          <a:prstGeom prst="rect">
            <a:avLst/>
          </a:prstGeom>
          <a:noFill/>
          <a:ln>
            <a:noFill/>
          </a:ln>
        </p:spPr>
        <p:txBody>
          <a:bodyPr wrap="none" rtlCol="0">
            <a:spAutoFit/>
          </a:bodyPr>
          <a:lstStyle/>
          <a:p>
            <a:r>
              <a:rPr lang="en-US" sz="1000" dirty="0" err="1"/>
              <a:t>IntAddr</a:t>
            </a:r>
            <a:r>
              <a:rPr lang="en-US" sz="1000" dirty="0"/>
              <a:t>[0:7]=(00&lt; IV &gt;0)</a:t>
            </a:r>
          </a:p>
        </p:txBody>
      </p:sp>
      <p:sp>
        <p:nvSpPr>
          <p:cNvPr id="180" name="TextBox 179">
            <a:extLst>
              <a:ext uri="{FF2B5EF4-FFF2-40B4-BE49-F238E27FC236}">
                <a16:creationId xmlns:a16="http://schemas.microsoft.com/office/drawing/2014/main" id="{FFC46CB9-A04E-47DC-3A38-9324F6F82FFF}"/>
              </a:ext>
            </a:extLst>
          </p:cNvPr>
          <p:cNvSpPr txBox="1"/>
          <p:nvPr/>
        </p:nvSpPr>
        <p:spPr>
          <a:xfrm>
            <a:off x="9232779" y="1363503"/>
            <a:ext cx="604653" cy="215444"/>
          </a:xfrm>
          <a:prstGeom prst="rect">
            <a:avLst/>
          </a:prstGeom>
          <a:noFill/>
          <a:ln>
            <a:noFill/>
          </a:ln>
        </p:spPr>
        <p:txBody>
          <a:bodyPr wrap="none" rtlCol="0">
            <a:spAutoFit/>
          </a:bodyPr>
          <a:lstStyle/>
          <a:p>
            <a:r>
              <a:rPr lang="en-US" sz="800" dirty="0"/>
              <a:t>IntAddr+1</a:t>
            </a:r>
          </a:p>
        </p:txBody>
      </p:sp>
      <p:sp>
        <p:nvSpPr>
          <p:cNvPr id="181" name="TextBox 180">
            <a:extLst>
              <a:ext uri="{FF2B5EF4-FFF2-40B4-BE49-F238E27FC236}">
                <a16:creationId xmlns:a16="http://schemas.microsoft.com/office/drawing/2014/main" id="{304D4560-5443-F493-B11F-2D9F59AED527}"/>
              </a:ext>
            </a:extLst>
          </p:cNvPr>
          <p:cNvSpPr txBox="1"/>
          <p:nvPr/>
        </p:nvSpPr>
        <p:spPr>
          <a:xfrm>
            <a:off x="9907970" y="1363503"/>
            <a:ext cx="604653" cy="215444"/>
          </a:xfrm>
          <a:prstGeom prst="rect">
            <a:avLst/>
          </a:prstGeom>
          <a:noFill/>
          <a:ln>
            <a:noFill/>
          </a:ln>
        </p:spPr>
        <p:txBody>
          <a:bodyPr wrap="none" rtlCol="0">
            <a:spAutoFit/>
          </a:bodyPr>
          <a:lstStyle/>
          <a:p>
            <a:r>
              <a:rPr lang="en-US" sz="800" dirty="0"/>
              <a:t>IntAddr+2</a:t>
            </a:r>
          </a:p>
        </p:txBody>
      </p:sp>
      <p:grpSp>
        <p:nvGrpSpPr>
          <p:cNvPr id="182" name="Group 181">
            <a:extLst>
              <a:ext uri="{FF2B5EF4-FFF2-40B4-BE49-F238E27FC236}">
                <a16:creationId xmlns:a16="http://schemas.microsoft.com/office/drawing/2014/main" id="{8E421F86-B516-4A43-AB38-2DF3929736B2}"/>
              </a:ext>
            </a:extLst>
          </p:cNvPr>
          <p:cNvGrpSpPr/>
          <p:nvPr/>
        </p:nvGrpSpPr>
        <p:grpSpPr>
          <a:xfrm>
            <a:off x="1362734" y="6103749"/>
            <a:ext cx="9566963" cy="216016"/>
            <a:chOff x="-2708861" y="4841494"/>
            <a:chExt cx="9566963" cy="216016"/>
          </a:xfrm>
        </p:grpSpPr>
        <p:cxnSp>
          <p:nvCxnSpPr>
            <p:cNvPr id="183" name="Straight Connector 182">
              <a:extLst>
                <a:ext uri="{FF2B5EF4-FFF2-40B4-BE49-F238E27FC236}">
                  <a16:creationId xmlns:a16="http://schemas.microsoft.com/office/drawing/2014/main" id="{B2D7A0C2-53A3-CB81-16C1-09EBC5C9EF5A}"/>
                </a:ext>
              </a:extLst>
            </p:cNvPr>
            <p:cNvCxnSpPr>
              <a:cxnSpLocks/>
            </p:cNvCxnSpPr>
            <p:nvPr/>
          </p:nvCxnSpPr>
          <p:spPr>
            <a:xfrm>
              <a:off x="5220789" y="4841494"/>
              <a:ext cx="1371803"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4D30BE93-49F0-5979-F2F0-F9D52868EC23}"/>
                </a:ext>
              </a:extLst>
            </p:cNvPr>
            <p:cNvCxnSpPr>
              <a:cxnSpLocks/>
            </p:cNvCxnSpPr>
            <p:nvPr/>
          </p:nvCxnSpPr>
          <p:spPr>
            <a:xfrm>
              <a:off x="5223599" y="4841494"/>
              <a:ext cx="0" cy="210699"/>
            </a:xfrm>
            <a:prstGeom prst="line">
              <a:avLst/>
            </a:prstGeom>
            <a:ln w="127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85" name="Straight Connector 184">
              <a:extLst>
                <a:ext uri="{FF2B5EF4-FFF2-40B4-BE49-F238E27FC236}">
                  <a16:creationId xmlns:a16="http://schemas.microsoft.com/office/drawing/2014/main" id="{77FD1BD9-B791-2605-513D-D456E8872834}"/>
                </a:ext>
              </a:extLst>
            </p:cNvPr>
            <p:cNvCxnSpPr>
              <a:cxnSpLocks/>
            </p:cNvCxnSpPr>
            <p:nvPr/>
          </p:nvCxnSpPr>
          <p:spPr>
            <a:xfrm flipH="1">
              <a:off x="-2708861" y="5049686"/>
              <a:ext cx="792617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F0A19590-7C77-4DA5-E41A-4ABEC0539362}"/>
                </a:ext>
              </a:extLst>
            </p:cNvPr>
            <p:cNvCxnSpPr>
              <a:cxnSpLocks/>
            </p:cNvCxnSpPr>
            <p:nvPr/>
          </p:nvCxnSpPr>
          <p:spPr>
            <a:xfrm>
              <a:off x="6595199" y="4841494"/>
              <a:ext cx="0" cy="210699"/>
            </a:xfrm>
            <a:prstGeom prst="line">
              <a:avLst/>
            </a:prstGeom>
            <a:ln w="127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87" name="Straight Connector 186">
              <a:extLst>
                <a:ext uri="{FF2B5EF4-FFF2-40B4-BE49-F238E27FC236}">
                  <a16:creationId xmlns:a16="http://schemas.microsoft.com/office/drawing/2014/main" id="{8A5ED2D4-F50B-06DF-67CD-67EC00893ECC}"/>
                </a:ext>
              </a:extLst>
            </p:cNvPr>
            <p:cNvCxnSpPr>
              <a:cxnSpLocks/>
            </p:cNvCxnSpPr>
            <p:nvPr/>
          </p:nvCxnSpPr>
          <p:spPr>
            <a:xfrm>
              <a:off x="6594865" y="5057510"/>
              <a:ext cx="263237"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5" name="Group 284">
            <a:extLst>
              <a:ext uri="{FF2B5EF4-FFF2-40B4-BE49-F238E27FC236}">
                <a16:creationId xmlns:a16="http://schemas.microsoft.com/office/drawing/2014/main" id="{5EE1FA41-9F6E-8709-33D2-D0FF797040FF}"/>
              </a:ext>
            </a:extLst>
          </p:cNvPr>
          <p:cNvGrpSpPr/>
          <p:nvPr/>
        </p:nvGrpSpPr>
        <p:grpSpPr>
          <a:xfrm>
            <a:off x="9232242" y="5618081"/>
            <a:ext cx="1698993" cy="269997"/>
            <a:chOff x="3339317" y="6471552"/>
            <a:chExt cx="1771569" cy="269997"/>
          </a:xfrm>
        </p:grpSpPr>
        <p:cxnSp>
          <p:nvCxnSpPr>
            <p:cNvPr id="258" name="Straight Connector 257">
              <a:extLst>
                <a:ext uri="{FF2B5EF4-FFF2-40B4-BE49-F238E27FC236}">
                  <a16:creationId xmlns:a16="http://schemas.microsoft.com/office/drawing/2014/main" id="{0F40C544-548C-9759-A0F5-EC4956109256}"/>
                </a:ext>
              </a:extLst>
            </p:cNvPr>
            <p:cNvCxnSpPr>
              <a:cxnSpLocks/>
            </p:cNvCxnSpPr>
            <p:nvPr/>
          </p:nvCxnSpPr>
          <p:spPr>
            <a:xfrm flipH="1" flipV="1">
              <a:off x="3339317" y="6733082"/>
              <a:ext cx="1755628" cy="8467"/>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67926B7B-926B-78E4-8551-7718095A3AD7}"/>
                </a:ext>
              </a:extLst>
            </p:cNvPr>
            <p:cNvCxnSpPr>
              <a:cxnSpLocks/>
              <a:endCxn id="123" idx="5"/>
            </p:cNvCxnSpPr>
            <p:nvPr/>
          </p:nvCxnSpPr>
          <p:spPr>
            <a:xfrm flipH="1">
              <a:off x="3339317" y="6486861"/>
              <a:ext cx="1771569"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6BD895F6-F8EE-686E-1322-225F0BCF233B}"/>
                </a:ext>
              </a:extLst>
            </p:cNvPr>
            <p:cNvCxnSpPr>
              <a:cxnSpLocks/>
            </p:cNvCxnSpPr>
            <p:nvPr/>
          </p:nvCxnSpPr>
          <p:spPr>
            <a:xfrm flipH="1">
              <a:off x="4920254" y="6478684"/>
              <a:ext cx="100064"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04BC6D00-5C2D-AE28-A7BF-7742482DC1B0}"/>
                </a:ext>
              </a:extLst>
            </p:cNvPr>
            <p:cNvCxnSpPr>
              <a:cxnSpLocks/>
            </p:cNvCxnSpPr>
            <p:nvPr/>
          </p:nvCxnSpPr>
          <p:spPr>
            <a:xfrm flipH="1">
              <a:off x="4762359" y="6477350"/>
              <a:ext cx="100064"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9AE05E29-3900-AB44-4600-00B5FD15E866}"/>
                </a:ext>
              </a:extLst>
            </p:cNvPr>
            <p:cNvCxnSpPr>
              <a:cxnSpLocks/>
            </p:cNvCxnSpPr>
            <p:nvPr/>
          </p:nvCxnSpPr>
          <p:spPr>
            <a:xfrm flipH="1">
              <a:off x="4601502" y="6477350"/>
              <a:ext cx="100064"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3C71F9DA-0558-CDFC-253C-FD2C05612834}"/>
                </a:ext>
              </a:extLst>
            </p:cNvPr>
            <p:cNvCxnSpPr>
              <a:cxnSpLocks/>
            </p:cNvCxnSpPr>
            <p:nvPr/>
          </p:nvCxnSpPr>
          <p:spPr>
            <a:xfrm flipH="1">
              <a:off x="4440646" y="6471552"/>
              <a:ext cx="100064"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3B5D6DDF-E550-0F08-1C0D-76110CE86600}"/>
                </a:ext>
              </a:extLst>
            </p:cNvPr>
            <p:cNvCxnSpPr>
              <a:cxnSpLocks/>
            </p:cNvCxnSpPr>
            <p:nvPr/>
          </p:nvCxnSpPr>
          <p:spPr>
            <a:xfrm flipH="1">
              <a:off x="4279789" y="6471552"/>
              <a:ext cx="100064"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AAFA15CD-A501-EE5A-EA70-3D19E90A4D24}"/>
                </a:ext>
              </a:extLst>
            </p:cNvPr>
            <p:cNvCxnSpPr>
              <a:cxnSpLocks/>
            </p:cNvCxnSpPr>
            <p:nvPr/>
          </p:nvCxnSpPr>
          <p:spPr>
            <a:xfrm flipH="1">
              <a:off x="4121894" y="6478685"/>
              <a:ext cx="100064"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7A01F553-DCF9-97BD-61B8-C6C29C807D53}"/>
                </a:ext>
              </a:extLst>
            </p:cNvPr>
            <p:cNvCxnSpPr>
              <a:cxnSpLocks/>
            </p:cNvCxnSpPr>
            <p:nvPr/>
          </p:nvCxnSpPr>
          <p:spPr>
            <a:xfrm flipH="1">
              <a:off x="3961037" y="6478685"/>
              <a:ext cx="100064"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F54C30D4-1CF7-FBE8-826A-7129192AE7D0}"/>
                </a:ext>
              </a:extLst>
            </p:cNvPr>
            <p:cNvCxnSpPr>
              <a:cxnSpLocks/>
            </p:cNvCxnSpPr>
            <p:nvPr/>
          </p:nvCxnSpPr>
          <p:spPr>
            <a:xfrm flipH="1">
              <a:off x="3800181" y="6474837"/>
              <a:ext cx="100064"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6D88FBF2-383D-C93A-ACA8-CB30CB279EA7}"/>
                </a:ext>
              </a:extLst>
            </p:cNvPr>
            <p:cNvCxnSpPr>
              <a:cxnSpLocks/>
            </p:cNvCxnSpPr>
            <p:nvPr/>
          </p:nvCxnSpPr>
          <p:spPr>
            <a:xfrm flipH="1">
              <a:off x="3639324" y="6483304"/>
              <a:ext cx="100064"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26A028F9-9381-9900-8B00-B65C07C8AD5F}"/>
                </a:ext>
              </a:extLst>
            </p:cNvPr>
            <p:cNvCxnSpPr>
              <a:cxnSpLocks/>
            </p:cNvCxnSpPr>
            <p:nvPr/>
          </p:nvCxnSpPr>
          <p:spPr>
            <a:xfrm flipH="1">
              <a:off x="3481429" y="6481970"/>
              <a:ext cx="100064" cy="2489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92" name="TextBox 291">
            <a:extLst>
              <a:ext uri="{FF2B5EF4-FFF2-40B4-BE49-F238E27FC236}">
                <a16:creationId xmlns:a16="http://schemas.microsoft.com/office/drawing/2014/main" id="{53E7F97B-5A1E-9A8A-E521-198BFCBA421F}"/>
              </a:ext>
            </a:extLst>
          </p:cNvPr>
          <p:cNvSpPr txBox="1"/>
          <p:nvPr/>
        </p:nvSpPr>
        <p:spPr>
          <a:xfrm>
            <a:off x="706769" y="5986994"/>
            <a:ext cx="590226" cy="400110"/>
          </a:xfrm>
          <a:prstGeom prst="rect">
            <a:avLst/>
          </a:prstGeom>
          <a:noFill/>
          <a:ln>
            <a:noFill/>
          </a:ln>
        </p:spPr>
        <p:txBody>
          <a:bodyPr wrap="none" rtlCol="0">
            <a:spAutoFit/>
          </a:bodyPr>
          <a:lstStyle/>
          <a:p>
            <a:r>
              <a:rPr lang="en-US" sz="1000" dirty="0"/>
              <a:t>I22</a:t>
            </a:r>
          </a:p>
          <a:p>
            <a:r>
              <a:rPr lang="en-US" sz="1000" dirty="0"/>
              <a:t>(</a:t>
            </a:r>
            <a:r>
              <a:rPr lang="en-US" sz="1000" dirty="0" err="1"/>
              <a:t>IntAck</a:t>
            </a:r>
            <a:r>
              <a:rPr lang="en-US" sz="1000" dirty="0"/>
              <a:t>)</a:t>
            </a:r>
          </a:p>
        </p:txBody>
      </p:sp>
      <p:cxnSp>
        <p:nvCxnSpPr>
          <p:cNvPr id="299" name="Straight Connector 298">
            <a:extLst>
              <a:ext uri="{FF2B5EF4-FFF2-40B4-BE49-F238E27FC236}">
                <a16:creationId xmlns:a16="http://schemas.microsoft.com/office/drawing/2014/main" id="{D85A0090-2387-2487-6D20-84CF9C75836B}"/>
              </a:ext>
            </a:extLst>
          </p:cNvPr>
          <p:cNvCxnSpPr>
            <a:cxnSpLocks/>
          </p:cNvCxnSpPr>
          <p:nvPr/>
        </p:nvCxnSpPr>
        <p:spPr>
          <a:xfrm>
            <a:off x="10668887" y="605588"/>
            <a:ext cx="0" cy="6030739"/>
          </a:xfrm>
          <a:prstGeom prst="line">
            <a:avLst/>
          </a:prstGeom>
          <a:ln w="12700">
            <a:solidFill>
              <a:schemeClr val="tx1"/>
            </a:solidFill>
            <a:prstDash val="lgDashDot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03" name="Right Brace 302">
            <a:extLst>
              <a:ext uri="{FF2B5EF4-FFF2-40B4-BE49-F238E27FC236}">
                <a16:creationId xmlns:a16="http://schemas.microsoft.com/office/drawing/2014/main" id="{A9184CCB-4955-1412-F6D9-A5D753BBAD77}"/>
              </a:ext>
            </a:extLst>
          </p:cNvPr>
          <p:cNvSpPr/>
          <p:nvPr/>
        </p:nvSpPr>
        <p:spPr>
          <a:xfrm>
            <a:off x="10860771" y="1299837"/>
            <a:ext cx="285206" cy="5121136"/>
          </a:xfrm>
          <a:prstGeom prst="rightBrac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4" name="TextBox 303">
            <a:extLst>
              <a:ext uri="{FF2B5EF4-FFF2-40B4-BE49-F238E27FC236}">
                <a16:creationId xmlns:a16="http://schemas.microsoft.com/office/drawing/2014/main" id="{18277DF4-6DCF-4CF1-61E7-7F67626B4B61}"/>
              </a:ext>
            </a:extLst>
          </p:cNvPr>
          <p:cNvSpPr txBox="1"/>
          <p:nvPr/>
        </p:nvSpPr>
        <p:spPr>
          <a:xfrm>
            <a:off x="11084821" y="3736066"/>
            <a:ext cx="659155" cy="246221"/>
          </a:xfrm>
          <a:prstGeom prst="rect">
            <a:avLst/>
          </a:prstGeom>
          <a:noFill/>
          <a:ln>
            <a:noFill/>
          </a:ln>
        </p:spPr>
        <p:txBody>
          <a:bodyPr wrap="none" rtlCol="0">
            <a:spAutoFit/>
          </a:bodyPr>
          <a:lstStyle/>
          <a:p>
            <a:r>
              <a:rPr lang="en-US" sz="1000" dirty="0"/>
              <a:t>Interrupt</a:t>
            </a:r>
          </a:p>
        </p:txBody>
      </p:sp>
      <p:sp>
        <p:nvSpPr>
          <p:cNvPr id="305" name="Right Brace 304">
            <a:extLst>
              <a:ext uri="{FF2B5EF4-FFF2-40B4-BE49-F238E27FC236}">
                <a16:creationId xmlns:a16="http://schemas.microsoft.com/office/drawing/2014/main" id="{5E57992D-C863-F2A2-6950-0F225B38BCCB}"/>
              </a:ext>
            </a:extLst>
          </p:cNvPr>
          <p:cNvSpPr/>
          <p:nvPr/>
        </p:nvSpPr>
        <p:spPr>
          <a:xfrm>
            <a:off x="8782040" y="1305706"/>
            <a:ext cx="293482" cy="3570968"/>
          </a:xfrm>
          <a:prstGeom prst="rightBrac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6" name="TextBox 305">
            <a:extLst>
              <a:ext uri="{FF2B5EF4-FFF2-40B4-BE49-F238E27FC236}">
                <a16:creationId xmlns:a16="http://schemas.microsoft.com/office/drawing/2014/main" id="{4FD54F93-EB82-7717-BBD9-0DC3952EDC33}"/>
              </a:ext>
            </a:extLst>
          </p:cNvPr>
          <p:cNvSpPr txBox="1"/>
          <p:nvPr/>
        </p:nvSpPr>
        <p:spPr>
          <a:xfrm>
            <a:off x="9035021" y="2963049"/>
            <a:ext cx="998991" cy="246221"/>
          </a:xfrm>
          <a:prstGeom prst="rect">
            <a:avLst/>
          </a:prstGeom>
          <a:noFill/>
          <a:ln>
            <a:noFill/>
          </a:ln>
        </p:spPr>
        <p:txBody>
          <a:bodyPr wrap="none" rtlCol="0">
            <a:spAutoFit/>
          </a:bodyPr>
          <a:lstStyle/>
          <a:p>
            <a:r>
              <a:rPr lang="en-US" sz="1000" dirty="0"/>
              <a:t>Jump or Branch</a:t>
            </a:r>
          </a:p>
        </p:txBody>
      </p:sp>
      <p:sp>
        <p:nvSpPr>
          <p:cNvPr id="308" name="TextBox 307">
            <a:extLst>
              <a:ext uri="{FF2B5EF4-FFF2-40B4-BE49-F238E27FC236}">
                <a16:creationId xmlns:a16="http://schemas.microsoft.com/office/drawing/2014/main" id="{C02A131F-7CC5-54F2-E64C-D85227C647F2}"/>
              </a:ext>
            </a:extLst>
          </p:cNvPr>
          <p:cNvSpPr txBox="1"/>
          <p:nvPr/>
        </p:nvSpPr>
        <p:spPr>
          <a:xfrm>
            <a:off x="5823498" y="2717738"/>
            <a:ext cx="1082348" cy="246221"/>
          </a:xfrm>
          <a:prstGeom prst="rect">
            <a:avLst/>
          </a:prstGeom>
          <a:noFill/>
          <a:ln>
            <a:noFill/>
          </a:ln>
        </p:spPr>
        <p:txBody>
          <a:bodyPr wrap="none" rtlCol="0">
            <a:spAutoFit/>
          </a:bodyPr>
          <a:lstStyle/>
          <a:p>
            <a:r>
              <a:rPr lang="en-US" sz="1000" dirty="0"/>
              <a:t>Instruction Cycle</a:t>
            </a:r>
          </a:p>
        </p:txBody>
      </p:sp>
      <p:sp>
        <p:nvSpPr>
          <p:cNvPr id="314" name="Right Brace 313">
            <a:extLst>
              <a:ext uri="{FF2B5EF4-FFF2-40B4-BE49-F238E27FC236}">
                <a16:creationId xmlns:a16="http://schemas.microsoft.com/office/drawing/2014/main" id="{522E2EDE-ECC1-F5C8-D132-86B14ED2B75A}"/>
              </a:ext>
            </a:extLst>
          </p:cNvPr>
          <p:cNvSpPr/>
          <p:nvPr/>
        </p:nvSpPr>
        <p:spPr>
          <a:xfrm>
            <a:off x="5571062" y="1299837"/>
            <a:ext cx="304357" cy="3102830"/>
          </a:xfrm>
          <a:prstGeom prst="rightBrac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22E864-CFED-063F-14B2-B0E0C10246F3}"/>
              </a:ext>
            </a:extLst>
          </p:cNvPr>
          <p:cNvSpPr/>
          <p:nvPr/>
        </p:nvSpPr>
        <p:spPr>
          <a:xfrm>
            <a:off x="6797217" y="1602739"/>
            <a:ext cx="681955" cy="2040978"/>
          </a:xfrm>
          <a:custGeom>
            <a:avLst/>
            <a:gdLst>
              <a:gd name="csX0" fmla="*/ 44740 w 486044"/>
              <a:gd name="csY0" fmla="*/ 2101516 h 2101516"/>
              <a:gd name="csX1" fmla="*/ 485898 w 486044"/>
              <a:gd name="csY1" fmla="*/ 1235242 h 2101516"/>
              <a:gd name="csX2" fmla="*/ 4635 w 486044"/>
              <a:gd name="csY2" fmla="*/ 433137 h 2101516"/>
              <a:gd name="csX3" fmla="*/ 229224 w 486044"/>
              <a:gd name="csY3" fmla="*/ 0 h 2101516"/>
              <a:gd name="csX4" fmla="*/ 229224 w 486044"/>
              <a:gd name="csY4" fmla="*/ 0 h 2101516"/>
            </a:gdLst>
            <a:ahLst/>
            <a:cxnLst>
              <a:cxn ang="0">
                <a:pos x="csX0" y="csY0"/>
              </a:cxn>
              <a:cxn ang="0">
                <a:pos x="csX1" y="csY1"/>
              </a:cxn>
              <a:cxn ang="0">
                <a:pos x="csX2" y="csY2"/>
              </a:cxn>
              <a:cxn ang="0">
                <a:pos x="csX3" y="csY3"/>
              </a:cxn>
              <a:cxn ang="0">
                <a:pos x="csX4" y="csY4"/>
              </a:cxn>
            </a:cxnLst>
            <a:rect l="l" t="t" r="r" b="b"/>
            <a:pathLst>
              <a:path w="486044" h="2101516">
                <a:moveTo>
                  <a:pt x="44740" y="2101516"/>
                </a:moveTo>
                <a:cubicBezTo>
                  <a:pt x="268661" y="1807410"/>
                  <a:pt x="492582" y="1513305"/>
                  <a:pt x="485898" y="1235242"/>
                </a:cubicBezTo>
                <a:cubicBezTo>
                  <a:pt x="479214" y="957179"/>
                  <a:pt x="47414" y="639011"/>
                  <a:pt x="4635" y="433137"/>
                </a:cubicBezTo>
                <a:cubicBezTo>
                  <a:pt x="-38144" y="227263"/>
                  <a:pt x="229224" y="0"/>
                  <a:pt x="229224" y="0"/>
                </a:cubicBezTo>
                <a:lnTo>
                  <a:pt x="229224" y="0"/>
                </a:lnTo>
              </a:path>
            </a:pathLst>
          </a:custGeom>
          <a:noFill/>
          <a:ln w="9525">
            <a:solidFill>
              <a:schemeClr val="tx1"/>
            </a:solidFill>
            <a:prstDash val="sysDot"/>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 name="TextBox 449">
            <a:extLst>
              <a:ext uri="{FF2B5EF4-FFF2-40B4-BE49-F238E27FC236}">
                <a16:creationId xmlns:a16="http://schemas.microsoft.com/office/drawing/2014/main" id="{C346D5A4-12FB-3935-BA8A-87CAEA1E7BD5}"/>
              </a:ext>
            </a:extLst>
          </p:cNvPr>
          <p:cNvSpPr txBox="1"/>
          <p:nvPr/>
        </p:nvSpPr>
        <p:spPr>
          <a:xfrm>
            <a:off x="6952955" y="4554719"/>
            <a:ext cx="861133" cy="215444"/>
          </a:xfrm>
          <a:prstGeom prst="rect">
            <a:avLst/>
          </a:prstGeom>
          <a:noFill/>
          <a:ln>
            <a:noFill/>
          </a:ln>
        </p:spPr>
        <p:txBody>
          <a:bodyPr wrap="none" rtlCol="0">
            <a:spAutoFit/>
          </a:bodyPr>
          <a:lstStyle/>
          <a:p>
            <a:r>
              <a:rPr lang="en-US" sz="800" dirty="0"/>
              <a:t>I5=[0,1], I6=I7=0</a:t>
            </a:r>
          </a:p>
        </p:txBody>
      </p:sp>
    </p:spTree>
    <p:extLst>
      <p:ext uri="{BB962C8B-B14F-4D97-AF65-F5344CB8AC3E}">
        <p14:creationId xmlns:p14="http://schemas.microsoft.com/office/powerpoint/2010/main" val="2124196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8E70B53-FC22-E1FA-0FB9-C920D163C9A0}"/>
              </a:ext>
            </a:extLst>
          </p:cNvPr>
          <p:cNvGraphicFramePr>
            <a:graphicFrameLocks noGrp="1"/>
          </p:cNvGraphicFramePr>
          <p:nvPr>
            <p:extLst>
              <p:ext uri="{D42A27DB-BD31-4B8C-83A1-F6EECF244321}">
                <p14:modId xmlns:p14="http://schemas.microsoft.com/office/powerpoint/2010/main" val="404733186"/>
              </p:ext>
            </p:extLst>
          </p:nvPr>
        </p:nvGraphicFramePr>
        <p:xfrm>
          <a:off x="1695517" y="4018813"/>
          <a:ext cx="1823720" cy="1483360"/>
        </p:xfrm>
        <a:graphic>
          <a:graphicData uri="http://schemas.openxmlformats.org/drawingml/2006/table">
            <a:tbl>
              <a:tblPr firstRow="1" bandRow="1">
                <a:tableStyleId>{5940675A-B579-460E-94D1-54222C63F5DA}</a:tableStyleId>
              </a:tblPr>
              <a:tblGrid>
                <a:gridCol w="364744">
                  <a:extLst>
                    <a:ext uri="{9D8B030D-6E8A-4147-A177-3AD203B41FA5}">
                      <a16:colId xmlns:a16="http://schemas.microsoft.com/office/drawing/2014/main" val="1526364683"/>
                    </a:ext>
                  </a:extLst>
                </a:gridCol>
                <a:gridCol w="364744">
                  <a:extLst>
                    <a:ext uri="{9D8B030D-6E8A-4147-A177-3AD203B41FA5}">
                      <a16:colId xmlns:a16="http://schemas.microsoft.com/office/drawing/2014/main" val="3071405650"/>
                    </a:ext>
                  </a:extLst>
                </a:gridCol>
                <a:gridCol w="364744">
                  <a:extLst>
                    <a:ext uri="{9D8B030D-6E8A-4147-A177-3AD203B41FA5}">
                      <a16:colId xmlns:a16="http://schemas.microsoft.com/office/drawing/2014/main" val="935519552"/>
                    </a:ext>
                  </a:extLst>
                </a:gridCol>
                <a:gridCol w="364744">
                  <a:extLst>
                    <a:ext uri="{9D8B030D-6E8A-4147-A177-3AD203B41FA5}">
                      <a16:colId xmlns:a16="http://schemas.microsoft.com/office/drawing/2014/main" val="2041729509"/>
                    </a:ext>
                  </a:extLst>
                </a:gridCol>
                <a:gridCol w="364744">
                  <a:extLst>
                    <a:ext uri="{9D8B030D-6E8A-4147-A177-3AD203B41FA5}">
                      <a16:colId xmlns:a16="http://schemas.microsoft.com/office/drawing/2014/main" val="3852647967"/>
                    </a:ext>
                  </a:extLst>
                </a:gridCol>
              </a:tblGrid>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500508932"/>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343218207"/>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62352533"/>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668602622"/>
                  </a:ext>
                </a:extLst>
              </a:tr>
            </a:tbl>
          </a:graphicData>
        </a:graphic>
      </p:graphicFrame>
      <p:graphicFrame>
        <p:nvGraphicFramePr>
          <p:cNvPr id="3" name="Table 2">
            <a:extLst>
              <a:ext uri="{FF2B5EF4-FFF2-40B4-BE49-F238E27FC236}">
                <a16:creationId xmlns:a16="http://schemas.microsoft.com/office/drawing/2014/main" id="{B20ACBBD-735C-31B5-C685-F85829B263CA}"/>
              </a:ext>
            </a:extLst>
          </p:cNvPr>
          <p:cNvGraphicFramePr>
            <a:graphicFrameLocks noGrp="1"/>
          </p:cNvGraphicFramePr>
          <p:nvPr>
            <p:extLst>
              <p:ext uri="{D42A27DB-BD31-4B8C-83A1-F6EECF244321}">
                <p14:modId xmlns:p14="http://schemas.microsoft.com/office/powerpoint/2010/main" val="247833219"/>
              </p:ext>
            </p:extLst>
          </p:nvPr>
        </p:nvGraphicFramePr>
        <p:xfrm>
          <a:off x="2778194" y="944657"/>
          <a:ext cx="3679839" cy="552874"/>
        </p:xfrm>
        <a:graphic>
          <a:graphicData uri="http://schemas.openxmlformats.org/drawingml/2006/table">
            <a:tbl>
              <a:tblPr firstRow="1" bandRow="1">
                <a:tableStyleId>{5940675A-B579-460E-94D1-54222C63F5DA}</a:tableStyleId>
              </a:tblPr>
              <a:tblGrid>
                <a:gridCol w="408871">
                  <a:extLst>
                    <a:ext uri="{9D8B030D-6E8A-4147-A177-3AD203B41FA5}">
                      <a16:colId xmlns:a16="http://schemas.microsoft.com/office/drawing/2014/main" val="3711962705"/>
                    </a:ext>
                  </a:extLst>
                </a:gridCol>
                <a:gridCol w="408871">
                  <a:extLst>
                    <a:ext uri="{9D8B030D-6E8A-4147-A177-3AD203B41FA5}">
                      <a16:colId xmlns:a16="http://schemas.microsoft.com/office/drawing/2014/main" val="3615621255"/>
                    </a:ext>
                  </a:extLst>
                </a:gridCol>
                <a:gridCol w="408871">
                  <a:extLst>
                    <a:ext uri="{9D8B030D-6E8A-4147-A177-3AD203B41FA5}">
                      <a16:colId xmlns:a16="http://schemas.microsoft.com/office/drawing/2014/main" val="1128143073"/>
                    </a:ext>
                  </a:extLst>
                </a:gridCol>
                <a:gridCol w="408871">
                  <a:extLst>
                    <a:ext uri="{9D8B030D-6E8A-4147-A177-3AD203B41FA5}">
                      <a16:colId xmlns:a16="http://schemas.microsoft.com/office/drawing/2014/main" val="2034969446"/>
                    </a:ext>
                  </a:extLst>
                </a:gridCol>
                <a:gridCol w="408871">
                  <a:extLst>
                    <a:ext uri="{9D8B030D-6E8A-4147-A177-3AD203B41FA5}">
                      <a16:colId xmlns:a16="http://schemas.microsoft.com/office/drawing/2014/main" val="391388096"/>
                    </a:ext>
                  </a:extLst>
                </a:gridCol>
                <a:gridCol w="408871">
                  <a:extLst>
                    <a:ext uri="{9D8B030D-6E8A-4147-A177-3AD203B41FA5}">
                      <a16:colId xmlns:a16="http://schemas.microsoft.com/office/drawing/2014/main" val="2853216184"/>
                    </a:ext>
                  </a:extLst>
                </a:gridCol>
                <a:gridCol w="408871">
                  <a:extLst>
                    <a:ext uri="{9D8B030D-6E8A-4147-A177-3AD203B41FA5}">
                      <a16:colId xmlns:a16="http://schemas.microsoft.com/office/drawing/2014/main" val="3219550255"/>
                    </a:ext>
                  </a:extLst>
                </a:gridCol>
                <a:gridCol w="408871">
                  <a:extLst>
                    <a:ext uri="{9D8B030D-6E8A-4147-A177-3AD203B41FA5}">
                      <a16:colId xmlns:a16="http://schemas.microsoft.com/office/drawing/2014/main" val="3008721784"/>
                    </a:ext>
                  </a:extLst>
                </a:gridCol>
                <a:gridCol w="408871">
                  <a:extLst>
                    <a:ext uri="{9D8B030D-6E8A-4147-A177-3AD203B41FA5}">
                      <a16:colId xmlns:a16="http://schemas.microsoft.com/office/drawing/2014/main" val="209649953"/>
                    </a:ext>
                  </a:extLst>
                </a:gridCol>
              </a:tblGrid>
              <a:tr h="552874">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199652765"/>
                  </a:ext>
                </a:extLst>
              </a:tr>
            </a:tbl>
          </a:graphicData>
        </a:graphic>
      </p:graphicFrame>
      <p:grpSp>
        <p:nvGrpSpPr>
          <p:cNvPr id="34" name="Group 33">
            <a:extLst>
              <a:ext uri="{FF2B5EF4-FFF2-40B4-BE49-F238E27FC236}">
                <a16:creationId xmlns:a16="http://schemas.microsoft.com/office/drawing/2014/main" id="{29CA1A72-8D42-195E-2835-11ABE6B792F0}"/>
              </a:ext>
            </a:extLst>
          </p:cNvPr>
          <p:cNvGrpSpPr/>
          <p:nvPr/>
        </p:nvGrpSpPr>
        <p:grpSpPr>
          <a:xfrm>
            <a:off x="6101449" y="1050513"/>
            <a:ext cx="297180" cy="325120"/>
            <a:chOff x="5181600" y="1600200"/>
            <a:chExt cx="1120140" cy="1950720"/>
          </a:xfrm>
        </p:grpSpPr>
        <p:cxnSp>
          <p:nvCxnSpPr>
            <p:cNvPr id="5" name="Straight Connector 4">
              <a:extLst>
                <a:ext uri="{FF2B5EF4-FFF2-40B4-BE49-F238E27FC236}">
                  <a16:creationId xmlns:a16="http://schemas.microsoft.com/office/drawing/2014/main" id="{25C3EB86-08AC-B65E-6936-C8B93F00DA0A}"/>
                </a:ext>
              </a:extLst>
            </p:cNvPr>
            <p:cNvCxnSpPr>
              <a:cxnSpLocks/>
            </p:cNvCxnSpPr>
            <p:nvPr/>
          </p:nvCxnSpPr>
          <p:spPr>
            <a:xfrm>
              <a:off x="5265420" y="1600200"/>
              <a:ext cx="746760" cy="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348A518-7439-0264-084D-2FD6486423F8}"/>
                </a:ext>
              </a:extLst>
            </p:cNvPr>
            <p:cNvCxnSpPr>
              <a:cxnSpLocks/>
            </p:cNvCxnSpPr>
            <p:nvPr/>
          </p:nvCxnSpPr>
          <p:spPr>
            <a:xfrm>
              <a:off x="5257800" y="2514600"/>
              <a:ext cx="762000" cy="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ABCD5E5-BC35-251A-123F-31385A15C55A}"/>
                </a:ext>
              </a:extLst>
            </p:cNvPr>
            <p:cNvCxnSpPr>
              <a:cxnSpLocks/>
            </p:cNvCxnSpPr>
            <p:nvPr/>
          </p:nvCxnSpPr>
          <p:spPr>
            <a:xfrm>
              <a:off x="5265420" y="3429000"/>
              <a:ext cx="762000" cy="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4CB03F4-1874-6DAC-DCCC-AD7325F47AE4}"/>
                </a:ext>
              </a:extLst>
            </p:cNvPr>
            <p:cNvCxnSpPr>
              <a:cxnSpLocks/>
            </p:cNvCxnSpPr>
            <p:nvPr/>
          </p:nvCxnSpPr>
          <p:spPr>
            <a:xfrm flipH="1">
              <a:off x="5181600" y="1600200"/>
              <a:ext cx="15240" cy="83820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DF94E83-8A91-FFAE-E0F1-595672AA2A66}"/>
                </a:ext>
              </a:extLst>
            </p:cNvPr>
            <p:cNvCxnSpPr>
              <a:cxnSpLocks/>
            </p:cNvCxnSpPr>
            <p:nvPr/>
          </p:nvCxnSpPr>
          <p:spPr>
            <a:xfrm>
              <a:off x="6096000" y="1600200"/>
              <a:ext cx="0" cy="83820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B123015-1377-241A-DB33-052BED13CDD8}"/>
                </a:ext>
              </a:extLst>
            </p:cNvPr>
            <p:cNvCxnSpPr>
              <a:cxnSpLocks/>
            </p:cNvCxnSpPr>
            <p:nvPr/>
          </p:nvCxnSpPr>
          <p:spPr>
            <a:xfrm>
              <a:off x="5189220" y="2575560"/>
              <a:ext cx="0" cy="85344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60572C1-1BC1-CC86-4C3F-C2F09175ECB8}"/>
                </a:ext>
              </a:extLst>
            </p:cNvPr>
            <p:cNvCxnSpPr>
              <a:cxnSpLocks/>
            </p:cNvCxnSpPr>
            <p:nvPr/>
          </p:nvCxnSpPr>
          <p:spPr>
            <a:xfrm>
              <a:off x="6096000" y="2575560"/>
              <a:ext cx="0" cy="85344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229B8FC-C54E-8D59-6E49-F95B6F1D65BF}"/>
                </a:ext>
              </a:extLst>
            </p:cNvPr>
            <p:cNvCxnSpPr>
              <a:cxnSpLocks/>
            </p:cNvCxnSpPr>
            <p:nvPr/>
          </p:nvCxnSpPr>
          <p:spPr>
            <a:xfrm>
              <a:off x="6301740" y="3345180"/>
              <a:ext cx="0" cy="20574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265D5E4C-B88D-5ACC-1B1A-0AEC472C2400}"/>
              </a:ext>
            </a:extLst>
          </p:cNvPr>
          <p:cNvGrpSpPr/>
          <p:nvPr/>
        </p:nvGrpSpPr>
        <p:grpSpPr>
          <a:xfrm>
            <a:off x="2830131" y="1058534"/>
            <a:ext cx="224401" cy="304800"/>
            <a:chOff x="5181600" y="1600200"/>
            <a:chExt cx="845820" cy="1828800"/>
          </a:xfrm>
        </p:grpSpPr>
        <p:cxnSp>
          <p:nvCxnSpPr>
            <p:cNvPr id="46" name="Straight Connector 45">
              <a:extLst>
                <a:ext uri="{FF2B5EF4-FFF2-40B4-BE49-F238E27FC236}">
                  <a16:creationId xmlns:a16="http://schemas.microsoft.com/office/drawing/2014/main" id="{99F49BF1-6A1B-0DFD-E971-B4020A0F15EB}"/>
                </a:ext>
              </a:extLst>
            </p:cNvPr>
            <p:cNvCxnSpPr>
              <a:cxnSpLocks/>
            </p:cNvCxnSpPr>
            <p:nvPr/>
          </p:nvCxnSpPr>
          <p:spPr>
            <a:xfrm>
              <a:off x="5265420" y="1600200"/>
              <a:ext cx="746760" cy="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507D1282-8884-D56F-578A-8D0DD42F903A}"/>
                </a:ext>
              </a:extLst>
            </p:cNvPr>
            <p:cNvCxnSpPr>
              <a:cxnSpLocks/>
            </p:cNvCxnSpPr>
            <p:nvPr/>
          </p:nvCxnSpPr>
          <p:spPr>
            <a:xfrm>
              <a:off x="5257800" y="2514600"/>
              <a:ext cx="762000" cy="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D4400E1-43ED-F83F-593D-D33B139428D6}"/>
                </a:ext>
              </a:extLst>
            </p:cNvPr>
            <p:cNvCxnSpPr>
              <a:cxnSpLocks/>
            </p:cNvCxnSpPr>
            <p:nvPr/>
          </p:nvCxnSpPr>
          <p:spPr>
            <a:xfrm>
              <a:off x="5265420" y="3429000"/>
              <a:ext cx="762000" cy="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0001051-924C-725B-E54F-B73B71516C02}"/>
                </a:ext>
              </a:extLst>
            </p:cNvPr>
            <p:cNvCxnSpPr>
              <a:cxnSpLocks/>
            </p:cNvCxnSpPr>
            <p:nvPr/>
          </p:nvCxnSpPr>
          <p:spPr>
            <a:xfrm flipH="1">
              <a:off x="5181600" y="1600200"/>
              <a:ext cx="15240" cy="83820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108669E7-1903-380F-9374-B5280C36674F}"/>
                </a:ext>
              </a:extLst>
            </p:cNvPr>
            <p:cNvCxnSpPr>
              <a:cxnSpLocks/>
            </p:cNvCxnSpPr>
            <p:nvPr/>
          </p:nvCxnSpPr>
          <p:spPr>
            <a:xfrm>
              <a:off x="5189220" y="2575560"/>
              <a:ext cx="0" cy="85344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4" name="Group 53">
            <a:extLst>
              <a:ext uri="{FF2B5EF4-FFF2-40B4-BE49-F238E27FC236}">
                <a16:creationId xmlns:a16="http://schemas.microsoft.com/office/drawing/2014/main" id="{613FEBB1-83D6-7FA8-ABA2-A427D65EFFE9}"/>
              </a:ext>
            </a:extLst>
          </p:cNvPr>
          <p:cNvGrpSpPr/>
          <p:nvPr/>
        </p:nvGrpSpPr>
        <p:grpSpPr>
          <a:xfrm>
            <a:off x="3236872" y="1060361"/>
            <a:ext cx="297180" cy="325120"/>
            <a:chOff x="5181600" y="1600200"/>
            <a:chExt cx="1120140" cy="1950720"/>
          </a:xfrm>
        </p:grpSpPr>
        <p:cxnSp>
          <p:nvCxnSpPr>
            <p:cNvPr id="55" name="Straight Connector 54">
              <a:extLst>
                <a:ext uri="{FF2B5EF4-FFF2-40B4-BE49-F238E27FC236}">
                  <a16:creationId xmlns:a16="http://schemas.microsoft.com/office/drawing/2014/main" id="{248EC751-53DA-EA70-B879-D79543BC7CDF}"/>
                </a:ext>
              </a:extLst>
            </p:cNvPr>
            <p:cNvCxnSpPr>
              <a:cxnSpLocks/>
            </p:cNvCxnSpPr>
            <p:nvPr/>
          </p:nvCxnSpPr>
          <p:spPr>
            <a:xfrm>
              <a:off x="5265420" y="1600200"/>
              <a:ext cx="746760" cy="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7ABCF5B-9BF5-AA66-3BBF-53F045F5C9DD}"/>
                </a:ext>
              </a:extLst>
            </p:cNvPr>
            <p:cNvCxnSpPr>
              <a:cxnSpLocks/>
            </p:cNvCxnSpPr>
            <p:nvPr/>
          </p:nvCxnSpPr>
          <p:spPr>
            <a:xfrm>
              <a:off x="5257800" y="2514600"/>
              <a:ext cx="762000" cy="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EA63149-E1DC-0D36-5CE2-62F076153AE5}"/>
                </a:ext>
              </a:extLst>
            </p:cNvPr>
            <p:cNvCxnSpPr>
              <a:cxnSpLocks/>
            </p:cNvCxnSpPr>
            <p:nvPr/>
          </p:nvCxnSpPr>
          <p:spPr>
            <a:xfrm>
              <a:off x="5265420" y="3429000"/>
              <a:ext cx="762000" cy="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D190707-07F7-36D0-92DB-878E6B447403}"/>
                </a:ext>
              </a:extLst>
            </p:cNvPr>
            <p:cNvCxnSpPr>
              <a:cxnSpLocks/>
            </p:cNvCxnSpPr>
            <p:nvPr/>
          </p:nvCxnSpPr>
          <p:spPr>
            <a:xfrm flipH="1">
              <a:off x="5181600" y="1600200"/>
              <a:ext cx="15240" cy="83820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7CBAF58-9EE0-B7BF-6AF8-89F847B8FF92}"/>
                </a:ext>
              </a:extLst>
            </p:cNvPr>
            <p:cNvCxnSpPr>
              <a:cxnSpLocks/>
            </p:cNvCxnSpPr>
            <p:nvPr/>
          </p:nvCxnSpPr>
          <p:spPr>
            <a:xfrm>
              <a:off x="6096000" y="1600200"/>
              <a:ext cx="0" cy="83820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481392B1-55BC-ADEE-0EFD-042377940461}"/>
                </a:ext>
              </a:extLst>
            </p:cNvPr>
            <p:cNvCxnSpPr>
              <a:cxnSpLocks/>
            </p:cNvCxnSpPr>
            <p:nvPr/>
          </p:nvCxnSpPr>
          <p:spPr>
            <a:xfrm>
              <a:off x="5189220" y="2575560"/>
              <a:ext cx="0" cy="85344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7C06B33-2B8D-8379-C734-BBC4A6334F48}"/>
                </a:ext>
              </a:extLst>
            </p:cNvPr>
            <p:cNvCxnSpPr>
              <a:cxnSpLocks/>
            </p:cNvCxnSpPr>
            <p:nvPr/>
          </p:nvCxnSpPr>
          <p:spPr>
            <a:xfrm>
              <a:off x="6096000" y="2575560"/>
              <a:ext cx="0" cy="85344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55505A98-5608-965F-9C19-8FB087DDB276}"/>
                </a:ext>
              </a:extLst>
            </p:cNvPr>
            <p:cNvCxnSpPr>
              <a:cxnSpLocks/>
            </p:cNvCxnSpPr>
            <p:nvPr/>
          </p:nvCxnSpPr>
          <p:spPr>
            <a:xfrm>
              <a:off x="6301740" y="3345180"/>
              <a:ext cx="0" cy="20574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63" name="Group 62">
            <a:extLst>
              <a:ext uri="{FF2B5EF4-FFF2-40B4-BE49-F238E27FC236}">
                <a16:creationId xmlns:a16="http://schemas.microsoft.com/office/drawing/2014/main" id="{5A08D37C-4AB8-9E6B-F073-45D4C47B777A}"/>
              </a:ext>
            </a:extLst>
          </p:cNvPr>
          <p:cNvGrpSpPr/>
          <p:nvPr/>
        </p:nvGrpSpPr>
        <p:grpSpPr>
          <a:xfrm>
            <a:off x="3654428" y="1058534"/>
            <a:ext cx="297180" cy="325120"/>
            <a:chOff x="5181600" y="1600200"/>
            <a:chExt cx="1120140" cy="1950720"/>
          </a:xfrm>
        </p:grpSpPr>
        <p:cxnSp>
          <p:nvCxnSpPr>
            <p:cNvPr id="64" name="Straight Connector 63">
              <a:extLst>
                <a:ext uri="{FF2B5EF4-FFF2-40B4-BE49-F238E27FC236}">
                  <a16:creationId xmlns:a16="http://schemas.microsoft.com/office/drawing/2014/main" id="{A61FE0BF-B8B9-173D-0C2F-C5F1C073EE97}"/>
                </a:ext>
              </a:extLst>
            </p:cNvPr>
            <p:cNvCxnSpPr>
              <a:cxnSpLocks/>
            </p:cNvCxnSpPr>
            <p:nvPr/>
          </p:nvCxnSpPr>
          <p:spPr>
            <a:xfrm>
              <a:off x="5265420" y="1600200"/>
              <a:ext cx="746760" cy="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A8B3C78B-89FF-B3F3-A3DC-2D97F49F5E2F}"/>
                </a:ext>
              </a:extLst>
            </p:cNvPr>
            <p:cNvCxnSpPr>
              <a:cxnSpLocks/>
            </p:cNvCxnSpPr>
            <p:nvPr/>
          </p:nvCxnSpPr>
          <p:spPr>
            <a:xfrm>
              <a:off x="5257800" y="2514600"/>
              <a:ext cx="762000" cy="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66662AE8-C0EB-F1C1-066C-41288A30354A}"/>
                </a:ext>
              </a:extLst>
            </p:cNvPr>
            <p:cNvCxnSpPr>
              <a:cxnSpLocks/>
            </p:cNvCxnSpPr>
            <p:nvPr/>
          </p:nvCxnSpPr>
          <p:spPr>
            <a:xfrm>
              <a:off x="5265420" y="3429000"/>
              <a:ext cx="762000" cy="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A002B1DF-FE69-D7F9-59E9-49467D19F6CC}"/>
                </a:ext>
              </a:extLst>
            </p:cNvPr>
            <p:cNvCxnSpPr>
              <a:cxnSpLocks/>
            </p:cNvCxnSpPr>
            <p:nvPr/>
          </p:nvCxnSpPr>
          <p:spPr>
            <a:xfrm flipH="1">
              <a:off x="5181600" y="1600200"/>
              <a:ext cx="15240" cy="83820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F7BB242-4226-E968-B5DC-D2B1A62A7EE5}"/>
                </a:ext>
              </a:extLst>
            </p:cNvPr>
            <p:cNvCxnSpPr>
              <a:cxnSpLocks/>
            </p:cNvCxnSpPr>
            <p:nvPr/>
          </p:nvCxnSpPr>
          <p:spPr>
            <a:xfrm>
              <a:off x="6096000" y="1600200"/>
              <a:ext cx="0" cy="83820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8DCEC6DA-625A-32B7-3097-8FFFE45C0379}"/>
                </a:ext>
              </a:extLst>
            </p:cNvPr>
            <p:cNvCxnSpPr>
              <a:cxnSpLocks/>
            </p:cNvCxnSpPr>
            <p:nvPr/>
          </p:nvCxnSpPr>
          <p:spPr>
            <a:xfrm>
              <a:off x="5189220" y="2575560"/>
              <a:ext cx="0" cy="85344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BEED6BC0-66B1-E322-9C2D-D5019DC51F75}"/>
                </a:ext>
              </a:extLst>
            </p:cNvPr>
            <p:cNvCxnSpPr>
              <a:cxnSpLocks/>
            </p:cNvCxnSpPr>
            <p:nvPr/>
          </p:nvCxnSpPr>
          <p:spPr>
            <a:xfrm>
              <a:off x="6096000" y="2575560"/>
              <a:ext cx="0" cy="85344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EF0AA8EF-EAD1-1D1E-8BC3-1A1BC1D3E5BB}"/>
                </a:ext>
              </a:extLst>
            </p:cNvPr>
            <p:cNvCxnSpPr>
              <a:cxnSpLocks/>
            </p:cNvCxnSpPr>
            <p:nvPr/>
          </p:nvCxnSpPr>
          <p:spPr>
            <a:xfrm>
              <a:off x="6301740" y="3345180"/>
              <a:ext cx="0" cy="20574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72" name="Group 71">
            <a:extLst>
              <a:ext uri="{FF2B5EF4-FFF2-40B4-BE49-F238E27FC236}">
                <a16:creationId xmlns:a16="http://schemas.microsoft.com/office/drawing/2014/main" id="{23DBBDDB-53DE-7CA4-998F-E49AFCBF6A28}"/>
              </a:ext>
            </a:extLst>
          </p:cNvPr>
          <p:cNvGrpSpPr/>
          <p:nvPr/>
        </p:nvGrpSpPr>
        <p:grpSpPr>
          <a:xfrm>
            <a:off x="4063532" y="1050201"/>
            <a:ext cx="297180" cy="325120"/>
            <a:chOff x="5181600" y="1600200"/>
            <a:chExt cx="1120140" cy="1950720"/>
          </a:xfrm>
        </p:grpSpPr>
        <p:cxnSp>
          <p:nvCxnSpPr>
            <p:cNvPr id="73" name="Straight Connector 72">
              <a:extLst>
                <a:ext uri="{FF2B5EF4-FFF2-40B4-BE49-F238E27FC236}">
                  <a16:creationId xmlns:a16="http://schemas.microsoft.com/office/drawing/2014/main" id="{4A089DC4-897F-884D-7214-6BBAF228AABD}"/>
                </a:ext>
              </a:extLst>
            </p:cNvPr>
            <p:cNvCxnSpPr>
              <a:cxnSpLocks/>
            </p:cNvCxnSpPr>
            <p:nvPr/>
          </p:nvCxnSpPr>
          <p:spPr>
            <a:xfrm>
              <a:off x="5265420" y="1600200"/>
              <a:ext cx="746760" cy="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68B3E11-59B6-FB01-4D73-3DF2B12D0DB0}"/>
                </a:ext>
              </a:extLst>
            </p:cNvPr>
            <p:cNvCxnSpPr>
              <a:cxnSpLocks/>
            </p:cNvCxnSpPr>
            <p:nvPr/>
          </p:nvCxnSpPr>
          <p:spPr>
            <a:xfrm>
              <a:off x="5257800" y="2514600"/>
              <a:ext cx="762000" cy="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F9B05415-E184-C061-8F4A-0938764A54E4}"/>
                </a:ext>
              </a:extLst>
            </p:cNvPr>
            <p:cNvCxnSpPr>
              <a:cxnSpLocks/>
            </p:cNvCxnSpPr>
            <p:nvPr/>
          </p:nvCxnSpPr>
          <p:spPr>
            <a:xfrm>
              <a:off x="5265420" y="3429000"/>
              <a:ext cx="762000" cy="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E0DF52EB-478F-BBAF-51B3-6295BC450923}"/>
                </a:ext>
              </a:extLst>
            </p:cNvPr>
            <p:cNvCxnSpPr>
              <a:cxnSpLocks/>
            </p:cNvCxnSpPr>
            <p:nvPr/>
          </p:nvCxnSpPr>
          <p:spPr>
            <a:xfrm flipH="1">
              <a:off x="5181600" y="1600200"/>
              <a:ext cx="15240" cy="83820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B296D5ED-3CD5-3A16-B07F-761FA337D424}"/>
                </a:ext>
              </a:extLst>
            </p:cNvPr>
            <p:cNvCxnSpPr>
              <a:cxnSpLocks/>
            </p:cNvCxnSpPr>
            <p:nvPr/>
          </p:nvCxnSpPr>
          <p:spPr>
            <a:xfrm>
              <a:off x="6096000" y="1600200"/>
              <a:ext cx="0" cy="83820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C00F6B77-C544-4DF0-8D0A-6870E7EB56C7}"/>
                </a:ext>
              </a:extLst>
            </p:cNvPr>
            <p:cNvCxnSpPr>
              <a:cxnSpLocks/>
            </p:cNvCxnSpPr>
            <p:nvPr/>
          </p:nvCxnSpPr>
          <p:spPr>
            <a:xfrm>
              <a:off x="5189220" y="2575560"/>
              <a:ext cx="0" cy="85344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13B64AE5-A1C5-26D0-F0A1-834C4E8AFAA6}"/>
                </a:ext>
              </a:extLst>
            </p:cNvPr>
            <p:cNvCxnSpPr>
              <a:cxnSpLocks/>
            </p:cNvCxnSpPr>
            <p:nvPr/>
          </p:nvCxnSpPr>
          <p:spPr>
            <a:xfrm>
              <a:off x="6096000" y="2575560"/>
              <a:ext cx="0" cy="85344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7879181C-E075-3DA2-D7FE-24D1DCA6CD23}"/>
                </a:ext>
              </a:extLst>
            </p:cNvPr>
            <p:cNvCxnSpPr>
              <a:cxnSpLocks/>
            </p:cNvCxnSpPr>
            <p:nvPr/>
          </p:nvCxnSpPr>
          <p:spPr>
            <a:xfrm>
              <a:off x="6301740" y="3345180"/>
              <a:ext cx="0" cy="20574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81" name="Group 80">
            <a:extLst>
              <a:ext uri="{FF2B5EF4-FFF2-40B4-BE49-F238E27FC236}">
                <a16:creationId xmlns:a16="http://schemas.microsoft.com/office/drawing/2014/main" id="{B8DACF11-1807-C077-1E87-73C5AF838049}"/>
              </a:ext>
            </a:extLst>
          </p:cNvPr>
          <p:cNvGrpSpPr/>
          <p:nvPr/>
        </p:nvGrpSpPr>
        <p:grpSpPr>
          <a:xfrm>
            <a:off x="4473263" y="1058534"/>
            <a:ext cx="297180" cy="325120"/>
            <a:chOff x="5181600" y="1600200"/>
            <a:chExt cx="1120140" cy="1950720"/>
          </a:xfrm>
        </p:grpSpPr>
        <p:cxnSp>
          <p:nvCxnSpPr>
            <p:cNvPr id="82" name="Straight Connector 81">
              <a:extLst>
                <a:ext uri="{FF2B5EF4-FFF2-40B4-BE49-F238E27FC236}">
                  <a16:creationId xmlns:a16="http://schemas.microsoft.com/office/drawing/2014/main" id="{15EF018F-696A-BF28-3CD6-9A28E6064F43}"/>
                </a:ext>
              </a:extLst>
            </p:cNvPr>
            <p:cNvCxnSpPr>
              <a:cxnSpLocks/>
            </p:cNvCxnSpPr>
            <p:nvPr/>
          </p:nvCxnSpPr>
          <p:spPr>
            <a:xfrm>
              <a:off x="5265420" y="1600200"/>
              <a:ext cx="746760" cy="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0916E311-F15B-AA36-4A69-90082458ED2F}"/>
                </a:ext>
              </a:extLst>
            </p:cNvPr>
            <p:cNvCxnSpPr>
              <a:cxnSpLocks/>
            </p:cNvCxnSpPr>
            <p:nvPr/>
          </p:nvCxnSpPr>
          <p:spPr>
            <a:xfrm>
              <a:off x="5257800" y="2514600"/>
              <a:ext cx="762000" cy="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6D901219-739B-0CA8-7E94-D20D978FF318}"/>
                </a:ext>
              </a:extLst>
            </p:cNvPr>
            <p:cNvCxnSpPr>
              <a:cxnSpLocks/>
            </p:cNvCxnSpPr>
            <p:nvPr/>
          </p:nvCxnSpPr>
          <p:spPr>
            <a:xfrm>
              <a:off x="5265420" y="3429000"/>
              <a:ext cx="762000" cy="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2877FB5C-9FD1-8A83-1036-C1DC567AC6AF}"/>
                </a:ext>
              </a:extLst>
            </p:cNvPr>
            <p:cNvCxnSpPr>
              <a:cxnSpLocks/>
            </p:cNvCxnSpPr>
            <p:nvPr/>
          </p:nvCxnSpPr>
          <p:spPr>
            <a:xfrm flipH="1">
              <a:off x="5181600" y="1600200"/>
              <a:ext cx="15240" cy="83820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8D6AF295-01C5-A0A6-6442-9440CEA9443C}"/>
                </a:ext>
              </a:extLst>
            </p:cNvPr>
            <p:cNvCxnSpPr>
              <a:cxnSpLocks/>
            </p:cNvCxnSpPr>
            <p:nvPr/>
          </p:nvCxnSpPr>
          <p:spPr>
            <a:xfrm>
              <a:off x="6096000" y="1600200"/>
              <a:ext cx="0" cy="83820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302880D-091B-C6CA-F470-5EEB5B2C5024}"/>
                </a:ext>
              </a:extLst>
            </p:cNvPr>
            <p:cNvCxnSpPr>
              <a:cxnSpLocks/>
            </p:cNvCxnSpPr>
            <p:nvPr/>
          </p:nvCxnSpPr>
          <p:spPr>
            <a:xfrm>
              <a:off x="5189220" y="2575560"/>
              <a:ext cx="0" cy="85344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47252C1F-0393-5D4B-00CC-0F930FAA561D}"/>
                </a:ext>
              </a:extLst>
            </p:cNvPr>
            <p:cNvCxnSpPr>
              <a:cxnSpLocks/>
            </p:cNvCxnSpPr>
            <p:nvPr/>
          </p:nvCxnSpPr>
          <p:spPr>
            <a:xfrm>
              <a:off x="6096000" y="2575560"/>
              <a:ext cx="0" cy="85344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7EF2AFBD-3251-554A-6356-07C926D7726B}"/>
                </a:ext>
              </a:extLst>
            </p:cNvPr>
            <p:cNvCxnSpPr>
              <a:cxnSpLocks/>
            </p:cNvCxnSpPr>
            <p:nvPr/>
          </p:nvCxnSpPr>
          <p:spPr>
            <a:xfrm>
              <a:off x="6301740" y="3345180"/>
              <a:ext cx="0" cy="20574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90" name="Group 89">
            <a:extLst>
              <a:ext uri="{FF2B5EF4-FFF2-40B4-BE49-F238E27FC236}">
                <a16:creationId xmlns:a16="http://schemas.microsoft.com/office/drawing/2014/main" id="{AE8FD620-288D-49B7-9344-4005F854A059}"/>
              </a:ext>
            </a:extLst>
          </p:cNvPr>
          <p:cNvGrpSpPr/>
          <p:nvPr/>
        </p:nvGrpSpPr>
        <p:grpSpPr>
          <a:xfrm>
            <a:off x="4884432" y="1052161"/>
            <a:ext cx="297180" cy="325120"/>
            <a:chOff x="5181600" y="1600200"/>
            <a:chExt cx="1120140" cy="1950720"/>
          </a:xfrm>
        </p:grpSpPr>
        <p:cxnSp>
          <p:nvCxnSpPr>
            <p:cNvPr id="91" name="Straight Connector 90">
              <a:extLst>
                <a:ext uri="{FF2B5EF4-FFF2-40B4-BE49-F238E27FC236}">
                  <a16:creationId xmlns:a16="http://schemas.microsoft.com/office/drawing/2014/main" id="{7B60FF66-5047-B322-2F8F-A094CF6584D1}"/>
                </a:ext>
              </a:extLst>
            </p:cNvPr>
            <p:cNvCxnSpPr>
              <a:cxnSpLocks/>
            </p:cNvCxnSpPr>
            <p:nvPr/>
          </p:nvCxnSpPr>
          <p:spPr>
            <a:xfrm>
              <a:off x="5265420" y="1600200"/>
              <a:ext cx="746760" cy="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309FC37-BBFF-140D-EACD-FF7BDA589DE0}"/>
                </a:ext>
              </a:extLst>
            </p:cNvPr>
            <p:cNvCxnSpPr>
              <a:cxnSpLocks/>
            </p:cNvCxnSpPr>
            <p:nvPr/>
          </p:nvCxnSpPr>
          <p:spPr>
            <a:xfrm>
              <a:off x="5257800" y="2514600"/>
              <a:ext cx="762000" cy="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A6BF44C-4C95-C202-0905-E68DCF4D212D}"/>
                </a:ext>
              </a:extLst>
            </p:cNvPr>
            <p:cNvCxnSpPr>
              <a:cxnSpLocks/>
            </p:cNvCxnSpPr>
            <p:nvPr/>
          </p:nvCxnSpPr>
          <p:spPr>
            <a:xfrm>
              <a:off x="5265420" y="3429000"/>
              <a:ext cx="762000" cy="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D37420E0-414C-4EF3-3205-D4DCBCE52773}"/>
                </a:ext>
              </a:extLst>
            </p:cNvPr>
            <p:cNvCxnSpPr>
              <a:cxnSpLocks/>
            </p:cNvCxnSpPr>
            <p:nvPr/>
          </p:nvCxnSpPr>
          <p:spPr>
            <a:xfrm flipH="1">
              <a:off x="5181600" y="1600200"/>
              <a:ext cx="15240" cy="83820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E79B54B7-67BB-4CF9-E434-391AC7C6DEBD}"/>
                </a:ext>
              </a:extLst>
            </p:cNvPr>
            <p:cNvCxnSpPr>
              <a:cxnSpLocks/>
            </p:cNvCxnSpPr>
            <p:nvPr/>
          </p:nvCxnSpPr>
          <p:spPr>
            <a:xfrm>
              <a:off x="6096000" y="1600200"/>
              <a:ext cx="0" cy="83820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891F0FFA-18DF-3FE2-385D-055ABD37311F}"/>
                </a:ext>
              </a:extLst>
            </p:cNvPr>
            <p:cNvCxnSpPr>
              <a:cxnSpLocks/>
            </p:cNvCxnSpPr>
            <p:nvPr/>
          </p:nvCxnSpPr>
          <p:spPr>
            <a:xfrm>
              <a:off x="5189220" y="2575560"/>
              <a:ext cx="0" cy="85344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8032D561-0DB0-F803-59E2-DAF684BBC930}"/>
                </a:ext>
              </a:extLst>
            </p:cNvPr>
            <p:cNvCxnSpPr>
              <a:cxnSpLocks/>
            </p:cNvCxnSpPr>
            <p:nvPr/>
          </p:nvCxnSpPr>
          <p:spPr>
            <a:xfrm>
              <a:off x="6096000" y="2575560"/>
              <a:ext cx="0" cy="85344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5A8419A8-73AF-7752-F0DF-B4033226A59D}"/>
                </a:ext>
              </a:extLst>
            </p:cNvPr>
            <p:cNvCxnSpPr>
              <a:cxnSpLocks/>
            </p:cNvCxnSpPr>
            <p:nvPr/>
          </p:nvCxnSpPr>
          <p:spPr>
            <a:xfrm>
              <a:off x="6301740" y="3345180"/>
              <a:ext cx="0" cy="20574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99" name="Group 98">
            <a:extLst>
              <a:ext uri="{FF2B5EF4-FFF2-40B4-BE49-F238E27FC236}">
                <a16:creationId xmlns:a16="http://schemas.microsoft.com/office/drawing/2014/main" id="{1A183B54-37F6-7C24-9FBF-971E7AE004B0}"/>
              </a:ext>
            </a:extLst>
          </p:cNvPr>
          <p:cNvGrpSpPr/>
          <p:nvPr/>
        </p:nvGrpSpPr>
        <p:grpSpPr>
          <a:xfrm>
            <a:off x="5307339" y="1052406"/>
            <a:ext cx="297180" cy="325120"/>
            <a:chOff x="5181600" y="1600200"/>
            <a:chExt cx="1120140" cy="1950720"/>
          </a:xfrm>
        </p:grpSpPr>
        <p:cxnSp>
          <p:nvCxnSpPr>
            <p:cNvPr id="100" name="Straight Connector 99">
              <a:extLst>
                <a:ext uri="{FF2B5EF4-FFF2-40B4-BE49-F238E27FC236}">
                  <a16:creationId xmlns:a16="http://schemas.microsoft.com/office/drawing/2014/main" id="{4B7AE898-F505-F8F8-94C3-C77452CF551A}"/>
                </a:ext>
              </a:extLst>
            </p:cNvPr>
            <p:cNvCxnSpPr>
              <a:cxnSpLocks/>
            </p:cNvCxnSpPr>
            <p:nvPr/>
          </p:nvCxnSpPr>
          <p:spPr>
            <a:xfrm>
              <a:off x="5265420" y="1600200"/>
              <a:ext cx="746760" cy="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758350A0-8342-DB21-1DB6-7B5BAE6FA82D}"/>
                </a:ext>
              </a:extLst>
            </p:cNvPr>
            <p:cNvCxnSpPr>
              <a:cxnSpLocks/>
            </p:cNvCxnSpPr>
            <p:nvPr/>
          </p:nvCxnSpPr>
          <p:spPr>
            <a:xfrm>
              <a:off x="5257800" y="2514600"/>
              <a:ext cx="762000" cy="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724168DC-F5B4-58D9-FE87-B7219F1B1A70}"/>
                </a:ext>
              </a:extLst>
            </p:cNvPr>
            <p:cNvCxnSpPr>
              <a:cxnSpLocks/>
            </p:cNvCxnSpPr>
            <p:nvPr/>
          </p:nvCxnSpPr>
          <p:spPr>
            <a:xfrm>
              <a:off x="5265420" y="3429000"/>
              <a:ext cx="762000" cy="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7396DB65-E509-BC7F-6213-B91944F56388}"/>
                </a:ext>
              </a:extLst>
            </p:cNvPr>
            <p:cNvCxnSpPr>
              <a:cxnSpLocks/>
            </p:cNvCxnSpPr>
            <p:nvPr/>
          </p:nvCxnSpPr>
          <p:spPr>
            <a:xfrm flipH="1">
              <a:off x="5181600" y="1600200"/>
              <a:ext cx="15240" cy="83820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D6A2FE65-DC23-9CD8-AE4E-D6DA4AAE9380}"/>
                </a:ext>
              </a:extLst>
            </p:cNvPr>
            <p:cNvCxnSpPr>
              <a:cxnSpLocks/>
            </p:cNvCxnSpPr>
            <p:nvPr/>
          </p:nvCxnSpPr>
          <p:spPr>
            <a:xfrm>
              <a:off x="6096000" y="1600200"/>
              <a:ext cx="0" cy="83820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5BDEF39E-0DFE-E1EB-6781-277D49EA37EE}"/>
                </a:ext>
              </a:extLst>
            </p:cNvPr>
            <p:cNvCxnSpPr>
              <a:cxnSpLocks/>
            </p:cNvCxnSpPr>
            <p:nvPr/>
          </p:nvCxnSpPr>
          <p:spPr>
            <a:xfrm>
              <a:off x="5189220" y="2575560"/>
              <a:ext cx="0" cy="85344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72AEEEDE-0776-AEBA-642D-EF933347A6FC}"/>
                </a:ext>
              </a:extLst>
            </p:cNvPr>
            <p:cNvCxnSpPr>
              <a:cxnSpLocks/>
            </p:cNvCxnSpPr>
            <p:nvPr/>
          </p:nvCxnSpPr>
          <p:spPr>
            <a:xfrm>
              <a:off x="6096000" y="2575560"/>
              <a:ext cx="0" cy="85344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68D44A02-C92E-E4D9-2380-34B936DCA3E4}"/>
                </a:ext>
              </a:extLst>
            </p:cNvPr>
            <p:cNvCxnSpPr>
              <a:cxnSpLocks/>
            </p:cNvCxnSpPr>
            <p:nvPr/>
          </p:nvCxnSpPr>
          <p:spPr>
            <a:xfrm>
              <a:off x="6301740" y="3345180"/>
              <a:ext cx="0" cy="20574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8" name="Group 107">
            <a:extLst>
              <a:ext uri="{FF2B5EF4-FFF2-40B4-BE49-F238E27FC236}">
                <a16:creationId xmlns:a16="http://schemas.microsoft.com/office/drawing/2014/main" id="{148CFCFC-2C6A-26F3-8E94-788D10ED0B4E}"/>
              </a:ext>
            </a:extLst>
          </p:cNvPr>
          <p:cNvGrpSpPr/>
          <p:nvPr/>
        </p:nvGrpSpPr>
        <p:grpSpPr>
          <a:xfrm>
            <a:off x="5708009" y="1050513"/>
            <a:ext cx="297180" cy="325120"/>
            <a:chOff x="5181600" y="1600200"/>
            <a:chExt cx="1120140" cy="1950720"/>
          </a:xfrm>
        </p:grpSpPr>
        <p:cxnSp>
          <p:nvCxnSpPr>
            <p:cNvPr id="109" name="Straight Connector 108">
              <a:extLst>
                <a:ext uri="{FF2B5EF4-FFF2-40B4-BE49-F238E27FC236}">
                  <a16:creationId xmlns:a16="http://schemas.microsoft.com/office/drawing/2014/main" id="{3C224F61-D56A-5DF9-5C9C-A8F5D0B94460}"/>
                </a:ext>
              </a:extLst>
            </p:cNvPr>
            <p:cNvCxnSpPr>
              <a:cxnSpLocks/>
            </p:cNvCxnSpPr>
            <p:nvPr/>
          </p:nvCxnSpPr>
          <p:spPr>
            <a:xfrm>
              <a:off x="5265420" y="1600200"/>
              <a:ext cx="746760" cy="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C8B3FFC4-7AD4-F95E-0297-50484A6925E9}"/>
                </a:ext>
              </a:extLst>
            </p:cNvPr>
            <p:cNvCxnSpPr>
              <a:cxnSpLocks/>
            </p:cNvCxnSpPr>
            <p:nvPr/>
          </p:nvCxnSpPr>
          <p:spPr>
            <a:xfrm>
              <a:off x="5257800" y="2514600"/>
              <a:ext cx="762000" cy="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873B234-CFBD-2DBB-BFAC-1ACB27FE164E}"/>
                </a:ext>
              </a:extLst>
            </p:cNvPr>
            <p:cNvCxnSpPr>
              <a:cxnSpLocks/>
            </p:cNvCxnSpPr>
            <p:nvPr/>
          </p:nvCxnSpPr>
          <p:spPr>
            <a:xfrm>
              <a:off x="5265420" y="3429000"/>
              <a:ext cx="762000" cy="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3ADD8F6E-ECD3-E517-8471-9604EB81D4A2}"/>
                </a:ext>
              </a:extLst>
            </p:cNvPr>
            <p:cNvCxnSpPr>
              <a:cxnSpLocks/>
            </p:cNvCxnSpPr>
            <p:nvPr/>
          </p:nvCxnSpPr>
          <p:spPr>
            <a:xfrm flipH="1">
              <a:off x="5181600" y="1600200"/>
              <a:ext cx="15240" cy="83820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B62D3760-089D-E15A-92AC-1B41ECD3F062}"/>
                </a:ext>
              </a:extLst>
            </p:cNvPr>
            <p:cNvCxnSpPr>
              <a:cxnSpLocks/>
            </p:cNvCxnSpPr>
            <p:nvPr/>
          </p:nvCxnSpPr>
          <p:spPr>
            <a:xfrm>
              <a:off x="6096000" y="1600200"/>
              <a:ext cx="0" cy="83820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E8BB003D-FBC4-6246-C124-28748FDDA001}"/>
                </a:ext>
              </a:extLst>
            </p:cNvPr>
            <p:cNvCxnSpPr>
              <a:cxnSpLocks/>
            </p:cNvCxnSpPr>
            <p:nvPr/>
          </p:nvCxnSpPr>
          <p:spPr>
            <a:xfrm>
              <a:off x="5189220" y="2575560"/>
              <a:ext cx="0" cy="85344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67EA5B80-2AC6-813C-D2A6-35EB8341353D}"/>
                </a:ext>
              </a:extLst>
            </p:cNvPr>
            <p:cNvCxnSpPr>
              <a:cxnSpLocks/>
            </p:cNvCxnSpPr>
            <p:nvPr/>
          </p:nvCxnSpPr>
          <p:spPr>
            <a:xfrm>
              <a:off x="6096000" y="2575560"/>
              <a:ext cx="0" cy="85344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25C6547A-1763-9987-2FAD-90D4F5D5317D}"/>
                </a:ext>
              </a:extLst>
            </p:cNvPr>
            <p:cNvCxnSpPr>
              <a:cxnSpLocks/>
            </p:cNvCxnSpPr>
            <p:nvPr/>
          </p:nvCxnSpPr>
          <p:spPr>
            <a:xfrm>
              <a:off x="6301740" y="3345180"/>
              <a:ext cx="0" cy="20574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18" name="TextBox 117">
            <a:extLst>
              <a:ext uri="{FF2B5EF4-FFF2-40B4-BE49-F238E27FC236}">
                <a16:creationId xmlns:a16="http://schemas.microsoft.com/office/drawing/2014/main" id="{30710816-6022-40BF-F31D-CBFACE483551}"/>
              </a:ext>
            </a:extLst>
          </p:cNvPr>
          <p:cNvSpPr txBox="1"/>
          <p:nvPr/>
        </p:nvSpPr>
        <p:spPr>
          <a:xfrm>
            <a:off x="5887822" y="3393037"/>
            <a:ext cx="517146" cy="1002364"/>
          </a:xfrm>
          <a:prstGeom prst="rect">
            <a:avLst/>
          </a:prstGeom>
          <a:noFill/>
          <a:ln>
            <a:noFill/>
          </a:ln>
        </p:spPr>
        <p:txBody>
          <a:bodyPr wrap="square" rtlCol="0">
            <a:spAutoFit/>
          </a:bodyPr>
          <a:lstStyle/>
          <a:p>
            <a:endParaRPr lang="en-US" sz="1000" dirty="0"/>
          </a:p>
        </p:txBody>
      </p:sp>
      <p:sp>
        <p:nvSpPr>
          <p:cNvPr id="119" name="Rectangle 118">
            <a:extLst>
              <a:ext uri="{FF2B5EF4-FFF2-40B4-BE49-F238E27FC236}">
                <a16:creationId xmlns:a16="http://schemas.microsoft.com/office/drawing/2014/main" id="{B34F4040-732D-3242-4D6D-91760A5099FD}"/>
              </a:ext>
            </a:extLst>
          </p:cNvPr>
          <p:cNvSpPr/>
          <p:nvPr/>
        </p:nvSpPr>
        <p:spPr>
          <a:xfrm>
            <a:off x="5811000" y="4259311"/>
            <a:ext cx="517146" cy="1002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0" name="Rectangle 119">
            <a:extLst>
              <a:ext uri="{FF2B5EF4-FFF2-40B4-BE49-F238E27FC236}">
                <a16:creationId xmlns:a16="http://schemas.microsoft.com/office/drawing/2014/main" id="{08F627E4-2AD5-AC13-AA96-C0A07F9D443D}"/>
              </a:ext>
            </a:extLst>
          </p:cNvPr>
          <p:cNvSpPr/>
          <p:nvPr/>
        </p:nvSpPr>
        <p:spPr>
          <a:xfrm>
            <a:off x="5813104" y="3071058"/>
            <a:ext cx="490511" cy="1002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122" name="Straight Connector 121">
            <a:extLst>
              <a:ext uri="{FF2B5EF4-FFF2-40B4-BE49-F238E27FC236}">
                <a16:creationId xmlns:a16="http://schemas.microsoft.com/office/drawing/2014/main" id="{9C4FB8EA-A3A9-946E-7A24-7B7D0D811347}"/>
              </a:ext>
            </a:extLst>
          </p:cNvPr>
          <p:cNvCxnSpPr/>
          <p:nvPr/>
        </p:nvCxnSpPr>
        <p:spPr>
          <a:xfrm>
            <a:off x="6253622" y="1495955"/>
            <a:ext cx="0" cy="307206"/>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AA5227E4-61D4-9A67-E164-FC38F3FDE8E2}"/>
              </a:ext>
            </a:extLst>
          </p:cNvPr>
          <p:cNvCxnSpPr/>
          <p:nvPr/>
        </p:nvCxnSpPr>
        <p:spPr>
          <a:xfrm>
            <a:off x="5852569" y="1493549"/>
            <a:ext cx="0" cy="307206"/>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A26D3ED8-898F-5BBE-884D-FCA8A47C1306}"/>
              </a:ext>
            </a:extLst>
          </p:cNvPr>
          <p:cNvCxnSpPr/>
          <p:nvPr/>
        </p:nvCxnSpPr>
        <p:spPr>
          <a:xfrm>
            <a:off x="5486897" y="1494752"/>
            <a:ext cx="0" cy="307206"/>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AC3637D3-377D-026A-652A-72669C98F32B}"/>
              </a:ext>
            </a:extLst>
          </p:cNvPr>
          <p:cNvCxnSpPr/>
          <p:nvPr/>
        </p:nvCxnSpPr>
        <p:spPr>
          <a:xfrm>
            <a:off x="5066506" y="1494752"/>
            <a:ext cx="0" cy="307206"/>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27F06258-88E7-ED09-8BA2-7AEA74FF1762}"/>
              </a:ext>
            </a:extLst>
          </p:cNvPr>
          <p:cNvCxnSpPr/>
          <p:nvPr/>
        </p:nvCxnSpPr>
        <p:spPr>
          <a:xfrm>
            <a:off x="4631364" y="1494752"/>
            <a:ext cx="0" cy="307206"/>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5998F819-D15D-ED7A-4A3D-70F61EA7712F}"/>
              </a:ext>
            </a:extLst>
          </p:cNvPr>
          <p:cNvCxnSpPr/>
          <p:nvPr/>
        </p:nvCxnSpPr>
        <p:spPr>
          <a:xfrm>
            <a:off x="4240338" y="1493549"/>
            <a:ext cx="0" cy="307206"/>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17B8EBBC-BD83-07D7-D97F-F39AD7838B23}"/>
              </a:ext>
            </a:extLst>
          </p:cNvPr>
          <p:cNvCxnSpPr/>
          <p:nvPr/>
        </p:nvCxnSpPr>
        <p:spPr>
          <a:xfrm>
            <a:off x="3807201" y="1493549"/>
            <a:ext cx="0" cy="307206"/>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01CBB4BE-E389-4BBA-2327-CFFEB7D580EE}"/>
              </a:ext>
            </a:extLst>
          </p:cNvPr>
          <p:cNvCxnSpPr/>
          <p:nvPr/>
        </p:nvCxnSpPr>
        <p:spPr>
          <a:xfrm>
            <a:off x="3406148" y="1493549"/>
            <a:ext cx="0" cy="307206"/>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6914ABC1-521C-8AB5-96BA-79EF454337CA}"/>
              </a:ext>
            </a:extLst>
          </p:cNvPr>
          <p:cNvCxnSpPr/>
          <p:nvPr/>
        </p:nvCxnSpPr>
        <p:spPr>
          <a:xfrm>
            <a:off x="3005096" y="1493549"/>
            <a:ext cx="0" cy="307206"/>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8FB2B674-9E81-37E6-EBD0-6C579EAFDB5D}"/>
              </a:ext>
            </a:extLst>
          </p:cNvPr>
          <p:cNvCxnSpPr>
            <a:cxnSpLocks/>
          </p:cNvCxnSpPr>
          <p:nvPr/>
        </p:nvCxnSpPr>
        <p:spPr>
          <a:xfrm>
            <a:off x="2971950" y="1800755"/>
            <a:ext cx="3325466" cy="9481"/>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3DBB7F88-B80B-785D-0F72-93DFEFC91B55}"/>
              </a:ext>
            </a:extLst>
          </p:cNvPr>
          <p:cNvCxnSpPr>
            <a:cxnSpLocks/>
          </p:cNvCxnSpPr>
          <p:nvPr/>
        </p:nvCxnSpPr>
        <p:spPr>
          <a:xfrm>
            <a:off x="4919836" y="1800004"/>
            <a:ext cx="0" cy="2962537"/>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7591861F-B728-DDEF-C3E2-63889A44E3D1}"/>
              </a:ext>
            </a:extLst>
          </p:cNvPr>
          <p:cNvCxnSpPr>
            <a:cxnSpLocks/>
            <a:stCxn id="119" idx="1"/>
          </p:cNvCxnSpPr>
          <p:nvPr/>
        </p:nvCxnSpPr>
        <p:spPr>
          <a:xfrm flipH="1">
            <a:off x="4904260" y="4760493"/>
            <a:ext cx="906740" cy="4375"/>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8E851BAB-8BE4-D166-B079-9C0215073D39}"/>
              </a:ext>
            </a:extLst>
          </p:cNvPr>
          <p:cNvCxnSpPr>
            <a:cxnSpLocks/>
            <a:stCxn id="41" idx="2"/>
          </p:cNvCxnSpPr>
          <p:nvPr/>
        </p:nvCxnSpPr>
        <p:spPr>
          <a:xfrm>
            <a:off x="4020976" y="4092130"/>
            <a:ext cx="5592" cy="1330099"/>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403563A0-50D3-D59E-53B5-8F83F6D05B67}"/>
              </a:ext>
            </a:extLst>
          </p:cNvPr>
          <p:cNvCxnSpPr/>
          <p:nvPr/>
        </p:nvCxnSpPr>
        <p:spPr>
          <a:xfrm>
            <a:off x="3519237" y="4571998"/>
            <a:ext cx="507331" cy="0"/>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1D99092C-E0C8-740D-575D-3ED9DA07F40B}"/>
              </a:ext>
            </a:extLst>
          </p:cNvPr>
          <p:cNvCxnSpPr/>
          <p:nvPr/>
        </p:nvCxnSpPr>
        <p:spPr>
          <a:xfrm>
            <a:off x="3519237" y="4932945"/>
            <a:ext cx="507331" cy="0"/>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C5BE8F83-FDA4-7BF7-0925-7A8EC20EDF0C}"/>
              </a:ext>
            </a:extLst>
          </p:cNvPr>
          <p:cNvCxnSpPr/>
          <p:nvPr/>
        </p:nvCxnSpPr>
        <p:spPr>
          <a:xfrm>
            <a:off x="3519237" y="4203030"/>
            <a:ext cx="507331" cy="0"/>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F6C7FFBA-9BA7-A06D-CB87-7E131AC26BAE}"/>
              </a:ext>
            </a:extLst>
          </p:cNvPr>
          <p:cNvCxnSpPr/>
          <p:nvPr/>
        </p:nvCxnSpPr>
        <p:spPr>
          <a:xfrm>
            <a:off x="3519237" y="5325977"/>
            <a:ext cx="507331" cy="0"/>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47" name="TextBox 146">
            <a:extLst>
              <a:ext uri="{FF2B5EF4-FFF2-40B4-BE49-F238E27FC236}">
                <a16:creationId xmlns:a16="http://schemas.microsoft.com/office/drawing/2014/main" id="{61CB20DC-0E05-D0D6-5C98-A4BD3C28E2B4}"/>
              </a:ext>
            </a:extLst>
          </p:cNvPr>
          <p:cNvSpPr txBox="1"/>
          <p:nvPr/>
        </p:nvSpPr>
        <p:spPr>
          <a:xfrm>
            <a:off x="3658735" y="4020795"/>
            <a:ext cx="250390" cy="246221"/>
          </a:xfrm>
          <a:prstGeom prst="rect">
            <a:avLst/>
          </a:prstGeom>
          <a:noFill/>
          <a:ln>
            <a:noFill/>
          </a:ln>
        </p:spPr>
        <p:txBody>
          <a:bodyPr wrap="none" rtlCol="0">
            <a:spAutoFit/>
          </a:bodyPr>
          <a:lstStyle/>
          <a:p>
            <a:r>
              <a:rPr lang="en-US" sz="1000" dirty="0"/>
              <a:t>0</a:t>
            </a:r>
          </a:p>
        </p:txBody>
      </p:sp>
      <p:sp>
        <p:nvSpPr>
          <p:cNvPr id="148" name="TextBox 147">
            <a:extLst>
              <a:ext uri="{FF2B5EF4-FFF2-40B4-BE49-F238E27FC236}">
                <a16:creationId xmlns:a16="http://schemas.microsoft.com/office/drawing/2014/main" id="{9B5A314D-E06C-16D4-CF4F-9693192C528F}"/>
              </a:ext>
            </a:extLst>
          </p:cNvPr>
          <p:cNvSpPr txBox="1"/>
          <p:nvPr/>
        </p:nvSpPr>
        <p:spPr>
          <a:xfrm>
            <a:off x="3658735" y="4363451"/>
            <a:ext cx="250390" cy="246221"/>
          </a:xfrm>
          <a:prstGeom prst="rect">
            <a:avLst/>
          </a:prstGeom>
          <a:noFill/>
          <a:ln>
            <a:noFill/>
          </a:ln>
        </p:spPr>
        <p:txBody>
          <a:bodyPr wrap="none" rtlCol="0">
            <a:spAutoFit/>
          </a:bodyPr>
          <a:lstStyle/>
          <a:p>
            <a:r>
              <a:rPr lang="en-US" sz="1000" dirty="0"/>
              <a:t>1</a:t>
            </a:r>
          </a:p>
        </p:txBody>
      </p:sp>
      <p:sp>
        <p:nvSpPr>
          <p:cNvPr id="149" name="TextBox 148">
            <a:extLst>
              <a:ext uri="{FF2B5EF4-FFF2-40B4-BE49-F238E27FC236}">
                <a16:creationId xmlns:a16="http://schemas.microsoft.com/office/drawing/2014/main" id="{4187E09A-6346-2815-072E-8AC13B78A408}"/>
              </a:ext>
            </a:extLst>
          </p:cNvPr>
          <p:cNvSpPr txBox="1"/>
          <p:nvPr/>
        </p:nvSpPr>
        <p:spPr>
          <a:xfrm>
            <a:off x="3649847" y="4748461"/>
            <a:ext cx="250390" cy="246221"/>
          </a:xfrm>
          <a:prstGeom prst="rect">
            <a:avLst/>
          </a:prstGeom>
          <a:noFill/>
          <a:ln>
            <a:noFill/>
          </a:ln>
        </p:spPr>
        <p:txBody>
          <a:bodyPr wrap="none" rtlCol="0">
            <a:spAutoFit/>
          </a:bodyPr>
          <a:lstStyle/>
          <a:p>
            <a:r>
              <a:rPr lang="en-US" sz="1000" dirty="0"/>
              <a:t>2</a:t>
            </a:r>
          </a:p>
        </p:txBody>
      </p:sp>
      <p:sp>
        <p:nvSpPr>
          <p:cNvPr id="150" name="TextBox 149">
            <a:extLst>
              <a:ext uri="{FF2B5EF4-FFF2-40B4-BE49-F238E27FC236}">
                <a16:creationId xmlns:a16="http://schemas.microsoft.com/office/drawing/2014/main" id="{2B9196EF-DF51-C02D-7428-075B8382D8D2}"/>
              </a:ext>
            </a:extLst>
          </p:cNvPr>
          <p:cNvSpPr txBox="1"/>
          <p:nvPr/>
        </p:nvSpPr>
        <p:spPr>
          <a:xfrm>
            <a:off x="3665614" y="5133108"/>
            <a:ext cx="250390" cy="246221"/>
          </a:xfrm>
          <a:prstGeom prst="rect">
            <a:avLst/>
          </a:prstGeom>
          <a:noFill/>
          <a:ln>
            <a:noFill/>
          </a:ln>
        </p:spPr>
        <p:txBody>
          <a:bodyPr wrap="none" rtlCol="0">
            <a:spAutoFit/>
          </a:bodyPr>
          <a:lstStyle/>
          <a:p>
            <a:r>
              <a:rPr lang="en-US" sz="1000" dirty="0"/>
              <a:t>3</a:t>
            </a:r>
          </a:p>
        </p:txBody>
      </p:sp>
      <p:sp>
        <p:nvSpPr>
          <p:cNvPr id="151" name="TextBox 150">
            <a:extLst>
              <a:ext uri="{FF2B5EF4-FFF2-40B4-BE49-F238E27FC236}">
                <a16:creationId xmlns:a16="http://schemas.microsoft.com/office/drawing/2014/main" id="{53DB1893-BC31-1366-F3CF-19C426961025}"/>
              </a:ext>
            </a:extLst>
          </p:cNvPr>
          <p:cNvSpPr txBox="1"/>
          <p:nvPr/>
        </p:nvSpPr>
        <p:spPr>
          <a:xfrm>
            <a:off x="2949272" y="1516600"/>
            <a:ext cx="3517310" cy="246221"/>
          </a:xfrm>
          <a:prstGeom prst="rect">
            <a:avLst/>
          </a:prstGeom>
          <a:noFill/>
          <a:ln>
            <a:noFill/>
          </a:ln>
        </p:spPr>
        <p:txBody>
          <a:bodyPr wrap="none" rtlCol="0">
            <a:spAutoFit/>
          </a:bodyPr>
          <a:lstStyle/>
          <a:p>
            <a:r>
              <a:rPr lang="en-US" sz="1000" dirty="0"/>
              <a:t>8           7            6             5           4             3            2           1            0</a:t>
            </a:r>
          </a:p>
        </p:txBody>
      </p:sp>
      <p:sp>
        <p:nvSpPr>
          <p:cNvPr id="154" name="TextBox 153">
            <a:extLst>
              <a:ext uri="{FF2B5EF4-FFF2-40B4-BE49-F238E27FC236}">
                <a16:creationId xmlns:a16="http://schemas.microsoft.com/office/drawing/2014/main" id="{1A2E37A9-6C48-C464-60A3-26F277077803}"/>
              </a:ext>
            </a:extLst>
          </p:cNvPr>
          <p:cNvSpPr txBox="1"/>
          <p:nvPr/>
        </p:nvSpPr>
        <p:spPr>
          <a:xfrm>
            <a:off x="4923159" y="4477388"/>
            <a:ext cx="582211" cy="246221"/>
          </a:xfrm>
          <a:prstGeom prst="rect">
            <a:avLst/>
          </a:prstGeom>
          <a:noFill/>
          <a:ln>
            <a:noFill/>
          </a:ln>
        </p:spPr>
        <p:txBody>
          <a:bodyPr wrap="none" rtlCol="0">
            <a:spAutoFit/>
          </a:bodyPr>
          <a:lstStyle/>
          <a:p>
            <a:r>
              <a:rPr lang="en-US" sz="1000" dirty="0"/>
              <a:t>Sel[8:0]</a:t>
            </a:r>
          </a:p>
        </p:txBody>
      </p:sp>
      <p:sp>
        <p:nvSpPr>
          <p:cNvPr id="155" name="TextBox 154">
            <a:extLst>
              <a:ext uri="{FF2B5EF4-FFF2-40B4-BE49-F238E27FC236}">
                <a16:creationId xmlns:a16="http://schemas.microsoft.com/office/drawing/2014/main" id="{A443A423-290C-1F8F-7EBC-E25693615E1E}"/>
              </a:ext>
            </a:extLst>
          </p:cNvPr>
          <p:cNvSpPr txBox="1"/>
          <p:nvPr/>
        </p:nvSpPr>
        <p:spPr>
          <a:xfrm>
            <a:off x="5880230" y="4548405"/>
            <a:ext cx="415498" cy="400110"/>
          </a:xfrm>
          <a:prstGeom prst="rect">
            <a:avLst/>
          </a:prstGeom>
          <a:noFill/>
          <a:ln>
            <a:noFill/>
          </a:ln>
        </p:spPr>
        <p:txBody>
          <a:bodyPr wrap="none" rtlCol="0">
            <a:spAutoFit/>
          </a:bodyPr>
          <a:lstStyle/>
          <a:p>
            <a:r>
              <a:rPr lang="en-US" sz="1000" dirty="0"/>
              <a:t>1:10</a:t>
            </a:r>
          </a:p>
          <a:p>
            <a:r>
              <a:rPr lang="en-US" sz="1000" dirty="0"/>
              <a:t>Dec</a:t>
            </a:r>
          </a:p>
        </p:txBody>
      </p:sp>
      <p:sp>
        <p:nvSpPr>
          <p:cNvPr id="156" name="TextBox 155">
            <a:extLst>
              <a:ext uri="{FF2B5EF4-FFF2-40B4-BE49-F238E27FC236}">
                <a16:creationId xmlns:a16="http://schemas.microsoft.com/office/drawing/2014/main" id="{E21A793A-FCEC-149B-C439-9E94B8BB1D4E}"/>
              </a:ext>
            </a:extLst>
          </p:cNvPr>
          <p:cNvSpPr txBox="1"/>
          <p:nvPr/>
        </p:nvSpPr>
        <p:spPr>
          <a:xfrm>
            <a:off x="5865346" y="3391241"/>
            <a:ext cx="369012" cy="400110"/>
          </a:xfrm>
          <a:prstGeom prst="rect">
            <a:avLst/>
          </a:prstGeom>
          <a:noFill/>
          <a:ln>
            <a:noFill/>
          </a:ln>
        </p:spPr>
        <p:txBody>
          <a:bodyPr wrap="none" rtlCol="0">
            <a:spAutoFit/>
          </a:bodyPr>
          <a:lstStyle/>
          <a:p>
            <a:r>
              <a:rPr lang="en-US" sz="1000" dirty="0"/>
              <a:t>Pri</a:t>
            </a:r>
          </a:p>
          <a:p>
            <a:r>
              <a:rPr lang="en-US" sz="1000" dirty="0"/>
              <a:t>Enc</a:t>
            </a:r>
          </a:p>
        </p:txBody>
      </p:sp>
      <p:cxnSp>
        <p:nvCxnSpPr>
          <p:cNvPr id="157" name="Straight Connector 156">
            <a:extLst>
              <a:ext uri="{FF2B5EF4-FFF2-40B4-BE49-F238E27FC236}">
                <a16:creationId xmlns:a16="http://schemas.microsoft.com/office/drawing/2014/main" id="{3FDC9561-95C7-7660-D0CE-E78058ACB0F1}"/>
              </a:ext>
            </a:extLst>
          </p:cNvPr>
          <p:cNvCxnSpPr>
            <a:cxnSpLocks/>
          </p:cNvCxnSpPr>
          <p:nvPr/>
        </p:nvCxnSpPr>
        <p:spPr>
          <a:xfrm flipV="1">
            <a:off x="1640812" y="3591296"/>
            <a:ext cx="4169829" cy="20967"/>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D6435476-6B1A-4F43-3195-9AEA6BA90E92}"/>
              </a:ext>
            </a:extLst>
          </p:cNvPr>
          <p:cNvCxnSpPr/>
          <p:nvPr/>
        </p:nvCxnSpPr>
        <p:spPr>
          <a:xfrm>
            <a:off x="1860884" y="3612263"/>
            <a:ext cx="0" cy="406550"/>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A517A661-FF91-75B6-3D35-683A5964A5A1}"/>
              </a:ext>
            </a:extLst>
          </p:cNvPr>
          <p:cNvCxnSpPr/>
          <p:nvPr/>
        </p:nvCxnSpPr>
        <p:spPr>
          <a:xfrm>
            <a:off x="2237874" y="3612180"/>
            <a:ext cx="0" cy="406550"/>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0D243184-FCB3-DEB4-DBA4-88929319BA70}"/>
              </a:ext>
            </a:extLst>
          </p:cNvPr>
          <p:cNvCxnSpPr/>
          <p:nvPr/>
        </p:nvCxnSpPr>
        <p:spPr>
          <a:xfrm>
            <a:off x="2954651" y="3609253"/>
            <a:ext cx="0" cy="406550"/>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73FAB709-745A-63F0-9E44-AC0EB0F98B99}"/>
              </a:ext>
            </a:extLst>
          </p:cNvPr>
          <p:cNvCxnSpPr/>
          <p:nvPr/>
        </p:nvCxnSpPr>
        <p:spPr>
          <a:xfrm>
            <a:off x="2623419" y="3614016"/>
            <a:ext cx="0" cy="406550"/>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701D4CB9-FA55-13C8-AD65-90F966717502}"/>
              </a:ext>
            </a:extLst>
          </p:cNvPr>
          <p:cNvCxnSpPr/>
          <p:nvPr/>
        </p:nvCxnSpPr>
        <p:spPr>
          <a:xfrm>
            <a:off x="3326983" y="3609253"/>
            <a:ext cx="0" cy="406550"/>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69" name="TextBox 168">
            <a:extLst>
              <a:ext uri="{FF2B5EF4-FFF2-40B4-BE49-F238E27FC236}">
                <a16:creationId xmlns:a16="http://schemas.microsoft.com/office/drawing/2014/main" id="{698B0524-8D33-BB1C-40A9-A4054F96373B}"/>
              </a:ext>
            </a:extLst>
          </p:cNvPr>
          <p:cNvSpPr txBox="1"/>
          <p:nvPr/>
        </p:nvSpPr>
        <p:spPr>
          <a:xfrm>
            <a:off x="1801949" y="3708469"/>
            <a:ext cx="1725152" cy="246221"/>
          </a:xfrm>
          <a:prstGeom prst="rect">
            <a:avLst/>
          </a:prstGeom>
          <a:noFill/>
          <a:ln>
            <a:noFill/>
          </a:ln>
        </p:spPr>
        <p:txBody>
          <a:bodyPr wrap="none" rtlCol="0">
            <a:spAutoFit/>
          </a:bodyPr>
          <a:lstStyle/>
          <a:p>
            <a:r>
              <a:rPr lang="en-US" sz="1000" dirty="0"/>
              <a:t>1           2           3         4           5</a:t>
            </a:r>
          </a:p>
        </p:txBody>
      </p:sp>
      <p:cxnSp>
        <p:nvCxnSpPr>
          <p:cNvPr id="171" name="Straight Connector 170">
            <a:extLst>
              <a:ext uri="{FF2B5EF4-FFF2-40B4-BE49-F238E27FC236}">
                <a16:creationId xmlns:a16="http://schemas.microsoft.com/office/drawing/2014/main" id="{88132479-C304-321B-132E-F19411A72A9F}"/>
              </a:ext>
            </a:extLst>
          </p:cNvPr>
          <p:cNvCxnSpPr>
            <a:cxnSpLocks/>
          </p:cNvCxnSpPr>
          <p:nvPr/>
        </p:nvCxnSpPr>
        <p:spPr>
          <a:xfrm flipH="1">
            <a:off x="5402789" y="3503995"/>
            <a:ext cx="88088" cy="17726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id="{6B1D914A-EC59-F429-376E-01E6A21CE120}"/>
              </a:ext>
            </a:extLst>
          </p:cNvPr>
          <p:cNvSpPr txBox="1"/>
          <p:nvPr/>
        </p:nvSpPr>
        <p:spPr>
          <a:xfrm>
            <a:off x="5361702" y="3595033"/>
            <a:ext cx="250390" cy="246221"/>
          </a:xfrm>
          <a:prstGeom prst="rect">
            <a:avLst/>
          </a:prstGeom>
          <a:noFill/>
          <a:ln>
            <a:noFill/>
          </a:ln>
        </p:spPr>
        <p:txBody>
          <a:bodyPr wrap="none" rtlCol="0">
            <a:spAutoFit/>
          </a:bodyPr>
          <a:lstStyle/>
          <a:p>
            <a:r>
              <a:rPr lang="en-US" sz="1000" dirty="0"/>
              <a:t>5</a:t>
            </a:r>
          </a:p>
        </p:txBody>
      </p:sp>
      <p:cxnSp>
        <p:nvCxnSpPr>
          <p:cNvPr id="174" name="Straight Arrow Connector 173">
            <a:extLst>
              <a:ext uri="{FF2B5EF4-FFF2-40B4-BE49-F238E27FC236}">
                <a16:creationId xmlns:a16="http://schemas.microsoft.com/office/drawing/2014/main" id="{0EA79D6F-33A7-024C-57BC-5BC0746903CD}"/>
              </a:ext>
            </a:extLst>
          </p:cNvPr>
          <p:cNvCxnSpPr>
            <a:cxnSpLocks/>
            <a:endCxn id="119" idx="3"/>
          </p:cNvCxnSpPr>
          <p:nvPr/>
        </p:nvCxnSpPr>
        <p:spPr>
          <a:xfrm flipH="1" flipV="1">
            <a:off x="6328146" y="4760493"/>
            <a:ext cx="3433475" cy="327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78" name="Straight Arrow Connector 177">
            <a:extLst>
              <a:ext uri="{FF2B5EF4-FFF2-40B4-BE49-F238E27FC236}">
                <a16:creationId xmlns:a16="http://schemas.microsoft.com/office/drawing/2014/main" id="{F07851C5-702D-F045-0BCE-38E757189907}"/>
              </a:ext>
            </a:extLst>
          </p:cNvPr>
          <p:cNvCxnSpPr>
            <a:cxnSpLocks/>
            <a:endCxn id="175" idx="1"/>
          </p:cNvCxnSpPr>
          <p:nvPr/>
        </p:nvCxnSpPr>
        <p:spPr>
          <a:xfrm flipV="1">
            <a:off x="6305286" y="3572240"/>
            <a:ext cx="1537899" cy="5199"/>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C56A44A0-9861-AFC0-9B4D-B584B4359D42}"/>
              </a:ext>
            </a:extLst>
          </p:cNvPr>
          <p:cNvCxnSpPr>
            <a:cxnSpLocks/>
          </p:cNvCxnSpPr>
          <p:nvPr/>
        </p:nvCxnSpPr>
        <p:spPr>
          <a:xfrm flipV="1">
            <a:off x="7436251" y="3791351"/>
            <a:ext cx="0" cy="969142"/>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2" name="Straight Arrow Connector 181">
            <a:extLst>
              <a:ext uri="{FF2B5EF4-FFF2-40B4-BE49-F238E27FC236}">
                <a16:creationId xmlns:a16="http://schemas.microsoft.com/office/drawing/2014/main" id="{88DE0337-4F58-6479-6A1B-9A818E01E384}"/>
              </a:ext>
            </a:extLst>
          </p:cNvPr>
          <p:cNvCxnSpPr>
            <a:cxnSpLocks/>
          </p:cNvCxnSpPr>
          <p:nvPr/>
        </p:nvCxnSpPr>
        <p:spPr>
          <a:xfrm>
            <a:off x="7436251" y="3783904"/>
            <a:ext cx="406934" cy="657"/>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B341CF74-B25F-D326-9AC1-33879600C9BA}"/>
              </a:ext>
            </a:extLst>
          </p:cNvPr>
          <p:cNvCxnSpPr>
            <a:cxnSpLocks/>
          </p:cNvCxnSpPr>
          <p:nvPr/>
        </p:nvCxnSpPr>
        <p:spPr>
          <a:xfrm flipH="1">
            <a:off x="6447436" y="3489307"/>
            <a:ext cx="108735" cy="17318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85" name="TextBox 184">
            <a:extLst>
              <a:ext uri="{FF2B5EF4-FFF2-40B4-BE49-F238E27FC236}">
                <a16:creationId xmlns:a16="http://schemas.microsoft.com/office/drawing/2014/main" id="{A1A591AB-52F0-EE52-68FD-233BDB260E3F}"/>
              </a:ext>
            </a:extLst>
          </p:cNvPr>
          <p:cNvSpPr txBox="1"/>
          <p:nvPr/>
        </p:nvSpPr>
        <p:spPr>
          <a:xfrm>
            <a:off x="6430976" y="3528493"/>
            <a:ext cx="250390" cy="246221"/>
          </a:xfrm>
          <a:prstGeom prst="rect">
            <a:avLst/>
          </a:prstGeom>
          <a:noFill/>
          <a:ln>
            <a:noFill/>
          </a:ln>
        </p:spPr>
        <p:txBody>
          <a:bodyPr wrap="none" rtlCol="0">
            <a:spAutoFit/>
          </a:bodyPr>
          <a:lstStyle/>
          <a:p>
            <a:r>
              <a:rPr lang="en-US" sz="1000" dirty="0"/>
              <a:t>3</a:t>
            </a:r>
          </a:p>
        </p:txBody>
      </p:sp>
      <p:sp>
        <p:nvSpPr>
          <p:cNvPr id="189" name="TextBox 188">
            <a:extLst>
              <a:ext uri="{FF2B5EF4-FFF2-40B4-BE49-F238E27FC236}">
                <a16:creationId xmlns:a16="http://schemas.microsoft.com/office/drawing/2014/main" id="{ED16C712-BE24-723C-07BF-B2D0BC9B42B1}"/>
              </a:ext>
            </a:extLst>
          </p:cNvPr>
          <p:cNvSpPr txBox="1"/>
          <p:nvPr/>
        </p:nvSpPr>
        <p:spPr>
          <a:xfrm>
            <a:off x="8911083" y="4528185"/>
            <a:ext cx="910827" cy="246221"/>
          </a:xfrm>
          <a:prstGeom prst="rect">
            <a:avLst/>
          </a:prstGeom>
          <a:noFill/>
          <a:ln>
            <a:noFill/>
          </a:ln>
        </p:spPr>
        <p:txBody>
          <a:bodyPr wrap="none" rtlCol="0">
            <a:spAutoFit/>
          </a:bodyPr>
          <a:lstStyle/>
          <a:p>
            <a:r>
              <a:rPr lang="en-US" sz="1000" dirty="0" err="1"/>
              <a:t>ImmData</a:t>
            </a:r>
            <a:r>
              <a:rPr lang="en-US" sz="1000" dirty="0"/>
              <a:t>[3:0]</a:t>
            </a:r>
          </a:p>
        </p:txBody>
      </p:sp>
      <p:sp>
        <p:nvSpPr>
          <p:cNvPr id="190" name="TextBox 189">
            <a:extLst>
              <a:ext uri="{FF2B5EF4-FFF2-40B4-BE49-F238E27FC236}">
                <a16:creationId xmlns:a16="http://schemas.microsoft.com/office/drawing/2014/main" id="{1A7C4D2E-B7C6-AA60-229B-F45E47273286}"/>
              </a:ext>
            </a:extLst>
          </p:cNvPr>
          <p:cNvSpPr txBox="1"/>
          <p:nvPr/>
        </p:nvSpPr>
        <p:spPr>
          <a:xfrm>
            <a:off x="7388573" y="4286767"/>
            <a:ext cx="909223" cy="246221"/>
          </a:xfrm>
          <a:prstGeom prst="rect">
            <a:avLst/>
          </a:prstGeom>
          <a:noFill/>
          <a:ln>
            <a:noFill/>
          </a:ln>
        </p:spPr>
        <p:txBody>
          <a:bodyPr wrap="none" rtlCol="0">
            <a:spAutoFit/>
          </a:bodyPr>
          <a:lstStyle/>
          <a:p>
            <a:r>
              <a:rPr lang="en-US" sz="1000" dirty="0" err="1"/>
              <a:t>ImmData</a:t>
            </a:r>
            <a:r>
              <a:rPr lang="en-US" sz="1000" dirty="0"/>
              <a:t>[1,2]</a:t>
            </a:r>
          </a:p>
        </p:txBody>
      </p:sp>
      <p:cxnSp>
        <p:nvCxnSpPr>
          <p:cNvPr id="192" name="Straight Arrow Connector 191">
            <a:extLst>
              <a:ext uri="{FF2B5EF4-FFF2-40B4-BE49-F238E27FC236}">
                <a16:creationId xmlns:a16="http://schemas.microsoft.com/office/drawing/2014/main" id="{BEA641CD-F3D6-C71B-BF8B-72297824E729}"/>
              </a:ext>
            </a:extLst>
          </p:cNvPr>
          <p:cNvCxnSpPr>
            <a:cxnSpLocks/>
            <a:stCxn id="175" idx="3"/>
          </p:cNvCxnSpPr>
          <p:nvPr/>
        </p:nvCxnSpPr>
        <p:spPr>
          <a:xfrm>
            <a:off x="8360331" y="3572240"/>
            <a:ext cx="1469026"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95" name="Straight Arrow Connector 194">
            <a:extLst>
              <a:ext uri="{FF2B5EF4-FFF2-40B4-BE49-F238E27FC236}">
                <a16:creationId xmlns:a16="http://schemas.microsoft.com/office/drawing/2014/main" id="{2FD0E50F-0769-D0DE-3154-EB86000F4E2C}"/>
              </a:ext>
            </a:extLst>
          </p:cNvPr>
          <p:cNvCxnSpPr>
            <a:cxnSpLocks/>
          </p:cNvCxnSpPr>
          <p:nvPr/>
        </p:nvCxnSpPr>
        <p:spPr>
          <a:xfrm>
            <a:off x="6303616" y="3356279"/>
            <a:ext cx="1539569"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96" name="TextBox 195">
            <a:extLst>
              <a:ext uri="{FF2B5EF4-FFF2-40B4-BE49-F238E27FC236}">
                <a16:creationId xmlns:a16="http://schemas.microsoft.com/office/drawing/2014/main" id="{1E07034D-5965-6FF9-7AB8-946B56FB9765}"/>
              </a:ext>
            </a:extLst>
          </p:cNvPr>
          <p:cNvSpPr txBox="1"/>
          <p:nvPr/>
        </p:nvSpPr>
        <p:spPr>
          <a:xfrm>
            <a:off x="8890245" y="3360011"/>
            <a:ext cx="931665" cy="246221"/>
          </a:xfrm>
          <a:prstGeom prst="rect">
            <a:avLst/>
          </a:prstGeom>
          <a:noFill/>
          <a:ln>
            <a:noFill/>
          </a:ln>
        </p:spPr>
        <p:txBody>
          <a:bodyPr wrap="none" rtlCol="0">
            <a:spAutoFit/>
          </a:bodyPr>
          <a:lstStyle/>
          <a:p>
            <a:r>
              <a:rPr lang="en-US" sz="1000" dirty="0"/>
              <a:t>IV[6:2], </a:t>
            </a:r>
            <a:r>
              <a:rPr lang="en-US" sz="1000" dirty="0" err="1"/>
              <a:t>HWInt</a:t>
            </a:r>
            <a:endParaRPr lang="en-US" sz="1000" dirty="0"/>
          </a:p>
        </p:txBody>
      </p:sp>
      <p:cxnSp>
        <p:nvCxnSpPr>
          <p:cNvPr id="199" name="Straight Arrow Connector 198">
            <a:extLst>
              <a:ext uri="{FF2B5EF4-FFF2-40B4-BE49-F238E27FC236}">
                <a16:creationId xmlns:a16="http://schemas.microsoft.com/office/drawing/2014/main" id="{F1268E17-E544-3413-0420-D25A0A5AF05C}"/>
              </a:ext>
            </a:extLst>
          </p:cNvPr>
          <p:cNvCxnSpPr>
            <a:cxnSpLocks/>
            <a:stCxn id="197" idx="1"/>
            <a:endCxn id="3" idx="3"/>
          </p:cNvCxnSpPr>
          <p:nvPr/>
        </p:nvCxnSpPr>
        <p:spPr>
          <a:xfrm flipH="1">
            <a:off x="6458033" y="1218429"/>
            <a:ext cx="1419639" cy="2665"/>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209" name="Group 208">
            <a:extLst>
              <a:ext uri="{FF2B5EF4-FFF2-40B4-BE49-F238E27FC236}">
                <a16:creationId xmlns:a16="http://schemas.microsoft.com/office/drawing/2014/main" id="{A117A2FE-23D3-94F2-6110-522F50C1D185}"/>
              </a:ext>
            </a:extLst>
          </p:cNvPr>
          <p:cNvGrpSpPr/>
          <p:nvPr/>
        </p:nvGrpSpPr>
        <p:grpSpPr>
          <a:xfrm>
            <a:off x="7865659" y="744197"/>
            <a:ext cx="477202" cy="948463"/>
            <a:chOff x="7865659" y="744197"/>
            <a:chExt cx="477202" cy="948463"/>
          </a:xfrm>
        </p:grpSpPr>
        <p:sp>
          <p:nvSpPr>
            <p:cNvPr id="197" name="Rectangle 196">
              <a:extLst>
                <a:ext uri="{FF2B5EF4-FFF2-40B4-BE49-F238E27FC236}">
                  <a16:creationId xmlns:a16="http://schemas.microsoft.com/office/drawing/2014/main" id="{83516CDD-DB7B-3C2A-D472-5DA5EB2FB977}"/>
                </a:ext>
              </a:extLst>
            </p:cNvPr>
            <p:cNvSpPr/>
            <p:nvPr/>
          </p:nvSpPr>
          <p:spPr>
            <a:xfrm>
              <a:off x="7877672" y="744197"/>
              <a:ext cx="465189" cy="9484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1" name="TextBox 200">
              <a:extLst>
                <a:ext uri="{FF2B5EF4-FFF2-40B4-BE49-F238E27FC236}">
                  <a16:creationId xmlns:a16="http://schemas.microsoft.com/office/drawing/2014/main" id="{1C7FE21E-4783-950F-641A-E9E35F40DFDE}"/>
                </a:ext>
              </a:extLst>
            </p:cNvPr>
            <p:cNvSpPr txBox="1"/>
            <p:nvPr/>
          </p:nvSpPr>
          <p:spPr>
            <a:xfrm>
              <a:off x="7865659" y="1018585"/>
              <a:ext cx="463588" cy="400110"/>
            </a:xfrm>
            <a:prstGeom prst="rect">
              <a:avLst/>
            </a:prstGeom>
            <a:noFill/>
            <a:ln>
              <a:noFill/>
            </a:ln>
          </p:spPr>
          <p:txBody>
            <a:bodyPr wrap="none" rtlCol="0">
              <a:spAutoFit/>
            </a:bodyPr>
            <a:lstStyle/>
            <a:p>
              <a:r>
                <a:rPr lang="en-US" sz="1000" dirty="0"/>
                <a:t>7 Seg</a:t>
              </a:r>
            </a:p>
            <a:p>
              <a:r>
                <a:rPr lang="en-US" sz="1000" dirty="0" err="1"/>
                <a:t>SDec</a:t>
              </a:r>
              <a:endParaRPr lang="en-US" sz="1000" dirty="0"/>
            </a:p>
          </p:txBody>
        </p:sp>
      </p:grpSp>
      <p:cxnSp>
        <p:nvCxnSpPr>
          <p:cNvPr id="203" name="Straight Arrow Connector 202">
            <a:extLst>
              <a:ext uri="{FF2B5EF4-FFF2-40B4-BE49-F238E27FC236}">
                <a16:creationId xmlns:a16="http://schemas.microsoft.com/office/drawing/2014/main" id="{D819B980-59D7-A33F-3D66-DF931DFDBD79}"/>
              </a:ext>
            </a:extLst>
          </p:cNvPr>
          <p:cNvCxnSpPr>
            <a:cxnSpLocks/>
            <a:endCxn id="197" idx="3"/>
          </p:cNvCxnSpPr>
          <p:nvPr/>
        </p:nvCxnSpPr>
        <p:spPr>
          <a:xfrm flipH="1" flipV="1">
            <a:off x="8342861" y="1218429"/>
            <a:ext cx="1418760" cy="16814"/>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06" name="TextBox 205">
            <a:extLst>
              <a:ext uri="{FF2B5EF4-FFF2-40B4-BE49-F238E27FC236}">
                <a16:creationId xmlns:a16="http://schemas.microsoft.com/office/drawing/2014/main" id="{C85A72C5-6E64-DF1E-CBF2-F88FD6F027C1}"/>
              </a:ext>
            </a:extLst>
          </p:cNvPr>
          <p:cNvSpPr txBox="1"/>
          <p:nvPr/>
        </p:nvSpPr>
        <p:spPr>
          <a:xfrm>
            <a:off x="9079792" y="1018585"/>
            <a:ext cx="731290" cy="246221"/>
          </a:xfrm>
          <a:prstGeom prst="rect">
            <a:avLst/>
          </a:prstGeom>
          <a:noFill/>
          <a:ln>
            <a:noFill/>
          </a:ln>
        </p:spPr>
        <p:txBody>
          <a:bodyPr wrap="none" rtlCol="0">
            <a:spAutoFit/>
          </a:bodyPr>
          <a:lstStyle/>
          <a:p>
            <a:r>
              <a:rPr lang="en-US" sz="1000" dirty="0"/>
              <a:t>XDig0[3:0]</a:t>
            </a:r>
          </a:p>
        </p:txBody>
      </p:sp>
      <p:cxnSp>
        <p:nvCxnSpPr>
          <p:cNvPr id="208" name="Straight Arrow Connector 207">
            <a:extLst>
              <a:ext uri="{FF2B5EF4-FFF2-40B4-BE49-F238E27FC236}">
                <a16:creationId xmlns:a16="http://schemas.microsoft.com/office/drawing/2014/main" id="{287C8D3E-AEA5-8F0C-75E9-BF61F876D6B3}"/>
              </a:ext>
            </a:extLst>
          </p:cNvPr>
          <p:cNvCxnSpPr>
            <a:cxnSpLocks/>
          </p:cNvCxnSpPr>
          <p:nvPr/>
        </p:nvCxnSpPr>
        <p:spPr>
          <a:xfrm>
            <a:off x="2310063" y="1130879"/>
            <a:ext cx="468131"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10" name="Straight Arrow Connector 209">
            <a:extLst>
              <a:ext uri="{FF2B5EF4-FFF2-40B4-BE49-F238E27FC236}">
                <a16:creationId xmlns:a16="http://schemas.microsoft.com/office/drawing/2014/main" id="{49C255FA-E500-4548-7963-35B74D60EAAA}"/>
              </a:ext>
            </a:extLst>
          </p:cNvPr>
          <p:cNvCxnSpPr>
            <a:cxnSpLocks/>
          </p:cNvCxnSpPr>
          <p:nvPr/>
        </p:nvCxnSpPr>
        <p:spPr>
          <a:xfrm>
            <a:off x="2489895" y="1328438"/>
            <a:ext cx="288299"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6427F2E1-75B7-2CB8-D068-04AEE55FE9C8}"/>
              </a:ext>
            </a:extLst>
          </p:cNvPr>
          <p:cNvCxnSpPr>
            <a:cxnSpLocks/>
          </p:cNvCxnSpPr>
          <p:nvPr/>
        </p:nvCxnSpPr>
        <p:spPr>
          <a:xfrm>
            <a:off x="2491648" y="1325482"/>
            <a:ext cx="0" cy="1337737"/>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E4562B2B-8707-555F-C23F-8CA45F5D1C97}"/>
              </a:ext>
            </a:extLst>
          </p:cNvPr>
          <p:cNvCxnSpPr>
            <a:cxnSpLocks/>
          </p:cNvCxnSpPr>
          <p:nvPr/>
        </p:nvCxnSpPr>
        <p:spPr>
          <a:xfrm>
            <a:off x="2489895" y="2662986"/>
            <a:ext cx="728776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9128EF78-7C10-E12E-6B13-38DF9B6DDED7}"/>
              </a:ext>
            </a:extLst>
          </p:cNvPr>
          <p:cNvCxnSpPr>
            <a:cxnSpLocks/>
          </p:cNvCxnSpPr>
          <p:nvPr/>
        </p:nvCxnSpPr>
        <p:spPr>
          <a:xfrm>
            <a:off x="2308608" y="1129127"/>
            <a:ext cx="0" cy="176034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D401E4EB-0372-29F7-9A2F-E76C4E5D4457}"/>
              </a:ext>
            </a:extLst>
          </p:cNvPr>
          <p:cNvCxnSpPr>
            <a:cxnSpLocks/>
          </p:cNvCxnSpPr>
          <p:nvPr/>
        </p:nvCxnSpPr>
        <p:spPr>
          <a:xfrm>
            <a:off x="2294335" y="2889468"/>
            <a:ext cx="7467286"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2" name="TextBox 221">
            <a:extLst>
              <a:ext uri="{FF2B5EF4-FFF2-40B4-BE49-F238E27FC236}">
                <a16:creationId xmlns:a16="http://schemas.microsoft.com/office/drawing/2014/main" id="{D20F467B-7D90-A0B2-6926-355D004AA7FA}"/>
              </a:ext>
            </a:extLst>
          </p:cNvPr>
          <p:cNvSpPr txBox="1"/>
          <p:nvPr/>
        </p:nvSpPr>
        <p:spPr>
          <a:xfrm>
            <a:off x="9226803" y="2451971"/>
            <a:ext cx="585417" cy="246221"/>
          </a:xfrm>
          <a:prstGeom prst="rect">
            <a:avLst/>
          </a:prstGeom>
          <a:noFill/>
          <a:ln>
            <a:noFill/>
          </a:ln>
        </p:spPr>
        <p:txBody>
          <a:bodyPr wrap="none" rtlCol="0">
            <a:spAutoFit/>
          </a:bodyPr>
          <a:lstStyle/>
          <a:p>
            <a:r>
              <a:rPr lang="en-US" sz="1000" dirty="0" err="1"/>
              <a:t>SignSeg</a:t>
            </a:r>
            <a:endParaRPr lang="en-US" sz="1000" dirty="0"/>
          </a:p>
        </p:txBody>
      </p:sp>
      <p:sp>
        <p:nvSpPr>
          <p:cNvPr id="223" name="TextBox 222">
            <a:extLst>
              <a:ext uri="{FF2B5EF4-FFF2-40B4-BE49-F238E27FC236}">
                <a16:creationId xmlns:a16="http://schemas.microsoft.com/office/drawing/2014/main" id="{F3DD8A56-1C40-6C4F-43C2-B1AA61AC2408}"/>
              </a:ext>
            </a:extLst>
          </p:cNvPr>
          <p:cNvSpPr txBox="1"/>
          <p:nvPr/>
        </p:nvSpPr>
        <p:spPr>
          <a:xfrm>
            <a:off x="9195850" y="2673266"/>
            <a:ext cx="633507" cy="246221"/>
          </a:xfrm>
          <a:prstGeom prst="rect">
            <a:avLst/>
          </a:prstGeom>
          <a:noFill/>
          <a:ln>
            <a:noFill/>
          </a:ln>
        </p:spPr>
        <p:txBody>
          <a:bodyPr wrap="none" rtlCol="0">
            <a:spAutoFit/>
          </a:bodyPr>
          <a:lstStyle/>
          <a:p>
            <a:r>
              <a:rPr lang="en-US" sz="1000" dirty="0" err="1"/>
              <a:t>ErrorSeg</a:t>
            </a:r>
            <a:endParaRPr lang="en-US" sz="1000" dirty="0"/>
          </a:p>
        </p:txBody>
      </p:sp>
      <p:cxnSp>
        <p:nvCxnSpPr>
          <p:cNvPr id="227" name="Straight Connector 226">
            <a:extLst>
              <a:ext uri="{FF2B5EF4-FFF2-40B4-BE49-F238E27FC236}">
                <a16:creationId xmlns:a16="http://schemas.microsoft.com/office/drawing/2014/main" id="{131CD86A-2280-ABA0-7483-8E9F80BB1824}"/>
              </a:ext>
            </a:extLst>
          </p:cNvPr>
          <p:cNvCxnSpPr>
            <a:cxnSpLocks/>
          </p:cNvCxnSpPr>
          <p:nvPr/>
        </p:nvCxnSpPr>
        <p:spPr>
          <a:xfrm>
            <a:off x="4366520" y="1503461"/>
            <a:ext cx="0" cy="718097"/>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4A785528-6DE2-0D44-F871-9FD960062186}"/>
              </a:ext>
            </a:extLst>
          </p:cNvPr>
          <p:cNvCxnSpPr>
            <a:cxnSpLocks/>
          </p:cNvCxnSpPr>
          <p:nvPr/>
        </p:nvCxnSpPr>
        <p:spPr>
          <a:xfrm>
            <a:off x="3951155" y="1496996"/>
            <a:ext cx="0" cy="714331"/>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1690937D-FEDB-0D34-9BBD-040D7AA0D45D}"/>
              </a:ext>
            </a:extLst>
          </p:cNvPr>
          <p:cNvCxnSpPr>
            <a:cxnSpLocks/>
          </p:cNvCxnSpPr>
          <p:nvPr/>
        </p:nvCxnSpPr>
        <p:spPr>
          <a:xfrm>
            <a:off x="4758640" y="1493549"/>
            <a:ext cx="0" cy="728009"/>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26E3EE23-178D-D230-3733-0BAB70087A18}"/>
              </a:ext>
            </a:extLst>
          </p:cNvPr>
          <p:cNvCxnSpPr>
            <a:cxnSpLocks/>
          </p:cNvCxnSpPr>
          <p:nvPr/>
        </p:nvCxnSpPr>
        <p:spPr>
          <a:xfrm>
            <a:off x="5188574" y="1490374"/>
            <a:ext cx="0" cy="731184"/>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F62F6419-308A-CA33-8F93-8947C8303C25}"/>
              </a:ext>
            </a:extLst>
          </p:cNvPr>
          <p:cNvCxnSpPr>
            <a:cxnSpLocks/>
          </p:cNvCxnSpPr>
          <p:nvPr/>
        </p:nvCxnSpPr>
        <p:spPr>
          <a:xfrm>
            <a:off x="5609783" y="1496996"/>
            <a:ext cx="0" cy="724562"/>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A0116E6D-0964-F60F-1D7A-B4F69B639A54}"/>
              </a:ext>
            </a:extLst>
          </p:cNvPr>
          <p:cNvCxnSpPr>
            <a:cxnSpLocks/>
          </p:cNvCxnSpPr>
          <p:nvPr/>
        </p:nvCxnSpPr>
        <p:spPr>
          <a:xfrm>
            <a:off x="6002814" y="1503461"/>
            <a:ext cx="0" cy="707866"/>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D7AE07E5-E003-BF6A-EC11-46AE31E1CD18}"/>
              </a:ext>
            </a:extLst>
          </p:cNvPr>
          <p:cNvCxnSpPr>
            <a:cxnSpLocks/>
          </p:cNvCxnSpPr>
          <p:nvPr/>
        </p:nvCxnSpPr>
        <p:spPr>
          <a:xfrm>
            <a:off x="6402176" y="1493549"/>
            <a:ext cx="0" cy="728009"/>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4579FC4F-EDD3-6AD9-F19A-C907BD5C328C}"/>
              </a:ext>
            </a:extLst>
          </p:cNvPr>
          <p:cNvCxnSpPr>
            <a:cxnSpLocks/>
          </p:cNvCxnSpPr>
          <p:nvPr/>
        </p:nvCxnSpPr>
        <p:spPr>
          <a:xfrm flipH="1">
            <a:off x="3545723" y="1503461"/>
            <a:ext cx="2791" cy="723269"/>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EC2B8513-506A-D534-CF97-D5576BEC9AED}"/>
              </a:ext>
            </a:extLst>
          </p:cNvPr>
          <p:cNvCxnSpPr>
            <a:cxnSpLocks/>
            <a:endCxn id="278" idx="1"/>
          </p:cNvCxnSpPr>
          <p:nvPr/>
        </p:nvCxnSpPr>
        <p:spPr>
          <a:xfrm flipV="1">
            <a:off x="3545723" y="2221558"/>
            <a:ext cx="4345140" cy="5172"/>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69" name="TextBox 268">
            <a:extLst>
              <a:ext uri="{FF2B5EF4-FFF2-40B4-BE49-F238E27FC236}">
                <a16:creationId xmlns:a16="http://schemas.microsoft.com/office/drawing/2014/main" id="{BE06C8D0-E0D5-F73D-4EA9-E0A97D5DF53B}"/>
              </a:ext>
            </a:extLst>
          </p:cNvPr>
          <p:cNvSpPr txBox="1"/>
          <p:nvPr/>
        </p:nvSpPr>
        <p:spPr>
          <a:xfrm>
            <a:off x="9197453" y="2001481"/>
            <a:ext cx="631904" cy="246221"/>
          </a:xfrm>
          <a:prstGeom prst="rect">
            <a:avLst/>
          </a:prstGeom>
          <a:noFill/>
          <a:ln>
            <a:noFill/>
          </a:ln>
        </p:spPr>
        <p:txBody>
          <a:bodyPr wrap="none" rtlCol="0">
            <a:spAutoFit/>
          </a:bodyPr>
          <a:lstStyle/>
          <a:p>
            <a:r>
              <a:rPr lang="en-US" sz="1000" dirty="0" err="1"/>
              <a:t>Xdp</a:t>
            </a:r>
            <a:r>
              <a:rPr lang="en-US" sz="1000" dirty="0"/>
              <a:t>[2:0]</a:t>
            </a:r>
          </a:p>
        </p:txBody>
      </p:sp>
      <p:cxnSp>
        <p:nvCxnSpPr>
          <p:cNvPr id="281" name="Straight Arrow Connector 280">
            <a:extLst>
              <a:ext uri="{FF2B5EF4-FFF2-40B4-BE49-F238E27FC236}">
                <a16:creationId xmlns:a16="http://schemas.microsoft.com/office/drawing/2014/main" id="{893A312C-B85F-4531-25BA-6EEF317EA53C}"/>
              </a:ext>
            </a:extLst>
          </p:cNvPr>
          <p:cNvCxnSpPr>
            <a:cxnSpLocks/>
            <a:endCxn id="278" idx="3"/>
          </p:cNvCxnSpPr>
          <p:nvPr/>
        </p:nvCxnSpPr>
        <p:spPr>
          <a:xfrm flipH="1">
            <a:off x="8356052" y="2211327"/>
            <a:ext cx="1380711" cy="1023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211" name="Group 210">
            <a:extLst>
              <a:ext uri="{FF2B5EF4-FFF2-40B4-BE49-F238E27FC236}">
                <a16:creationId xmlns:a16="http://schemas.microsoft.com/office/drawing/2014/main" id="{F9DF9CA5-7D2A-564A-2441-E92F0BBB9BF2}"/>
              </a:ext>
            </a:extLst>
          </p:cNvPr>
          <p:cNvGrpSpPr/>
          <p:nvPr/>
        </p:nvGrpSpPr>
        <p:grpSpPr>
          <a:xfrm>
            <a:off x="7890863" y="1917674"/>
            <a:ext cx="465189" cy="607768"/>
            <a:chOff x="7890863" y="1917674"/>
            <a:chExt cx="465189" cy="607768"/>
          </a:xfrm>
        </p:grpSpPr>
        <p:sp>
          <p:nvSpPr>
            <p:cNvPr id="278" name="Rectangle 277">
              <a:extLst>
                <a:ext uri="{FF2B5EF4-FFF2-40B4-BE49-F238E27FC236}">
                  <a16:creationId xmlns:a16="http://schemas.microsoft.com/office/drawing/2014/main" id="{C4731E35-9A06-12BC-0B7E-8DFA5DA7ABF6}"/>
                </a:ext>
              </a:extLst>
            </p:cNvPr>
            <p:cNvSpPr/>
            <p:nvPr/>
          </p:nvSpPr>
          <p:spPr>
            <a:xfrm>
              <a:off x="7890863" y="1917674"/>
              <a:ext cx="465189" cy="6077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85" name="TextBox 284">
              <a:extLst>
                <a:ext uri="{FF2B5EF4-FFF2-40B4-BE49-F238E27FC236}">
                  <a16:creationId xmlns:a16="http://schemas.microsoft.com/office/drawing/2014/main" id="{C3A23339-03B2-DED0-EFBD-5733A0DBAEDC}"/>
                </a:ext>
              </a:extLst>
            </p:cNvPr>
            <p:cNvSpPr txBox="1"/>
            <p:nvPr/>
          </p:nvSpPr>
          <p:spPr>
            <a:xfrm>
              <a:off x="7936773" y="2020317"/>
              <a:ext cx="381836" cy="400110"/>
            </a:xfrm>
            <a:prstGeom prst="rect">
              <a:avLst/>
            </a:prstGeom>
            <a:noFill/>
            <a:ln>
              <a:noFill/>
            </a:ln>
          </p:spPr>
          <p:txBody>
            <a:bodyPr wrap="none" rtlCol="0">
              <a:spAutoFit/>
            </a:bodyPr>
            <a:lstStyle/>
            <a:p>
              <a:r>
                <a:rPr lang="en-US" sz="1000" dirty="0"/>
                <a:t>1:8</a:t>
              </a:r>
            </a:p>
            <a:p>
              <a:r>
                <a:rPr lang="en-US" sz="1000" dirty="0"/>
                <a:t>Dec</a:t>
              </a:r>
            </a:p>
          </p:txBody>
        </p:sp>
      </p:grpSp>
      <p:cxnSp>
        <p:nvCxnSpPr>
          <p:cNvPr id="301" name="Straight Arrow Connector 300">
            <a:extLst>
              <a:ext uri="{FF2B5EF4-FFF2-40B4-BE49-F238E27FC236}">
                <a16:creationId xmlns:a16="http://schemas.microsoft.com/office/drawing/2014/main" id="{9C298D53-43F8-BF81-0486-2150E2C34496}"/>
              </a:ext>
            </a:extLst>
          </p:cNvPr>
          <p:cNvCxnSpPr>
            <a:cxnSpLocks/>
          </p:cNvCxnSpPr>
          <p:nvPr/>
        </p:nvCxnSpPr>
        <p:spPr>
          <a:xfrm flipH="1">
            <a:off x="8359421" y="3808731"/>
            <a:ext cx="1418242" cy="2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02" name="TextBox 301">
            <a:extLst>
              <a:ext uri="{FF2B5EF4-FFF2-40B4-BE49-F238E27FC236}">
                <a16:creationId xmlns:a16="http://schemas.microsoft.com/office/drawing/2014/main" id="{B1430EFD-5F70-3C2A-C542-5A995136CA26}"/>
              </a:ext>
            </a:extLst>
          </p:cNvPr>
          <p:cNvSpPr txBox="1"/>
          <p:nvPr/>
        </p:nvSpPr>
        <p:spPr>
          <a:xfrm>
            <a:off x="9311940" y="3589929"/>
            <a:ext cx="559769" cy="246221"/>
          </a:xfrm>
          <a:prstGeom prst="rect">
            <a:avLst/>
          </a:prstGeom>
          <a:noFill/>
          <a:ln>
            <a:noFill/>
          </a:ln>
        </p:spPr>
        <p:txBody>
          <a:bodyPr wrap="none" rtlCol="0">
            <a:spAutoFit/>
          </a:bodyPr>
          <a:lstStyle/>
          <a:p>
            <a:r>
              <a:rPr lang="en-US" sz="1000" dirty="0" err="1"/>
              <a:t>KeyAck</a:t>
            </a:r>
            <a:endParaRPr lang="en-US" sz="1000" dirty="0"/>
          </a:p>
        </p:txBody>
      </p:sp>
      <p:sp>
        <p:nvSpPr>
          <p:cNvPr id="306" name="TextBox 305">
            <a:extLst>
              <a:ext uri="{FF2B5EF4-FFF2-40B4-BE49-F238E27FC236}">
                <a16:creationId xmlns:a16="http://schemas.microsoft.com/office/drawing/2014/main" id="{8EBF8DBF-7FC6-0CC1-578B-7C387602D979}"/>
              </a:ext>
            </a:extLst>
          </p:cNvPr>
          <p:cNvSpPr txBox="1"/>
          <p:nvPr/>
        </p:nvSpPr>
        <p:spPr>
          <a:xfrm>
            <a:off x="1244600" y="793750"/>
            <a:ext cx="45719" cy="246221"/>
          </a:xfrm>
          <a:prstGeom prst="rect">
            <a:avLst/>
          </a:prstGeom>
          <a:noFill/>
          <a:ln>
            <a:noFill/>
          </a:ln>
        </p:spPr>
        <p:txBody>
          <a:bodyPr wrap="square" rtlCol="0">
            <a:spAutoFit/>
          </a:bodyPr>
          <a:lstStyle/>
          <a:p>
            <a:endParaRPr lang="en-US" sz="1000" dirty="0"/>
          </a:p>
        </p:txBody>
      </p:sp>
      <p:sp>
        <p:nvSpPr>
          <p:cNvPr id="307" name="TextBox 306">
            <a:extLst>
              <a:ext uri="{FF2B5EF4-FFF2-40B4-BE49-F238E27FC236}">
                <a16:creationId xmlns:a16="http://schemas.microsoft.com/office/drawing/2014/main" id="{2ADC04B7-841E-4044-170B-D142C97ED752}"/>
              </a:ext>
            </a:extLst>
          </p:cNvPr>
          <p:cNvSpPr txBox="1"/>
          <p:nvPr/>
        </p:nvSpPr>
        <p:spPr>
          <a:xfrm>
            <a:off x="280843" y="2480263"/>
            <a:ext cx="1973232" cy="830997"/>
          </a:xfrm>
          <a:prstGeom prst="rect">
            <a:avLst/>
          </a:prstGeom>
          <a:noFill/>
          <a:ln>
            <a:noFill/>
          </a:ln>
        </p:spPr>
        <p:txBody>
          <a:bodyPr wrap="none" rtlCol="0">
            <a:spAutoFit/>
          </a:bodyPr>
          <a:lstStyle/>
          <a:p>
            <a:r>
              <a:rPr lang="en-US" sz="3200" dirty="0"/>
              <a:t>DSKY</a:t>
            </a:r>
          </a:p>
          <a:p>
            <a:r>
              <a:rPr lang="en-US" sz="1600" dirty="0"/>
              <a:t>Display and Keyboard</a:t>
            </a:r>
          </a:p>
        </p:txBody>
      </p:sp>
      <p:sp>
        <p:nvSpPr>
          <p:cNvPr id="309" name="TextBox 308">
            <a:extLst>
              <a:ext uri="{FF2B5EF4-FFF2-40B4-BE49-F238E27FC236}">
                <a16:creationId xmlns:a16="http://schemas.microsoft.com/office/drawing/2014/main" id="{22749F64-7AB2-EF77-3308-D74821DF5B62}"/>
              </a:ext>
            </a:extLst>
          </p:cNvPr>
          <p:cNvSpPr txBox="1"/>
          <p:nvPr/>
        </p:nvSpPr>
        <p:spPr>
          <a:xfrm>
            <a:off x="10100925" y="3836150"/>
            <a:ext cx="460382" cy="246221"/>
          </a:xfrm>
          <a:prstGeom prst="rect">
            <a:avLst/>
          </a:prstGeom>
          <a:noFill/>
          <a:ln>
            <a:noFill/>
          </a:ln>
        </p:spPr>
        <p:txBody>
          <a:bodyPr wrap="none" rtlCol="0">
            <a:spAutoFit/>
          </a:bodyPr>
          <a:lstStyle/>
          <a:p>
            <a:r>
              <a:rPr lang="en-US" sz="1000" dirty="0" err="1"/>
              <a:t>uSEQ</a:t>
            </a:r>
            <a:endParaRPr lang="en-US" sz="1000" dirty="0"/>
          </a:p>
        </p:txBody>
      </p:sp>
      <p:sp>
        <p:nvSpPr>
          <p:cNvPr id="310" name="TextBox 309">
            <a:extLst>
              <a:ext uri="{FF2B5EF4-FFF2-40B4-BE49-F238E27FC236}">
                <a16:creationId xmlns:a16="http://schemas.microsoft.com/office/drawing/2014/main" id="{A70D914F-62A0-04A2-E64A-29A63E3EE7E7}"/>
              </a:ext>
            </a:extLst>
          </p:cNvPr>
          <p:cNvSpPr txBox="1"/>
          <p:nvPr/>
        </p:nvSpPr>
        <p:spPr>
          <a:xfrm>
            <a:off x="9843173" y="2343728"/>
            <a:ext cx="396262" cy="246221"/>
          </a:xfrm>
          <a:prstGeom prst="rect">
            <a:avLst/>
          </a:prstGeom>
          <a:noFill/>
          <a:ln>
            <a:noFill/>
          </a:ln>
        </p:spPr>
        <p:txBody>
          <a:bodyPr wrap="none" rtlCol="0">
            <a:spAutoFit/>
          </a:bodyPr>
          <a:lstStyle/>
          <a:p>
            <a:r>
              <a:rPr lang="en-US" sz="1000" dirty="0"/>
              <a:t>REG</a:t>
            </a:r>
          </a:p>
        </p:txBody>
      </p:sp>
      <p:sp>
        <p:nvSpPr>
          <p:cNvPr id="14" name="TextBox 13">
            <a:extLst>
              <a:ext uri="{FF2B5EF4-FFF2-40B4-BE49-F238E27FC236}">
                <a16:creationId xmlns:a16="http://schemas.microsoft.com/office/drawing/2014/main" id="{0A8F6594-F4E1-14A3-CB67-737103798D64}"/>
              </a:ext>
            </a:extLst>
          </p:cNvPr>
          <p:cNvSpPr txBox="1"/>
          <p:nvPr/>
        </p:nvSpPr>
        <p:spPr>
          <a:xfrm>
            <a:off x="7251179" y="3157527"/>
            <a:ext cx="559769" cy="246221"/>
          </a:xfrm>
          <a:prstGeom prst="rect">
            <a:avLst/>
          </a:prstGeom>
          <a:noFill/>
          <a:ln>
            <a:noFill/>
          </a:ln>
        </p:spPr>
        <p:txBody>
          <a:bodyPr wrap="none" rtlCol="0">
            <a:spAutoFit/>
          </a:bodyPr>
          <a:lstStyle/>
          <a:p>
            <a:r>
              <a:rPr lang="en-US" sz="1000" dirty="0" err="1"/>
              <a:t>KeyDet</a:t>
            </a:r>
            <a:endParaRPr lang="en-US" sz="1000" dirty="0"/>
          </a:p>
        </p:txBody>
      </p:sp>
      <p:sp>
        <p:nvSpPr>
          <p:cNvPr id="16" name="TextBox 15">
            <a:extLst>
              <a:ext uri="{FF2B5EF4-FFF2-40B4-BE49-F238E27FC236}">
                <a16:creationId xmlns:a16="http://schemas.microsoft.com/office/drawing/2014/main" id="{884AF063-904E-F150-A0A7-0BABD061DE25}"/>
              </a:ext>
            </a:extLst>
          </p:cNvPr>
          <p:cNvSpPr txBox="1"/>
          <p:nvPr/>
        </p:nvSpPr>
        <p:spPr>
          <a:xfrm>
            <a:off x="7339918" y="3389175"/>
            <a:ext cx="349776" cy="246221"/>
          </a:xfrm>
          <a:prstGeom prst="rect">
            <a:avLst/>
          </a:prstGeom>
          <a:noFill/>
          <a:ln>
            <a:noFill/>
          </a:ln>
        </p:spPr>
        <p:txBody>
          <a:bodyPr wrap="none" rtlCol="0">
            <a:spAutoFit/>
          </a:bodyPr>
          <a:lstStyle/>
          <a:p>
            <a:r>
              <a:rPr lang="en-US" sz="1000" dirty="0"/>
              <a:t>Col</a:t>
            </a:r>
          </a:p>
        </p:txBody>
      </p:sp>
      <p:sp>
        <p:nvSpPr>
          <p:cNvPr id="18" name="TextBox 17">
            <a:extLst>
              <a:ext uri="{FF2B5EF4-FFF2-40B4-BE49-F238E27FC236}">
                <a16:creationId xmlns:a16="http://schemas.microsoft.com/office/drawing/2014/main" id="{9495F5DA-FEE1-1D44-181F-C160113B7CA7}"/>
              </a:ext>
            </a:extLst>
          </p:cNvPr>
          <p:cNvSpPr txBox="1"/>
          <p:nvPr/>
        </p:nvSpPr>
        <p:spPr>
          <a:xfrm>
            <a:off x="7349666" y="3598797"/>
            <a:ext cx="412292" cy="246221"/>
          </a:xfrm>
          <a:prstGeom prst="rect">
            <a:avLst/>
          </a:prstGeom>
          <a:noFill/>
          <a:ln>
            <a:noFill/>
          </a:ln>
        </p:spPr>
        <p:txBody>
          <a:bodyPr wrap="none" rtlCol="0">
            <a:spAutoFit/>
          </a:bodyPr>
          <a:lstStyle/>
          <a:p>
            <a:r>
              <a:rPr lang="en-US" sz="1000" dirty="0"/>
              <a:t>Row</a:t>
            </a:r>
          </a:p>
        </p:txBody>
      </p:sp>
      <p:grpSp>
        <p:nvGrpSpPr>
          <p:cNvPr id="213" name="Group 212">
            <a:extLst>
              <a:ext uri="{FF2B5EF4-FFF2-40B4-BE49-F238E27FC236}">
                <a16:creationId xmlns:a16="http://schemas.microsoft.com/office/drawing/2014/main" id="{3D773B0C-929C-C344-04D8-6B0F3DF690B3}"/>
              </a:ext>
            </a:extLst>
          </p:cNvPr>
          <p:cNvGrpSpPr/>
          <p:nvPr/>
        </p:nvGrpSpPr>
        <p:grpSpPr>
          <a:xfrm>
            <a:off x="7843185" y="3071058"/>
            <a:ext cx="559436" cy="1002364"/>
            <a:chOff x="7843185" y="3071058"/>
            <a:chExt cx="559436" cy="1002364"/>
          </a:xfrm>
        </p:grpSpPr>
        <p:sp>
          <p:nvSpPr>
            <p:cNvPr id="175" name="Rectangle 174">
              <a:extLst>
                <a:ext uri="{FF2B5EF4-FFF2-40B4-BE49-F238E27FC236}">
                  <a16:creationId xmlns:a16="http://schemas.microsoft.com/office/drawing/2014/main" id="{3E28A976-DC33-8271-4293-21B9881FF4B2}"/>
                </a:ext>
              </a:extLst>
            </p:cNvPr>
            <p:cNvSpPr/>
            <p:nvPr/>
          </p:nvSpPr>
          <p:spPr>
            <a:xfrm>
              <a:off x="7843185" y="3071058"/>
              <a:ext cx="517146" cy="1002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77" name="TextBox 276">
              <a:extLst>
                <a:ext uri="{FF2B5EF4-FFF2-40B4-BE49-F238E27FC236}">
                  <a16:creationId xmlns:a16="http://schemas.microsoft.com/office/drawing/2014/main" id="{E6BB482E-CFEC-9381-411F-A7D82A3ECD20}"/>
                </a:ext>
              </a:extLst>
            </p:cNvPr>
            <p:cNvSpPr txBox="1"/>
            <p:nvPr/>
          </p:nvSpPr>
          <p:spPr>
            <a:xfrm>
              <a:off x="7904219" y="3315149"/>
              <a:ext cx="378630" cy="400110"/>
            </a:xfrm>
            <a:prstGeom prst="rect">
              <a:avLst/>
            </a:prstGeom>
            <a:noFill/>
            <a:ln>
              <a:noFill/>
            </a:ln>
          </p:spPr>
          <p:txBody>
            <a:bodyPr wrap="none" rtlCol="0">
              <a:spAutoFit/>
            </a:bodyPr>
            <a:lstStyle/>
            <a:p>
              <a:r>
                <a:rPr lang="en-US" sz="1000" dirty="0"/>
                <a:t>Key</a:t>
              </a:r>
            </a:p>
            <a:p>
              <a:r>
                <a:rPr lang="en-US" sz="1000" dirty="0"/>
                <a:t>Reg</a:t>
              </a:r>
            </a:p>
          </p:txBody>
        </p:sp>
        <p:grpSp>
          <p:nvGrpSpPr>
            <p:cNvPr id="4" name="Group 3">
              <a:extLst>
                <a:ext uri="{FF2B5EF4-FFF2-40B4-BE49-F238E27FC236}">
                  <a16:creationId xmlns:a16="http://schemas.microsoft.com/office/drawing/2014/main" id="{D8ADF112-7F10-3436-50F4-00E8ACB755F7}"/>
                </a:ext>
              </a:extLst>
            </p:cNvPr>
            <p:cNvGrpSpPr/>
            <p:nvPr/>
          </p:nvGrpSpPr>
          <p:grpSpPr>
            <a:xfrm rot="16200000">
              <a:off x="7830324" y="3957910"/>
              <a:ext cx="94129" cy="59864"/>
              <a:chOff x="7278523" y="-130057"/>
              <a:chExt cx="446054" cy="254526"/>
            </a:xfrm>
          </p:grpSpPr>
          <p:cxnSp>
            <p:nvCxnSpPr>
              <p:cNvPr id="6" name="Straight Connector 5">
                <a:extLst>
                  <a:ext uri="{FF2B5EF4-FFF2-40B4-BE49-F238E27FC236}">
                    <a16:creationId xmlns:a16="http://schemas.microsoft.com/office/drawing/2014/main" id="{29E7C948-7611-A5D3-D9BC-82CF2349F830}"/>
                  </a:ext>
                </a:extLst>
              </p:cNvPr>
              <p:cNvCxnSpPr>
                <a:cxnSpLocks/>
              </p:cNvCxnSpPr>
              <p:nvPr/>
            </p:nvCxnSpPr>
            <p:spPr>
              <a:xfrm>
                <a:off x="7278523" y="-130057"/>
                <a:ext cx="217817" cy="25452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578A074-4F42-4778-EE5B-09ADDE4453BE}"/>
                  </a:ext>
                </a:extLst>
              </p:cNvPr>
              <p:cNvCxnSpPr>
                <a:cxnSpLocks/>
              </p:cNvCxnSpPr>
              <p:nvPr/>
            </p:nvCxnSpPr>
            <p:spPr>
              <a:xfrm flipV="1">
                <a:off x="7495454" y="-130057"/>
                <a:ext cx="229123" cy="25452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9" name="TextBox 18">
              <a:extLst>
                <a:ext uri="{FF2B5EF4-FFF2-40B4-BE49-F238E27FC236}">
                  <a16:creationId xmlns:a16="http://schemas.microsoft.com/office/drawing/2014/main" id="{F55F186D-28F1-8EA8-72C6-6E087760789B}"/>
                </a:ext>
              </a:extLst>
            </p:cNvPr>
            <p:cNvSpPr txBox="1"/>
            <p:nvPr/>
          </p:nvSpPr>
          <p:spPr>
            <a:xfrm>
              <a:off x="8066232" y="3685641"/>
              <a:ext cx="336389" cy="246221"/>
            </a:xfrm>
            <a:prstGeom prst="rect">
              <a:avLst/>
            </a:prstGeom>
            <a:noFill/>
            <a:ln>
              <a:noFill/>
            </a:ln>
          </p:spPr>
          <p:txBody>
            <a:bodyPr wrap="square" rtlCol="0">
              <a:spAutoFit/>
            </a:bodyPr>
            <a:lstStyle/>
            <a:p>
              <a:r>
                <a:rPr lang="en-US" sz="1000" dirty="0"/>
                <a:t>En</a:t>
              </a:r>
            </a:p>
          </p:txBody>
        </p:sp>
      </p:grpSp>
      <p:sp>
        <p:nvSpPr>
          <p:cNvPr id="20" name="TextBox 19">
            <a:extLst>
              <a:ext uri="{FF2B5EF4-FFF2-40B4-BE49-F238E27FC236}">
                <a16:creationId xmlns:a16="http://schemas.microsoft.com/office/drawing/2014/main" id="{482D33DF-1322-4A0E-2721-B21E3036D4BB}"/>
              </a:ext>
            </a:extLst>
          </p:cNvPr>
          <p:cNvSpPr txBox="1"/>
          <p:nvPr/>
        </p:nvSpPr>
        <p:spPr>
          <a:xfrm>
            <a:off x="9811477" y="1072465"/>
            <a:ext cx="396262" cy="246221"/>
          </a:xfrm>
          <a:prstGeom prst="rect">
            <a:avLst/>
          </a:prstGeom>
          <a:noFill/>
          <a:ln>
            <a:noFill/>
          </a:ln>
        </p:spPr>
        <p:txBody>
          <a:bodyPr wrap="none" rtlCol="0">
            <a:spAutoFit/>
          </a:bodyPr>
          <a:lstStyle/>
          <a:p>
            <a:r>
              <a:rPr lang="en-US" sz="1000" dirty="0"/>
              <a:t>REG</a:t>
            </a:r>
          </a:p>
        </p:txBody>
      </p:sp>
      <p:sp>
        <p:nvSpPr>
          <p:cNvPr id="32" name="TextBox 31">
            <a:extLst>
              <a:ext uri="{FF2B5EF4-FFF2-40B4-BE49-F238E27FC236}">
                <a16:creationId xmlns:a16="http://schemas.microsoft.com/office/drawing/2014/main" id="{54F8A6E2-B439-7F61-CA37-11A19EC6C55A}"/>
              </a:ext>
            </a:extLst>
          </p:cNvPr>
          <p:cNvSpPr txBox="1"/>
          <p:nvPr/>
        </p:nvSpPr>
        <p:spPr>
          <a:xfrm>
            <a:off x="1757701" y="4064955"/>
            <a:ext cx="1795684" cy="276999"/>
          </a:xfrm>
          <a:prstGeom prst="rect">
            <a:avLst/>
          </a:prstGeom>
          <a:noFill/>
          <a:ln>
            <a:noFill/>
          </a:ln>
        </p:spPr>
        <p:txBody>
          <a:bodyPr wrap="none" rtlCol="0">
            <a:spAutoFit/>
          </a:bodyPr>
          <a:lstStyle/>
          <a:p>
            <a:r>
              <a:rPr lang="en-US" sz="1200" dirty="0"/>
              <a:t>1        2        3        +       </a:t>
            </a:r>
            <a:r>
              <a:rPr lang="en-US" sz="1200" dirty="0" err="1"/>
              <a:t>Clr</a:t>
            </a:r>
            <a:endParaRPr lang="en-US" sz="1200" dirty="0"/>
          </a:p>
        </p:txBody>
      </p:sp>
      <p:sp>
        <p:nvSpPr>
          <p:cNvPr id="36" name="TextBox 35">
            <a:extLst>
              <a:ext uri="{FF2B5EF4-FFF2-40B4-BE49-F238E27FC236}">
                <a16:creationId xmlns:a16="http://schemas.microsoft.com/office/drawing/2014/main" id="{9B7CAA4B-82DB-3BC8-8886-366F79C5A827}"/>
              </a:ext>
            </a:extLst>
          </p:cNvPr>
          <p:cNvSpPr txBox="1"/>
          <p:nvPr/>
        </p:nvSpPr>
        <p:spPr>
          <a:xfrm>
            <a:off x="1759732" y="4441458"/>
            <a:ext cx="1752403" cy="276999"/>
          </a:xfrm>
          <a:prstGeom prst="rect">
            <a:avLst/>
          </a:prstGeom>
          <a:noFill/>
          <a:ln>
            <a:noFill/>
          </a:ln>
        </p:spPr>
        <p:txBody>
          <a:bodyPr wrap="none" rtlCol="0">
            <a:spAutoFit/>
          </a:bodyPr>
          <a:lstStyle/>
          <a:p>
            <a:r>
              <a:rPr lang="en-US" sz="1200" dirty="0"/>
              <a:t>4        5        6        --       x1</a:t>
            </a:r>
          </a:p>
        </p:txBody>
      </p:sp>
      <p:sp>
        <p:nvSpPr>
          <p:cNvPr id="37" name="TextBox 36">
            <a:extLst>
              <a:ext uri="{FF2B5EF4-FFF2-40B4-BE49-F238E27FC236}">
                <a16:creationId xmlns:a16="http://schemas.microsoft.com/office/drawing/2014/main" id="{5B206F86-5EB7-F892-FFA1-1E7240FF4CBE}"/>
              </a:ext>
            </a:extLst>
          </p:cNvPr>
          <p:cNvSpPr txBox="1"/>
          <p:nvPr/>
        </p:nvSpPr>
        <p:spPr>
          <a:xfrm>
            <a:off x="1765699" y="4803909"/>
            <a:ext cx="1739579" cy="276999"/>
          </a:xfrm>
          <a:prstGeom prst="rect">
            <a:avLst/>
          </a:prstGeom>
          <a:noFill/>
          <a:ln>
            <a:noFill/>
          </a:ln>
        </p:spPr>
        <p:txBody>
          <a:bodyPr wrap="none" rtlCol="0">
            <a:spAutoFit/>
          </a:bodyPr>
          <a:lstStyle/>
          <a:p>
            <a:r>
              <a:rPr lang="en-US" sz="1200" dirty="0"/>
              <a:t>5        6        7        X       x2</a:t>
            </a:r>
          </a:p>
        </p:txBody>
      </p:sp>
      <p:sp>
        <p:nvSpPr>
          <p:cNvPr id="38" name="TextBox 37">
            <a:extLst>
              <a:ext uri="{FF2B5EF4-FFF2-40B4-BE49-F238E27FC236}">
                <a16:creationId xmlns:a16="http://schemas.microsoft.com/office/drawing/2014/main" id="{E16C61FF-4A6E-9245-D8B0-C37289428309}"/>
              </a:ext>
            </a:extLst>
          </p:cNvPr>
          <p:cNvSpPr txBox="1"/>
          <p:nvPr/>
        </p:nvSpPr>
        <p:spPr>
          <a:xfrm>
            <a:off x="1762114" y="5187477"/>
            <a:ext cx="1770228" cy="276999"/>
          </a:xfrm>
          <a:prstGeom prst="rect">
            <a:avLst/>
          </a:prstGeom>
          <a:noFill/>
          <a:ln>
            <a:noFill/>
          </a:ln>
        </p:spPr>
        <p:txBody>
          <a:bodyPr wrap="none" rtlCol="0">
            <a:spAutoFit/>
          </a:bodyPr>
          <a:lstStyle/>
          <a:p>
            <a:r>
              <a:rPr lang="en-US" sz="1200" dirty="0"/>
              <a:t>0        .       Ent       /       x3</a:t>
            </a:r>
          </a:p>
        </p:txBody>
      </p:sp>
      <p:sp>
        <p:nvSpPr>
          <p:cNvPr id="41" name="TextBox 40">
            <a:extLst>
              <a:ext uri="{FF2B5EF4-FFF2-40B4-BE49-F238E27FC236}">
                <a16:creationId xmlns:a16="http://schemas.microsoft.com/office/drawing/2014/main" id="{1573D03A-D0C5-D965-7FF2-9541E22950D0}"/>
              </a:ext>
            </a:extLst>
          </p:cNvPr>
          <p:cNvSpPr txBox="1"/>
          <p:nvPr/>
        </p:nvSpPr>
        <p:spPr>
          <a:xfrm>
            <a:off x="3814830" y="3845909"/>
            <a:ext cx="412292" cy="246221"/>
          </a:xfrm>
          <a:prstGeom prst="rect">
            <a:avLst/>
          </a:prstGeom>
          <a:noFill/>
          <a:ln>
            <a:noFill/>
          </a:ln>
        </p:spPr>
        <p:txBody>
          <a:bodyPr wrap="square" rtlCol="0">
            <a:spAutoFit/>
          </a:bodyPr>
          <a:lstStyle/>
          <a:p>
            <a:r>
              <a:rPr lang="en-US" sz="1000" dirty="0"/>
              <a:t>Row</a:t>
            </a:r>
          </a:p>
        </p:txBody>
      </p:sp>
      <p:sp>
        <p:nvSpPr>
          <p:cNvPr id="42" name="TextBox 41">
            <a:extLst>
              <a:ext uri="{FF2B5EF4-FFF2-40B4-BE49-F238E27FC236}">
                <a16:creationId xmlns:a16="http://schemas.microsoft.com/office/drawing/2014/main" id="{5D492483-E53B-377B-F76B-3D060B924DE6}"/>
              </a:ext>
            </a:extLst>
          </p:cNvPr>
          <p:cNvSpPr txBox="1"/>
          <p:nvPr/>
        </p:nvSpPr>
        <p:spPr>
          <a:xfrm>
            <a:off x="3493183" y="3397182"/>
            <a:ext cx="349776" cy="246221"/>
          </a:xfrm>
          <a:prstGeom prst="rect">
            <a:avLst/>
          </a:prstGeom>
          <a:noFill/>
          <a:ln>
            <a:noFill/>
          </a:ln>
        </p:spPr>
        <p:txBody>
          <a:bodyPr wrap="none" rtlCol="0">
            <a:spAutoFit/>
          </a:bodyPr>
          <a:lstStyle/>
          <a:p>
            <a:r>
              <a:rPr lang="en-US" sz="1000" dirty="0"/>
              <a:t>Col</a:t>
            </a:r>
          </a:p>
        </p:txBody>
      </p:sp>
      <p:sp>
        <p:nvSpPr>
          <p:cNvPr id="43" name="TextBox 42">
            <a:extLst>
              <a:ext uri="{FF2B5EF4-FFF2-40B4-BE49-F238E27FC236}">
                <a16:creationId xmlns:a16="http://schemas.microsoft.com/office/drawing/2014/main" id="{1715D25B-E3BC-A53F-2365-AAA6384E20B6}"/>
              </a:ext>
            </a:extLst>
          </p:cNvPr>
          <p:cNvSpPr txBox="1"/>
          <p:nvPr/>
        </p:nvSpPr>
        <p:spPr>
          <a:xfrm>
            <a:off x="6425993" y="1988672"/>
            <a:ext cx="330540" cy="246221"/>
          </a:xfrm>
          <a:prstGeom prst="rect">
            <a:avLst/>
          </a:prstGeom>
          <a:noFill/>
          <a:ln>
            <a:noFill/>
          </a:ln>
        </p:spPr>
        <p:txBody>
          <a:bodyPr wrap="none" rtlCol="0">
            <a:spAutoFit/>
          </a:bodyPr>
          <a:lstStyle/>
          <a:p>
            <a:r>
              <a:rPr lang="en-US" sz="1000" dirty="0" err="1"/>
              <a:t>Dp</a:t>
            </a:r>
            <a:endParaRPr lang="en-US" sz="1000" dirty="0"/>
          </a:p>
        </p:txBody>
      </p:sp>
      <p:cxnSp>
        <p:nvCxnSpPr>
          <p:cNvPr id="44" name="Straight Connector 43">
            <a:extLst>
              <a:ext uri="{FF2B5EF4-FFF2-40B4-BE49-F238E27FC236}">
                <a16:creationId xmlns:a16="http://schemas.microsoft.com/office/drawing/2014/main" id="{805DCA6D-258B-C79B-CB36-6F6218698F48}"/>
              </a:ext>
            </a:extLst>
          </p:cNvPr>
          <p:cNvCxnSpPr/>
          <p:nvPr/>
        </p:nvCxnSpPr>
        <p:spPr>
          <a:xfrm flipH="1">
            <a:off x="6954876" y="1116685"/>
            <a:ext cx="101310" cy="20447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7D6BD22E-B0F4-0F25-41B6-3A85D4024D91}"/>
              </a:ext>
            </a:extLst>
          </p:cNvPr>
          <p:cNvSpPr txBox="1"/>
          <p:nvPr/>
        </p:nvSpPr>
        <p:spPr>
          <a:xfrm>
            <a:off x="6885051" y="1276858"/>
            <a:ext cx="250390" cy="246221"/>
          </a:xfrm>
          <a:prstGeom prst="rect">
            <a:avLst/>
          </a:prstGeom>
          <a:noFill/>
          <a:ln>
            <a:noFill/>
          </a:ln>
        </p:spPr>
        <p:txBody>
          <a:bodyPr wrap="none" rtlCol="0">
            <a:spAutoFit/>
          </a:bodyPr>
          <a:lstStyle/>
          <a:p>
            <a:r>
              <a:rPr lang="en-US" sz="1000" dirty="0"/>
              <a:t>7</a:t>
            </a:r>
          </a:p>
        </p:txBody>
      </p:sp>
      <p:sp>
        <p:nvSpPr>
          <p:cNvPr id="52" name="TextBox 51">
            <a:extLst>
              <a:ext uri="{FF2B5EF4-FFF2-40B4-BE49-F238E27FC236}">
                <a16:creationId xmlns:a16="http://schemas.microsoft.com/office/drawing/2014/main" id="{ABBF8E52-2C54-1E75-AB16-60D6F1740277}"/>
              </a:ext>
            </a:extLst>
          </p:cNvPr>
          <p:cNvSpPr txBox="1"/>
          <p:nvPr/>
        </p:nvSpPr>
        <p:spPr>
          <a:xfrm>
            <a:off x="2795430" y="728590"/>
            <a:ext cx="3701654" cy="246221"/>
          </a:xfrm>
          <a:prstGeom prst="rect">
            <a:avLst/>
          </a:prstGeom>
          <a:noFill/>
          <a:ln>
            <a:noFill/>
          </a:ln>
        </p:spPr>
        <p:txBody>
          <a:bodyPr wrap="none" rtlCol="0">
            <a:spAutoFit/>
          </a:bodyPr>
          <a:lstStyle/>
          <a:p>
            <a:r>
              <a:rPr lang="en-US" sz="1000" dirty="0"/>
              <a:t>DigE      Dig7      Dig6      Dig5       Dig4      Dig3      Dig2      Dig1      Dig0</a:t>
            </a:r>
          </a:p>
        </p:txBody>
      </p:sp>
      <p:sp>
        <p:nvSpPr>
          <p:cNvPr id="53" name="TextBox 52">
            <a:extLst>
              <a:ext uri="{FF2B5EF4-FFF2-40B4-BE49-F238E27FC236}">
                <a16:creationId xmlns:a16="http://schemas.microsoft.com/office/drawing/2014/main" id="{09A956A1-8717-E3C9-258A-DDE998125683}"/>
              </a:ext>
            </a:extLst>
          </p:cNvPr>
          <p:cNvSpPr txBox="1"/>
          <p:nvPr/>
        </p:nvSpPr>
        <p:spPr>
          <a:xfrm>
            <a:off x="6559348" y="1025922"/>
            <a:ext cx="418704" cy="246221"/>
          </a:xfrm>
          <a:prstGeom prst="rect">
            <a:avLst/>
          </a:prstGeom>
          <a:noFill/>
          <a:ln>
            <a:noFill/>
          </a:ln>
        </p:spPr>
        <p:txBody>
          <a:bodyPr wrap="none" rtlCol="0">
            <a:spAutoFit/>
          </a:bodyPr>
          <a:lstStyle/>
          <a:p>
            <a:r>
              <a:rPr lang="en-US" sz="1000" dirty="0"/>
              <a:t>Segs</a:t>
            </a:r>
          </a:p>
        </p:txBody>
      </p:sp>
      <p:sp>
        <p:nvSpPr>
          <p:cNvPr id="117" name="TextBox 116">
            <a:extLst>
              <a:ext uri="{FF2B5EF4-FFF2-40B4-BE49-F238E27FC236}">
                <a16:creationId xmlns:a16="http://schemas.microsoft.com/office/drawing/2014/main" id="{425BE0BC-4AEF-4E55-FBDC-3C3BB837DB04}"/>
              </a:ext>
            </a:extLst>
          </p:cNvPr>
          <p:cNvSpPr txBox="1"/>
          <p:nvPr/>
        </p:nvSpPr>
        <p:spPr>
          <a:xfrm>
            <a:off x="4901553" y="3054527"/>
            <a:ext cx="505267" cy="246221"/>
          </a:xfrm>
          <a:prstGeom prst="rect">
            <a:avLst/>
          </a:prstGeom>
          <a:noFill/>
          <a:ln>
            <a:noFill/>
          </a:ln>
        </p:spPr>
        <p:txBody>
          <a:bodyPr wrap="none" rtlCol="0">
            <a:spAutoFit/>
          </a:bodyPr>
          <a:lstStyle/>
          <a:p>
            <a:r>
              <a:rPr lang="en-US" sz="1000" dirty="0" err="1"/>
              <a:t>DigSel</a:t>
            </a:r>
            <a:endParaRPr lang="en-US" sz="1000" dirty="0"/>
          </a:p>
        </p:txBody>
      </p:sp>
      <p:cxnSp>
        <p:nvCxnSpPr>
          <p:cNvPr id="131" name="Straight Connector 130">
            <a:extLst>
              <a:ext uri="{FF2B5EF4-FFF2-40B4-BE49-F238E27FC236}">
                <a16:creationId xmlns:a16="http://schemas.microsoft.com/office/drawing/2014/main" id="{0149253D-B277-FEBD-990F-42AD100BD8FE}"/>
              </a:ext>
            </a:extLst>
          </p:cNvPr>
          <p:cNvCxnSpPr>
            <a:cxnSpLocks/>
          </p:cNvCxnSpPr>
          <p:nvPr/>
        </p:nvCxnSpPr>
        <p:spPr>
          <a:xfrm flipH="1">
            <a:off x="7559027" y="2121259"/>
            <a:ext cx="80691" cy="184887"/>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4" name="TextBox 133">
            <a:extLst>
              <a:ext uri="{FF2B5EF4-FFF2-40B4-BE49-F238E27FC236}">
                <a16:creationId xmlns:a16="http://schemas.microsoft.com/office/drawing/2014/main" id="{8DB2A834-1311-94A2-BF0E-F011E64037BA}"/>
              </a:ext>
            </a:extLst>
          </p:cNvPr>
          <p:cNvSpPr txBox="1"/>
          <p:nvPr/>
        </p:nvSpPr>
        <p:spPr>
          <a:xfrm>
            <a:off x="7467654" y="2269262"/>
            <a:ext cx="250390" cy="246221"/>
          </a:xfrm>
          <a:prstGeom prst="rect">
            <a:avLst/>
          </a:prstGeom>
          <a:noFill/>
          <a:ln>
            <a:noFill/>
          </a:ln>
        </p:spPr>
        <p:txBody>
          <a:bodyPr wrap="none" rtlCol="0">
            <a:spAutoFit/>
          </a:bodyPr>
          <a:lstStyle/>
          <a:p>
            <a:r>
              <a:rPr lang="en-US" sz="1000" dirty="0"/>
              <a:t>8</a:t>
            </a:r>
          </a:p>
        </p:txBody>
      </p:sp>
      <p:sp>
        <p:nvSpPr>
          <p:cNvPr id="10" name="TextBox 9">
            <a:extLst>
              <a:ext uri="{FF2B5EF4-FFF2-40B4-BE49-F238E27FC236}">
                <a16:creationId xmlns:a16="http://schemas.microsoft.com/office/drawing/2014/main" id="{0E51E1F6-6563-1F39-019E-79056CCA7634}"/>
              </a:ext>
            </a:extLst>
          </p:cNvPr>
          <p:cNvSpPr txBox="1"/>
          <p:nvPr/>
        </p:nvSpPr>
        <p:spPr>
          <a:xfrm>
            <a:off x="6399770" y="1259969"/>
            <a:ext cx="327334" cy="246221"/>
          </a:xfrm>
          <a:prstGeom prst="rect">
            <a:avLst/>
          </a:prstGeom>
          <a:noFill/>
          <a:ln>
            <a:noFill/>
          </a:ln>
        </p:spPr>
        <p:txBody>
          <a:bodyPr wrap="none" rtlCol="0">
            <a:spAutoFit/>
          </a:bodyPr>
          <a:lstStyle/>
          <a:p>
            <a:r>
              <a:rPr lang="en-US" sz="1000" dirty="0"/>
              <a:t>CA</a:t>
            </a:r>
          </a:p>
        </p:txBody>
      </p:sp>
      <p:sp>
        <p:nvSpPr>
          <p:cNvPr id="12" name="TextBox 11">
            <a:extLst>
              <a:ext uri="{FF2B5EF4-FFF2-40B4-BE49-F238E27FC236}">
                <a16:creationId xmlns:a16="http://schemas.microsoft.com/office/drawing/2014/main" id="{574AB0FE-BB7B-4914-7D2A-18216F9FF5F3}"/>
              </a:ext>
            </a:extLst>
          </p:cNvPr>
          <p:cNvSpPr txBox="1"/>
          <p:nvPr/>
        </p:nvSpPr>
        <p:spPr>
          <a:xfrm>
            <a:off x="9929130" y="4239512"/>
            <a:ext cx="1503938" cy="2400657"/>
          </a:xfrm>
          <a:prstGeom prst="rect">
            <a:avLst/>
          </a:prstGeom>
          <a:noFill/>
          <a:ln>
            <a:noFill/>
          </a:ln>
        </p:spPr>
        <p:txBody>
          <a:bodyPr wrap="none" rtlCol="0">
            <a:spAutoFit/>
          </a:bodyPr>
          <a:lstStyle/>
          <a:p>
            <a:r>
              <a:rPr lang="en-US" sz="1000" u="sng" dirty="0"/>
              <a:t>Scan Sequence</a:t>
            </a:r>
          </a:p>
          <a:p>
            <a:r>
              <a:rPr lang="en-US" sz="1000" dirty="0"/>
              <a:t>9 – Display enabled</a:t>
            </a:r>
          </a:p>
          <a:p>
            <a:r>
              <a:rPr lang="en-US" sz="1000" dirty="0"/>
              <a:t>0 – Dig0</a:t>
            </a:r>
          </a:p>
          <a:p>
            <a:r>
              <a:rPr lang="en-US" sz="1000" dirty="0"/>
              <a:t>1 – Dig1 </a:t>
            </a:r>
          </a:p>
          <a:p>
            <a:r>
              <a:rPr lang="en-US" sz="1000" dirty="0"/>
              <a:t>2 – Dig2 </a:t>
            </a:r>
          </a:p>
          <a:p>
            <a:r>
              <a:rPr lang="en-US" sz="1000" dirty="0"/>
              <a:t>3 – Dig3 </a:t>
            </a:r>
          </a:p>
          <a:p>
            <a:r>
              <a:rPr lang="en-US" sz="1000" dirty="0"/>
              <a:t>4 – Dig4</a:t>
            </a:r>
          </a:p>
          <a:p>
            <a:r>
              <a:rPr lang="en-US" sz="1000" dirty="0"/>
              <a:t>5 – Dig5</a:t>
            </a:r>
          </a:p>
          <a:p>
            <a:r>
              <a:rPr lang="en-US" sz="1000" dirty="0"/>
              <a:t>6 – Dig6</a:t>
            </a:r>
          </a:p>
          <a:p>
            <a:r>
              <a:rPr lang="en-US" sz="1000" dirty="0"/>
              <a:t>7 – Dig7</a:t>
            </a:r>
          </a:p>
          <a:p>
            <a:r>
              <a:rPr lang="en-US" sz="1000" dirty="0"/>
              <a:t>8 – Dig8; Display disabled</a:t>
            </a:r>
          </a:p>
          <a:p>
            <a:r>
              <a:rPr lang="en-US" sz="1000" dirty="0"/>
              <a:t>0 – KeyRow1</a:t>
            </a:r>
          </a:p>
          <a:p>
            <a:r>
              <a:rPr lang="en-US" sz="1000" dirty="0"/>
              <a:t>2 – KeyRow2</a:t>
            </a:r>
          </a:p>
          <a:p>
            <a:r>
              <a:rPr lang="en-US" sz="1000" dirty="0"/>
              <a:t>4 – KeyRow3</a:t>
            </a:r>
          </a:p>
          <a:p>
            <a:r>
              <a:rPr lang="en-US" sz="1000" dirty="0"/>
              <a:t>6 – KeyRow4</a:t>
            </a:r>
          </a:p>
        </p:txBody>
      </p:sp>
      <p:cxnSp>
        <p:nvCxnSpPr>
          <p:cNvPr id="23" name="Straight Connector 22">
            <a:extLst>
              <a:ext uri="{FF2B5EF4-FFF2-40B4-BE49-F238E27FC236}">
                <a16:creationId xmlns:a16="http://schemas.microsoft.com/office/drawing/2014/main" id="{F7009844-F6FF-2056-8EED-7F11E878CD3A}"/>
              </a:ext>
            </a:extLst>
          </p:cNvPr>
          <p:cNvCxnSpPr>
            <a:cxnSpLocks/>
          </p:cNvCxnSpPr>
          <p:nvPr/>
        </p:nvCxnSpPr>
        <p:spPr>
          <a:xfrm flipH="1" flipV="1">
            <a:off x="4026568" y="4761578"/>
            <a:ext cx="890555" cy="8854"/>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E29B2FB4-4D75-4B1C-7B37-BD2F1903DEDF}"/>
              </a:ext>
            </a:extLst>
          </p:cNvPr>
          <p:cNvSpPr txBox="1"/>
          <p:nvPr/>
        </p:nvSpPr>
        <p:spPr>
          <a:xfrm>
            <a:off x="4090743" y="4466265"/>
            <a:ext cx="776175" cy="246221"/>
          </a:xfrm>
          <a:prstGeom prst="rect">
            <a:avLst/>
          </a:prstGeom>
          <a:noFill/>
          <a:ln>
            <a:noFill/>
          </a:ln>
        </p:spPr>
        <p:txBody>
          <a:bodyPr wrap="none" rtlCol="0">
            <a:spAutoFit/>
          </a:bodyPr>
          <a:lstStyle/>
          <a:p>
            <a:r>
              <a:rPr lang="en-US" sz="1000" dirty="0"/>
              <a:t>Sel[0,2,4,6]</a:t>
            </a:r>
          </a:p>
        </p:txBody>
      </p:sp>
      <p:cxnSp>
        <p:nvCxnSpPr>
          <p:cNvPr id="161" name="Straight Connector 160">
            <a:extLst>
              <a:ext uri="{FF2B5EF4-FFF2-40B4-BE49-F238E27FC236}">
                <a16:creationId xmlns:a16="http://schemas.microsoft.com/office/drawing/2014/main" id="{9C543A97-6976-A7E9-A5AC-1468E0FECD5B}"/>
              </a:ext>
            </a:extLst>
          </p:cNvPr>
          <p:cNvCxnSpPr>
            <a:cxnSpLocks/>
          </p:cNvCxnSpPr>
          <p:nvPr/>
        </p:nvCxnSpPr>
        <p:spPr>
          <a:xfrm>
            <a:off x="5188574" y="4748460"/>
            <a:ext cx="0" cy="136139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1EFC1210-DC9D-6383-5C4B-0120B9C977B6}"/>
              </a:ext>
            </a:extLst>
          </p:cNvPr>
          <p:cNvCxnSpPr>
            <a:cxnSpLocks/>
          </p:cNvCxnSpPr>
          <p:nvPr/>
        </p:nvCxnSpPr>
        <p:spPr>
          <a:xfrm>
            <a:off x="5387330" y="4760493"/>
            <a:ext cx="0" cy="776707"/>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3" name="Straight Arrow Connector 172">
            <a:extLst>
              <a:ext uri="{FF2B5EF4-FFF2-40B4-BE49-F238E27FC236}">
                <a16:creationId xmlns:a16="http://schemas.microsoft.com/office/drawing/2014/main" id="{A68B4E3F-176E-A9DB-C185-AFC0183A847F}"/>
              </a:ext>
            </a:extLst>
          </p:cNvPr>
          <p:cNvCxnSpPr>
            <a:cxnSpLocks/>
          </p:cNvCxnSpPr>
          <p:nvPr/>
        </p:nvCxnSpPr>
        <p:spPr>
          <a:xfrm>
            <a:off x="5389567" y="5543735"/>
            <a:ext cx="421433"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77" name="Straight Arrow Connector 176">
            <a:extLst>
              <a:ext uri="{FF2B5EF4-FFF2-40B4-BE49-F238E27FC236}">
                <a16:creationId xmlns:a16="http://schemas.microsoft.com/office/drawing/2014/main" id="{6796995E-386D-3B89-BD75-95D828460323}"/>
              </a:ext>
            </a:extLst>
          </p:cNvPr>
          <p:cNvCxnSpPr>
            <a:cxnSpLocks/>
          </p:cNvCxnSpPr>
          <p:nvPr/>
        </p:nvCxnSpPr>
        <p:spPr>
          <a:xfrm>
            <a:off x="5188574" y="6109004"/>
            <a:ext cx="622426"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83" name="TextBox 182">
            <a:extLst>
              <a:ext uri="{FF2B5EF4-FFF2-40B4-BE49-F238E27FC236}">
                <a16:creationId xmlns:a16="http://schemas.microsoft.com/office/drawing/2014/main" id="{AA431563-A1B6-8232-2830-3F40BF84E8A4}"/>
              </a:ext>
            </a:extLst>
          </p:cNvPr>
          <p:cNvSpPr txBox="1"/>
          <p:nvPr/>
        </p:nvSpPr>
        <p:spPr>
          <a:xfrm>
            <a:off x="5370176" y="5913098"/>
            <a:ext cx="402674" cy="246221"/>
          </a:xfrm>
          <a:prstGeom prst="rect">
            <a:avLst/>
          </a:prstGeom>
          <a:noFill/>
          <a:ln>
            <a:noFill/>
          </a:ln>
        </p:spPr>
        <p:txBody>
          <a:bodyPr wrap="none" rtlCol="0">
            <a:spAutoFit/>
          </a:bodyPr>
          <a:lstStyle/>
          <a:p>
            <a:r>
              <a:rPr lang="en-US" sz="1000" dirty="0"/>
              <a:t>Sel9</a:t>
            </a:r>
          </a:p>
        </p:txBody>
      </p:sp>
      <p:sp>
        <p:nvSpPr>
          <p:cNvPr id="186" name="TextBox 185">
            <a:extLst>
              <a:ext uri="{FF2B5EF4-FFF2-40B4-BE49-F238E27FC236}">
                <a16:creationId xmlns:a16="http://schemas.microsoft.com/office/drawing/2014/main" id="{7A84737F-0541-15D3-A98D-6A2FBD75F7D3}"/>
              </a:ext>
            </a:extLst>
          </p:cNvPr>
          <p:cNvSpPr txBox="1"/>
          <p:nvPr/>
        </p:nvSpPr>
        <p:spPr>
          <a:xfrm>
            <a:off x="5357630" y="5368751"/>
            <a:ext cx="402674" cy="246221"/>
          </a:xfrm>
          <a:prstGeom prst="rect">
            <a:avLst/>
          </a:prstGeom>
          <a:noFill/>
          <a:ln>
            <a:noFill/>
          </a:ln>
        </p:spPr>
        <p:txBody>
          <a:bodyPr wrap="none" rtlCol="0">
            <a:spAutoFit/>
          </a:bodyPr>
          <a:lstStyle/>
          <a:p>
            <a:r>
              <a:rPr lang="en-US" sz="1000" dirty="0"/>
              <a:t>Sel8</a:t>
            </a:r>
          </a:p>
        </p:txBody>
      </p:sp>
      <p:cxnSp>
        <p:nvCxnSpPr>
          <p:cNvPr id="239" name="Straight Arrow Connector 238">
            <a:extLst>
              <a:ext uri="{FF2B5EF4-FFF2-40B4-BE49-F238E27FC236}">
                <a16:creationId xmlns:a16="http://schemas.microsoft.com/office/drawing/2014/main" id="{3DD13050-EB29-4244-87C0-B3B619104E93}"/>
              </a:ext>
            </a:extLst>
          </p:cNvPr>
          <p:cNvCxnSpPr>
            <a:cxnSpLocks/>
          </p:cNvCxnSpPr>
          <p:nvPr/>
        </p:nvCxnSpPr>
        <p:spPr>
          <a:xfrm>
            <a:off x="7217229" y="1516600"/>
            <a:ext cx="660443"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8A49F441-6AA9-9084-762A-3B3105B5A277}"/>
              </a:ext>
            </a:extLst>
          </p:cNvPr>
          <p:cNvCxnSpPr>
            <a:cxnSpLocks/>
          </p:cNvCxnSpPr>
          <p:nvPr/>
        </p:nvCxnSpPr>
        <p:spPr>
          <a:xfrm>
            <a:off x="7217229" y="1516600"/>
            <a:ext cx="0" cy="431814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05D27F9D-7E2B-A574-054E-ADE249C4D743}"/>
              </a:ext>
            </a:extLst>
          </p:cNvPr>
          <p:cNvCxnSpPr>
            <a:cxnSpLocks/>
            <a:stCxn id="159" idx="3"/>
          </p:cNvCxnSpPr>
          <p:nvPr/>
        </p:nvCxnSpPr>
        <p:spPr>
          <a:xfrm>
            <a:off x="6322554" y="5834842"/>
            <a:ext cx="897396"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48" name="TextBox 247">
            <a:extLst>
              <a:ext uri="{FF2B5EF4-FFF2-40B4-BE49-F238E27FC236}">
                <a16:creationId xmlns:a16="http://schemas.microsoft.com/office/drawing/2014/main" id="{FC4AADFD-59D0-D63C-7EC2-1C37DD8D067B}"/>
              </a:ext>
            </a:extLst>
          </p:cNvPr>
          <p:cNvSpPr txBox="1"/>
          <p:nvPr/>
        </p:nvSpPr>
        <p:spPr>
          <a:xfrm>
            <a:off x="7793688" y="1386195"/>
            <a:ext cx="630301" cy="246221"/>
          </a:xfrm>
          <a:prstGeom prst="rect">
            <a:avLst/>
          </a:prstGeom>
          <a:noFill/>
          <a:ln>
            <a:noFill/>
          </a:ln>
        </p:spPr>
        <p:txBody>
          <a:bodyPr wrap="none" rtlCol="0">
            <a:spAutoFit/>
          </a:bodyPr>
          <a:lstStyle/>
          <a:p>
            <a:r>
              <a:rPr lang="en-US" sz="1000" dirty="0" err="1"/>
              <a:t>BIanking</a:t>
            </a:r>
            <a:endParaRPr lang="en-US" sz="1000" dirty="0"/>
          </a:p>
        </p:txBody>
      </p:sp>
      <p:sp>
        <p:nvSpPr>
          <p:cNvPr id="254" name="TextBox 253">
            <a:extLst>
              <a:ext uri="{FF2B5EF4-FFF2-40B4-BE49-F238E27FC236}">
                <a16:creationId xmlns:a16="http://schemas.microsoft.com/office/drawing/2014/main" id="{C8FCEC26-B557-417B-D93D-42CD92C48762}"/>
              </a:ext>
            </a:extLst>
          </p:cNvPr>
          <p:cNvSpPr txBox="1"/>
          <p:nvPr/>
        </p:nvSpPr>
        <p:spPr>
          <a:xfrm>
            <a:off x="2329095" y="5480900"/>
            <a:ext cx="556563" cy="246221"/>
          </a:xfrm>
          <a:prstGeom prst="rect">
            <a:avLst/>
          </a:prstGeom>
          <a:noFill/>
          <a:ln>
            <a:noFill/>
          </a:ln>
        </p:spPr>
        <p:txBody>
          <a:bodyPr wrap="none" rtlCol="0">
            <a:spAutoFit/>
          </a:bodyPr>
          <a:lstStyle/>
          <a:p>
            <a:r>
              <a:rPr lang="en-US" sz="1000" dirty="0" err="1"/>
              <a:t>KeyBrd</a:t>
            </a:r>
            <a:endParaRPr lang="en-US" sz="1000" dirty="0"/>
          </a:p>
        </p:txBody>
      </p:sp>
      <p:grpSp>
        <p:nvGrpSpPr>
          <p:cNvPr id="135" name="Group 134">
            <a:extLst>
              <a:ext uri="{FF2B5EF4-FFF2-40B4-BE49-F238E27FC236}">
                <a16:creationId xmlns:a16="http://schemas.microsoft.com/office/drawing/2014/main" id="{DA634AD3-045B-33B1-223B-F13B613A5C5E}"/>
              </a:ext>
            </a:extLst>
          </p:cNvPr>
          <p:cNvGrpSpPr/>
          <p:nvPr/>
        </p:nvGrpSpPr>
        <p:grpSpPr>
          <a:xfrm>
            <a:off x="5758401" y="5422229"/>
            <a:ext cx="567230" cy="825226"/>
            <a:chOff x="5758401" y="5422229"/>
            <a:chExt cx="567230" cy="825226"/>
          </a:xfrm>
        </p:grpSpPr>
        <p:sp>
          <p:nvSpPr>
            <p:cNvPr id="159" name="Rectangle 158">
              <a:extLst>
                <a:ext uri="{FF2B5EF4-FFF2-40B4-BE49-F238E27FC236}">
                  <a16:creationId xmlns:a16="http://schemas.microsoft.com/office/drawing/2014/main" id="{5B51B40E-22C5-2B47-1965-D9B5B357E4FC}"/>
                </a:ext>
              </a:extLst>
            </p:cNvPr>
            <p:cNvSpPr/>
            <p:nvPr/>
          </p:nvSpPr>
          <p:spPr>
            <a:xfrm>
              <a:off x="5811000" y="5422229"/>
              <a:ext cx="511554" cy="82522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2" name="TextBox 21">
              <a:extLst>
                <a:ext uri="{FF2B5EF4-FFF2-40B4-BE49-F238E27FC236}">
                  <a16:creationId xmlns:a16="http://schemas.microsoft.com/office/drawing/2014/main" id="{CCE014C6-3450-44E9-FB49-44272030A7BB}"/>
                </a:ext>
              </a:extLst>
            </p:cNvPr>
            <p:cNvSpPr txBox="1"/>
            <p:nvPr/>
          </p:nvSpPr>
          <p:spPr>
            <a:xfrm>
              <a:off x="5894529" y="5627716"/>
              <a:ext cx="409086" cy="400110"/>
            </a:xfrm>
            <a:prstGeom prst="rect">
              <a:avLst/>
            </a:prstGeom>
            <a:noFill/>
            <a:ln>
              <a:noFill/>
            </a:ln>
          </p:spPr>
          <p:txBody>
            <a:bodyPr wrap="none" rtlCol="0">
              <a:spAutoFit/>
            </a:bodyPr>
            <a:lstStyle/>
            <a:p>
              <a:r>
                <a:rPr lang="en-US" sz="1000" dirty="0" err="1"/>
                <a:t>Disp</a:t>
              </a:r>
              <a:endParaRPr lang="en-US" sz="1000" dirty="0"/>
            </a:p>
            <a:p>
              <a:r>
                <a:rPr lang="en-US" sz="1000" dirty="0" err="1"/>
                <a:t>Ctl</a:t>
              </a:r>
              <a:endParaRPr lang="en-US" sz="1000" dirty="0"/>
            </a:p>
          </p:txBody>
        </p:sp>
        <p:sp>
          <p:nvSpPr>
            <p:cNvPr id="25" name="TextBox 24">
              <a:extLst>
                <a:ext uri="{FF2B5EF4-FFF2-40B4-BE49-F238E27FC236}">
                  <a16:creationId xmlns:a16="http://schemas.microsoft.com/office/drawing/2014/main" id="{FDEE18CE-9169-56A7-D997-36B5C4B4C61E}"/>
                </a:ext>
              </a:extLst>
            </p:cNvPr>
            <p:cNvSpPr txBox="1"/>
            <p:nvPr/>
          </p:nvSpPr>
          <p:spPr>
            <a:xfrm>
              <a:off x="5773877" y="5427658"/>
              <a:ext cx="551754" cy="246221"/>
            </a:xfrm>
            <a:prstGeom prst="rect">
              <a:avLst/>
            </a:prstGeom>
            <a:noFill/>
            <a:ln>
              <a:noFill/>
            </a:ln>
          </p:spPr>
          <p:txBody>
            <a:bodyPr wrap="none" rtlCol="0">
              <a:spAutoFit/>
            </a:bodyPr>
            <a:lstStyle/>
            <a:p>
              <a:r>
                <a:rPr lang="en-US" sz="1000" dirty="0"/>
                <a:t>disable</a:t>
              </a:r>
            </a:p>
          </p:txBody>
        </p:sp>
        <p:sp>
          <p:nvSpPr>
            <p:cNvPr id="27" name="TextBox 26">
              <a:extLst>
                <a:ext uri="{FF2B5EF4-FFF2-40B4-BE49-F238E27FC236}">
                  <a16:creationId xmlns:a16="http://schemas.microsoft.com/office/drawing/2014/main" id="{C1237217-6C47-352C-1259-8F6A166A518C}"/>
                </a:ext>
              </a:extLst>
            </p:cNvPr>
            <p:cNvSpPr txBox="1"/>
            <p:nvPr/>
          </p:nvSpPr>
          <p:spPr>
            <a:xfrm>
              <a:off x="5758401" y="5973634"/>
              <a:ext cx="537327" cy="246221"/>
            </a:xfrm>
            <a:prstGeom prst="rect">
              <a:avLst/>
            </a:prstGeom>
            <a:noFill/>
            <a:ln>
              <a:noFill/>
            </a:ln>
          </p:spPr>
          <p:txBody>
            <a:bodyPr wrap="none" rtlCol="0">
              <a:spAutoFit/>
            </a:bodyPr>
            <a:lstStyle/>
            <a:p>
              <a:r>
                <a:rPr lang="en-US" sz="1000" dirty="0"/>
                <a:t>enable</a:t>
              </a:r>
            </a:p>
          </p:txBody>
        </p:sp>
      </p:grpSp>
    </p:spTree>
    <p:extLst>
      <p:ext uri="{BB962C8B-B14F-4D97-AF65-F5344CB8AC3E}">
        <p14:creationId xmlns:p14="http://schemas.microsoft.com/office/powerpoint/2010/main" val="9586945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E74F7-008E-747E-E5F4-4C355B0715F2}"/>
              </a:ext>
            </a:extLst>
          </p:cNvPr>
          <p:cNvSpPr>
            <a:spLocks noGrp="1"/>
          </p:cNvSpPr>
          <p:nvPr>
            <p:ph type="title"/>
          </p:nvPr>
        </p:nvSpPr>
        <p:spPr/>
        <p:txBody>
          <a:bodyPr>
            <a:normAutofit/>
          </a:bodyPr>
          <a:lstStyle/>
          <a:p>
            <a:r>
              <a:rPr lang="en-US" sz="4000" dirty="0"/>
              <a:t>Display and Keyboard (DSKY)</a:t>
            </a:r>
          </a:p>
        </p:txBody>
      </p:sp>
      <p:sp>
        <p:nvSpPr>
          <p:cNvPr id="3" name="Content Placeholder 2">
            <a:extLst>
              <a:ext uri="{FF2B5EF4-FFF2-40B4-BE49-F238E27FC236}">
                <a16:creationId xmlns:a16="http://schemas.microsoft.com/office/drawing/2014/main" id="{21974C77-4D80-7722-4694-19E88B3E20C6}"/>
              </a:ext>
            </a:extLst>
          </p:cNvPr>
          <p:cNvSpPr>
            <a:spLocks noGrp="1"/>
          </p:cNvSpPr>
          <p:nvPr>
            <p:ph idx="1"/>
          </p:nvPr>
        </p:nvSpPr>
        <p:spPr/>
        <p:txBody>
          <a:bodyPr>
            <a:normAutofit fontScale="70000" lnSpcReduction="20000"/>
          </a:bodyPr>
          <a:lstStyle/>
          <a:p>
            <a:r>
              <a:rPr lang="en-US" dirty="0"/>
              <a:t>DSKY is a passive module with no autonomy.  Completely controlled by SEQ</a:t>
            </a:r>
          </a:p>
          <a:p>
            <a:r>
              <a:rPr lang="en-US" dirty="0"/>
              <a:t>Display and keyboard scan is performed via D[3:0] from SEQ</a:t>
            </a:r>
          </a:p>
          <a:p>
            <a:pPr lvl="1"/>
            <a:r>
              <a:rPr lang="en-US" sz="2600" dirty="0"/>
              <a:t>The display is enabled by D[3:0]=b1001, and it is disabled by b1000</a:t>
            </a:r>
          </a:p>
          <a:p>
            <a:pPr lvl="1"/>
            <a:r>
              <a:rPr lang="en-US" sz="2600" dirty="0"/>
              <a:t>Dig0 is activated by D[3:0]=b0000, Dig7 by b0111, the Sign/Error digit by b1000</a:t>
            </a:r>
          </a:p>
          <a:p>
            <a:pPr lvl="1"/>
            <a:r>
              <a:rPr lang="en-US" sz="2600" dirty="0"/>
              <a:t>Row 0 of the keyboard matrix is activated by b0000, row 1 by b0010, row 2 by 0100, and row 3 by b0110.  If the display is enabled, digit 0, 2, 4, and 6, respectively, are activated with the keyboard row</a:t>
            </a:r>
          </a:p>
          <a:p>
            <a:r>
              <a:rPr lang="en-US" dirty="0"/>
              <a:t>REG provides BCD data for each digit to display, 3-bit decimal point position, and the sign and error segments</a:t>
            </a:r>
          </a:p>
          <a:p>
            <a:r>
              <a:rPr lang="en-US" dirty="0"/>
              <a:t>When a key is pressed in an activated row, a key detect signal is raised</a:t>
            </a:r>
          </a:p>
          <a:p>
            <a:r>
              <a:rPr lang="en-US" dirty="0"/>
              <a:t>If microcode running on SEQ tests the detect signal to be true, then it may assert the </a:t>
            </a:r>
            <a:r>
              <a:rPr lang="en-US" dirty="0" err="1"/>
              <a:t>KeyAck</a:t>
            </a:r>
            <a:r>
              <a:rPr lang="en-US" dirty="0"/>
              <a:t> (I22) signal back to DSKY which registers the row and column where the depressed key resides and asserts the </a:t>
            </a:r>
            <a:r>
              <a:rPr lang="en-US" dirty="0" err="1"/>
              <a:t>HWInt</a:t>
            </a:r>
            <a:r>
              <a:rPr lang="en-US" dirty="0"/>
              <a:t> signal</a:t>
            </a:r>
          </a:p>
          <a:p>
            <a:r>
              <a:rPr lang="en-US" dirty="0"/>
              <a:t>On any microcode instruction that asserts </a:t>
            </a:r>
            <a:r>
              <a:rPr lang="en-US" dirty="0" err="1"/>
              <a:t>HWIntEn</a:t>
            </a:r>
            <a:r>
              <a:rPr lang="en-US" dirty="0"/>
              <a:t> (I23) while </a:t>
            </a:r>
            <a:r>
              <a:rPr lang="en-US" dirty="0" err="1"/>
              <a:t>HWInt</a:t>
            </a:r>
            <a:r>
              <a:rPr lang="en-US" dirty="0"/>
              <a:t> is asserted, SEQ flow will jump to the </a:t>
            </a:r>
            <a:r>
              <a:rPr lang="en-US" dirty="0" err="1"/>
              <a:t>microROM</a:t>
            </a:r>
            <a:r>
              <a:rPr lang="en-US" dirty="0"/>
              <a:t> address formed by the concatenation of col[2:0], row[1:0], and b’00.</a:t>
            </a:r>
          </a:p>
          <a:p>
            <a:endParaRPr lang="en-US" dirty="0"/>
          </a:p>
        </p:txBody>
      </p:sp>
    </p:spTree>
    <p:extLst>
      <p:ext uri="{BB962C8B-B14F-4D97-AF65-F5344CB8AC3E}">
        <p14:creationId xmlns:p14="http://schemas.microsoft.com/office/powerpoint/2010/main" val="1841248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 name="Rectangle 521">
            <a:extLst>
              <a:ext uri="{FF2B5EF4-FFF2-40B4-BE49-F238E27FC236}">
                <a16:creationId xmlns:a16="http://schemas.microsoft.com/office/drawing/2014/main" id="{78D45832-445A-9FFD-054B-12A27FC98E87}"/>
              </a:ext>
            </a:extLst>
          </p:cNvPr>
          <p:cNvSpPr/>
          <p:nvPr/>
        </p:nvSpPr>
        <p:spPr>
          <a:xfrm>
            <a:off x="917347" y="723262"/>
            <a:ext cx="5643474" cy="1790615"/>
          </a:xfrm>
          <a:prstGeom prst="rect">
            <a:avLst/>
          </a:prstGeom>
          <a:solidFill>
            <a:srgbClr val="FFFFE7"/>
          </a:solidFill>
          <a:ln>
            <a:solidFill>
              <a:srgbClr val="FFFFE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80" name="TextBox 179">
            <a:extLst>
              <a:ext uri="{FF2B5EF4-FFF2-40B4-BE49-F238E27FC236}">
                <a16:creationId xmlns:a16="http://schemas.microsoft.com/office/drawing/2014/main" id="{131B7249-8D5C-C00D-2CC3-448EEDE0C33F}"/>
              </a:ext>
            </a:extLst>
          </p:cNvPr>
          <p:cNvSpPr txBox="1"/>
          <p:nvPr/>
        </p:nvSpPr>
        <p:spPr>
          <a:xfrm>
            <a:off x="184292" y="1056351"/>
            <a:ext cx="508473" cy="246221"/>
          </a:xfrm>
          <a:prstGeom prst="rect">
            <a:avLst/>
          </a:prstGeom>
          <a:noFill/>
          <a:ln>
            <a:noFill/>
          </a:ln>
        </p:spPr>
        <p:txBody>
          <a:bodyPr wrap="none" rtlCol="0">
            <a:spAutoFit/>
          </a:bodyPr>
          <a:lstStyle/>
          <a:p>
            <a:r>
              <a:rPr lang="en-US" sz="1000" dirty="0"/>
              <a:t>D[3:0]</a:t>
            </a:r>
          </a:p>
        </p:txBody>
      </p:sp>
      <p:sp>
        <p:nvSpPr>
          <p:cNvPr id="181" name="TextBox 180">
            <a:extLst>
              <a:ext uri="{FF2B5EF4-FFF2-40B4-BE49-F238E27FC236}">
                <a16:creationId xmlns:a16="http://schemas.microsoft.com/office/drawing/2014/main" id="{536756A3-2F6E-CF71-2E5B-0ADBAD31FC5E}"/>
              </a:ext>
            </a:extLst>
          </p:cNvPr>
          <p:cNvSpPr txBox="1"/>
          <p:nvPr/>
        </p:nvSpPr>
        <p:spPr>
          <a:xfrm>
            <a:off x="187790" y="1366459"/>
            <a:ext cx="461072" cy="246221"/>
          </a:xfrm>
          <a:prstGeom prst="rect">
            <a:avLst/>
          </a:prstGeom>
          <a:noFill/>
          <a:ln>
            <a:noFill/>
          </a:ln>
        </p:spPr>
        <p:txBody>
          <a:bodyPr wrap="square" rtlCol="0">
            <a:spAutoFit/>
          </a:bodyPr>
          <a:lstStyle/>
          <a:p>
            <a:r>
              <a:rPr lang="en-US" sz="1000" dirty="0" err="1"/>
              <a:t>CircX</a:t>
            </a:r>
            <a:endParaRPr lang="en-US" sz="1000" dirty="0"/>
          </a:p>
        </p:txBody>
      </p:sp>
      <p:sp>
        <p:nvSpPr>
          <p:cNvPr id="184" name="TextBox 183">
            <a:extLst>
              <a:ext uri="{FF2B5EF4-FFF2-40B4-BE49-F238E27FC236}">
                <a16:creationId xmlns:a16="http://schemas.microsoft.com/office/drawing/2014/main" id="{67999D22-3982-A0FD-BD03-F752584DB1E9}"/>
              </a:ext>
            </a:extLst>
          </p:cNvPr>
          <p:cNvSpPr txBox="1"/>
          <p:nvPr/>
        </p:nvSpPr>
        <p:spPr>
          <a:xfrm>
            <a:off x="184292" y="778186"/>
            <a:ext cx="407484" cy="246221"/>
          </a:xfrm>
          <a:prstGeom prst="rect">
            <a:avLst/>
          </a:prstGeom>
          <a:noFill/>
          <a:ln>
            <a:noFill/>
          </a:ln>
        </p:spPr>
        <p:txBody>
          <a:bodyPr wrap="none" rtlCol="0">
            <a:spAutoFit/>
          </a:bodyPr>
          <a:lstStyle/>
          <a:p>
            <a:r>
              <a:rPr lang="en-US" sz="1000" dirty="0" err="1"/>
              <a:t>ClkX</a:t>
            </a:r>
            <a:endParaRPr lang="en-US" sz="1000" dirty="0"/>
          </a:p>
        </p:txBody>
      </p:sp>
      <p:sp>
        <p:nvSpPr>
          <p:cNvPr id="249" name="TextBox 248">
            <a:extLst>
              <a:ext uri="{FF2B5EF4-FFF2-40B4-BE49-F238E27FC236}">
                <a16:creationId xmlns:a16="http://schemas.microsoft.com/office/drawing/2014/main" id="{370A8712-D304-EFC0-9E3F-3FC12FC03F4E}"/>
              </a:ext>
            </a:extLst>
          </p:cNvPr>
          <p:cNvSpPr txBox="1"/>
          <p:nvPr/>
        </p:nvSpPr>
        <p:spPr>
          <a:xfrm>
            <a:off x="173446" y="1707083"/>
            <a:ext cx="958917" cy="246221"/>
          </a:xfrm>
          <a:prstGeom prst="rect">
            <a:avLst/>
          </a:prstGeom>
          <a:noFill/>
          <a:ln>
            <a:noFill/>
          </a:ln>
        </p:spPr>
        <p:txBody>
          <a:bodyPr wrap="none" rtlCol="0">
            <a:spAutoFit/>
          </a:bodyPr>
          <a:lstStyle/>
          <a:p>
            <a:r>
              <a:rPr lang="en-US" sz="1000" dirty="0"/>
              <a:t>Display Output</a:t>
            </a:r>
          </a:p>
        </p:txBody>
      </p:sp>
      <p:sp>
        <p:nvSpPr>
          <p:cNvPr id="260" name="TextBox 259">
            <a:extLst>
              <a:ext uri="{FF2B5EF4-FFF2-40B4-BE49-F238E27FC236}">
                <a16:creationId xmlns:a16="http://schemas.microsoft.com/office/drawing/2014/main" id="{5B583B32-030A-E7A9-50ED-BE24DE10EE28}"/>
              </a:ext>
            </a:extLst>
          </p:cNvPr>
          <p:cNvSpPr txBox="1"/>
          <p:nvPr/>
        </p:nvSpPr>
        <p:spPr>
          <a:xfrm>
            <a:off x="223534" y="2697618"/>
            <a:ext cx="508473" cy="246221"/>
          </a:xfrm>
          <a:prstGeom prst="rect">
            <a:avLst/>
          </a:prstGeom>
          <a:noFill/>
          <a:ln>
            <a:noFill/>
          </a:ln>
        </p:spPr>
        <p:txBody>
          <a:bodyPr wrap="none" rtlCol="0">
            <a:spAutoFit/>
          </a:bodyPr>
          <a:lstStyle/>
          <a:p>
            <a:r>
              <a:rPr lang="en-US" sz="1000" dirty="0"/>
              <a:t>D[3:0]</a:t>
            </a:r>
          </a:p>
        </p:txBody>
      </p:sp>
      <p:sp>
        <p:nvSpPr>
          <p:cNvPr id="261" name="TextBox 260">
            <a:extLst>
              <a:ext uri="{FF2B5EF4-FFF2-40B4-BE49-F238E27FC236}">
                <a16:creationId xmlns:a16="http://schemas.microsoft.com/office/drawing/2014/main" id="{A8C93AF5-21A2-2CED-C70B-837D1F688CC3}"/>
              </a:ext>
            </a:extLst>
          </p:cNvPr>
          <p:cNvSpPr txBox="1"/>
          <p:nvPr/>
        </p:nvSpPr>
        <p:spPr>
          <a:xfrm>
            <a:off x="220975" y="3117401"/>
            <a:ext cx="655949" cy="246221"/>
          </a:xfrm>
          <a:prstGeom prst="rect">
            <a:avLst/>
          </a:prstGeom>
          <a:noFill/>
          <a:ln>
            <a:noFill/>
          </a:ln>
        </p:spPr>
        <p:txBody>
          <a:bodyPr wrap="none" rtlCol="0">
            <a:spAutoFit/>
          </a:bodyPr>
          <a:lstStyle/>
          <a:p>
            <a:r>
              <a:rPr lang="en-US" sz="1000" dirty="0" err="1"/>
              <a:t>RowHold</a:t>
            </a:r>
            <a:endParaRPr lang="en-US" sz="1000" dirty="0"/>
          </a:p>
        </p:txBody>
      </p:sp>
      <p:sp>
        <p:nvSpPr>
          <p:cNvPr id="315" name="TextBox 314">
            <a:extLst>
              <a:ext uri="{FF2B5EF4-FFF2-40B4-BE49-F238E27FC236}">
                <a16:creationId xmlns:a16="http://schemas.microsoft.com/office/drawing/2014/main" id="{A80EAADD-5973-2EC2-A6FF-C53CE42BC1F5}"/>
              </a:ext>
            </a:extLst>
          </p:cNvPr>
          <p:cNvSpPr txBox="1"/>
          <p:nvPr/>
        </p:nvSpPr>
        <p:spPr>
          <a:xfrm>
            <a:off x="227875" y="3493629"/>
            <a:ext cx="898003" cy="246221"/>
          </a:xfrm>
          <a:prstGeom prst="rect">
            <a:avLst/>
          </a:prstGeom>
          <a:noFill/>
          <a:ln>
            <a:noFill/>
          </a:ln>
        </p:spPr>
        <p:txBody>
          <a:bodyPr wrap="none" rtlCol="0">
            <a:spAutoFit/>
          </a:bodyPr>
          <a:lstStyle/>
          <a:p>
            <a:r>
              <a:rPr lang="en-US" sz="1000" dirty="0"/>
              <a:t>Asserted Row</a:t>
            </a:r>
          </a:p>
        </p:txBody>
      </p:sp>
      <p:sp>
        <p:nvSpPr>
          <p:cNvPr id="344" name="TextBox 343">
            <a:extLst>
              <a:ext uri="{FF2B5EF4-FFF2-40B4-BE49-F238E27FC236}">
                <a16:creationId xmlns:a16="http://schemas.microsoft.com/office/drawing/2014/main" id="{E6C3F3D6-AD84-87E3-4CD0-AA152AE819BB}"/>
              </a:ext>
            </a:extLst>
          </p:cNvPr>
          <p:cNvSpPr txBox="1"/>
          <p:nvPr/>
        </p:nvSpPr>
        <p:spPr>
          <a:xfrm>
            <a:off x="220975" y="3888416"/>
            <a:ext cx="559769" cy="246221"/>
          </a:xfrm>
          <a:prstGeom prst="rect">
            <a:avLst/>
          </a:prstGeom>
          <a:noFill/>
          <a:ln>
            <a:noFill/>
          </a:ln>
        </p:spPr>
        <p:txBody>
          <a:bodyPr wrap="none" rtlCol="0">
            <a:spAutoFit/>
          </a:bodyPr>
          <a:lstStyle/>
          <a:p>
            <a:r>
              <a:rPr lang="en-US" sz="1000" dirty="0" err="1"/>
              <a:t>KeyDet</a:t>
            </a:r>
            <a:endParaRPr lang="en-US" sz="1000" dirty="0"/>
          </a:p>
        </p:txBody>
      </p:sp>
      <p:sp>
        <p:nvSpPr>
          <p:cNvPr id="374" name="TextBox 373">
            <a:extLst>
              <a:ext uri="{FF2B5EF4-FFF2-40B4-BE49-F238E27FC236}">
                <a16:creationId xmlns:a16="http://schemas.microsoft.com/office/drawing/2014/main" id="{6309270D-F2FF-AD2B-7B16-D5C658EDF5FC}"/>
              </a:ext>
            </a:extLst>
          </p:cNvPr>
          <p:cNvSpPr txBox="1"/>
          <p:nvPr/>
        </p:nvSpPr>
        <p:spPr>
          <a:xfrm>
            <a:off x="220975" y="4265034"/>
            <a:ext cx="1109599" cy="246221"/>
          </a:xfrm>
          <a:prstGeom prst="rect">
            <a:avLst/>
          </a:prstGeom>
          <a:noFill/>
          <a:ln>
            <a:noFill/>
          </a:ln>
        </p:spPr>
        <p:txBody>
          <a:bodyPr wrap="none" rtlCol="0">
            <a:spAutoFit/>
          </a:bodyPr>
          <a:lstStyle/>
          <a:p>
            <a:r>
              <a:rPr lang="en-US" sz="1000" dirty="0"/>
              <a:t>Column Activated</a:t>
            </a:r>
          </a:p>
        </p:txBody>
      </p:sp>
      <p:sp>
        <p:nvSpPr>
          <p:cNvPr id="378" name="TextBox 377">
            <a:extLst>
              <a:ext uri="{FF2B5EF4-FFF2-40B4-BE49-F238E27FC236}">
                <a16:creationId xmlns:a16="http://schemas.microsoft.com/office/drawing/2014/main" id="{BFC3315F-8C16-780E-0E6C-936BD4B897EB}"/>
              </a:ext>
            </a:extLst>
          </p:cNvPr>
          <p:cNvSpPr txBox="1"/>
          <p:nvPr/>
        </p:nvSpPr>
        <p:spPr>
          <a:xfrm>
            <a:off x="257352" y="5114779"/>
            <a:ext cx="534121" cy="246221"/>
          </a:xfrm>
          <a:prstGeom prst="rect">
            <a:avLst/>
          </a:prstGeom>
          <a:noFill/>
          <a:ln>
            <a:noFill/>
          </a:ln>
        </p:spPr>
        <p:txBody>
          <a:bodyPr wrap="none" rtlCol="0">
            <a:spAutoFit/>
          </a:bodyPr>
          <a:lstStyle/>
          <a:p>
            <a:r>
              <a:rPr lang="en-US" sz="1000" dirty="0"/>
              <a:t>IV[6:2]</a:t>
            </a:r>
          </a:p>
        </p:txBody>
      </p:sp>
      <p:sp>
        <p:nvSpPr>
          <p:cNvPr id="382" name="TextBox 381">
            <a:extLst>
              <a:ext uri="{FF2B5EF4-FFF2-40B4-BE49-F238E27FC236}">
                <a16:creationId xmlns:a16="http://schemas.microsoft.com/office/drawing/2014/main" id="{F7A398B1-4F14-3494-137B-C500A705493B}"/>
              </a:ext>
            </a:extLst>
          </p:cNvPr>
          <p:cNvSpPr txBox="1"/>
          <p:nvPr/>
        </p:nvSpPr>
        <p:spPr>
          <a:xfrm>
            <a:off x="234957" y="4656818"/>
            <a:ext cx="559769" cy="246221"/>
          </a:xfrm>
          <a:prstGeom prst="rect">
            <a:avLst/>
          </a:prstGeom>
          <a:noFill/>
          <a:ln>
            <a:noFill/>
          </a:ln>
        </p:spPr>
        <p:txBody>
          <a:bodyPr wrap="none" rtlCol="0">
            <a:spAutoFit/>
          </a:bodyPr>
          <a:lstStyle/>
          <a:p>
            <a:r>
              <a:rPr lang="en-US" sz="1000" dirty="0" err="1"/>
              <a:t>KeyAck</a:t>
            </a:r>
            <a:endParaRPr lang="en-US" sz="1000" dirty="0"/>
          </a:p>
        </p:txBody>
      </p:sp>
      <p:sp>
        <p:nvSpPr>
          <p:cNvPr id="407" name="TextBox 406">
            <a:extLst>
              <a:ext uri="{FF2B5EF4-FFF2-40B4-BE49-F238E27FC236}">
                <a16:creationId xmlns:a16="http://schemas.microsoft.com/office/drawing/2014/main" id="{0E48A1E0-9960-8760-FDCF-42D465C844D1}"/>
              </a:ext>
            </a:extLst>
          </p:cNvPr>
          <p:cNvSpPr txBox="1"/>
          <p:nvPr/>
        </p:nvSpPr>
        <p:spPr>
          <a:xfrm>
            <a:off x="164851" y="2172843"/>
            <a:ext cx="760144" cy="246221"/>
          </a:xfrm>
          <a:prstGeom prst="rect">
            <a:avLst/>
          </a:prstGeom>
          <a:noFill/>
          <a:ln>
            <a:noFill/>
          </a:ln>
        </p:spPr>
        <p:txBody>
          <a:bodyPr wrap="none" rtlCol="0">
            <a:spAutoFit/>
          </a:bodyPr>
          <a:lstStyle/>
          <a:p>
            <a:r>
              <a:rPr lang="en-US" sz="1000" dirty="0" err="1"/>
              <a:t>DispEnable</a:t>
            </a:r>
            <a:endParaRPr lang="en-US" sz="1000" dirty="0"/>
          </a:p>
        </p:txBody>
      </p:sp>
      <p:sp>
        <p:nvSpPr>
          <p:cNvPr id="476" name="TextBox 475">
            <a:extLst>
              <a:ext uri="{FF2B5EF4-FFF2-40B4-BE49-F238E27FC236}">
                <a16:creationId xmlns:a16="http://schemas.microsoft.com/office/drawing/2014/main" id="{3857754F-F48D-D955-57CB-CA376ECF3D71}"/>
              </a:ext>
            </a:extLst>
          </p:cNvPr>
          <p:cNvSpPr txBox="1"/>
          <p:nvPr/>
        </p:nvSpPr>
        <p:spPr>
          <a:xfrm>
            <a:off x="266206" y="5948761"/>
            <a:ext cx="651140" cy="246221"/>
          </a:xfrm>
          <a:prstGeom prst="rect">
            <a:avLst/>
          </a:prstGeom>
          <a:noFill/>
          <a:ln>
            <a:noFill/>
          </a:ln>
        </p:spPr>
        <p:txBody>
          <a:bodyPr wrap="none" rtlCol="0">
            <a:spAutoFit/>
          </a:bodyPr>
          <a:lstStyle/>
          <a:p>
            <a:r>
              <a:rPr lang="en-US" sz="1000" dirty="0" err="1"/>
              <a:t>HWIntEn</a:t>
            </a:r>
            <a:endParaRPr lang="en-US" sz="1000" dirty="0"/>
          </a:p>
        </p:txBody>
      </p:sp>
      <p:sp>
        <p:nvSpPr>
          <p:cNvPr id="518" name="TextBox 517">
            <a:extLst>
              <a:ext uri="{FF2B5EF4-FFF2-40B4-BE49-F238E27FC236}">
                <a16:creationId xmlns:a16="http://schemas.microsoft.com/office/drawing/2014/main" id="{4C08738E-7F66-4EFC-C243-AAF9446DFC39}"/>
              </a:ext>
            </a:extLst>
          </p:cNvPr>
          <p:cNvSpPr txBox="1"/>
          <p:nvPr/>
        </p:nvSpPr>
        <p:spPr>
          <a:xfrm>
            <a:off x="4643685" y="236794"/>
            <a:ext cx="1583767" cy="461665"/>
          </a:xfrm>
          <a:prstGeom prst="rect">
            <a:avLst/>
          </a:prstGeom>
          <a:noFill/>
          <a:ln>
            <a:noFill/>
          </a:ln>
        </p:spPr>
        <p:txBody>
          <a:bodyPr wrap="none" rtlCol="0">
            <a:spAutoFit/>
          </a:bodyPr>
          <a:lstStyle/>
          <a:p>
            <a:r>
              <a:rPr lang="en-US" sz="2400" dirty="0"/>
              <a:t>DSKY LOOP</a:t>
            </a:r>
          </a:p>
        </p:txBody>
      </p:sp>
      <p:sp>
        <p:nvSpPr>
          <p:cNvPr id="129" name="Flowchart: Preparation 128">
            <a:extLst>
              <a:ext uri="{FF2B5EF4-FFF2-40B4-BE49-F238E27FC236}">
                <a16:creationId xmlns:a16="http://schemas.microsoft.com/office/drawing/2014/main" id="{0F4A3BD9-6118-88C7-75A3-00FA09CD3DBC}"/>
              </a:ext>
            </a:extLst>
          </p:cNvPr>
          <p:cNvSpPr/>
          <p:nvPr/>
        </p:nvSpPr>
        <p:spPr>
          <a:xfrm>
            <a:off x="1115973" y="1087836"/>
            <a:ext cx="5029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31" name="Flowchart: Preparation 130">
            <a:extLst>
              <a:ext uri="{FF2B5EF4-FFF2-40B4-BE49-F238E27FC236}">
                <a16:creationId xmlns:a16="http://schemas.microsoft.com/office/drawing/2014/main" id="{1454C995-5F7D-6EF1-34E3-7B9B45FBCBFC}"/>
              </a:ext>
            </a:extLst>
          </p:cNvPr>
          <p:cNvSpPr/>
          <p:nvPr/>
        </p:nvSpPr>
        <p:spPr>
          <a:xfrm>
            <a:off x="1621603" y="1087836"/>
            <a:ext cx="5029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41" name="Flowchart: Preparation 140">
            <a:extLst>
              <a:ext uri="{FF2B5EF4-FFF2-40B4-BE49-F238E27FC236}">
                <a16:creationId xmlns:a16="http://schemas.microsoft.com/office/drawing/2014/main" id="{A7FE4AFE-4EDC-3F62-1378-8DF0679500B0}"/>
              </a:ext>
            </a:extLst>
          </p:cNvPr>
          <p:cNvSpPr/>
          <p:nvPr/>
        </p:nvSpPr>
        <p:spPr>
          <a:xfrm>
            <a:off x="2124503" y="1086268"/>
            <a:ext cx="5029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42" name="Flowchart: Preparation 141">
            <a:extLst>
              <a:ext uri="{FF2B5EF4-FFF2-40B4-BE49-F238E27FC236}">
                <a16:creationId xmlns:a16="http://schemas.microsoft.com/office/drawing/2014/main" id="{73BE05AA-0263-1A37-8584-28B46B16ED7B}"/>
              </a:ext>
            </a:extLst>
          </p:cNvPr>
          <p:cNvSpPr/>
          <p:nvPr/>
        </p:nvSpPr>
        <p:spPr>
          <a:xfrm>
            <a:off x="2627403" y="1086268"/>
            <a:ext cx="5029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43" name="Flowchart: Preparation 142">
            <a:extLst>
              <a:ext uri="{FF2B5EF4-FFF2-40B4-BE49-F238E27FC236}">
                <a16:creationId xmlns:a16="http://schemas.microsoft.com/office/drawing/2014/main" id="{642B708C-167A-42AB-5B70-7F3AFA68F906}"/>
              </a:ext>
            </a:extLst>
          </p:cNvPr>
          <p:cNvSpPr/>
          <p:nvPr/>
        </p:nvSpPr>
        <p:spPr>
          <a:xfrm>
            <a:off x="3127572" y="1086268"/>
            <a:ext cx="5029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44" name="Flowchart: Preparation 143">
            <a:extLst>
              <a:ext uri="{FF2B5EF4-FFF2-40B4-BE49-F238E27FC236}">
                <a16:creationId xmlns:a16="http://schemas.microsoft.com/office/drawing/2014/main" id="{3A112F46-7393-3D18-A452-BF26E665AAC7}"/>
              </a:ext>
            </a:extLst>
          </p:cNvPr>
          <p:cNvSpPr/>
          <p:nvPr/>
        </p:nvSpPr>
        <p:spPr>
          <a:xfrm>
            <a:off x="3627742" y="1091831"/>
            <a:ext cx="5029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45" name="Flowchart: Preparation 144">
            <a:extLst>
              <a:ext uri="{FF2B5EF4-FFF2-40B4-BE49-F238E27FC236}">
                <a16:creationId xmlns:a16="http://schemas.microsoft.com/office/drawing/2014/main" id="{7F64F1A1-20FC-CEFD-F381-E9F192168050}"/>
              </a:ext>
            </a:extLst>
          </p:cNvPr>
          <p:cNvSpPr/>
          <p:nvPr/>
        </p:nvSpPr>
        <p:spPr>
          <a:xfrm>
            <a:off x="4133372" y="1094337"/>
            <a:ext cx="5029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46" name="Flowchart: Preparation 145">
            <a:extLst>
              <a:ext uri="{FF2B5EF4-FFF2-40B4-BE49-F238E27FC236}">
                <a16:creationId xmlns:a16="http://schemas.microsoft.com/office/drawing/2014/main" id="{76A9A467-C48B-6434-9A08-CB734A73F8DA}"/>
              </a:ext>
            </a:extLst>
          </p:cNvPr>
          <p:cNvSpPr/>
          <p:nvPr/>
        </p:nvSpPr>
        <p:spPr>
          <a:xfrm>
            <a:off x="4636272" y="1099100"/>
            <a:ext cx="5029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47" name="Flowchart: Preparation 146">
            <a:extLst>
              <a:ext uri="{FF2B5EF4-FFF2-40B4-BE49-F238E27FC236}">
                <a16:creationId xmlns:a16="http://schemas.microsoft.com/office/drawing/2014/main" id="{F84C90B9-4C43-FF3E-891D-7D4D1F387998}"/>
              </a:ext>
            </a:extLst>
          </p:cNvPr>
          <p:cNvSpPr/>
          <p:nvPr/>
        </p:nvSpPr>
        <p:spPr>
          <a:xfrm>
            <a:off x="5139172" y="1099100"/>
            <a:ext cx="5029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48" name="Flowchart: Preparation 147">
            <a:extLst>
              <a:ext uri="{FF2B5EF4-FFF2-40B4-BE49-F238E27FC236}">
                <a16:creationId xmlns:a16="http://schemas.microsoft.com/office/drawing/2014/main" id="{C531D073-B5AC-314B-BEC0-7A3F5F775EF7}"/>
              </a:ext>
            </a:extLst>
          </p:cNvPr>
          <p:cNvSpPr/>
          <p:nvPr/>
        </p:nvSpPr>
        <p:spPr>
          <a:xfrm>
            <a:off x="5642071" y="1099100"/>
            <a:ext cx="5029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49" name="Flowchart: Preparation 148">
            <a:extLst>
              <a:ext uri="{FF2B5EF4-FFF2-40B4-BE49-F238E27FC236}">
                <a16:creationId xmlns:a16="http://schemas.microsoft.com/office/drawing/2014/main" id="{AF065F57-E5B3-0062-049B-FCE5EA5A6395}"/>
              </a:ext>
            </a:extLst>
          </p:cNvPr>
          <p:cNvSpPr/>
          <p:nvPr/>
        </p:nvSpPr>
        <p:spPr>
          <a:xfrm>
            <a:off x="6926262" y="1099100"/>
            <a:ext cx="5029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0" name="Flowchart: Preparation 149">
            <a:extLst>
              <a:ext uri="{FF2B5EF4-FFF2-40B4-BE49-F238E27FC236}">
                <a16:creationId xmlns:a16="http://schemas.microsoft.com/office/drawing/2014/main" id="{DCE44143-B922-F303-F00B-C972DA0EBEB6}"/>
              </a:ext>
            </a:extLst>
          </p:cNvPr>
          <p:cNvSpPr/>
          <p:nvPr/>
        </p:nvSpPr>
        <p:spPr>
          <a:xfrm>
            <a:off x="7429162" y="1099100"/>
            <a:ext cx="5029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1" name="Flowchart: Preparation 150">
            <a:extLst>
              <a:ext uri="{FF2B5EF4-FFF2-40B4-BE49-F238E27FC236}">
                <a16:creationId xmlns:a16="http://schemas.microsoft.com/office/drawing/2014/main" id="{A35E0D81-ED04-DA2C-D0F1-A966DCBE8AB3}"/>
              </a:ext>
            </a:extLst>
          </p:cNvPr>
          <p:cNvSpPr/>
          <p:nvPr/>
        </p:nvSpPr>
        <p:spPr>
          <a:xfrm>
            <a:off x="7932061" y="1099100"/>
            <a:ext cx="5029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2" name="Flowchart: Preparation 151">
            <a:extLst>
              <a:ext uri="{FF2B5EF4-FFF2-40B4-BE49-F238E27FC236}">
                <a16:creationId xmlns:a16="http://schemas.microsoft.com/office/drawing/2014/main" id="{B659BD52-7012-9726-CDE3-A9681742902A}"/>
              </a:ext>
            </a:extLst>
          </p:cNvPr>
          <p:cNvSpPr/>
          <p:nvPr/>
        </p:nvSpPr>
        <p:spPr>
          <a:xfrm>
            <a:off x="8434961" y="1099100"/>
            <a:ext cx="5029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3" name="TextBox 152">
            <a:extLst>
              <a:ext uri="{FF2B5EF4-FFF2-40B4-BE49-F238E27FC236}">
                <a16:creationId xmlns:a16="http://schemas.microsoft.com/office/drawing/2014/main" id="{D94D81B6-FAB7-1721-C2F8-38D8AEAE1B66}"/>
              </a:ext>
            </a:extLst>
          </p:cNvPr>
          <p:cNvSpPr txBox="1"/>
          <p:nvPr/>
        </p:nvSpPr>
        <p:spPr>
          <a:xfrm>
            <a:off x="1756382" y="1062713"/>
            <a:ext cx="236073" cy="246221"/>
          </a:xfrm>
          <a:prstGeom prst="rect">
            <a:avLst/>
          </a:prstGeom>
          <a:noFill/>
          <a:ln>
            <a:noFill/>
          </a:ln>
        </p:spPr>
        <p:txBody>
          <a:bodyPr wrap="none" rtlCol="0">
            <a:spAutoFit/>
          </a:bodyPr>
          <a:lstStyle/>
          <a:p>
            <a:r>
              <a:rPr lang="en-US" sz="1000" dirty="0"/>
              <a:t>0</a:t>
            </a:r>
          </a:p>
        </p:txBody>
      </p:sp>
      <p:sp>
        <p:nvSpPr>
          <p:cNvPr id="154" name="TextBox 153">
            <a:extLst>
              <a:ext uri="{FF2B5EF4-FFF2-40B4-BE49-F238E27FC236}">
                <a16:creationId xmlns:a16="http://schemas.microsoft.com/office/drawing/2014/main" id="{65ADDD59-F843-3856-2FB7-E0646B01C98D}"/>
              </a:ext>
            </a:extLst>
          </p:cNvPr>
          <p:cNvSpPr txBox="1"/>
          <p:nvPr/>
        </p:nvSpPr>
        <p:spPr>
          <a:xfrm>
            <a:off x="2252456" y="1063803"/>
            <a:ext cx="236073" cy="246221"/>
          </a:xfrm>
          <a:prstGeom prst="rect">
            <a:avLst/>
          </a:prstGeom>
          <a:noFill/>
          <a:ln>
            <a:noFill/>
          </a:ln>
        </p:spPr>
        <p:txBody>
          <a:bodyPr wrap="square" rtlCol="0">
            <a:spAutoFit/>
          </a:bodyPr>
          <a:lstStyle/>
          <a:p>
            <a:r>
              <a:rPr lang="en-US" sz="1000" dirty="0"/>
              <a:t>1</a:t>
            </a:r>
          </a:p>
        </p:txBody>
      </p:sp>
      <p:sp>
        <p:nvSpPr>
          <p:cNvPr id="155" name="TextBox 154">
            <a:extLst>
              <a:ext uri="{FF2B5EF4-FFF2-40B4-BE49-F238E27FC236}">
                <a16:creationId xmlns:a16="http://schemas.microsoft.com/office/drawing/2014/main" id="{371FA0D0-8A2E-4D09-0DBF-DFA7A1F5372F}"/>
              </a:ext>
            </a:extLst>
          </p:cNvPr>
          <p:cNvSpPr txBox="1"/>
          <p:nvPr/>
        </p:nvSpPr>
        <p:spPr>
          <a:xfrm>
            <a:off x="2756721" y="1074129"/>
            <a:ext cx="236073" cy="246221"/>
          </a:xfrm>
          <a:prstGeom prst="rect">
            <a:avLst/>
          </a:prstGeom>
          <a:noFill/>
          <a:ln>
            <a:noFill/>
          </a:ln>
        </p:spPr>
        <p:txBody>
          <a:bodyPr wrap="none" rtlCol="0">
            <a:spAutoFit/>
          </a:bodyPr>
          <a:lstStyle/>
          <a:p>
            <a:r>
              <a:rPr lang="en-US" sz="1000" dirty="0"/>
              <a:t>2</a:t>
            </a:r>
          </a:p>
        </p:txBody>
      </p:sp>
      <p:sp>
        <p:nvSpPr>
          <p:cNvPr id="156" name="TextBox 155">
            <a:extLst>
              <a:ext uri="{FF2B5EF4-FFF2-40B4-BE49-F238E27FC236}">
                <a16:creationId xmlns:a16="http://schemas.microsoft.com/office/drawing/2014/main" id="{3F535136-45D0-7D58-E3A7-54335012F69D}"/>
              </a:ext>
            </a:extLst>
          </p:cNvPr>
          <p:cNvSpPr txBox="1"/>
          <p:nvPr/>
        </p:nvSpPr>
        <p:spPr>
          <a:xfrm>
            <a:off x="3266447" y="1062713"/>
            <a:ext cx="236073" cy="246221"/>
          </a:xfrm>
          <a:prstGeom prst="rect">
            <a:avLst/>
          </a:prstGeom>
          <a:noFill/>
          <a:ln>
            <a:noFill/>
          </a:ln>
        </p:spPr>
        <p:txBody>
          <a:bodyPr wrap="none" rtlCol="0">
            <a:spAutoFit/>
          </a:bodyPr>
          <a:lstStyle/>
          <a:p>
            <a:r>
              <a:rPr lang="en-US" sz="1000" dirty="0"/>
              <a:t>3</a:t>
            </a:r>
          </a:p>
        </p:txBody>
      </p:sp>
      <p:sp>
        <p:nvSpPr>
          <p:cNvPr id="157" name="TextBox 156">
            <a:extLst>
              <a:ext uri="{FF2B5EF4-FFF2-40B4-BE49-F238E27FC236}">
                <a16:creationId xmlns:a16="http://schemas.microsoft.com/office/drawing/2014/main" id="{EA35895E-2C78-9453-5313-FDA53899D70D}"/>
              </a:ext>
            </a:extLst>
          </p:cNvPr>
          <p:cNvSpPr txBox="1"/>
          <p:nvPr/>
        </p:nvSpPr>
        <p:spPr>
          <a:xfrm>
            <a:off x="3755695" y="1079991"/>
            <a:ext cx="236073" cy="246221"/>
          </a:xfrm>
          <a:prstGeom prst="rect">
            <a:avLst/>
          </a:prstGeom>
          <a:noFill/>
          <a:ln>
            <a:noFill/>
          </a:ln>
        </p:spPr>
        <p:txBody>
          <a:bodyPr wrap="square" rtlCol="0">
            <a:spAutoFit/>
          </a:bodyPr>
          <a:lstStyle/>
          <a:p>
            <a:r>
              <a:rPr lang="en-US" sz="1000" dirty="0"/>
              <a:t>4</a:t>
            </a:r>
          </a:p>
        </p:txBody>
      </p:sp>
      <p:sp>
        <p:nvSpPr>
          <p:cNvPr id="158" name="TextBox 157">
            <a:extLst>
              <a:ext uri="{FF2B5EF4-FFF2-40B4-BE49-F238E27FC236}">
                <a16:creationId xmlns:a16="http://schemas.microsoft.com/office/drawing/2014/main" id="{4A228F74-C99D-C8C9-EB4D-1A54DBB80392}"/>
              </a:ext>
            </a:extLst>
          </p:cNvPr>
          <p:cNvSpPr txBox="1"/>
          <p:nvPr/>
        </p:nvSpPr>
        <p:spPr>
          <a:xfrm>
            <a:off x="4270881" y="1096594"/>
            <a:ext cx="236073" cy="246221"/>
          </a:xfrm>
          <a:prstGeom prst="rect">
            <a:avLst/>
          </a:prstGeom>
          <a:noFill/>
          <a:ln>
            <a:noFill/>
          </a:ln>
        </p:spPr>
        <p:txBody>
          <a:bodyPr wrap="none" rtlCol="0">
            <a:spAutoFit/>
          </a:bodyPr>
          <a:lstStyle/>
          <a:p>
            <a:r>
              <a:rPr lang="en-US" sz="1000" dirty="0"/>
              <a:t>5</a:t>
            </a:r>
          </a:p>
        </p:txBody>
      </p:sp>
      <p:sp>
        <p:nvSpPr>
          <p:cNvPr id="159" name="TextBox 158">
            <a:extLst>
              <a:ext uri="{FF2B5EF4-FFF2-40B4-BE49-F238E27FC236}">
                <a16:creationId xmlns:a16="http://schemas.microsoft.com/office/drawing/2014/main" id="{40AAEC6A-E7E0-1FAE-E918-1F69307DB9AA}"/>
              </a:ext>
            </a:extLst>
          </p:cNvPr>
          <p:cNvSpPr txBox="1"/>
          <p:nvPr/>
        </p:nvSpPr>
        <p:spPr>
          <a:xfrm>
            <a:off x="4780607" y="1096594"/>
            <a:ext cx="236073" cy="246221"/>
          </a:xfrm>
          <a:prstGeom prst="rect">
            <a:avLst/>
          </a:prstGeom>
          <a:noFill/>
          <a:ln>
            <a:noFill/>
          </a:ln>
        </p:spPr>
        <p:txBody>
          <a:bodyPr wrap="none" rtlCol="0">
            <a:spAutoFit/>
          </a:bodyPr>
          <a:lstStyle/>
          <a:p>
            <a:r>
              <a:rPr lang="en-US" sz="1000" dirty="0"/>
              <a:t>6</a:t>
            </a:r>
          </a:p>
        </p:txBody>
      </p:sp>
      <p:sp>
        <p:nvSpPr>
          <p:cNvPr id="160" name="TextBox 159">
            <a:extLst>
              <a:ext uri="{FF2B5EF4-FFF2-40B4-BE49-F238E27FC236}">
                <a16:creationId xmlns:a16="http://schemas.microsoft.com/office/drawing/2014/main" id="{C024114A-DE98-09A4-1C15-4C0B30E7920F}"/>
              </a:ext>
            </a:extLst>
          </p:cNvPr>
          <p:cNvSpPr txBox="1"/>
          <p:nvPr/>
        </p:nvSpPr>
        <p:spPr>
          <a:xfrm>
            <a:off x="5272585" y="1096593"/>
            <a:ext cx="236073" cy="246221"/>
          </a:xfrm>
          <a:prstGeom prst="rect">
            <a:avLst/>
          </a:prstGeom>
          <a:noFill/>
          <a:ln>
            <a:noFill/>
          </a:ln>
        </p:spPr>
        <p:txBody>
          <a:bodyPr wrap="none" rtlCol="0">
            <a:spAutoFit/>
          </a:bodyPr>
          <a:lstStyle/>
          <a:p>
            <a:r>
              <a:rPr lang="en-US" sz="1000" dirty="0"/>
              <a:t>7</a:t>
            </a:r>
          </a:p>
        </p:txBody>
      </p:sp>
      <p:sp>
        <p:nvSpPr>
          <p:cNvPr id="161" name="TextBox 160">
            <a:extLst>
              <a:ext uri="{FF2B5EF4-FFF2-40B4-BE49-F238E27FC236}">
                <a16:creationId xmlns:a16="http://schemas.microsoft.com/office/drawing/2014/main" id="{37E6C818-9B95-6584-B4D8-7617A0C73404}"/>
              </a:ext>
            </a:extLst>
          </p:cNvPr>
          <p:cNvSpPr txBox="1"/>
          <p:nvPr/>
        </p:nvSpPr>
        <p:spPr>
          <a:xfrm>
            <a:off x="5786767" y="1076634"/>
            <a:ext cx="236073" cy="246221"/>
          </a:xfrm>
          <a:prstGeom prst="rect">
            <a:avLst/>
          </a:prstGeom>
          <a:noFill/>
          <a:ln>
            <a:noFill/>
          </a:ln>
        </p:spPr>
        <p:txBody>
          <a:bodyPr wrap="square" rtlCol="0">
            <a:spAutoFit/>
          </a:bodyPr>
          <a:lstStyle/>
          <a:p>
            <a:r>
              <a:rPr lang="en-US" sz="1000" dirty="0"/>
              <a:t>8</a:t>
            </a:r>
          </a:p>
        </p:txBody>
      </p:sp>
      <p:sp>
        <p:nvSpPr>
          <p:cNvPr id="162" name="TextBox 161">
            <a:extLst>
              <a:ext uri="{FF2B5EF4-FFF2-40B4-BE49-F238E27FC236}">
                <a16:creationId xmlns:a16="http://schemas.microsoft.com/office/drawing/2014/main" id="{E3920EFE-2D12-A074-0F38-CE19B5747903}"/>
              </a:ext>
            </a:extLst>
          </p:cNvPr>
          <p:cNvSpPr txBox="1"/>
          <p:nvPr/>
        </p:nvSpPr>
        <p:spPr>
          <a:xfrm>
            <a:off x="1249387" y="1064815"/>
            <a:ext cx="236073" cy="246221"/>
          </a:xfrm>
          <a:prstGeom prst="rect">
            <a:avLst/>
          </a:prstGeom>
          <a:noFill/>
          <a:ln>
            <a:noFill/>
          </a:ln>
        </p:spPr>
        <p:txBody>
          <a:bodyPr wrap="none" rtlCol="0">
            <a:spAutoFit/>
          </a:bodyPr>
          <a:lstStyle/>
          <a:p>
            <a:r>
              <a:rPr lang="en-US" sz="1000" dirty="0"/>
              <a:t>9</a:t>
            </a:r>
          </a:p>
        </p:txBody>
      </p:sp>
      <p:sp>
        <p:nvSpPr>
          <p:cNvPr id="164" name="TextBox 163">
            <a:extLst>
              <a:ext uri="{FF2B5EF4-FFF2-40B4-BE49-F238E27FC236}">
                <a16:creationId xmlns:a16="http://schemas.microsoft.com/office/drawing/2014/main" id="{C4DBE392-27F5-27D7-E3A8-1DCD99846705}"/>
              </a:ext>
            </a:extLst>
          </p:cNvPr>
          <p:cNvSpPr txBox="1"/>
          <p:nvPr/>
        </p:nvSpPr>
        <p:spPr>
          <a:xfrm>
            <a:off x="7048394" y="1075342"/>
            <a:ext cx="236073" cy="246221"/>
          </a:xfrm>
          <a:prstGeom prst="rect">
            <a:avLst/>
          </a:prstGeom>
          <a:noFill/>
          <a:ln>
            <a:noFill/>
          </a:ln>
        </p:spPr>
        <p:txBody>
          <a:bodyPr wrap="none" rtlCol="0">
            <a:spAutoFit/>
          </a:bodyPr>
          <a:lstStyle/>
          <a:p>
            <a:r>
              <a:rPr lang="en-US" sz="1000" dirty="0"/>
              <a:t>0</a:t>
            </a:r>
          </a:p>
        </p:txBody>
      </p:sp>
      <p:sp>
        <p:nvSpPr>
          <p:cNvPr id="165" name="TextBox 164">
            <a:extLst>
              <a:ext uri="{FF2B5EF4-FFF2-40B4-BE49-F238E27FC236}">
                <a16:creationId xmlns:a16="http://schemas.microsoft.com/office/drawing/2014/main" id="{70700606-C34F-A753-83E4-144FAD2AA96B}"/>
              </a:ext>
            </a:extLst>
          </p:cNvPr>
          <p:cNvSpPr txBox="1"/>
          <p:nvPr/>
        </p:nvSpPr>
        <p:spPr>
          <a:xfrm>
            <a:off x="7573210" y="1075362"/>
            <a:ext cx="236073" cy="246221"/>
          </a:xfrm>
          <a:prstGeom prst="rect">
            <a:avLst/>
          </a:prstGeom>
          <a:noFill/>
          <a:ln>
            <a:noFill/>
          </a:ln>
        </p:spPr>
        <p:txBody>
          <a:bodyPr wrap="none" rtlCol="0">
            <a:spAutoFit/>
          </a:bodyPr>
          <a:lstStyle/>
          <a:p>
            <a:r>
              <a:rPr lang="en-US" sz="1000" dirty="0"/>
              <a:t>2</a:t>
            </a:r>
          </a:p>
        </p:txBody>
      </p:sp>
      <p:sp>
        <p:nvSpPr>
          <p:cNvPr id="166" name="TextBox 165">
            <a:extLst>
              <a:ext uri="{FF2B5EF4-FFF2-40B4-BE49-F238E27FC236}">
                <a16:creationId xmlns:a16="http://schemas.microsoft.com/office/drawing/2014/main" id="{87F9ED3E-3B3D-21C0-5D51-C886842CFC74}"/>
              </a:ext>
            </a:extLst>
          </p:cNvPr>
          <p:cNvSpPr txBox="1"/>
          <p:nvPr/>
        </p:nvSpPr>
        <p:spPr>
          <a:xfrm>
            <a:off x="8053547" y="1096593"/>
            <a:ext cx="236073" cy="246221"/>
          </a:xfrm>
          <a:prstGeom prst="rect">
            <a:avLst/>
          </a:prstGeom>
          <a:noFill/>
          <a:ln>
            <a:noFill/>
          </a:ln>
        </p:spPr>
        <p:txBody>
          <a:bodyPr wrap="none" rtlCol="0">
            <a:spAutoFit/>
          </a:bodyPr>
          <a:lstStyle/>
          <a:p>
            <a:r>
              <a:rPr lang="en-US" sz="1000" dirty="0"/>
              <a:t>4</a:t>
            </a:r>
          </a:p>
        </p:txBody>
      </p:sp>
      <p:sp>
        <p:nvSpPr>
          <p:cNvPr id="167" name="TextBox 166">
            <a:extLst>
              <a:ext uri="{FF2B5EF4-FFF2-40B4-BE49-F238E27FC236}">
                <a16:creationId xmlns:a16="http://schemas.microsoft.com/office/drawing/2014/main" id="{545C6B40-1F6E-6064-C5D1-634F132B1C34}"/>
              </a:ext>
            </a:extLst>
          </p:cNvPr>
          <p:cNvSpPr txBox="1"/>
          <p:nvPr/>
        </p:nvSpPr>
        <p:spPr>
          <a:xfrm>
            <a:off x="8560542" y="1096593"/>
            <a:ext cx="236073" cy="246221"/>
          </a:xfrm>
          <a:prstGeom prst="rect">
            <a:avLst/>
          </a:prstGeom>
          <a:noFill/>
          <a:ln>
            <a:noFill/>
          </a:ln>
        </p:spPr>
        <p:txBody>
          <a:bodyPr wrap="none" rtlCol="0">
            <a:spAutoFit/>
          </a:bodyPr>
          <a:lstStyle/>
          <a:p>
            <a:r>
              <a:rPr lang="en-US" sz="1000" dirty="0"/>
              <a:t>6</a:t>
            </a:r>
          </a:p>
        </p:txBody>
      </p:sp>
      <p:grpSp>
        <p:nvGrpSpPr>
          <p:cNvPr id="182" name="Group 181">
            <a:extLst>
              <a:ext uri="{FF2B5EF4-FFF2-40B4-BE49-F238E27FC236}">
                <a16:creationId xmlns:a16="http://schemas.microsoft.com/office/drawing/2014/main" id="{A3264495-7D82-7F78-799D-4F9D157B5CB7}"/>
              </a:ext>
            </a:extLst>
          </p:cNvPr>
          <p:cNvGrpSpPr/>
          <p:nvPr/>
        </p:nvGrpSpPr>
        <p:grpSpPr>
          <a:xfrm>
            <a:off x="1015759" y="1407456"/>
            <a:ext cx="5225220" cy="227772"/>
            <a:chOff x="8030" y="2004646"/>
            <a:chExt cx="9546728" cy="205154"/>
          </a:xfrm>
        </p:grpSpPr>
        <p:cxnSp>
          <p:nvCxnSpPr>
            <p:cNvPr id="169" name="Straight Connector 168">
              <a:extLst>
                <a:ext uri="{FF2B5EF4-FFF2-40B4-BE49-F238E27FC236}">
                  <a16:creationId xmlns:a16="http://schemas.microsoft.com/office/drawing/2014/main" id="{2A067008-5C87-5DCF-79DB-8221FBAD18D6}"/>
                </a:ext>
              </a:extLst>
            </p:cNvPr>
            <p:cNvCxnSpPr>
              <a:cxnSpLocks/>
            </p:cNvCxnSpPr>
            <p:nvPr/>
          </p:nvCxnSpPr>
          <p:spPr>
            <a:xfrm>
              <a:off x="1109948" y="2004646"/>
              <a:ext cx="735055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29834741-A186-63F0-6F60-1444B7B053F6}"/>
                </a:ext>
              </a:extLst>
            </p:cNvPr>
            <p:cNvCxnSpPr/>
            <p:nvPr/>
          </p:nvCxnSpPr>
          <p:spPr>
            <a:xfrm>
              <a:off x="1118608" y="2004646"/>
              <a:ext cx="0" cy="20515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99E282CC-C555-AF94-E7C4-F8B1ADCC0AC4}"/>
                </a:ext>
              </a:extLst>
            </p:cNvPr>
            <p:cNvCxnSpPr>
              <a:cxnSpLocks/>
            </p:cNvCxnSpPr>
            <p:nvPr/>
          </p:nvCxnSpPr>
          <p:spPr>
            <a:xfrm flipH="1">
              <a:off x="8030" y="2209017"/>
              <a:ext cx="1102934"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9269217C-34B7-2A47-2D66-809E1CC4C6EC}"/>
                </a:ext>
              </a:extLst>
            </p:cNvPr>
            <p:cNvCxnSpPr>
              <a:cxnSpLocks/>
            </p:cNvCxnSpPr>
            <p:nvPr/>
          </p:nvCxnSpPr>
          <p:spPr>
            <a:xfrm>
              <a:off x="8460499" y="2008163"/>
              <a:ext cx="0" cy="19812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8B86AA08-D238-0CC9-E30E-EBA6D6C30EE5}"/>
                </a:ext>
              </a:extLst>
            </p:cNvPr>
            <p:cNvCxnSpPr/>
            <p:nvPr/>
          </p:nvCxnSpPr>
          <p:spPr>
            <a:xfrm>
              <a:off x="8464251" y="2204720"/>
              <a:ext cx="1090507"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90" name="TextBox 189">
            <a:extLst>
              <a:ext uri="{FF2B5EF4-FFF2-40B4-BE49-F238E27FC236}">
                <a16:creationId xmlns:a16="http://schemas.microsoft.com/office/drawing/2014/main" id="{4516503F-32AC-8344-E63E-162A6FDE876B}"/>
              </a:ext>
            </a:extLst>
          </p:cNvPr>
          <p:cNvSpPr txBox="1"/>
          <p:nvPr/>
        </p:nvSpPr>
        <p:spPr>
          <a:xfrm>
            <a:off x="3800563" y="3488763"/>
            <a:ext cx="236073" cy="190897"/>
          </a:xfrm>
          <a:prstGeom prst="rect">
            <a:avLst/>
          </a:prstGeom>
          <a:noFill/>
          <a:ln>
            <a:noFill/>
          </a:ln>
        </p:spPr>
        <p:txBody>
          <a:bodyPr wrap="square" rtlCol="0">
            <a:spAutoFit/>
          </a:bodyPr>
          <a:lstStyle/>
          <a:p>
            <a:r>
              <a:rPr lang="en-US" sz="1000" dirty="0"/>
              <a:t>2</a:t>
            </a:r>
          </a:p>
        </p:txBody>
      </p:sp>
      <p:sp>
        <p:nvSpPr>
          <p:cNvPr id="191" name="TextBox 190">
            <a:extLst>
              <a:ext uri="{FF2B5EF4-FFF2-40B4-BE49-F238E27FC236}">
                <a16:creationId xmlns:a16="http://schemas.microsoft.com/office/drawing/2014/main" id="{5D1D2A6D-3B73-6BAB-A2C6-0C8EA811DD05}"/>
              </a:ext>
            </a:extLst>
          </p:cNvPr>
          <p:cNvSpPr txBox="1"/>
          <p:nvPr/>
        </p:nvSpPr>
        <p:spPr>
          <a:xfrm>
            <a:off x="5841558" y="3503562"/>
            <a:ext cx="267056" cy="190898"/>
          </a:xfrm>
          <a:prstGeom prst="rect">
            <a:avLst/>
          </a:prstGeom>
          <a:noFill/>
          <a:ln>
            <a:noFill/>
          </a:ln>
        </p:spPr>
        <p:txBody>
          <a:bodyPr wrap="square" rtlCol="0">
            <a:spAutoFit/>
          </a:bodyPr>
          <a:lstStyle/>
          <a:p>
            <a:r>
              <a:rPr lang="en-US" sz="1000" dirty="0"/>
              <a:t>4</a:t>
            </a:r>
          </a:p>
        </p:txBody>
      </p:sp>
      <p:sp>
        <p:nvSpPr>
          <p:cNvPr id="192" name="TextBox 191">
            <a:extLst>
              <a:ext uri="{FF2B5EF4-FFF2-40B4-BE49-F238E27FC236}">
                <a16:creationId xmlns:a16="http://schemas.microsoft.com/office/drawing/2014/main" id="{8EC4B36D-D27F-DD30-1F04-CE8037F0F881}"/>
              </a:ext>
            </a:extLst>
          </p:cNvPr>
          <p:cNvSpPr txBox="1"/>
          <p:nvPr/>
        </p:nvSpPr>
        <p:spPr>
          <a:xfrm>
            <a:off x="8274475" y="3501819"/>
            <a:ext cx="267056" cy="246221"/>
          </a:xfrm>
          <a:prstGeom prst="rect">
            <a:avLst/>
          </a:prstGeom>
          <a:noFill/>
          <a:ln>
            <a:noFill/>
          </a:ln>
        </p:spPr>
        <p:txBody>
          <a:bodyPr wrap="square" rtlCol="0">
            <a:spAutoFit/>
          </a:bodyPr>
          <a:lstStyle/>
          <a:p>
            <a:r>
              <a:rPr lang="en-US" sz="1000" dirty="0"/>
              <a:t>6</a:t>
            </a:r>
          </a:p>
        </p:txBody>
      </p:sp>
      <p:grpSp>
        <p:nvGrpSpPr>
          <p:cNvPr id="267" name="Group 266">
            <a:extLst>
              <a:ext uri="{FF2B5EF4-FFF2-40B4-BE49-F238E27FC236}">
                <a16:creationId xmlns:a16="http://schemas.microsoft.com/office/drawing/2014/main" id="{DE315F3F-64CC-1D4A-D0E6-3EFD067B712C}"/>
              </a:ext>
            </a:extLst>
          </p:cNvPr>
          <p:cNvGrpSpPr/>
          <p:nvPr/>
        </p:nvGrpSpPr>
        <p:grpSpPr>
          <a:xfrm>
            <a:off x="1091376" y="2718046"/>
            <a:ext cx="1529969" cy="259975"/>
            <a:chOff x="829044" y="3335195"/>
            <a:chExt cx="1622760" cy="259975"/>
          </a:xfrm>
        </p:grpSpPr>
        <p:sp>
          <p:nvSpPr>
            <p:cNvPr id="214" name="Flowchart: Preparation 213">
              <a:extLst>
                <a:ext uri="{FF2B5EF4-FFF2-40B4-BE49-F238E27FC236}">
                  <a16:creationId xmlns:a16="http://schemas.microsoft.com/office/drawing/2014/main" id="{8FE8ECDF-2B9B-BC5C-141D-D4E5BDE0D579}"/>
                </a:ext>
              </a:extLst>
            </p:cNvPr>
            <p:cNvSpPr/>
            <p:nvPr/>
          </p:nvSpPr>
          <p:spPr>
            <a:xfrm>
              <a:off x="829044" y="3366104"/>
              <a:ext cx="5334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18" name="TextBox 217">
              <a:extLst>
                <a:ext uri="{FF2B5EF4-FFF2-40B4-BE49-F238E27FC236}">
                  <a16:creationId xmlns:a16="http://schemas.microsoft.com/office/drawing/2014/main" id="{D4476D85-8CEB-D1ED-AA35-D0A64F4CA3D5}"/>
                </a:ext>
              </a:extLst>
            </p:cNvPr>
            <p:cNvSpPr txBox="1"/>
            <p:nvPr/>
          </p:nvSpPr>
          <p:spPr>
            <a:xfrm>
              <a:off x="958583" y="3342346"/>
              <a:ext cx="250390" cy="246221"/>
            </a:xfrm>
            <a:prstGeom prst="rect">
              <a:avLst/>
            </a:prstGeom>
            <a:noFill/>
            <a:ln>
              <a:noFill/>
            </a:ln>
          </p:spPr>
          <p:txBody>
            <a:bodyPr wrap="none" rtlCol="0">
              <a:spAutoFit/>
            </a:bodyPr>
            <a:lstStyle/>
            <a:p>
              <a:r>
                <a:rPr lang="en-US" sz="1000" dirty="0"/>
                <a:t>0</a:t>
              </a:r>
            </a:p>
          </p:txBody>
        </p:sp>
        <p:sp>
          <p:nvSpPr>
            <p:cNvPr id="222" name="Flowchart: Preparation 221">
              <a:extLst>
                <a:ext uri="{FF2B5EF4-FFF2-40B4-BE49-F238E27FC236}">
                  <a16:creationId xmlns:a16="http://schemas.microsoft.com/office/drawing/2014/main" id="{7BB4C069-3BDA-CE85-8BDA-ECA989CC8041}"/>
                </a:ext>
              </a:extLst>
            </p:cNvPr>
            <p:cNvSpPr/>
            <p:nvPr/>
          </p:nvSpPr>
          <p:spPr>
            <a:xfrm>
              <a:off x="1918404" y="3371414"/>
              <a:ext cx="5334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23" name="Flowchart: Preparation 222">
              <a:extLst>
                <a:ext uri="{FF2B5EF4-FFF2-40B4-BE49-F238E27FC236}">
                  <a16:creationId xmlns:a16="http://schemas.microsoft.com/office/drawing/2014/main" id="{70E099A9-109C-420F-C01C-629409096FB8}"/>
                </a:ext>
              </a:extLst>
            </p:cNvPr>
            <p:cNvSpPr/>
            <p:nvPr/>
          </p:nvSpPr>
          <p:spPr>
            <a:xfrm>
              <a:off x="1373724" y="3366245"/>
              <a:ext cx="5334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24" name="TextBox 223">
              <a:extLst>
                <a:ext uri="{FF2B5EF4-FFF2-40B4-BE49-F238E27FC236}">
                  <a16:creationId xmlns:a16="http://schemas.microsoft.com/office/drawing/2014/main" id="{382C7758-68A0-3B0D-E9AA-D612668D43F6}"/>
                </a:ext>
              </a:extLst>
            </p:cNvPr>
            <p:cNvSpPr txBox="1"/>
            <p:nvPr/>
          </p:nvSpPr>
          <p:spPr>
            <a:xfrm>
              <a:off x="1522184" y="3348949"/>
              <a:ext cx="251992" cy="246221"/>
            </a:xfrm>
            <a:prstGeom prst="rect">
              <a:avLst/>
            </a:prstGeom>
            <a:noFill/>
            <a:ln>
              <a:noFill/>
            </a:ln>
          </p:spPr>
          <p:txBody>
            <a:bodyPr wrap="none" rtlCol="0">
              <a:spAutoFit/>
            </a:bodyPr>
            <a:lstStyle/>
            <a:p>
              <a:r>
                <a:rPr lang="en-US" sz="1000" dirty="0"/>
                <a:t>X</a:t>
              </a:r>
            </a:p>
          </p:txBody>
        </p:sp>
        <p:sp>
          <p:nvSpPr>
            <p:cNvPr id="225" name="TextBox 224">
              <a:extLst>
                <a:ext uri="{FF2B5EF4-FFF2-40B4-BE49-F238E27FC236}">
                  <a16:creationId xmlns:a16="http://schemas.microsoft.com/office/drawing/2014/main" id="{72F0FDA1-B9CF-9862-E496-27E951F68FF1}"/>
                </a:ext>
              </a:extLst>
            </p:cNvPr>
            <p:cNvSpPr txBox="1"/>
            <p:nvPr/>
          </p:nvSpPr>
          <p:spPr>
            <a:xfrm>
              <a:off x="2075721" y="3335195"/>
              <a:ext cx="251992" cy="246221"/>
            </a:xfrm>
            <a:prstGeom prst="rect">
              <a:avLst/>
            </a:prstGeom>
            <a:noFill/>
            <a:ln>
              <a:noFill/>
            </a:ln>
          </p:spPr>
          <p:txBody>
            <a:bodyPr wrap="none" rtlCol="0">
              <a:spAutoFit/>
            </a:bodyPr>
            <a:lstStyle/>
            <a:p>
              <a:r>
                <a:rPr lang="en-US" sz="1000" dirty="0"/>
                <a:t>X</a:t>
              </a:r>
            </a:p>
          </p:txBody>
        </p:sp>
      </p:grpSp>
      <p:sp>
        <p:nvSpPr>
          <p:cNvPr id="226" name="Flowchart: Preparation 225">
            <a:extLst>
              <a:ext uri="{FF2B5EF4-FFF2-40B4-BE49-F238E27FC236}">
                <a16:creationId xmlns:a16="http://schemas.microsoft.com/office/drawing/2014/main" id="{5B38BDA7-8C1B-15F4-0402-B1551AC727C4}"/>
              </a:ext>
            </a:extLst>
          </p:cNvPr>
          <p:cNvSpPr/>
          <p:nvPr/>
        </p:nvSpPr>
        <p:spPr>
          <a:xfrm>
            <a:off x="1621604" y="1753580"/>
            <a:ext cx="5029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27" name="Flowchart: Preparation 226">
            <a:extLst>
              <a:ext uri="{FF2B5EF4-FFF2-40B4-BE49-F238E27FC236}">
                <a16:creationId xmlns:a16="http://schemas.microsoft.com/office/drawing/2014/main" id="{1C5826BC-DE97-5518-040C-478D5D2D0B84}"/>
              </a:ext>
            </a:extLst>
          </p:cNvPr>
          <p:cNvSpPr/>
          <p:nvPr/>
        </p:nvSpPr>
        <p:spPr>
          <a:xfrm>
            <a:off x="2124504" y="1752012"/>
            <a:ext cx="5029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28" name="Flowchart: Preparation 227">
            <a:extLst>
              <a:ext uri="{FF2B5EF4-FFF2-40B4-BE49-F238E27FC236}">
                <a16:creationId xmlns:a16="http://schemas.microsoft.com/office/drawing/2014/main" id="{51729846-956C-B896-4C33-FD8C1DD13AB9}"/>
              </a:ext>
            </a:extLst>
          </p:cNvPr>
          <p:cNvSpPr/>
          <p:nvPr/>
        </p:nvSpPr>
        <p:spPr>
          <a:xfrm>
            <a:off x="2627404" y="1752012"/>
            <a:ext cx="5029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29" name="Flowchart: Preparation 228">
            <a:extLst>
              <a:ext uri="{FF2B5EF4-FFF2-40B4-BE49-F238E27FC236}">
                <a16:creationId xmlns:a16="http://schemas.microsoft.com/office/drawing/2014/main" id="{36F07EAB-DC81-8EF6-912A-3927D1C124D9}"/>
              </a:ext>
            </a:extLst>
          </p:cNvPr>
          <p:cNvSpPr/>
          <p:nvPr/>
        </p:nvSpPr>
        <p:spPr>
          <a:xfrm>
            <a:off x="3127573" y="1752012"/>
            <a:ext cx="5029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30" name="Flowchart: Preparation 229">
            <a:extLst>
              <a:ext uri="{FF2B5EF4-FFF2-40B4-BE49-F238E27FC236}">
                <a16:creationId xmlns:a16="http://schemas.microsoft.com/office/drawing/2014/main" id="{0DAE8FF8-4268-78ED-B72A-0BF4947B19DD}"/>
              </a:ext>
            </a:extLst>
          </p:cNvPr>
          <p:cNvSpPr/>
          <p:nvPr/>
        </p:nvSpPr>
        <p:spPr>
          <a:xfrm>
            <a:off x="3627743" y="1757575"/>
            <a:ext cx="5029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31" name="Flowchart: Preparation 230">
            <a:extLst>
              <a:ext uri="{FF2B5EF4-FFF2-40B4-BE49-F238E27FC236}">
                <a16:creationId xmlns:a16="http://schemas.microsoft.com/office/drawing/2014/main" id="{BF4F271F-A5E2-F5D0-59EE-B2EE99398C3B}"/>
              </a:ext>
            </a:extLst>
          </p:cNvPr>
          <p:cNvSpPr/>
          <p:nvPr/>
        </p:nvSpPr>
        <p:spPr>
          <a:xfrm>
            <a:off x="4133373" y="1760081"/>
            <a:ext cx="5029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32" name="Flowchart: Preparation 231">
            <a:extLst>
              <a:ext uri="{FF2B5EF4-FFF2-40B4-BE49-F238E27FC236}">
                <a16:creationId xmlns:a16="http://schemas.microsoft.com/office/drawing/2014/main" id="{990E46B5-8849-39E9-DE16-BFEA51EF5DA5}"/>
              </a:ext>
            </a:extLst>
          </p:cNvPr>
          <p:cNvSpPr/>
          <p:nvPr/>
        </p:nvSpPr>
        <p:spPr>
          <a:xfrm>
            <a:off x="4636273" y="1764844"/>
            <a:ext cx="5029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33" name="Flowchart: Preparation 232">
            <a:extLst>
              <a:ext uri="{FF2B5EF4-FFF2-40B4-BE49-F238E27FC236}">
                <a16:creationId xmlns:a16="http://schemas.microsoft.com/office/drawing/2014/main" id="{84A6B5DB-5BD2-65F9-C9CB-2330EAE3B0FC}"/>
              </a:ext>
            </a:extLst>
          </p:cNvPr>
          <p:cNvSpPr/>
          <p:nvPr/>
        </p:nvSpPr>
        <p:spPr>
          <a:xfrm>
            <a:off x="5139172" y="1764844"/>
            <a:ext cx="5029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34" name="Flowchart: Preparation 233">
            <a:extLst>
              <a:ext uri="{FF2B5EF4-FFF2-40B4-BE49-F238E27FC236}">
                <a16:creationId xmlns:a16="http://schemas.microsoft.com/office/drawing/2014/main" id="{CB4D1FAF-CC21-FA2A-A005-9AF9D5854F6B}"/>
              </a:ext>
            </a:extLst>
          </p:cNvPr>
          <p:cNvSpPr/>
          <p:nvPr/>
        </p:nvSpPr>
        <p:spPr>
          <a:xfrm>
            <a:off x="5642072" y="1764844"/>
            <a:ext cx="5029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35" name="TextBox 234">
            <a:extLst>
              <a:ext uri="{FF2B5EF4-FFF2-40B4-BE49-F238E27FC236}">
                <a16:creationId xmlns:a16="http://schemas.microsoft.com/office/drawing/2014/main" id="{EFE37030-CB3B-7655-097E-98A10A901CE3}"/>
              </a:ext>
            </a:extLst>
          </p:cNvPr>
          <p:cNvSpPr txBox="1"/>
          <p:nvPr/>
        </p:nvSpPr>
        <p:spPr>
          <a:xfrm>
            <a:off x="1636015" y="1729747"/>
            <a:ext cx="458238" cy="246221"/>
          </a:xfrm>
          <a:prstGeom prst="rect">
            <a:avLst/>
          </a:prstGeom>
          <a:noFill/>
          <a:ln>
            <a:noFill/>
          </a:ln>
        </p:spPr>
        <p:txBody>
          <a:bodyPr wrap="none" rtlCol="0">
            <a:spAutoFit/>
          </a:bodyPr>
          <a:lstStyle/>
          <a:p>
            <a:r>
              <a:rPr lang="en-US" sz="1000" dirty="0"/>
              <a:t>XDig0</a:t>
            </a:r>
          </a:p>
        </p:txBody>
      </p:sp>
      <p:sp>
        <p:nvSpPr>
          <p:cNvPr id="237" name="TextBox 236">
            <a:extLst>
              <a:ext uri="{FF2B5EF4-FFF2-40B4-BE49-F238E27FC236}">
                <a16:creationId xmlns:a16="http://schemas.microsoft.com/office/drawing/2014/main" id="{C6C61C25-5162-D80E-D275-E5A8C07C19D7}"/>
              </a:ext>
            </a:extLst>
          </p:cNvPr>
          <p:cNvSpPr txBox="1"/>
          <p:nvPr/>
        </p:nvSpPr>
        <p:spPr>
          <a:xfrm>
            <a:off x="2650849" y="1723831"/>
            <a:ext cx="447660" cy="246221"/>
          </a:xfrm>
          <a:prstGeom prst="rect">
            <a:avLst/>
          </a:prstGeom>
          <a:noFill/>
          <a:ln>
            <a:noFill/>
          </a:ln>
        </p:spPr>
        <p:txBody>
          <a:bodyPr wrap="none" rtlCol="0">
            <a:spAutoFit/>
          </a:bodyPr>
          <a:lstStyle/>
          <a:p>
            <a:r>
              <a:rPr lang="en-US" sz="1000" dirty="0"/>
              <a:t>Xdig2</a:t>
            </a:r>
          </a:p>
        </p:txBody>
      </p:sp>
      <p:sp>
        <p:nvSpPr>
          <p:cNvPr id="238" name="TextBox 237">
            <a:extLst>
              <a:ext uri="{FF2B5EF4-FFF2-40B4-BE49-F238E27FC236}">
                <a16:creationId xmlns:a16="http://schemas.microsoft.com/office/drawing/2014/main" id="{AAB0FEA2-15F8-E345-B7E0-0D4EBD6E6BBB}"/>
              </a:ext>
            </a:extLst>
          </p:cNvPr>
          <p:cNvSpPr txBox="1"/>
          <p:nvPr/>
        </p:nvSpPr>
        <p:spPr>
          <a:xfrm>
            <a:off x="3153012" y="1728457"/>
            <a:ext cx="447660" cy="246221"/>
          </a:xfrm>
          <a:prstGeom prst="rect">
            <a:avLst/>
          </a:prstGeom>
          <a:noFill/>
          <a:ln>
            <a:noFill/>
          </a:ln>
        </p:spPr>
        <p:txBody>
          <a:bodyPr wrap="none" rtlCol="0">
            <a:spAutoFit/>
          </a:bodyPr>
          <a:lstStyle/>
          <a:p>
            <a:r>
              <a:rPr lang="en-US" sz="1000" dirty="0"/>
              <a:t>Xdig3</a:t>
            </a:r>
          </a:p>
        </p:txBody>
      </p:sp>
      <p:sp>
        <p:nvSpPr>
          <p:cNvPr id="240" name="TextBox 239">
            <a:extLst>
              <a:ext uri="{FF2B5EF4-FFF2-40B4-BE49-F238E27FC236}">
                <a16:creationId xmlns:a16="http://schemas.microsoft.com/office/drawing/2014/main" id="{752CB83A-6749-4F48-AAFD-0EBC37F4F8A9}"/>
              </a:ext>
            </a:extLst>
          </p:cNvPr>
          <p:cNvSpPr txBox="1"/>
          <p:nvPr/>
        </p:nvSpPr>
        <p:spPr>
          <a:xfrm>
            <a:off x="4157447" y="1730254"/>
            <a:ext cx="447660" cy="246221"/>
          </a:xfrm>
          <a:prstGeom prst="rect">
            <a:avLst/>
          </a:prstGeom>
          <a:noFill/>
          <a:ln>
            <a:noFill/>
          </a:ln>
        </p:spPr>
        <p:txBody>
          <a:bodyPr wrap="none" rtlCol="0">
            <a:spAutoFit/>
          </a:bodyPr>
          <a:lstStyle/>
          <a:p>
            <a:r>
              <a:rPr lang="en-US" sz="1000" dirty="0"/>
              <a:t>Xdig5</a:t>
            </a:r>
          </a:p>
        </p:txBody>
      </p:sp>
      <p:sp>
        <p:nvSpPr>
          <p:cNvPr id="241" name="TextBox 240">
            <a:extLst>
              <a:ext uri="{FF2B5EF4-FFF2-40B4-BE49-F238E27FC236}">
                <a16:creationId xmlns:a16="http://schemas.microsoft.com/office/drawing/2014/main" id="{16FBD3F1-3303-E75D-2A56-25600D7FB550}"/>
              </a:ext>
            </a:extLst>
          </p:cNvPr>
          <p:cNvSpPr txBox="1"/>
          <p:nvPr/>
        </p:nvSpPr>
        <p:spPr>
          <a:xfrm>
            <a:off x="4674735" y="1738275"/>
            <a:ext cx="447660" cy="246221"/>
          </a:xfrm>
          <a:prstGeom prst="rect">
            <a:avLst/>
          </a:prstGeom>
          <a:noFill/>
          <a:ln>
            <a:noFill/>
          </a:ln>
        </p:spPr>
        <p:txBody>
          <a:bodyPr wrap="none" rtlCol="0">
            <a:spAutoFit/>
          </a:bodyPr>
          <a:lstStyle/>
          <a:p>
            <a:r>
              <a:rPr lang="en-US" sz="1000" dirty="0"/>
              <a:t>Xdig6</a:t>
            </a:r>
          </a:p>
        </p:txBody>
      </p:sp>
      <p:sp>
        <p:nvSpPr>
          <p:cNvPr id="242" name="TextBox 241">
            <a:extLst>
              <a:ext uri="{FF2B5EF4-FFF2-40B4-BE49-F238E27FC236}">
                <a16:creationId xmlns:a16="http://schemas.microsoft.com/office/drawing/2014/main" id="{F6904495-E18D-CC2F-A2F4-8FCBF26AFD46}"/>
              </a:ext>
            </a:extLst>
          </p:cNvPr>
          <p:cNvSpPr txBox="1"/>
          <p:nvPr/>
        </p:nvSpPr>
        <p:spPr>
          <a:xfrm>
            <a:off x="5190165" y="1737616"/>
            <a:ext cx="447660" cy="246221"/>
          </a:xfrm>
          <a:prstGeom prst="rect">
            <a:avLst/>
          </a:prstGeom>
          <a:noFill/>
          <a:ln>
            <a:noFill/>
          </a:ln>
        </p:spPr>
        <p:txBody>
          <a:bodyPr wrap="none" rtlCol="0">
            <a:spAutoFit/>
          </a:bodyPr>
          <a:lstStyle/>
          <a:p>
            <a:r>
              <a:rPr lang="en-US" sz="1000" dirty="0"/>
              <a:t>Xdig7</a:t>
            </a:r>
          </a:p>
        </p:txBody>
      </p:sp>
      <p:sp>
        <p:nvSpPr>
          <p:cNvPr id="246" name="TextBox 245">
            <a:extLst>
              <a:ext uri="{FF2B5EF4-FFF2-40B4-BE49-F238E27FC236}">
                <a16:creationId xmlns:a16="http://schemas.microsoft.com/office/drawing/2014/main" id="{389FEC39-AAC0-814E-4B14-53DFB4D7E161}"/>
              </a:ext>
            </a:extLst>
          </p:cNvPr>
          <p:cNvSpPr txBox="1"/>
          <p:nvPr/>
        </p:nvSpPr>
        <p:spPr>
          <a:xfrm>
            <a:off x="2165912" y="1724416"/>
            <a:ext cx="447660" cy="246221"/>
          </a:xfrm>
          <a:prstGeom prst="rect">
            <a:avLst/>
          </a:prstGeom>
          <a:noFill/>
          <a:ln>
            <a:noFill/>
          </a:ln>
        </p:spPr>
        <p:txBody>
          <a:bodyPr wrap="none" rtlCol="0">
            <a:spAutoFit/>
          </a:bodyPr>
          <a:lstStyle/>
          <a:p>
            <a:r>
              <a:rPr lang="en-US" sz="1000" dirty="0"/>
              <a:t>Xdig1</a:t>
            </a:r>
          </a:p>
        </p:txBody>
      </p:sp>
      <p:sp>
        <p:nvSpPr>
          <p:cNvPr id="247" name="TextBox 246">
            <a:extLst>
              <a:ext uri="{FF2B5EF4-FFF2-40B4-BE49-F238E27FC236}">
                <a16:creationId xmlns:a16="http://schemas.microsoft.com/office/drawing/2014/main" id="{EC8E97C0-792B-7421-468F-88FCD4CB3877}"/>
              </a:ext>
            </a:extLst>
          </p:cNvPr>
          <p:cNvSpPr txBox="1"/>
          <p:nvPr/>
        </p:nvSpPr>
        <p:spPr>
          <a:xfrm>
            <a:off x="3666582" y="1724415"/>
            <a:ext cx="447660" cy="246221"/>
          </a:xfrm>
          <a:prstGeom prst="rect">
            <a:avLst/>
          </a:prstGeom>
          <a:noFill/>
          <a:ln>
            <a:noFill/>
          </a:ln>
        </p:spPr>
        <p:txBody>
          <a:bodyPr wrap="none" rtlCol="0">
            <a:spAutoFit/>
          </a:bodyPr>
          <a:lstStyle/>
          <a:p>
            <a:r>
              <a:rPr lang="en-US" sz="1000" dirty="0"/>
              <a:t>Xdig4</a:t>
            </a:r>
          </a:p>
        </p:txBody>
      </p:sp>
      <p:sp>
        <p:nvSpPr>
          <p:cNvPr id="248" name="TextBox 247">
            <a:extLst>
              <a:ext uri="{FF2B5EF4-FFF2-40B4-BE49-F238E27FC236}">
                <a16:creationId xmlns:a16="http://schemas.microsoft.com/office/drawing/2014/main" id="{20E8F92D-367B-EB55-38C4-11BBA09FD165}"/>
              </a:ext>
            </a:extLst>
          </p:cNvPr>
          <p:cNvSpPr txBox="1"/>
          <p:nvPr/>
        </p:nvSpPr>
        <p:spPr>
          <a:xfrm>
            <a:off x="5678541" y="1731115"/>
            <a:ext cx="420456" cy="246221"/>
          </a:xfrm>
          <a:prstGeom prst="rect">
            <a:avLst/>
          </a:prstGeom>
          <a:noFill/>
          <a:ln>
            <a:noFill/>
          </a:ln>
        </p:spPr>
        <p:txBody>
          <a:bodyPr wrap="none" rtlCol="0">
            <a:spAutoFit/>
          </a:bodyPr>
          <a:lstStyle/>
          <a:p>
            <a:r>
              <a:rPr lang="en-US" sz="1000" dirty="0"/>
              <a:t>E/Sig</a:t>
            </a:r>
          </a:p>
        </p:txBody>
      </p:sp>
      <p:sp>
        <p:nvSpPr>
          <p:cNvPr id="259" name="TextBox 258">
            <a:extLst>
              <a:ext uri="{FF2B5EF4-FFF2-40B4-BE49-F238E27FC236}">
                <a16:creationId xmlns:a16="http://schemas.microsoft.com/office/drawing/2014/main" id="{288DC379-7FC4-817A-8883-C694BBFBEB53}"/>
              </a:ext>
            </a:extLst>
          </p:cNvPr>
          <p:cNvSpPr txBox="1"/>
          <p:nvPr/>
        </p:nvSpPr>
        <p:spPr>
          <a:xfrm>
            <a:off x="1761962" y="3489063"/>
            <a:ext cx="236073" cy="213204"/>
          </a:xfrm>
          <a:prstGeom prst="rect">
            <a:avLst/>
          </a:prstGeom>
          <a:noFill/>
          <a:ln>
            <a:noFill/>
          </a:ln>
        </p:spPr>
        <p:txBody>
          <a:bodyPr wrap="none" rtlCol="0">
            <a:spAutoFit/>
          </a:bodyPr>
          <a:lstStyle/>
          <a:p>
            <a:r>
              <a:rPr lang="en-US" sz="1000" dirty="0"/>
              <a:t>0</a:t>
            </a:r>
          </a:p>
        </p:txBody>
      </p:sp>
      <p:grpSp>
        <p:nvGrpSpPr>
          <p:cNvPr id="268" name="Group 267">
            <a:extLst>
              <a:ext uri="{FF2B5EF4-FFF2-40B4-BE49-F238E27FC236}">
                <a16:creationId xmlns:a16="http://schemas.microsoft.com/office/drawing/2014/main" id="{45E9B3F9-A18E-A46A-DC3D-9AC016A77110}"/>
              </a:ext>
            </a:extLst>
          </p:cNvPr>
          <p:cNvGrpSpPr/>
          <p:nvPr/>
        </p:nvGrpSpPr>
        <p:grpSpPr>
          <a:xfrm>
            <a:off x="3137670" y="2722382"/>
            <a:ext cx="1529969" cy="259975"/>
            <a:chOff x="829044" y="3335195"/>
            <a:chExt cx="1622760" cy="259975"/>
          </a:xfrm>
        </p:grpSpPr>
        <p:sp>
          <p:nvSpPr>
            <p:cNvPr id="269" name="Flowchart: Preparation 268">
              <a:extLst>
                <a:ext uri="{FF2B5EF4-FFF2-40B4-BE49-F238E27FC236}">
                  <a16:creationId xmlns:a16="http://schemas.microsoft.com/office/drawing/2014/main" id="{2D4BC9CC-F73B-63A9-2A1F-430684D2E9CB}"/>
                </a:ext>
              </a:extLst>
            </p:cNvPr>
            <p:cNvSpPr/>
            <p:nvPr/>
          </p:nvSpPr>
          <p:spPr>
            <a:xfrm>
              <a:off x="829044" y="3366104"/>
              <a:ext cx="5334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0" name="TextBox 269">
              <a:extLst>
                <a:ext uri="{FF2B5EF4-FFF2-40B4-BE49-F238E27FC236}">
                  <a16:creationId xmlns:a16="http://schemas.microsoft.com/office/drawing/2014/main" id="{5D03CC98-CB2F-4AF7-A17C-1679A10B88F7}"/>
                </a:ext>
              </a:extLst>
            </p:cNvPr>
            <p:cNvSpPr txBox="1"/>
            <p:nvPr/>
          </p:nvSpPr>
          <p:spPr>
            <a:xfrm>
              <a:off x="958583" y="3342346"/>
              <a:ext cx="250390" cy="246221"/>
            </a:xfrm>
            <a:prstGeom prst="rect">
              <a:avLst/>
            </a:prstGeom>
            <a:noFill/>
            <a:ln>
              <a:noFill/>
            </a:ln>
          </p:spPr>
          <p:txBody>
            <a:bodyPr wrap="none" rtlCol="0">
              <a:spAutoFit/>
            </a:bodyPr>
            <a:lstStyle/>
            <a:p>
              <a:r>
                <a:rPr lang="en-US" sz="1000" dirty="0"/>
                <a:t>2</a:t>
              </a:r>
            </a:p>
          </p:txBody>
        </p:sp>
        <p:sp>
          <p:nvSpPr>
            <p:cNvPr id="271" name="Flowchart: Preparation 270">
              <a:extLst>
                <a:ext uri="{FF2B5EF4-FFF2-40B4-BE49-F238E27FC236}">
                  <a16:creationId xmlns:a16="http://schemas.microsoft.com/office/drawing/2014/main" id="{EDCD1F20-23F2-0058-9D47-A39CE8EADBF5}"/>
                </a:ext>
              </a:extLst>
            </p:cNvPr>
            <p:cNvSpPr/>
            <p:nvPr/>
          </p:nvSpPr>
          <p:spPr>
            <a:xfrm>
              <a:off x="1918404" y="3371414"/>
              <a:ext cx="5334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2" name="Flowchart: Preparation 271">
              <a:extLst>
                <a:ext uri="{FF2B5EF4-FFF2-40B4-BE49-F238E27FC236}">
                  <a16:creationId xmlns:a16="http://schemas.microsoft.com/office/drawing/2014/main" id="{30F6D3C7-193F-A5B0-0AE3-95BA808D6A27}"/>
                </a:ext>
              </a:extLst>
            </p:cNvPr>
            <p:cNvSpPr/>
            <p:nvPr/>
          </p:nvSpPr>
          <p:spPr>
            <a:xfrm>
              <a:off x="1373724" y="3366245"/>
              <a:ext cx="5334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3" name="TextBox 272">
              <a:extLst>
                <a:ext uri="{FF2B5EF4-FFF2-40B4-BE49-F238E27FC236}">
                  <a16:creationId xmlns:a16="http://schemas.microsoft.com/office/drawing/2014/main" id="{EA2B5CF6-EF4D-1523-C8A6-B53EA0F08C2A}"/>
                </a:ext>
              </a:extLst>
            </p:cNvPr>
            <p:cNvSpPr txBox="1"/>
            <p:nvPr/>
          </p:nvSpPr>
          <p:spPr>
            <a:xfrm>
              <a:off x="1522184" y="3348949"/>
              <a:ext cx="251992" cy="246221"/>
            </a:xfrm>
            <a:prstGeom prst="rect">
              <a:avLst/>
            </a:prstGeom>
            <a:noFill/>
            <a:ln>
              <a:noFill/>
            </a:ln>
          </p:spPr>
          <p:txBody>
            <a:bodyPr wrap="none" rtlCol="0">
              <a:spAutoFit/>
            </a:bodyPr>
            <a:lstStyle/>
            <a:p>
              <a:r>
                <a:rPr lang="en-US" sz="1000" dirty="0"/>
                <a:t>X</a:t>
              </a:r>
            </a:p>
          </p:txBody>
        </p:sp>
        <p:sp>
          <p:nvSpPr>
            <p:cNvPr id="274" name="TextBox 273">
              <a:extLst>
                <a:ext uri="{FF2B5EF4-FFF2-40B4-BE49-F238E27FC236}">
                  <a16:creationId xmlns:a16="http://schemas.microsoft.com/office/drawing/2014/main" id="{618D94F7-4A89-6E0F-3A26-ECDCE36EA7EF}"/>
                </a:ext>
              </a:extLst>
            </p:cNvPr>
            <p:cNvSpPr txBox="1"/>
            <p:nvPr/>
          </p:nvSpPr>
          <p:spPr>
            <a:xfrm>
              <a:off x="2075721" y="3335195"/>
              <a:ext cx="251992" cy="246221"/>
            </a:xfrm>
            <a:prstGeom prst="rect">
              <a:avLst/>
            </a:prstGeom>
            <a:noFill/>
            <a:ln>
              <a:noFill/>
            </a:ln>
          </p:spPr>
          <p:txBody>
            <a:bodyPr wrap="none" rtlCol="0">
              <a:spAutoFit/>
            </a:bodyPr>
            <a:lstStyle/>
            <a:p>
              <a:r>
                <a:rPr lang="en-US" sz="1000" dirty="0"/>
                <a:t>X</a:t>
              </a:r>
            </a:p>
          </p:txBody>
        </p:sp>
      </p:grpSp>
      <p:sp>
        <p:nvSpPr>
          <p:cNvPr id="277" name="Flowchart: Preparation 276">
            <a:extLst>
              <a:ext uri="{FF2B5EF4-FFF2-40B4-BE49-F238E27FC236}">
                <a16:creationId xmlns:a16="http://schemas.microsoft.com/office/drawing/2014/main" id="{902FD712-04AF-8119-DB96-36C22009DC39}"/>
              </a:ext>
            </a:extLst>
          </p:cNvPr>
          <p:cNvSpPr/>
          <p:nvPr/>
        </p:nvSpPr>
        <p:spPr>
          <a:xfrm>
            <a:off x="2628826" y="2754585"/>
            <a:ext cx="5029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83" name="Flowchart: Preparation 282">
            <a:extLst>
              <a:ext uri="{FF2B5EF4-FFF2-40B4-BE49-F238E27FC236}">
                <a16:creationId xmlns:a16="http://schemas.microsoft.com/office/drawing/2014/main" id="{74A5AAF3-ED1E-77E1-BCD0-51F69B9A011A}"/>
              </a:ext>
            </a:extLst>
          </p:cNvPr>
          <p:cNvSpPr/>
          <p:nvPr/>
        </p:nvSpPr>
        <p:spPr>
          <a:xfrm>
            <a:off x="4668547" y="2759665"/>
            <a:ext cx="5029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300" name="Group 299">
            <a:extLst>
              <a:ext uri="{FF2B5EF4-FFF2-40B4-BE49-F238E27FC236}">
                <a16:creationId xmlns:a16="http://schemas.microsoft.com/office/drawing/2014/main" id="{40C05900-ED0B-1819-455A-EE83D28C9CCD}"/>
              </a:ext>
            </a:extLst>
          </p:cNvPr>
          <p:cNvGrpSpPr/>
          <p:nvPr/>
        </p:nvGrpSpPr>
        <p:grpSpPr>
          <a:xfrm>
            <a:off x="5180859" y="2726968"/>
            <a:ext cx="1529969" cy="259975"/>
            <a:chOff x="829044" y="3335195"/>
            <a:chExt cx="1622760" cy="259975"/>
          </a:xfrm>
        </p:grpSpPr>
        <p:sp>
          <p:nvSpPr>
            <p:cNvPr id="301" name="Flowchart: Preparation 300">
              <a:extLst>
                <a:ext uri="{FF2B5EF4-FFF2-40B4-BE49-F238E27FC236}">
                  <a16:creationId xmlns:a16="http://schemas.microsoft.com/office/drawing/2014/main" id="{46449B70-5074-520F-3148-BFFFCD01EBE9}"/>
                </a:ext>
              </a:extLst>
            </p:cNvPr>
            <p:cNvSpPr/>
            <p:nvPr/>
          </p:nvSpPr>
          <p:spPr>
            <a:xfrm>
              <a:off x="829044" y="3366104"/>
              <a:ext cx="5334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02" name="TextBox 301">
              <a:extLst>
                <a:ext uri="{FF2B5EF4-FFF2-40B4-BE49-F238E27FC236}">
                  <a16:creationId xmlns:a16="http://schemas.microsoft.com/office/drawing/2014/main" id="{29F3384C-FC52-D3DB-F36A-D62148ECB299}"/>
                </a:ext>
              </a:extLst>
            </p:cNvPr>
            <p:cNvSpPr txBox="1"/>
            <p:nvPr/>
          </p:nvSpPr>
          <p:spPr>
            <a:xfrm>
              <a:off x="958583" y="3342346"/>
              <a:ext cx="250390" cy="246221"/>
            </a:xfrm>
            <a:prstGeom prst="rect">
              <a:avLst/>
            </a:prstGeom>
            <a:noFill/>
            <a:ln>
              <a:noFill/>
            </a:ln>
          </p:spPr>
          <p:txBody>
            <a:bodyPr wrap="none" rtlCol="0">
              <a:spAutoFit/>
            </a:bodyPr>
            <a:lstStyle/>
            <a:p>
              <a:r>
                <a:rPr lang="en-US" sz="1000" dirty="0"/>
                <a:t>4</a:t>
              </a:r>
            </a:p>
          </p:txBody>
        </p:sp>
        <p:sp>
          <p:nvSpPr>
            <p:cNvPr id="303" name="Flowchart: Preparation 302">
              <a:extLst>
                <a:ext uri="{FF2B5EF4-FFF2-40B4-BE49-F238E27FC236}">
                  <a16:creationId xmlns:a16="http://schemas.microsoft.com/office/drawing/2014/main" id="{7CBEE941-4CA1-193D-F97C-FD4270B860ED}"/>
                </a:ext>
              </a:extLst>
            </p:cNvPr>
            <p:cNvSpPr/>
            <p:nvPr/>
          </p:nvSpPr>
          <p:spPr>
            <a:xfrm>
              <a:off x="1918404" y="3371414"/>
              <a:ext cx="5334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04" name="Flowchart: Preparation 303">
              <a:extLst>
                <a:ext uri="{FF2B5EF4-FFF2-40B4-BE49-F238E27FC236}">
                  <a16:creationId xmlns:a16="http://schemas.microsoft.com/office/drawing/2014/main" id="{63BAC7AE-3091-D236-0716-A8D6807720C7}"/>
                </a:ext>
              </a:extLst>
            </p:cNvPr>
            <p:cNvSpPr/>
            <p:nvPr/>
          </p:nvSpPr>
          <p:spPr>
            <a:xfrm>
              <a:off x="1373724" y="3366245"/>
              <a:ext cx="5334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05" name="TextBox 304">
              <a:extLst>
                <a:ext uri="{FF2B5EF4-FFF2-40B4-BE49-F238E27FC236}">
                  <a16:creationId xmlns:a16="http://schemas.microsoft.com/office/drawing/2014/main" id="{C023BB98-C230-8D6D-35B8-0A221DD975BA}"/>
                </a:ext>
              </a:extLst>
            </p:cNvPr>
            <p:cNvSpPr txBox="1"/>
            <p:nvPr/>
          </p:nvSpPr>
          <p:spPr>
            <a:xfrm>
              <a:off x="1522184" y="3348949"/>
              <a:ext cx="251992" cy="246221"/>
            </a:xfrm>
            <a:prstGeom prst="rect">
              <a:avLst/>
            </a:prstGeom>
            <a:noFill/>
            <a:ln>
              <a:noFill/>
            </a:ln>
          </p:spPr>
          <p:txBody>
            <a:bodyPr wrap="none" rtlCol="0">
              <a:spAutoFit/>
            </a:bodyPr>
            <a:lstStyle/>
            <a:p>
              <a:r>
                <a:rPr lang="en-US" sz="1000" dirty="0"/>
                <a:t>X</a:t>
              </a:r>
            </a:p>
          </p:txBody>
        </p:sp>
        <p:sp>
          <p:nvSpPr>
            <p:cNvPr id="306" name="TextBox 305">
              <a:extLst>
                <a:ext uri="{FF2B5EF4-FFF2-40B4-BE49-F238E27FC236}">
                  <a16:creationId xmlns:a16="http://schemas.microsoft.com/office/drawing/2014/main" id="{94C5E6C5-A043-9F7D-8CAE-436CF1089C7A}"/>
                </a:ext>
              </a:extLst>
            </p:cNvPr>
            <p:cNvSpPr txBox="1"/>
            <p:nvPr/>
          </p:nvSpPr>
          <p:spPr>
            <a:xfrm>
              <a:off x="2075721" y="3335195"/>
              <a:ext cx="251992" cy="246221"/>
            </a:xfrm>
            <a:prstGeom prst="rect">
              <a:avLst/>
            </a:prstGeom>
            <a:noFill/>
            <a:ln>
              <a:noFill/>
            </a:ln>
          </p:spPr>
          <p:txBody>
            <a:bodyPr wrap="none" rtlCol="0">
              <a:spAutoFit/>
            </a:bodyPr>
            <a:lstStyle/>
            <a:p>
              <a:r>
                <a:rPr lang="en-US" sz="1000" dirty="0"/>
                <a:t>X</a:t>
              </a:r>
            </a:p>
          </p:txBody>
        </p:sp>
      </p:grpSp>
      <p:sp>
        <p:nvSpPr>
          <p:cNvPr id="307" name="TextBox 306">
            <a:extLst>
              <a:ext uri="{FF2B5EF4-FFF2-40B4-BE49-F238E27FC236}">
                <a16:creationId xmlns:a16="http://schemas.microsoft.com/office/drawing/2014/main" id="{B7A64EC9-BE58-B2A8-0C68-FA4562D4F84C}"/>
              </a:ext>
            </a:extLst>
          </p:cNvPr>
          <p:cNvSpPr txBox="1"/>
          <p:nvPr/>
        </p:nvSpPr>
        <p:spPr>
          <a:xfrm>
            <a:off x="2768967" y="2729782"/>
            <a:ext cx="237583" cy="246221"/>
          </a:xfrm>
          <a:prstGeom prst="rect">
            <a:avLst/>
          </a:prstGeom>
          <a:noFill/>
          <a:ln>
            <a:noFill/>
          </a:ln>
        </p:spPr>
        <p:txBody>
          <a:bodyPr wrap="none" rtlCol="0">
            <a:spAutoFit/>
          </a:bodyPr>
          <a:lstStyle/>
          <a:p>
            <a:r>
              <a:rPr lang="en-US" sz="1000" dirty="0"/>
              <a:t>X</a:t>
            </a:r>
          </a:p>
        </p:txBody>
      </p:sp>
      <p:sp>
        <p:nvSpPr>
          <p:cNvPr id="308" name="TextBox 307">
            <a:extLst>
              <a:ext uri="{FF2B5EF4-FFF2-40B4-BE49-F238E27FC236}">
                <a16:creationId xmlns:a16="http://schemas.microsoft.com/office/drawing/2014/main" id="{F24DF8A7-6373-9329-8905-66FA85C9DC57}"/>
              </a:ext>
            </a:extLst>
          </p:cNvPr>
          <p:cNvSpPr txBox="1"/>
          <p:nvPr/>
        </p:nvSpPr>
        <p:spPr>
          <a:xfrm>
            <a:off x="4819254" y="2729783"/>
            <a:ext cx="237583" cy="246221"/>
          </a:xfrm>
          <a:prstGeom prst="rect">
            <a:avLst/>
          </a:prstGeom>
          <a:noFill/>
          <a:ln>
            <a:noFill/>
          </a:ln>
        </p:spPr>
        <p:txBody>
          <a:bodyPr wrap="none" rtlCol="0">
            <a:spAutoFit/>
          </a:bodyPr>
          <a:lstStyle/>
          <a:p>
            <a:r>
              <a:rPr lang="en-US" sz="1000" dirty="0"/>
              <a:t>X</a:t>
            </a:r>
          </a:p>
        </p:txBody>
      </p:sp>
      <p:sp>
        <p:nvSpPr>
          <p:cNvPr id="316" name="Flowchart: Preparation 315">
            <a:extLst>
              <a:ext uri="{FF2B5EF4-FFF2-40B4-BE49-F238E27FC236}">
                <a16:creationId xmlns:a16="http://schemas.microsoft.com/office/drawing/2014/main" id="{6D4035F9-54F7-11EA-5D1D-2C1A127264CB}"/>
              </a:ext>
            </a:extLst>
          </p:cNvPr>
          <p:cNvSpPr/>
          <p:nvPr/>
        </p:nvSpPr>
        <p:spPr>
          <a:xfrm>
            <a:off x="6712234" y="2761144"/>
            <a:ext cx="5029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17" name="TextBox 316">
            <a:extLst>
              <a:ext uri="{FF2B5EF4-FFF2-40B4-BE49-F238E27FC236}">
                <a16:creationId xmlns:a16="http://schemas.microsoft.com/office/drawing/2014/main" id="{42532A95-64FC-60A3-3CEF-329F34E9CE58}"/>
              </a:ext>
            </a:extLst>
          </p:cNvPr>
          <p:cNvSpPr txBox="1"/>
          <p:nvPr/>
        </p:nvSpPr>
        <p:spPr>
          <a:xfrm>
            <a:off x="6862941" y="2731262"/>
            <a:ext cx="237583" cy="246221"/>
          </a:xfrm>
          <a:prstGeom prst="rect">
            <a:avLst/>
          </a:prstGeom>
          <a:noFill/>
          <a:ln>
            <a:noFill/>
          </a:ln>
        </p:spPr>
        <p:txBody>
          <a:bodyPr wrap="none" rtlCol="0">
            <a:spAutoFit/>
          </a:bodyPr>
          <a:lstStyle/>
          <a:p>
            <a:r>
              <a:rPr lang="en-US" sz="1000" dirty="0"/>
              <a:t>X</a:t>
            </a:r>
          </a:p>
        </p:txBody>
      </p:sp>
      <p:grpSp>
        <p:nvGrpSpPr>
          <p:cNvPr id="318" name="Group 317">
            <a:extLst>
              <a:ext uri="{FF2B5EF4-FFF2-40B4-BE49-F238E27FC236}">
                <a16:creationId xmlns:a16="http://schemas.microsoft.com/office/drawing/2014/main" id="{B6FE9C79-CA4D-FEDA-992A-85EE3E8A963C}"/>
              </a:ext>
            </a:extLst>
          </p:cNvPr>
          <p:cNvGrpSpPr/>
          <p:nvPr/>
        </p:nvGrpSpPr>
        <p:grpSpPr>
          <a:xfrm>
            <a:off x="7215536" y="2729782"/>
            <a:ext cx="1529969" cy="259975"/>
            <a:chOff x="829044" y="3335195"/>
            <a:chExt cx="1622760" cy="259975"/>
          </a:xfrm>
        </p:grpSpPr>
        <p:sp>
          <p:nvSpPr>
            <p:cNvPr id="319" name="Flowchart: Preparation 318">
              <a:extLst>
                <a:ext uri="{FF2B5EF4-FFF2-40B4-BE49-F238E27FC236}">
                  <a16:creationId xmlns:a16="http://schemas.microsoft.com/office/drawing/2014/main" id="{DA9CEA97-C79C-BACB-0E5B-648BCB2FA7B2}"/>
                </a:ext>
              </a:extLst>
            </p:cNvPr>
            <p:cNvSpPr/>
            <p:nvPr/>
          </p:nvSpPr>
          <p:spPr>
            <a:xfrm>
              <a:off x="829044" y="3366104"/>
              <a:ext cx="5334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20" name="TextBox 319">
              <a:extLst>
                <a:ext uri="{FF2B5EF4-FFF2-40B4-BE49-F238E27FC236}">
                  <a16:creationId xmlns:a16="http://schemas.microsoft.com/office/drawing/2014/main" id="{3F60DA7F-D711-ACC9-52C7-5B5134240B34}"/>
                </a:ext>
              </a:extLst>
            </p:cNvPr>
            <p:cNvSpPr txBox="1"/>
            <p:nvPr/>
          </p:nvSpPr>
          <p:spPr>
            <a:xfrm>
              <a:off x="958583" y="3342346"/>
              <a:ext cx="250390" cy="246221"/>
            </a:xfrm>
            <a:prstGeom prst="rect">
              <a:avLst/>
            </a:prstGeom>
            <a:noFill/>
            <a:ln>
              <a:noFill/>
            </a:ln>
          </p:spPr>
          <p:txBody>
            <a:bodyPr wrap="none" rtlCol="0">
              <a:spAutoFit/>
            </a:bodyPr>
            <a:lstStyle/>
            <a:p>
              <a:r>
                <a:rPr lang="en-US" sz="1000" dirty="0"/>
                <a:t>6</a:t>
              </a:r>
            </a:p>
          </p:txBody>
        </p:sp>
        <p:sp>
          <p:nvSpPr>
            <p:cNvPr id="321" name="Flowchart: Preparation 320">
              <a:extLst>
                <a:ext uri="{FF2B5EF4-FFF2-40B4-BE49-F238E27FC236}">
                  <a16:creationId xmlns:a16="http://schemas.microsoft.com/office/drawing/2014/main" id="{CF058745-780E-434F-71E5-C7009301D131}"/>
                </a:ext>
              </a:extLst>
            </p:cNvPr>
            <p:cNvSpPr/>
            <p:nvPr/>
          </p:nvSpPr>
          <p:spPr>
            <a:xfrm>
              <a:off x="1918404" y="3371414"/>
              <a:ext cx="5334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22" name="Flowchart: Preparation 321">
              <a:extLst>
                <a:ext uri="{FF2B5EF4-FFF2-40B4-BE49-F238E27FC236}">
                  <a16:creationId xmlns:a16="http://schemas.microsoft.com/office/drawing/2014/main" id="{3F7C7F31-E865-9020-B08E-8D141067E04D}"/>
                </a:ext>
              </a:extLst>
            </p:cNvPr>
            <p:cNvSpPr/>
            <p:nvPr/>
          </p:nvSpPr>
          <p:spPr>
            <a:xfrm>
              <a:off x="1373724" y="3366245"/>
              <a:ext cx="5334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23" name="TextBox 322">
              <a:extLst>
                <a:ext uri="{FF2B5EF4-FFF2-40B4-BE49-F238E27FC236}">
                  <a16:creationId xmlns:a16="http://schemas.microsoft.com/office/drawing/2014/main" id="{5A29FAC9-C73C-92AA-E6F6-FCD85701CC78}"/>
                </a:ext>
              </a:extLst>
            </p:cNvPr>
            <p:cNvSpPr txBox="1"/>
            <p:nvPr/>
          </p:nvSpPr>
          <p:spPr>
            <a:xfrm>
              <a:off x="1522184" y="3348949"/>
              <a:ext cx="251992" cy="246221"/>
            </a:xfrm>
            <a:prstGeom prst="rect">
              <a:avLst/>
            </a:prstGeom>
            <a:noFill/>
            <a:ln>
              <a:noFill/>
            </a:ln>
          </p:spPr>
          <p:txBody>
            <a:bodyPr wrap="none" rtlCol="0">
              <a:spAutoFit/>
            </a:bodyPr>
            <a:lstStyle/>
            <a:p>
              <a:r>
                <a:rPr lang="en-US" sz="1000" dirty="0"/>
                <a:t>X</a:t>
              </a:r>
            </a:p>
          </p:txBody>
        </p:sp>
        <p:sp>
          <p:nvSpPr>
            <p:cNvPr id="324" name="TextBox 323">
              <a:extLst>
                <a:ext uri="{FF2B5EF4-FFF2-40B4-BE49-F238E27FC236}">
                  <a16:creationId xmlns:a16="http://schemas.microsoft.com/office/drawing/2014/main" id="{267FBD4C-7742-640D-F31A-65B8CD8889D4}"/>
                </a:ext>
              </a:extLst>
            </p:cNvPr>
            <p:cNvSpPr txBox="1"/>
            <p:nvPr/>
          </p:nvSpPr>
          <p:spPr>
            <a:xfrm>
              <a:off x="2075721" y="3335195"/>
              <a:ext cx="251992" cy="246221"/>
            </a:xfrm>
            <a:prstGeom prst="rect">
              <a:avLst/>
            </a:prstGeom>
            <a:noFill/>
            <a:ln>
              <a:noFill/>
            </a:ln>
          </p:spPr>
          <p:txBody>
            <a:bodyPr wrap="none" rtlCol="0">
              <a:spAutoFit/>
            </a:bodyPr>
            <a:lstStyle/>
            <a:p>
              <a:r>
                <a:rPr lang="en-US" sz="1000" dirty="0"/>
                <a:t>X</a:t>
              </a:r>
            </a:p>
          </p:txBody>
        </p:sp>
      </p:grpSp>
      <p:grpSp>
        <p:nvGrpSpPr>
          <p:cNvPr id="24" name="Group 23">
            <a:extLst>
              <a:ext uri="{FF2B5EF4-FFF2-40B4-BE49-F238E27FC236}">
                <a16:creationId xmlns:a16="http://schemas.microsoft.com/office/drawing/2014/main" id="{5134C00C-B300-1A65-B442-50E308081F33}"/>
              </a:ext>
            </a:extLst>
          </p:cNvPr>
          <p:cNvGrpSpPr/>
          <p:nvPr/>
        </p:nvGrpSpPr>
        <p:grpSpPr>
          <a:xfrm>
            <a:off x="847257" y="3148066"/>
            <a:ext cx="9214362" cy="201681"/>
            <a:chOff x="854209" y="3401159"/>
            <a:chExt cx="9773201" cy="201681"/>
          </a:xfrm>
        </p:grpSpPr>
        <p:cxnSp>
          <p:nvCxnSpPr>
            <p:cNvPr id="206" name="Straight Connector 205">
              <a:extLst>
                <a:ext uri="{FF2B5EF4-FFF2-40B4-BE49-F238E27FC236}">
                  <a16:creationId xmlns:a16="http://schemas.microsoft.com/office/drawing/2014/main" id="{0B11435C-1346-54B9-4292-8E104B6F2EB5}"/>
                </a:ext>
              </a:extLst>
            </p:cNvPr>
            <p:cNvCxnSpPr>
              <a:cxnSpLocks/>
            </p:cNvCxnSpPr>
            <p:nvPr/>
          </p:nvCxnSpPr>
          <p:spPr>
            <a:xfrm>
              <a:off x="854209" y="3601962"/>
              <a:ext cx="25039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8452EE0B-A301-07C6-12C1-A68CE6B46BBB}"/>
                </a:ext>
              </a:extLst>
            </p:cNvPr>
            <p:cNvCxnSpPr>
              <a:cxnSpLocks/>
            </p:cNvCxnSpPr>
            <p:nvPr/>
          </p:nvCxnSpPr>
          <p:spPr>
            <a:xfrm>
              <a:off x="1108126" y="3405023"/>
              <a:ext cx="0" cy="197817"/>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FB1662E3-98F8-EDCD-7B21-EAE2BB9732D8}"/>
                </a:ext>
              </a:extLst>
            </p:cNvPr>
            <p:cNvCxnSpPr>
              <a:cxnSpLocks/>
            </p:cNvCxnSpPr>
            <p:nvPr/>
          </p:nvCxnSpPr>
          <p:spPr>
            <a:xfrm>
              <a:off x="1108126" y="3407122"/>
              <a:ext cx="1637051"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6790D5CE-7BF0-5950-9104-F88EDB3AAA35}"/>
                </a:ext>
              </a:extLst>
            </p:cNvPr>
            <p:cNvCxnSpPr>
              <a:cxnSpLocks/>
            </p:cNvCxnSpPr>
            <p:nvPr/>
          </p:nvCxnSpPr>
          <p:spPr>
            <a:xfrm>
              <a:off x="2745177" y="3407122"/>
              <a:ext cx="0" cy="182612"/>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7112DBD4-3B82-A326-6876-83B8465F4D52}"/>
                </a:ext>
              </a:extLst>
            </p:cNvPr>
            <p:cNvCxnSpPr>
              <a:cxnSpLocks/>
            </p:cNvCxnSpPr>
            <p:nvPr/>
          </p:nvCxnSpPr>
          <p:spPr>
            <a:xfrm>
              <a:off x="2742319" y="3586484"/>
              <a:ext cx="540019"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75ED51EE-AAD0-A31D-4CEF-B40D53170092}"/>
                </a:ext>
              </a:extLst>
            </p:cNvPr>
            <p:cNvCxnSpPr>
              <a:cxnSpLocks/>
            </p:cNvCxnSpPr>
            <p:nvPr/>
          </p:nvCxnSpPr>
          <p:spPr>
            <a:xfrm>
              <a:off x="3282338" y="3409824"/>
              <a:ext cx="0" cy="17666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42FA6E1E-3F85-11A2-92D8-EFE75D55B30B}"/>
                </a:ext>
              </a:extLst>
            </p:cNvPr>
            <p:cNvCxnSpPr>
              <a:cxnSpLocks/>
            </p:cNvCxnSpPr>
            <p:nvPr/>
          </p:nvCxnSpPr>
          <p:spPr>
            <a:xfrm flipV="1">
              <a:off x="3282338" y="3405023"/>
              <a:ext cx="1629998" cy="11771"/>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CFB8D603-6CA4-FFE2-EDAF-163682DF71F0}"/>
                </a:ext>
              </a:extLst>
            </p:cNvPr>
            <p:cNvCxnSpPr>
              <a:cxnSpLocks/>
            </p:cNvCxnSpPr>
            <p:nvPr/>
          </p:nvCxnSpPr>
          <p:spPr>
            <a:xfrm>
              <a:off x="4909859" y="3407122"/>
              <a:ext cx="0" cy="182612"/>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C3FD6D6D-69A4-8A23-64A5-79EC7B7039EF}"/>
                </a:ext>
              </a:extLst>
            </p:cNvPr>
            <p:cNvCxnSpPr>
              <a:cxnSpLocks/>
            </p:cNvCxnSpPr>
            <p:nvPr/>
          </p:nvCxnSpPr>
          <p:spPr>
            <a:xfrm>
              <a:off x="4913819" y="3586484"/>
              <a:ext cx="533201"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15B4E824-CEAF-1A9C-5F69-36B44B609EAB}"/>
                </a:ext>
              </a:extLst>
            </p:cNvPr>
            <p:cNvCxnSpPr>
              <a:cxnSpLocks/>
            </p:cNvCxnSpPr>
            <p:nvPr/>
          </p:nvCxnSpPr>
          <p:spPr>
            <a:xfrm>
              <a:off x="5447020" y="3409824"/>
              <a:ext cx="0" cy="17666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931C4807-04FF-55B7-F418-E4EA78F1B78F}"/>
                </a:ext>
              </a:extLst>
            </p:cNvPr>
            <p:cNvCxnSpPr>
              <a:cxnSpLocks/>
            </p:cNvCxnSpPr>
            <p:nvPr/>
          </p:nvCxnSpPr>
          <p:spPr>
            <a:xfrm>
              <a:off x="5440656" y="3401254"/>
              <a:ext cx="1617994"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5" name="Straight Connector 324">
              <a:extLst>
                <a:ext uri="{FF2B5EF4-FFF2-40B4-BE49-F238E27FC236}">
                  <a16:creationId xmlns:a16="http://schemas.microsoft.com/office/drawing/2014/main" id="{2E3159C2-3000-ABB6-0728-49D56ECF21FC}"/>
                </a:ext>
              </a:extLst>
            </p:cNvPr>
            <p:cNvCxnSpPr>
              <a:cxnSpLocks/>
            </p:cNvCxnSpPr>
            <p:nvPr/>
          </p:nvCxnSpPr>
          <p:spPr>
            <a:xfrm>
              <a:off x="7078398" y="3401159"/>
              <a:ext cx="0" cy="182612"/>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6" name="Straight Connector 325">
              <a:extLst>
                <a:ext uri="{FF2B5EF4-FFF2-40B4-BE49-F238E27FC236}">
                  <a16:creationId xmlns:a16="http://schemas.microsoft.com/office/drawing/2014/main" id="{C9CF4384-B366-A477-43A1-4FE84DC6BF6F}"/>
                </a:ext>
              </a:extLst>
            </p:cNvPr>
            <p:cNvCxnSpPr>
              <a:cxnSpLocks/>
            </p:cNvCxnSpPr>
            <p:nvPr/>
          </p:nvCxnSpPr>
          <p:spPr>
            <a:xfrm>
              <a:off x="7082358" y="3580521"/>
              <a:ext cx="533201"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7" name="Straight Connector 326">
              <a:extLst>
                <a:ext uri="{FF2B5EF4-FFF2-40B4-BE49-F238E27FC236}">
                  <a16:creationId xmlns:a16="http://schemas.microsoft.com/office/drawing/2014/main" id="{DF453B5B-E124-976C-C4EA-0F582E844CE7}"/>
                </a:ext>
              </a:extLst>
            </p:cNvPr>
            <p:cNvCxnSpPr>
              <a:cxnSpLocks/>
            </p:cNvCxnSpPr>
            <p:nvPr/>
          </p:nvCxnSpPr>
          <p:spPr>
            <a:xfrm>
              <a:off x="7615559" y="3403861"/>
              <a:ext cx="0" cy="17666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4F31B5CC-8961-BEEC-6966-1CC52493B4DE}"/>
                </a:ext>
              </a:extLst>
            </p:cNvPr>
            <p:cNvCxnSpPr>
              <a:cxnSpLocks/>
            </p:cNvCxnSpPr>
            <p:nvPr/>
          </p:nvCxnSpPr>
          <p:spPr>
            <a:xfrm>
              <a:off x="7608290" y="3401159"/>
              <a:ext cx="301912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AB881ED0-DC79-8C9B-26F4-3B720DAA1313}"/>
              </a:ext>
            </a:extLst>
          </p:cNvPr>
          <p:cNvGrpSpPr/>
          <p:nvPr/>
        </p:nvGrpSpPr>
        <p:grpSpPr>
          <a:xfrm>
            <a:off x="1294010" y="3960648"/>
            <a:ext cx="8786827" cy="187027"/>
            <a:chOff x="1328057" y="4213741"/>
            <a:chExt cx="9319740" cy="187027"/>
          </a:xfrm>
        </p:grpSpPr>
        <p:cxnSp>
          <p:nvCxnSpPr>
            <p:cNvPr id="256" name="Straight Connector 255">
              <a:extLst>
                <a:ext uri="{FF2B5EF4-FFF2-40B4-BE49-F238E27FC236}">
                  <a16:creationId xmlns:a16="http://schemas.microsoft.com/office/drawing/2014/main" id="{A677555A-9C68-7B1E-FF28-70A17017D4C7}"/>
                </a:ext>
              </a:extLst>
            </p:cNvPr>
            <p:cNvCxnSpPr>
              <a:cxnSpLocks/>
            </p:cNvCxnSpPr>
            <p:nvPr/>
          </p:nvCxnSpPr>
          <p:spPr>
            <a:xfrm>
              <a:off x="6240758" y="4213741"/>
              <a:ext cx="3817488"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1" name="Straight Connector 330">
              <a:extLst>
                <a:ext uri="{FF2B5EF4-FFF2-40B4-BE49-F238E27FC236}">
                  <a16:creationId xmlns:a16="http://schemas.microsoft.com/office/drawing/2014/main" id="{8E08B902-1AB2-EABB-2D74-D04E8168A2DE}"/>
                </a:ext>
              </a:extLst>
            </p:cNvPr>
            <p:cNvCxnSpPr>
              <a:cxnSpLocks/>
            </p:cNvCxnSpPr>
            <p:nvPr/>
          </p:nvCxnSpPr>
          <p:spPr>
            <a:xfrm>
              <a:off x="6240758" y="4216903"/>
              <a:ext cx="0" cy="182612"/>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3" name="Straight Connector 332">
              <a:extLst>
                <a:ext uri="{FF2B5EF4-FFF2-40B4-BE49-F238E27FC236}">
                  <a16:creationId xmlns:a16="http://schemas.microsoft.com/office/drawing/2014/main" id="{0668C680-F7CC-B97D-35C1-0E5D539B4468}"/>
                </a:ext>
              </a:extLst>
            </p:cNvPr>
            <p:cNvCxnSpPr>
              <a:cxnSpLocks/>
            </p:cNvCxnSpPr>
            <p:nvPr/>
          </p:nvCxnSpPr>
          <p:spPr>
            <a:xfrm>
              <a:off x="10054142" y="4219605"/>
              <a:ext cx="0" cy="17666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4" name="Straight Connector 333">
              <a:extLst>
                <a:ext uri="{FF2B5EF4-FFF2-40B4-BE49-F238E27FC236}">
                  <a16:creationId xmlns:a16="http://schemas.microsoft.com/office/drawing/2014/main" id="{D46B5E72-21A4-BF6C-F76D-427064DA536B}"/>
                </a:ext>
              </a:extLst>
            </p:cNvPr>
            <p:cNvCxnSpPr>
              <a:cxnSpLocks/>
            </p:cNvCxnSpPr>
            <p:nvPr/>
          </p:nvCxnSpPr>
          <p:spPr>
            <a:xfrm>
              <a:off x="10055851" y="4390911"/>
              <a:ext cx="59194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id="{C8AFEED5-0BA8-388B-CA9D-C0875A995931}"/>
                </a:ext>
              </a:extLst>
            </p:cNvPr>
            <p:cNvCxnSpPr>
              <a:cxnSpLocks/>
            </p:cNvCxnSpPr>
            <p:nvPr/>
          </p:nvCxnSpPr>
          <p:spPr>
            <a:xfrm>
              <a:off x="1328057" y="4400768"/>
              <a:ext cx="491840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73" name="TextBox 372">
            <a:extLst>
              <a:ext uri="{FF2B5EF4-FFF2-40B4-BE49-F238E27FC236}">
                <a16:creationId xmlns:a16="http://schemas.microsoft.com/office/drawing/2014/main" id="{F58F8060-7ECC-023C-9F88-13D549995E5E}"/>
              </a:ext>
            </a:extLst>
          </p:cNvPr>
          <p:cNvSpPr txBox="1"/>
          <p:nvPr/>
        </p:nvSpPr>
        <p:spPr>
          <a:xfrm>
            <a:off x="7718336" y="4325641"/>
            <a:ext cx="716626" cy="400110"/>
          </a:xfrm>
          <a:prstGeom prst="rect">
            <a:avLst/>
          </a:prstGeom>
          <a:noFill/>
          <a:ln>
            <a:noFill/>
          </a:ln>
        </p:spPr>
        <p:txBody>
          <a:bodyPr wrap="square" rtlCol="0">
            <a:spAutoFit/>
          </a:bodyPr>
          <a:lstStyle/>
          <a:p>
            <a:r>
              <a:rPr lang="en-US" sz="1000" dirty="0"/>
              <a:t>3</a:t>
            </a:r>
          </a:p>
          <a:p>
            <a:endParaRPr lang="en-US" sz="1000" dirty="0"/>
          </a:p>
        </p:txBody>
      </p:sp>
      <p:sp>
        <p:nvSpPr>
          <p:cNvPr id="377" name="TextBox 376">
            <a:extLst>
              <a:ext uri="{FF2B5EF4-FFF2-40B4-BE49-F238E27FC236}">
                <a16:creationId xmlns:a16="http://schemas.microsoft.com/office/drawing/2014/main" id="{C7120B66-A6FC-5A88-93AB-ECAC53112F83}"/>
              </a:ext>
            </a:extLst>
          </p:cNvPr>
          <p:cNvSpPr txBox="1"/>
          <p:nvPr/>
        </p:nvSpPr>
        <p:spPr>
          <a:xfrm>
            <a:off x="8940428" y="5127103"/>
            <a:ext cx="725310" cy="260401"/>
          </a:xfrm>
          <a:prstGeom prst="rect">
            <a:avLst/>
          </a:prstGeom>
          <a:noFill/>
          <a:ln>
            <a:noFill/>
          </a:ln>
        </p:spPr>
        <p:txBody>
          <a:bodyPr wrap="square" rtlCol="0">
            <a:spAutoFit/>
          </a:bodyPr>
          <a:lstStyle/>
          <a:p>
            <a:endParaRPr lang="en-US" sz="1000" dirty="0"/>
          </a:p>
        </p:txBody>
      </p:sp>
      <p:sp>
        <p:nvSpPr>
          <p:cNvPr id="379" name="TextBox 378">
            <a:extLst>
              <a:ext uri="{FF2B5EF4-FFF2-40B4-BE49-F238E27FC236}">
                <a16:creationId xmlns:a16="http://schemas.microsoft.com/office/drawing/2014/main" id="{612845EF-0A03-E917-F0B1-E858ACA5841A}"/>
              </a:ext>
            </a:extLst>
          </p:cNvPr>
          <p:cNvSpPr txBox="1"/>
          <p:nvPr/>
        </p:nvSpPr>
        <p:spPr>
          <a:xfrm>
            <a:off x="8183511" y="5127103"/>
            <a:ext cx="657552" cy="246221"/>
          </a:xfrm>
          <a:prstGeom prst="rect">
            <a:avLst/>
          </a:prstGeom>
          <a:noFill/>
          <a:ln>
            <a:noFill/>
          </a:ln>
        </p:spPr>
        <p:txBody>
          <a:bodyPr wrap="none" rtlCol="0">
            <a:spAutoFit/>
          </a:bodyPr>
          <a:lstStyle/>
          <a:p>
            <a:r>
              <a:rPr lang="en-US" sz="1000" dirty="0"/>
              <a:t>(01111b)</a:t>
            </a:r>
          </a:p>
        </p:txBody>
      </p:sp>
      <p:sp>
        <p:nvSpPr>
          <p:cNvPr id="393" name="TextBox 392">
            <a:extLst>
              <a:ext uri="{FF2B5EF4-FFF2-40B4-BE49-F238E27FC236}">
                <a16:creationId xmlns:a16="http://schemas.microsoft.com/office/drawing/2014/main" id="{D9F8D945-5EB3-9EC4-474F-E8EC1E85B293}"/>
              </a:ext>
            </a:extLst>
          </p:cNvPr>
          <p:cNvSpPr txBox="1"/>
          <p:nvPr/>
        </p:nvSpPr>
        <p:spPr>
          <a:xfrm>
            <a:off x="4003712" y="5144467"/>
            <a:ext cx="426983" cy="246221"/>
          </a:xfrm>
          <a:prstGeom prst="rect">
            <a:avLst/>
          </a:prstGeom>
          <a:noFill/>
          <a:ln>
            <a:noFill/>
          </a:ln>
        </p:spPr>
        <p:txBody>
          <a:bodyPr wrap="square" rtlCol="0">
            <a:spAutoFit/>
          </a:bodyPr>
          <a:lstStyle/>
          <a:p>
            <a:r>
              <a:rPr lang="en-US" sz="1000" dirty="0"/>
              <a:t>XX</a:t>
            </a:r>
          </a:p>
        </p:txBody>
      </p:sp>
      <p:sp>
        <p:nvSpPr>
          <p:cNvPr id="397" name="Freeform: Shape 396">
            <a:extLst>
              <a:ext uri="{FF2B5EF4-FFF2-40B4-BE49-F238E27FC236}">
                <a16:creationId xmlns:a16="http://schemas.microsoft.com/office/drawing/2014/main" id="{02039E60-44C4-8802-60F1-F199C5FD14B9}"/>
              </a:ext>
            </a:extLst>
          </p:cNvPr>
          <p:cNvSpPr/>
          <p:nvPr/>
        </p:nvSpPr>
        <p:spPr>
          <a:xfrm>
            <a:off x="7136667" y="4886178"/>
            <a:ext cx="215968" cy="381000"/>
          </a:xfrm>
          <a:custGeom>
            <a:avLst/>
            <a:gdLst>
              <a:gd name="connsiteX0" fmla="*/ 118999 w 229066"/>
              <a:gd name="connsiteY0" fmla="*/ 0 h 381000"/>
              <a:gd name="connsiteX1" fmla="*/ 186732 w 229066"/>
              <a:gd name="connsiteY1" fmla="*/ 16933 h 381000"/>
              <a:gd name="connsiteX2" fmla="*/ 203666 w 229066"/>
              <a:gd name="connsiteY2" fmla="*/ 33866 h 381000"/>
              <a:gd name="connsiteX3" fmla="*/ 229066 w 229066"/>
              <a:gd name="connsiteY3" fmla="*/ 50800 h 381000"/>
              <a:gd name="connsiteX4" fmla="*/ 212132 w 229066"/>
              <a:gd name="connsiteY4" fmla="*/ 135466 h 381000"/>
              <a:gd name="connsiteX5" fmla="*/ 110532 w 229066"/>
              <a:gd name="connsiteY5" fmla="*/ 186266 h 381000"/>
              <a:gd name="connsiteX6" fmla="*/ 17399 w 229066"/>
              <a:gd name="connsiteY6" fmla="*/ 228600 h 381000"/>
              <a:gd name="connsiteX7" fmla="*/ 466 w 229066"/>
              <a:gd name="connsiteY7" fmla="*/ 270933 h 381000"/>
              <a:gd name="connsiteX8" fmla="*/ 25866 w 229066"/>
              <a:gd name="connsiteY8" fmla="*/ 330200 h 381000"/>
              <a:gd name="connsiteX9" fmla="*/ 110532 w 229066"/>
              <a:gd name="connsiteY9" fmla="*/ 381000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9066" h="381000">
                <a:moveTo>
                  <a:pt x="118999" y="0"/>
                </a:moveTo>
                <a:cubicBezTo>
                  <a:pt x="141577" y="5644"/>
                  <a:pt x="165124" y="8290"/>
                  <a:pt x="186732" y="16933"/>
                </a:cubicBezTo>
                <a:cubicBezTo>
                  <a:pt x="194144" y="19898"/>
                  <a:pt x="197433" y="28879"/>
                  <a:pt x="203666" y="33866"/>
                </a:cubicBezTo>
                <a:cubicBezTo>
                  <a:pt x="211612" y="40223"/>
                  <a:pt x="220599" y="45155"/>
                  <a:pt x="229066" y="50800"/>
                </a:cubicBezTo>
                <a:cubicBezTo>
                  <a:pt x="223421" y="79022"/>
                  <a:pt x="231085" y="113806"/>
                  <a:pt x="212132" y="135466"/>
                </a:cubicBezTo>
                <a:cubicBezTo>
                  <a:pt x="187198" y="163961"/>
                  <a:pt x="144399" y="169332"/>
                  <a:pt x="110532" y="186266"/>
                </a:cubicBezTo>
                <a:cubicBezTo>
                  <a:pt x="57425" y="212820"/>
                  <a:pt x="88295" y="198216"/>
                  <a:pt x="17399" y="228600"/>
                </a:cubicBezTo>
                <a:cubicBezTo>
                  <a:pt x="11755" y="242711"/>
                  <a:pt x="1978" y="255810"/>
                  <a:pt x="466" y="270933"/>
                </a:cubicBezTo>
                <a:cubicBezTo>
                  <a:pt x="-2083" y="296417"/>
                  <a:pt x="5735" y="316779"/>
                  <a:pt x="25866" y="330200"/>
                </a:cubicBezTo>
                <a:cubicBezTo>
                  <a:pt x="53251" y="348457"/>
                  <a:pt x="110532" y="381000"/>
                  <a:pt x="110532" y="381000"/>
                </a:cubicBezTo>
              </a:path>
            </a:pathLst>
          </a:custGeom>
          <a:noFill/>
          <a:ln w="635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 name="Freeform: Shape 397">
            <a:extLst>
              <a:ext uri="{FF2B5EF4-FFF2-40B4-BE49-F238E27FC236}">
                <a16:creationId xmlns:a16="http://schemas.microsoft.com/office/drawing/2014/main" id="{D4C28F11-35E8-87F6-D804-E6CF077E7E86}"/>
              </a:ext>
            </a:extLst>
          </p:cNvPr>
          <p:cNvSpPr/>
          <p:nvPr/>
        </p:nvSpPr>
        <p:spPr>
          <a:xfrm>
            <a:off x="5093137" y="4843843"/>
            <a:ext cx="215968" cy="381000"/>
          </a:xfrm>
          <a:custGeom>
            <a:avLst/>
            <a:gdLst>
              <a:gd name="connsiteX0" fmla="*/ 118999 w 229066"/>
              <a:gd name="connsiteY0" fmla="*/ 0 h 381000"/>
              <a:gd name="connsiteX1" fmla="*/ 186732 w 229066"/>
              <a:gd name="connsiteY1" fmla="*/ 16933 h 381000"/>
              <a:gd name="connsiteX2" fmla="*/ 203666 w 229066"/>
              <a:gd name="connsiteY2" fmla="*/ 33866 h 381000"/>
              <a:gd name="connsiteX3" fmla="*/ 229066 w 229066"/>
              <a:gd name="connsiteY3" fmla="*/ 50800 h 381000"/>
              <a:gd name="connsiteX4" fmla="*/ 212132 w 229066"/>
              <a:gd name="connsiteY4" fmla="*/ 135466 h 381000"/>
              <a:gd name="connsiteX5" fmla="*/ 110532 w 229066"/>
              <a:gd name="connsiteY5" fmla="*/ 186266 h 381000"/>
              <a:gd name="connsiteX6" fmla="*/ 17399 w 229066"/>
              <a:gd name="connsiteY6" fmla="*/ 228600 h 381000"/>
              <a:gd name="connsiteX7" fmla="*/ 466 w 229066"/>
              <a:gd name="connsiteY7" fmla="*/ 270933 h 381000"/>
              <a:gd name="connsiteX8" fmla="*/ 25866 w 229066"/>
              <a:gd name="connsiteY8" fmla="*/ 330200 h 381000"/>
              <a:gd name="connsiteX9" fmla="*/ 110532 w 229066"/>
              <a:gd name="connsiteY9" fmla="*/ 381000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9066" h="381000">
                <a:moveTo>
                  <a:pt x="118999" y="0"/>
                </a:moveTo>
                <a:cubicBezTo>
                  <a:pt x="141577" y="5644"/>
                  <a:pt x="165124" y="8290"/>
                  <a:pt x="186732" y="16933"/>
                </a:cubicBezTo>
                <a:cubicBezTo>
                  <a:pt x="194144" y="19898"/>
                  <a:pt x="197433" y="28879"/>
                  <a:pt x="203666" y="33866"/>
                </a:cubicBezTo>
                <a:cubicBezTo>
                  <a:pt x="211612" y="40223"/>
                  <a:pt x="220599" y="45155"/>
                  <a:pt x="229066" y="50800"/>
                </a:cubicBezTo>
                <a:cubicBezTo>
                  <a:pt x="223421" y="79022"/>
                  <a:pt x="231085" y="113806"/>
                  <a:pt x="212132" y="135466"/>
                </a:cubicBezTo>
                <a:cubicBezTo>
                  <a:pt x="187198" y="163961"/>
                  <a:pt x="144399" y="169332"/>
                  <a:pt x="110532" y="186266"/>
                </a:cubicBezTo>
                <a:cubicBezTo>
                  <a:pt x="57425" y="212820"/>
                  <a:pt x="88295" y="198216"/>
                  <a:pt x="17399" y="228600"/>
                </a:cubicBezTo>
                <a:cubicBezTo>
                  <a:pt x="11755" y="242711"/>
                  <a:pt x="1978" y="255810"/>
                  <a:pt x="466" y="270933"/>
                </a:cubicBezTo>
                <a:cubicBezTo>
                  <a:pt x="-2083" y="296417"/>
                  <a:pt x="5735" y="316779"/>
                  <a:pt x="25866" y="330200"/>
                </a:cubicBezTo>
                <a:cubicBezTo>
                  <a:pt x="53251" y="348457"/>
                  <a:pt x="110532" y="381000"/>
                  <a:pt x="110532" y="381000"/>
                </a:cubicBezTo>
              </a:path>
            </a:pathLst>
          </a:custGeom>
          <a:noFill/>
          <a:ln w="635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 name="Freeform: Shape 398">
            <a:extLst>
              <a:ext uri="{FF2B5EF4-FFF2-40B4-BE49-F238E27FC236}">
                <a16:creationId xmlns:a16="http://schemas.microsoft.com/office/drawing/2014/main" id="{E35DC8EC-8898-9C6D-ACB7-049EE743E9B0}"/>
              </a:ext>
            </a:extLst>
          </p:cNvPr>
          <p:cNvSpPr/>
          <p:nvPr/>
        </p:nvSpPr>
        <p:spPr>
          <a:xfrm>
            <a:off x="3041620" y="4852304"/>
            <a:ext cx="215968" cy="381000"/>
          </a:xfrm>
          <a:custGeom>
            <a:avLst/>
            <a:gdLst>
              <a:gd name="connsiteX0" fmla="*/ 118999 w 229066"/>
              <a:gd name="connsiteY0" fmla="*/ 0 h 381000"/>
              <a:gd name="connsiteX1" fmla="*/ 186732 w 229066"/>
              <a:gd name="connsiteY1" fmla="*/ 16933 h 381000"/>
              <a:gd name="connsiteX2" fmla="*/ 203666 w 229066"/>
              <a:gd name="connsiteY2" fmla="*/ 33866 h 381000"/>
              <a:gd name="connsiteX3" fmla="*/ 229066 w 229066"/>
              <a:gd name="connsiteY3" fmla="*/ 50800 h 381000"/>
              <a:gd name="connsiteX4" fmla="*/ 212132 w 229066"/>
              <a:gd name="connsiteY4" fmla="*/ 135466 h 381000"/>
              <a:gd name="connsiteX5" fmla="*/ 110532 w 229066"/>
              <a:gd name="connsiteY5" fmla="*/ 186266 h 381000"/>
              <a:gd name="connsiteX6" fmla="*/ 17399 w 229066"/>
              <a:gd name="connsiteY6" fmla="*/ 228600 h 381000"/>
              <a:gd name="connsiteX7" fmla="*/ 466 w 229066"/>
              <a:gd name="connsiteY7" fmla="*/ 270933 h 381000"/>
              <a:gd name="connsiteX8" fmla="*/ 25866 w 229066"/>
              <a:gd name="connsiteY8" fmla="*/ 330200 h 381000"/>
              <a:gd name="connsiteX9" fmla="*/ 110532 w 229066"/>
              <a:gd name="connsiteY9" fmla="*/ 381000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9066" h="381000">
                <a:moveTo>
                  <a:pt x="118999" y="0"/>
                </a:moveTo>
                <a:cubicBezTo>
                  <a:pt x="141577" y="5644"/>
                  <a:pt x="165124" y="8290"/>
                  <a:pt x="186732" y="16933"/>
                </a:cubicBezTo>
                <a:cubicBezTo>
                  <a:pt x="194144" y="19898"/>
                  <a:pt x="197433" y="28879"/>
                  <a:pt x="203666" y="33866"/>
                </a:cubicBezTo>
                <a:cubicBezTo>
                  <a:pt x="211612" y="40223"/>
                  <a:pt x="220599" y="45155"/>
                  <a:pt x="229066" y="50800"/>
                </a:cubicBezTo>
                <a:cubicBezTo>
                  <a:pt x="223421" y="79022"/>
                  <a:pt x="231085" y="113806"/>
                  <a:pt x="212132" y="135466"/>
                </a:cubicBezTo>
                <a:cubicBezTo>
                  <a:pt x="187198" y="163961"/>
                  <a:pt x="144399" y="169332"/>
                  <a:pt x="110532" y="186266"/>
                </a:cubicBezTo>
                <a:cubicBezTo>
                  <a:pt x="57425" y="212820"/>
                  <a:pt x="88295" y="198216"/>
                  <a:pt x="17399" y="228600"/>
                </a:cubicBezTo>
                <a:cubicBezTo>
                  <a:pt x="11755" y="242711"/>
                  <a:pt x="1978" y="255810"/>
                  <a:pt x="466" y="270933"/>
                </a:cubicBezTo>
                <a:cubicBezTo>
                  <a:pt x="-2083" y="296417"/>
                  <a:pt x="5735" y="316779"/>
                  <a:pt x="25866" y="330200"/>
                </a:cubicBezTo>
                <a:cubicBezTo>
                  <a:pt x="53251" y="348457"/>
                  <a:pt x="110532" y="381000"/>
                  <a:pt x="110532" y="381000"/>
                </a:cubicBezTo>
              </a:path>
            </a:pathLst>
          </a:custGeom>
          <a:noFill/>
          <a:ln w="635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 name="Freeform: Shape 399">
            <a:extLst>
              <a:ext uri="{FF2B5EF4-FFF2-40B4-BE49-F238E27FC236}">
                <a16:creationId xmlns:a16="http://schemas.microsoft.com/office/drawing/2014/main" id="{3440E1F1-7DE5-C812-19B9-C18CD06DFFB3}"/>
              </a:ext>
            </a:extLst>
          </p:cNvPr>
          <p:cNvSpPr/>
          <p:nvPr/>
        </p:nvSpPr>
        <p:spPr>
          <a:xfrm>
            <a:off x="5492577" y="1199743"/>
            <a:ext cx="278662" cy="1065171"/>
          </a:xfrm>
          <a:custGeom>
            <a:avLst/>
            <a:gdLst>
              <a:gd name="connsiteX0" fmla="*/ 118999 w 229066"/>
              <a:gd name="connsiteY0" fmla="*/ 0 h 381000"/>
              <a:gd name="connsiteX1" fmla="*/ 186732 w 229066"/>
              <a:gd name="connsiteY1" fmla="*/ 16933 h 381000"/>
              <a:gd name="connsiteX2" fmla="*/ 203666 w 229066"/>
              <a:gd name="connsiteY2" fmla="*/ 33866 h 381000"/>
              <a:gd name="connsiteX3" fmla="*/ 229066 w 229066"/>
              <a:gd name="connsiteY3" fmla="*/ 50800 h 381000"/>
              <a:gd name="connsiteX4" fmla="*/ 212132 w 229066"/>
              <a:gd name="connsiteY4" fmla="*/ 135466 h 381000"/>
              <a:gd name="connsiteX5" fmla="*/ 110532 w 229066"/>
              <a:gd name="connsiteY5" fmla="*/ 186266 h 381000"/>
              <a:gd name="connsiteX6" fmla="*/ 17399 w 229066"/>
              <a:gd name="connsiteY6" fmla="*/ 228600 h 381000"/>
              <a:gd name="connsiteX7" fmla="*/ 466 w 229066"/>
              <a:gd name="connsiteY7" fmla="*/ 270933 h 381000"/>
              <a:gd name="connsiteX8" fmla="*/ 25866 w 229066"/>
              <a:gd name="connsiteY8" fmla="*/ 330200 h 381000"/>
              <a:gd name="connsiteX9" fmla="*/ 110532 w 229066"/>
              <a:gd name="connsiteY9" fmla="*/ 381000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9066" h="381000">
                <a:moveTo>
                  <a:pt x="118999" y="0"/>
                </a:moveTo>
                <a:cubicBezTo>
                  <a:pt x="141577" y="5644"/>
                  <a:pt x="165124" y="8290"/>
                  <a:pt x="186732" y="16933"/>
                </a:cubicBezTo>
                <a:cubicBezTo>
                  <a:pt x="194144" y="19898"/>
                  <a:pt x="197433" y="28879"/>
                  <a:pt x="203666" y="33866"/>
                </a:cubicBezTo>
                <a:cubicBezTo>
                  <a:pt x="211612" y="40223"/>
                  <a:pt x="220599" y="45155"/>
                  <a:pt x="229066" y="50800"/>
                </a:cubicBezTo>
                <a:cubicBezTo>
                  <a:pt x="223421" y="79022"/>
                  <a:pt x="231085" y="113806"/>
                  <a:pt x="212132" y="135466"/>
                </a:cubicBezTo>
                <a:cubicBezTo>
                  <a:pt x="187198" y="163961"/>
                  <a:pt x="144399" y="169332"/>
                  <a:pt x="110532" y="186266"/>
                </a:cubicBezTo>
                <a:cubicBezTo>
                  <a:pt x="57425" y="212820"/>
                  <a:pt x="88295" y="198216"/>
                  <a:pt x="17399" y="228600"/>
                </a:cubicBezTo>
                <a:cubicBezTo>
                  <a:pt x="11755" y="242711"/>
                  <a:pt x="1978" y="255810"/>
                  <a:pt x="466" y="270933"/>
                </a:cubicBezTo>
                <a:cubicBezTo>
                  <a:pt x="-2083" y="296417"/>
                  <a:pt x="5735" y="316779"/>
                  <a:pt x="25866" y="330200"/>
                </a:cubicBezTo>
                <a:cubicBezTo>
                  <a:pt x="53251" y="348457"/>
                  <a:pt x="110532" y="381000"/>
                  <a:pt x="110532" y="381000"/>
                </a:cubicBezTo>
              </a:path>
            </a:pathLst>
          </a:custGeom>
          <a:noFill/>
          <a:ln w="635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1" name="Group 400">
            <a:extLst>
              <a:ext uri="{FF2B5EF4-FFF2-40B4-BE49-F238E27FC236}">
                <a16:creationId xmlns:a16="http://schemas.microsoft.com/office/drawing/2014/main" id="{D1E82A6D-54E2-4AF8-1DD2-8CB0A0EEACEB}"/>
              </a:ext>
            </a:extLst>
          </p:cNvPr>
          <p:cNvGrpSpPr/>
          <p:nvPr/>
        </p:nvGrpSpPr>
        <p:grpSpPr>
          <a:xfrm>
            <a:off x="954084" y="2166105"/>
            <a:ext cx="5339140" cy="230676"/>
            <a:chOff x="614680" y="2004646"/>
            <a:chExt cx="8940078" cy="205154"/>
          </a:xfrm>
        </p:grpSpPr>
        <p:cxnSp>
          <p:nvCxnSpPr>
            <p:cNvPr id="402" name="Straight Connector 401">
              <a:extLst>
                <a:ext uri="{FF2B5EF4-FFF2-40B4-BE49-F238E27FC236}">
                  <a16:creationId xmlns:a16="http://schemas.microsoft.com/office/drawing/2014/main" id="{EA545A20-4793-6246-A0F0-4EEC31DFF9B6}"/>
                </a:ext>
              </a:extLst>
            </p:cNvPr>
            <p:cNvCxnSpPr>
              <a:cxnSpLocks/>
            </p:cNvCxnSpPr>
            <p:nvPr/>
          </p:nvCxnSpPr>
          <p:spPr>
            <a:xfrm>
              <a:off x="931985" y="2004646"/>
              <a:ext cx="7528514"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3" name="Straight Connector 402">
              <a:extLst>
                <a:ext uri="{FF2B5EF4-FFF2-40B4-BE49-F238E27FC236}">
                  <a16:creationId xmlns:a16="http://schemas.microsoft.com/office/drawing/2014/main" id="{4150D286-1491-5533-5607-4662463561DC}"/>
                </a:ext>
              </a:extLst>
            </p:cNvPr>
            <p:cNvCxnSpPr/>
            <p:nvPr/>
          </p:nvCxnSpPr>
          <p:spPr>
            <a:xfrm>
              <a:off x="927686" y="2004646"/>
              <a:ext cx="0" cy="20515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4" name="Straight Connector 403">
              <a:extLst>
                <a:ext uri="{FF2B5EF4-FFF2-40B4-BE49-F238E27FC236}">
                  <a16:creationId xmlns:a16="http://schemas.microsoft.com/office/drawing/2014/main" id="{379871F3-E582-0E34-DE87-116313BD694F}"/>
                </a:ext>
              </a:extLst>
            </p:cNvPr>
            <p:cNvCxnSpPr>
              <a:cxnSpLocks/>
            </p:cNvCxnSpPr>
            <p:nvPr/>
          </p:nvCxnSpPr>
          <p:spPr>
            <a:xfrm flipH="1">
              <a:off x="614680" y="2209017"/>
              <a:ext cx="317305" cy="783"/>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5" name="Straight Connector 404">
              <a:extLst>
                <a:ext uri="{FF2B5EF4-FFF2-40B4-BE49-F238E27FC236}">
                  <a16:creationId xmlns:a16="http://schemas.microsoft.com/office/drawing/2014/main" id="{F7642275-9D31-9E87-3317-9199CEA962E0}"/>
                </a:ext>
              </a:extLst>
            </p:cNvPr>
            <p:cNvCxnSpPr>
              <a:cxnSpLocks/>
            </p:cNvCxnSpPr>
            <p:nvPr/>
          </p:nvCxnSpPr>
          <p:spPr>
            <a:xfrm>
              <a:off x="8460499" y="2008163"/>
              <a:ext cx="0" cy="19812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6" name="Straight Connector 405">
              <a:extLst>
                <a:ext uri="{FF2B5EF4-FFF2-40B4-BE49-F238E27FC236}">
                  <a16:creationId xmlns:a16="http://schemas.microsoft.com/office/drawing/2014/main" id="{3FE02A98-0731-5C98-5C34-9B267CC4D372}"/>
                </a:ext>
              </a:extLst>
            </p:cNvPr>
            <p:cNvCxnSpPr/>
            <p:nvPr/>
          </p:nvCxnSpPr>
          <p:spPr>
            <a:xfrm>
              <a:off x="8464251" y="2204720"/>
              <a:ext cx="1090507"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12" name="Freeform: Shape 411">
            <a:extLst>
              <a:ext uri="{FF2B5EF4-FFF2-40B4-BE49-F238E27FC236}">
                <a16:creationId xmlns:a16="http://schemas.microsoft.com/office/drawing/2014/main" id="{66C837D6-0C45-43E2-9D0F-6665886BD385}"/>
              </a:ext>
            </a:extLst>
          </p:cNvPr>
          <p:cNvSpPr/>
          <p:nvPr/>
        </p:nvSpPr>
        <p:spPr>
          <a:xfrm>
            <a:off x="948371" y="1210751"/>
            <a:ext cx="367033" cy="1058326"/>
          </a:xfrm>
          <a:custGeom>
            <a:avLst/>
            <a:gdLst>
              <a:gd name="connsiteX0" fmla="*/ 118999 w 229066"/>
              <a:gd name="connsiteY0" fmla="*/ 0 h 381000"/>
              <a:gd name="connsiteX1" fmla="*/ 186732 w 229066"/>
              <a:gd name="connsiteY1" fmla="*/ 16933 h 381000"/>
              <a:gd name="connsiteX2" fmla="*/ 203666 w 229066"/>
              <a:gd name="connsiteY2" fmla="*/ 33866 h 381000"/>
              <a:gd name="connsiteX3" fmla="*/ 229066 w 229066"/>
              <a:gd name="connsiteY3" fmla="*/ 50800 h 381000"/>
              <a:gd name="connsiteX4" fmla="*/ 212132 w 229066"/>
              <a:gd name="connsiteY4" fmla="*/ 135466 h 381000"/>
              <a:gd name="connsiteX5" fmla="*/ 110532 w 229066"/>
              <a:gd name="connsiteY5" fmla="*/ 186266 h 381000"/>
              <a:gd name="connsiteX6" fmla="*/ 17399 w 229066"/>
              <a:gd name="connsiteY6" fmla="*/ 228600 h 381000"/>
              <a:gd name="connsiteX7" fmla="*/ 466 w 229066"/>
              <a:gd name="connsiteY7" fmla="*/ 270933 h 381000"/>
              <a:gd name="connsiteX8" fmla="*/ 25866 w 229066"/>
              <a:gd name="connsiteY8" fmla="*/ 330200 h 381000"/>
              <a:gd name="connsiteX9" fmla="*/ 110532 w 229066"/>
              <a:gd name="connsiteY9" fmla="*/ 381000 h 381000"/>
              <a:gd name="connsiteX0" fmla="*/ 118999 w 229066"/>
              <a:gd name="connsiteY0" fmla="*/ 0 h 381000"/>
              <a:gd name="connsiteX1" fmla="*/ 186732 w 229066"/>
              <a:gd name="connsiteY1" fmla="*/ 16933 h 381000"/>
              <a:gd name="connsiteX2" fmla="*/ 203666 w 229066"/>
              <a:gd name="connsiteY2" fmla="*/ 33866 h 381000"/>
              <a:gd name="connsiteX3" fmla="*/ 229066 w 229066"/>
              <a:gd name="connsiteY3" fmla="*/ 69088 h 381000"/>
              <a:gd name="connsiteX4" fmla="*/ 212132 w 229066"/>
              <a:gd name="connsiteY4" fmla="*/ 135466 h 381000"/>
              <a:gd name="connsiteX5" fmla="*/ 110532 w 229066"/>
              <a:gd name="connsiteY5" fmla="*/ 186266 h 381000"/>
              <a:gd name="connsiteX6" fmla="*/ 17399 w 229066"/>
              <a:gd name="connsiteY6" fmla="*/ 228600 h 381000"/>
              <a:gd name="connsiteX7" fmla="*/ 466 w 229066"/>
              <a:gd name="connsiteY7" fmla="*/ 270933 h 381000"/>
              <a:gd name="connsiteX8" fmla="*/ 25866 w 229066"/>
              <a:gd name="connsiteY8" fmla="*/ 330200 h 381000"/>
              <a:gd name="connsiteX9" fmla="*/ 110532 w 229066"/>
              <a:gd name="connsiteY9" fmla="*/ 381000 h 381000"/>
              <a:gd name="connsiteX0" fmla="*/ 118999 w 229066"/>
              <a:gd name="connsiteY0" fmla="*/ 0 h 381000"/>
              <a:gd name="connsiteX1" fmla="*/ 168640 w 229066"/>
              <a:gd name="connsiteY1" fmla="*/ 29927 h 381000"/>
              <a:gd name="connsiteX2" fmla="*/ 203666 w 229066"/>
              <a:gd name="connsiteY2" fmla="*/ 33866 h 381000"/>
              <a:gd name="connsiteX3" fmla="*/ 229066 w 229066"/>
              <a:gd name="connsiteY3" fmla="*/ 69088 h 381000"/>
              <a:gd name="connsiteX4" fmla="*/ 212132 w 229066"/>
              <a:gd name="connsiteY4" fmla="*/ 135466 h 381000"/>
              <a:gd name="connsiteX5" fmla="*/ 110532 w 229066"/>
              <a:gd name="connsiteY5" fmla="*/ 186266 h 381000"/>
              <a:gd name="connsiteX6" fmla="*/ 17399 w 229066"/>
              <a:gd name="connsiteY6" fmla="*/ 228600 h 381000"/>
              <a:gd name="connsiteX7" fmla="*/ 466 w 229066"/>
              <a:gd name="connsiteY7" fmla="*/ 270933 h 381000"/>
              <a:gd name="connsiteX8" fmla="*/ 25866 w 229066"/>
              <a:gd name="connsiteY8" fmla="*/ 330200 h 381000"/>
              <a:gd name="connsiteX9" fmla="*/ 110532 w 229066"/>
              <a:gd name="connsiteY9" fmla="*/ 381000 h 381000"/>
              <a:gd name="connsiteX0" fmla="*/ 118999 w 229066"/>
              <a:gd name="connsiteY0" fmla="*/ 0 h 381000"/>
              <a:gd name="connsiteX1" fmla="*/ 168640 w 229066"/>
              <a:gd name="connsiteY1" fmla="*/ 29927 h 381000"/>
              <a:gd name="connsiteX2" fmla="*/ 190097 w 229066"/>
              <a:gd name="connsiteY2" fmla="*/ 51192 h 381000"/>
              <a:gd name="connsiteX3" fmla="*/ 229066 w 229066"/>
              <a:gd name="connsiteY3" fmla="*/ 69088 h 381000"/>
              <a:gd name="connsiteX4" fmla="*/ 212132 w 229066"/>
              <a:gd name="connsiteY4" fmla="*/ 135466 h 381000"/>
              <a:gd name="connsiteX5" fmla="*/ 110532 w 229066"/>
              <a:gd name="connsiteY5" fmla="*/ 186266 h 381000"/>
              <a:gd name="connsiteX6" fmla="*/ 17399 w 229066"/>
              <a:gd name="connsiteY6" fmla="*/ 228600 h 381000"/>
              <a:gd name="connsiteX7" fmla="*/ 466 w 229066"/>
              <a:gd name="connsiteY7" fmla="*/ 270933 h 381000"/>
              <a:gd name="connsiteX8" fmla="*/ 25866 w 229066"/>
              <a:gd name="connsiteY8" fmla="*/ 330200 h 381000"/>
              <a:gd name="connsiteX9" fmla="*/ 110532 w 229066"/>
              <a:gd name="connsiteY9" fmla="*/ 381000 h 381000"/>
              <a:gd name="connsiteX0" fmla="*/ 118999 w 217218"/>
              <a:gd name="connsiteY0" fmla="*/ 0 h 381000"/>
              <a:gd name="connsiteX1" fmla="*/ 168640 w 217218"/>
              <a:gd name="connsiteY1" fmla="*/ 29927 h 381000"/>
              <a:gd name="connsiteX2" fmla="*/ 190097 w 217218"/>
              <a:gd name="connsiteY2" fmla="*/ 51192 h 381000"/>
              <a:gd name="connsiteX3" fmla="*/ 206450 w 217218"/>
              <a:gd name="connsiteY3" fmla="*/ 77751 h 381000"/>
              <a:gd name="connsiteX4" fmla="*/ 212132 w 217218"/>
              <a:gd name="connsiteY4" fmla="*/ 135466 h 381000"/>
              <a:gd name="connsiteX5" fmla="*/ 110532 w 217218"/>
              <a:gd name="connsiteY5" fmla="*/ 186266 h 381000"/>
              <a:gd name="connsiteX6" fmla="*/ 17399 w 217218"/>
              <a:gd name="connsiteY6" fmla="*/ 228600 h 381000"/>
              <a:gd name="connsiteX7" fmla="*/ 466 w 217218"/>
              <a:gd name="connsiteY7" fmla="*/ 270933 h 381000"/>
              <a:gd name="connsiteX8" fmla="*/ 25866 w 217218"/>
              <a:gd name="connsiteY8" fmla="*/ 330200 h 381000"/>
              <a:gd name="connsiteX9" fmla="*/ 110532 w 217218"/>
              <a:gd name="connsiteY9" fmla="*/ 381000 h 381000"/>
              <a:gd name="connsiteX0" fmla="*/ 118999 w 219525"/>
              <a:gd name="connsiteY0" fmla="*/ 0 h 381000"/>
              <a:gd name="connsiteX1" fmla="*/ 168640 w 219525"/>
              <a:gd name="connsiteY1" fmla="*/ 29927 h 381000"/>
              <a:gd name="connsiteX2" fmla="*/ 190097 w 219525"/>
              <a:gd name="connsiteY2" fmla="*/ 51192 h 381000"/>
              <a:gd name="connsiteX3" fmla="*/ 206450 w 219525"/>
              <a:gd name="connsiteY3" fmla="*/ 77751 h 381000"/>
              <a:gd name="connsiteX4" fmla="*/ 212132 w 219525"/>
              <a:gd name="connsiteY4" fmla="*/ 135466 h 381000"/>
              <a:gd name="connsiteX5" fmla="*/ 110532 w 219525"/>
              <a:gd name="connsiteY5" fmla="*/ 186266 h 381000"/>
              <a:gd name="connsiteX6" fmla="*/ 17399 w 219525"/>
              <a:gd name="connsiteY6" fmla="*/ 228600 h 381000"/>
              <a:gd name="connsiteX7" fmla="*/ 466 w 219525"/>
              <a:gd name="connsiteY7" fmla="*/ 270933 h 381000"/>
              <a:gd name="connsiteX8" fmla="*/ 25866 w 219525"/>
              <a:gd name="connsiteY8" fmla="*/ 330200 h 381000"/>
              <a:gd name="connsiteX9" fmla="*/ 110532 w 219525"/>
              <a:gd name="connsiteY9" fmla="*/ 381000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9525" h="381000">
                <a:moveTo>
                  <a:pt x="118999" y="0"/>
                </a:moveTo>
                <a:cubicBezTo>
                  <a:pt x="141577" y="5644"/>
                  <a:pt x="156790" y="21395"/>
                  <a:pt x="168640" y="29927"/>
                </a:cubicBezTo>
                <a:cubicBezTo>
                  <a:pt x="180490" y="38459"/>
                  <a:pt x="183795" y="43221"/>
                  <a:pt x="190097" y="51192"/>
                </a:cubicBezTo>
                <a:cubicBezTo>
                  <a:pt x="196399" y="59163"/>
                  <a:pt x="197983" y="72106"/>
                  <a:pt x="206450" y="77751"/>
                </a:cubicBezTo>
                <a:cubicBezTo>
                  <a:pt x="214374" y="105973"/>
                  <a:pt x="228118" y="117380"/>
                  <a:pt x="212132" y="135466"/>
                </a:cubicBezTo>
                <a:cubicBezTo>
                  <a:pt x="196146" y="153552"/>
                  <a:pt x="144399" y="169332"/>
                  <a:pt x="110532" y="186266"/>
                </a:cubicBezTo>
                <a:cubicBezTo>
                  <a:pt x="57425" y="212820"/>
                  <a:pt x="88295" y="198216"/>
                  <a:pt x="17399" y="228600"/>
                </a:cubicBezTo>
                <a:cubicBezTo>
                  <a:pt x="11755" y="242711"/>
                  <a:pt x="1978" y="255810"/>
                  <a:pt x="466" y="270933"/>
                </a:cubicBezTo>
                <a:cubicBezTo>
                  <a:pt x="-2083" y="296417"/>
                  <a:pt x="5735" y="316779"/>
                  <a:pt x="25866" y="330200"/>
                </a:cubicBezTo>
                <a:cubicBezTo>
                  <a:pt x="53251" y="348457"/>
                  <a:pt x="110532" y="381000"/>
                  <a:pt x="110532" y="381000"/>
                </a:cubicBezTo>
              </a:path>
            </a:pathLst>
          </a:custGeom>
          <a:noFill/>
          <a:ln w="635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 name="Left Brace 415">
            <a:extLst>
              <a:ext uri="{FF2B5EF4-FFF2-40B4-BE49-F238E27FC236}">
                <a16:creationId xmlns:a16="http://schemas.microsoft.com/office/drawing/2014/main" id="{F57B7E68-5E2E-E89A-B589-B433BC74F59E}"/>
              </a:ext>
            </a:extLst>
          </p:cNvPr>
          <p:cNvSpPr/>
          <p:nvPr/>
        </p:nvSpPr>
        <p:spPr>
          <a:xfrm rot="16200000">
            <a:off x="7774209" y="501423"/>
            <a:ext cx="317825" cy="1991520"/>
          </a:xfrm>
          <a:prstGeom prst="leftBrac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18" name="Freeform: Shape 417">
            <a:extLst>
              <a:ext uri="{FF2B5EF4-FFF2-40B4-BE49-F238E27FC236}">
                <a16:creationId xmlns:a16="http://schemas.microsoft.com/office/drawing/2014/main" id="{478338E1-45C8-EC50-556A-33FF68F9F655}"/>
              </a:ext>
            </a:extLst>
          </p:cNvPr>
          <p:cNvSpPr/>
          <p:nvPr/>
        </p:nvSpPr>
        <p:spPr>
          <a:xfrm>
            <a:off x="6092654" y="1707083"/>
            <a:ext cx="1839408" cy="1052582"/>
          </a:xfrm>
          <a:custGeom>
            <a:avLst/>
            <a:gdLst>
              <a:gd name="connsiteX0" fmla="*/ 1143000 w 1305449"/>
              <a:gd name="connsiteY0" fmla="*/ 0 h 1202267"/>
              <a:gd name="connsiteX1" fmla="*/ 939800 w 1305449"/>
              <a:gd name="connsiteY1" fmla="*/ 575734 h 1202267"/>
              <a:gd name="connsiteX2" fmla="*/ 1278467 w 1305449"/>
              <a:gd name="connsiteY2" fmla="*/ 728134 h 1202267"/>
              <a:gd name="connsiteX3" fmla="*/ 93134 w 1305449"/>
              <a:gd name="connsiteY3" fmla="*/ 1168400 h 1202267"/>
              <a:gd name="connsiteX4" fmla="*/ 93134 w 1305449"/>
              <a:gd name="connsiteY4" fmla="*/ 1168400 h 1202267"/>
              <a:gd name="connsiteX5" fmla="*/ 0 w 1305449"/>
              <a:gd name="connsiteY5" fmla="*/ 1202267 h 1202267"/>
              <a:gd name="connsiteX0" fmla="*/ 1143000 w 1143000"/>
              <a:gd name="connsiteY0" fmla="*/ 0 h 1202267"/>
              <a:gd name="connsiteX1" fmla="*/ 939800 w 1143000"/>
              <a:gd name="connsiteY1" fmla="*/ 575734 h 1202267"/>
              <a:gd name="connsiteX2" fmla="*/ 1041400 w 1143000"/>
              <a:gd name="connsiteY2" fmla="*/ 821267 h 1202267"/>
              <a:gd name="connsiteX3" fmla="*/ 93134 w 1143000"/>
              <a:gd name="connsiteY3" fmla="*/ 1168400 h 1202267"/>
              <a:gd name="connsiteX4" fmla="*/ 93134 w 1143000"/>
              <a:gd name="connsiteY4" fmla="*/ 1168400 h 1202267"/>
              <a:gd name="connsiteX5" fmla="*/ 0 w 1143000"/>
              <a:gd name="connsiteY5" fmla="*/ 1202267 h 1202267"/>
              <a:gd name="connsiteX0" fmla="*/ 1143000 w 1143000"/>
              <a:gd name="connsiteY0" fmla="*/ 0 h 1202267"/>
              <a:gd name="connsiteX1" fmla="*/ 770467 w 1143000"/>
              <a:gd name="connsiteY1" fmla="*/ 304801 h 1202267"/>
              <a:gd name="connsiteX2" fmla="*/ 1041400 w 1143000"/>
              <a:gd name="connsiteY2" fmla="*/ 821267 h 1202267"/>
              <a:gd name="connsiteX3" fmla="*/ 93134 w 1143000"/>
              <a:gd name="connsiteY3" fmla="*/ 1168400 h 1202267"/>
              <a:gd name="connsiteX4" fmla="*/ 93134 w 1143000"/>
              <a:gd name="connsiteY4" fmla="*/ 1168400 h 1202267"/>
              <a:gd name="connsiteX5" fmla="*/ 0 w 1143000"/>
              <a:gd name="connsiteY5" fmla="*/ 1202267 h 1202267"/>
              <a:gd name="connsiteX0" fmla="*/ 1143000 w 1143000"/>
              <a:gd name="connsiteY0" fmla="*/ 0 h 1202267"/>
              <a:gd name="connsiteX1" fmla="*/ 872067 w 1143000"/>
              <a:gd name="connsiteY1" fmla="*/ 389467 h 1202267"/>
              <a:gd name="connsiteX2" fmla="*/ 1041400 w 1143000"/>
              <a:gd name="connsiteY2" fmla="*/ 821267 h 1202267"/>
              <a:gd name="connsiteX3" fmla="*/ 93134 w 1143000"/>
              <a:gd name="connsiteY3" fmla="*/ 1168400 h 1202267"/>
              <a:gd name="connsiteX4" fmla="*/ 93134 w 1143000"/>
              <a:gd name="connsiteY4" fmla="*/ 1168400 h 1202267"/>
              <a:gd name="connsiteX5" fmla="*/ 0 w 1143000"/>
              <a:gd name="connsiteY5" fmla="*/ 1202267 h 1202267"/>
              <a:gd name="connsiteX0" fmla="*/ 1143000 w 1143000"/>
              <a:gd name="connsiteY0" fmla="*/ 0 h 1202267"/>
              <a:gd name="connsiteX1" fmla="*/ 872067 w 1143000"/>
              <a:gd name="connsiteY1" fmla="*/ 389467 h 1202267"/>
              <a:gd name="connsiteX2" fmla="*/ 821267 w 1143000"/>
              <a:gd name="connsiteY2" fmla="*/ 880533 h 1202267"/>
              <a:gd name="connsiteX3" fmla="*/ 93134 w 1143000"/>
              <a:gd name="connsiteY3" fmla="*/ 1168400 h 1202267"/>
              <a:gd name="connsiteX4" fmla="*/ 93134 w 1143000"/>
              <a:gd name="connsiteY4" fmla="*/ 1168400 h 1202267"/>
              <a:gd name="connsiteX5" fmla="*/ 0 w 1143000"/>
              <a:gd name="connsiteY5" fmla="*/ 1202267 h 1202267"/>
              <a:gd name="connsiteX0" fmla="*/ 1143000 w 1143000"/>
              <a:gd name="connsiteY0" fmla="*/ 0 h 1202267"/>
              <a:gd name="connsiteX1" fmla="*/ 668867 w 1143000"/>
              <a:gd name="connsiteY1" fmla="*/ 338667 h 1202267"/>
              <a:gd name="connsiteX2" fmla="*/ 821267 w 1143000"/>
              <a:gd name="connsiteY2" fmla="*/ 880533 h 1202267"/>
              <a:gd name="connsiteX3" fmla="*/ 93134 w 1143000"/>
              <a:gd name="connsiteY3" fmla="*/ 1168400 h 1202267"/>
              <a:gd name="connsiteX4" fmla="*/ 93134 w 1143000"/>
              <a:gd name="connsiteY4" fmla="*/ 1168400 h 1202267"/>
              <a:gd name="connsiteX5" fmla="*/ 0 w 1143000"/>
              <a:gd name="connsiteY5" fmla="*/ 1202267 h 1202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3000" h="1202267">
                <a:moveTo>
                  <a:pt x="1143000" y="0"/>
                </a:moveTo>
                <a:cubicBezTo>
                  <a:pt x="1030111" y="227189"/>
                  <a:pt x="722489" y="191912"/>
                  <a:pt x="668867" y="338667"/>
                </a:cubicBezTo>
                <a:cubicBezTo>
                  <a:pt x="615245" y="485423"/>
                  <a:pt x="917223" y="742244"/>
                  <a:pt x="821267" y="880533"/>
                </a:cubicBezTo>
                <a:cubicBezTo>
                  <a:pt x="725312" y="1018822"/>
                  <a:pt x="93134" y="1168400"/>
                  <a:pt x="93134" y="1168400"/>
                </a:cubicBezTo>
                <a:lnTo>
                  <a:pt x="93134" y="1168400"/>
                </a:lnTo>
                <a:lnTo>
                  <a:pt x="0" y="1202267"/>
                </a:lnTo>
              </a:path>
            </a:pathLst>
          </a:custGeom>
          <a:noFill/>
          <a:ln w="6350">
            <a:solidFill>
              <a:schemeClr val="tx1"/>
            </a:solidFill>
            <a:prstDash val="lgDashDotDot"/>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9" name="TextBox 418">
            <a:extLst>
              <a:ext uri="{FF2B5EF4-FFF2-40B4-BE49-F238E27FC236}">
                <a16:creationId xmlns:a16="http://schemas.microsoft.com/office/drawing/2014/main" id="{3E7A9A7F-3EC5-0E55-CFD7-FF20D29B9730}"/>
              </a:ext>
            </a:extLst>
          </p:cNvPr>
          <p:cNvSpPr txBox="1"/>
          <p:nvPr/>
        </p:nvSpPr>
        <p:spPr>
          <a:xfrm>
            <a:off x="1550544" y="2505937"/>
            <a:ext cx="592749" cy="215444"/>
          </a:xfrm>
          <a:prstGeom prst="rect">
            <a:avLst/>
          </a:prstGeom>
          <a:noFill/>
          <a:ln>
            <a:noFill/>
          </a:ln>
        </p:spPr>
        <p:txBody>
          <a:bodyPr wrap="none" rtlCol="0">
            <a:spAutoFit/>
          </a:bodyPr>
          <a:lstStyle/>
          <a:p>
            <a:r>
              <a:rPr lang="en-US" sz="800" dirty="0" err="1"/>
              <a:t>Tst</a:t>
            </a:r>
            <a:r>
              <a:rPr lang="en-US" sz="800" dirty="0"/>
              <a:t> </a:t>
            </a:r>
            <a:r>
              <a:rPr lang="en-US" sz="800" dirty="0" err="1"/>
              <a:t>KeyDet</a:t>
            </a:r>
            <a:endParaRPr lang="en-US" sz="800" dirty="0"/>
          </a:p>
        </p:txBody>
      </p:sp>
      <p:sp>
        <p:nvSpPr>
          <p:cNvPr id="420" name="TextBox 419">
            <a:extLst>
              <a:ext uri="{FF2B5EF4-FFF2-40B4-BE49-F238E27FC236}">
                <a16:creationId xmlns:a16="http://schemas.microsoft.com/office/drawing/2014/main" id="{54EBAEA1-56AE-7990-21B1-13544863B487}"/>
              </a:ext>
            </a:extLst>
          </p:cNvPr>
          <p:cNvSpPr txBox="1"/>
          <p:nvPr/>
        </p:nvSpPr>
        <p:spPr>
          <a:xfrm>
            <a:off x="2065977" y="2505937"/>
            <a:ext cx="594260" cy="215444"/>
          </a:xfrm>
          <a:prstGeom prst="rect">
            <a:avLst/>
          </a:prstGeom>
          <a:noFill/>
          <a:ln>
            <a:noFill/>
          </a:ln>
        </p:spPr>
        <p:txBody>
          <a:bodyPr wrap="none" rtlCol="0">
            <a:spAutoFit/>
          </a:bodyPr>
          <a:lstStyle/>
          <a:p>
            <a:r>
              <a:rPr lang="en-US" sz="800" dirty="0"/>
              <a:t>Bra </a:t>
            </a:r>
            <a:r>
              <a:rPr lang="en-US" sz="800" dirty="0" err="1"/>
              <a:t>KeyRel</a:t>
            </a:r>
            <a:endParaRPr lang="en-US" sz="800" dirty="0"/>
          </a:p>
        </p:txBody>
      </p:sp>
      <p:sp>
        <p:nvSpPr>
          <p:cNvPr id="421" name="TextBox 420">
            <a:extLst>
              <a:ext uri="{FF2B5EF4-FFF2-40B4-BE49-F238E27FC236}">
                <a16:creationId xmlns:a16="http://schemas.microsoft.com/office/drawing/2014/main" id="{1EDA2FF5-AA3B-526A-57EE-43A78360405B}"/>
              </a:ext>
            </a:extLst>
          </p:cNvPr>
          <p:cNvSpPr txBox="1"/>
          <p:nvPr/>
        </p:nvSpPr>
        <p:spPr>
          <a:xfrm>
            <a:off x="7641138" y="2526332"/>
            <a:ext cx="592749" cy="215444"/>
          </a:xfrm>
          <a:prstGeom prst="rect">
            <a:avLst/>
          </a:prstGeom>
          <a:noFill/>
          <a:ln>
            <a:noFill/>
          </a:ln>
        </p:spPr>
        <p:txBody>
          <a:bodyPr wrap="none" rtlCol="0">
            <a:spAutoFit/>
          </a:bodyPr>
          <a:lstStyle/>
          <a:p>
            <a:r>
              <a:rPr lang="en-US" sz="800" dirty="0" err="1"/>
              <a:t>Tst</a:t>
            </a:r>
            <a:r>
              <a:rPr lang="en-US" sz="800" dirty="0"/>
              <a:t> </a:t>
            </a:r>
            <a:r>
              <a:rPr lang="en-US" sz="800" dirty="0" err="1"/>
              <a:t>KeyDet</a:t>
            </a:r>
            <a:endParaRPr lang="en-US" sz="800" dirty="0"/>
          </a:p>
        </p:txBody>
      </p:sp>
      <p:sp>
        <p:nvSpPr>
          <p:cNvPr id="422" name="TextBox 421">
            <a:extLst>
              <a:ext uri="{FF2B5EF4-FFF2-40B4-BE49-F238E27FC236}">
                <a16:creationId xmlns:a16="http://schemas.microsoft.com/office/drawing/2014/main" id="{4C36EBEC-9947-22B0-D839-8A098196F076}"/>
              </a:ext>
            </a:extLst>
          </p:cNvPr>
          <p:cNvSpPr txBox="1"/>
          <p:nvPr/>
        </p:nvSpPr>
        <p:spPr>
          <a:xfrm>
            <a:off x="8156570" y="2526332"/>
            <a:ext cx="594260" cy="215444"/>
          </a:xfrm>
          <a:prstGeom prst="rect">
            <a:avLst/>
          </a:prstGeom>
          <a:noFill/>
          <a:ln>
            <a:noFill/>
          </a:ln>
        </p:spPr>
        <p:txBody>
          <a:bodyPr wrap="none" rtlCol="0">
            <a:spAutoFit/>
          </a:bodyPr>
          <a:lstStyle/>
          <a:p>
            <a:r>
              <a:rPr lang="en-US" sz="800" dirty="0"/>
              <a:t>Bra </a:t>
            </a:r>
            <a:r>
              <a:rPr lang="en-US" sz="800" dirty="0" err="1"/>
              <a:t>KeyRel</a:t>
            </a:r>
            <a:endParaRPr lang="en-US" sz="800" dirty="0"/>
          </a:p>
        </p:txBody>
      </p:sp>
      <p:grpSp>
        <p:nvGrpSpPr>
          <p:cNvPr id="433" name="Group 432">
            <a:extLst>
              <a:ext uri="{FF2B5EF4-FFF2-40B4-BE49-F238E27FC236}">
                <a16:creationId xmlns:a16="http://schemas.microsoft.com/office/drawing/2014/main" id="{82241DD1-EFAC-AD6C-8CA2-E02BB74B5C15}"/>
              </a:ext>
            </a:extLst>
          </p:cNvPr>
          <p:cNvGrpSpPr/>
          <p:nvPr/>
        </p:nvGrpSpPr>
        <p:grpSpPr>
          <a:xfrm>
            <a:off x="8798686" y="2385299"/>
            <a:ext cx="236071" cy="283606"/>
            <a:chOff x="8316559" y="1838560"/>
            <a:chExt cx="250388" cy="283606"/>
          </a:xfrm>
        </p:grpSpPr>
        <p:sp>
          <p:nvSpPr>
            <p:cNvPr id="423" name="Oval 422">
              <a:extLst>
                <a:ext uri="{FF2B5EF4-FFF2-40B4-BE49-F238E27FC236}">
                  <a16:creationId xmlns:a16="http://schemas.microsoft.com/office/drawing/2014/main" id="{F4FEBBA9-8467-1D77-CCFA-A0031ED6CB4E}"/>
                </a:ext>
              </a:extLst>
            </p:cNvPr>
            <p:cNvSpPr/>
            <p:nvPr/>
          </p:nvSpPr>
          <p:spPr>
            <a:xfrm>
              <a:off x="8316559" y="1838560"/>
              <a:ext cx="250388" cy="283606"/>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425" name="Straight Arrow Connector 424">
              <a:extLst>
                <a:ext uri="{FF2B5EF4-FFF2-40B4-BE49-F238E27FC236}">
                  <a16:creationId xmlns:a16="http://schemas.microsoft.com/office/drawing/2014/main" id="{BA276133-FB26-F37D-FD45-EC6232E75DE3}"/>
                </a:ext>
              </a:extLst>
            </p:cNvPr>
            <p:cNvCxnSpPr>
              <a:cxnSpLocks/>
              <a:stCxn id="423" idx="2"/>
            </p:cNvCxnSpPr>
            <p:nvPr/>
          </p:nvCxnSpPr>
          <p:spPr>
            <a:xfrm flipV="1">
              <a:off x="8316559" y="1905439"/>
              <a:ext cx="13028" cy="74924"/>
            </a:xfrm>
            <a:prstGeom prst="straightConnector1">
              <a:avLst/>
            </a:prstGeom>
            <a:ln w="63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27" name="Straight Arrow Connector 426">
              <a:extLst>
                <a:ext uri="{FF2B5EF4-FFF2-40B4-BE49-F238E27FC236}">
                  <a16:creationId xmlns:a16="http://schemas.microsoft.com/office/drawing/2014/main" id="{43F92128-1C2A-E5CB-B3C3-7319A73380ED}"/>
                </a:ext>
              </a:extLst>
            </p:cNvPr>
            <p:cNvCxnSpPr>
              <a:cxnSpLocks/>
              <a:stCxn id="423" idx="6"/>
            </p:cNvCxnSpPr>
            <p:nvPr/>
          </p:nvCxnSpPr>
          <p:spPr>
            <a:xfrm flipH="1">
              <a:off x="8549547" y="1980363"/>
              <a:ext cx="17400" cy="73026"/>
            </a:xfrm>
            <a:prstGeom prst="straightConnector1">
              <a:avLst/>
            </a:prstGeom>
            <a:ln w="63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434" name="Group 433">
            <a:extLst>
              <a:ext uri="{FF2B5EF4-FFF2-40B4-BE49-F238E27FC236}">
                <a16:creationId xmlns:a16="http://schemas.microsoft.com/office/drawing/2014/main" id="{90C7B571-03F5-2978-4671-A976431C64D9}"/>
              </a:ext>
            </a:extLst>
          </p:cNvPr>
          <p:cNvGrpSpPr/>
          <p:nvPr/>
        </p:nvGrpSpPr>
        <p:grpSpPr>
          <a:xfrm>
            <a:off x="9107453" y="2388875"/>
            <a:ext cx="236071" cy="283606"/>
            <a:chOff x="8316559" y="1838560"/>
            <a:chExt cx="250388" cy="283606"/>
          </a:xfrm>
        </p:grpSpPr>
        <p:sp>
          <p:nvSpPr>
            <p:cNvPr id="435" name="Oval 434">
              <a:extLst>
                <a:ext uri="{FF2B5EF4-FFF2-40B4-BE49-F238E27FC236}">
                  <a16:creationId xmlns:a16="http://schemas.microsoft.com/office/drawing/2014/main" id="{FCD31356-D1CA-0094-C774-CD35DAFEA011}"/>
                </a:ext>
              </a:extLst>
            </p:cNvPr>
            <p:cNvSpPr/>
            <p:nvPr/>
          </p:nvSpPr>
          <p:spPr>
            <a:xfrm>
              <a:off x="8316559" y="1838560"/>
              <a:ext cx="250388" cy="283606"/>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436" name="Straight Arrow Connector 435">
              <a:extLst>
                <a:ext uri="{FF2B5EF4-FFF2-40B4-BE49-F238E27FC236}">
                  <a16:creationId xmlns:a16="http://schemas.microsoft.com/office/drawing/2014/main" id="{2075AC48-7FBE-8742-202F-A3E110CA3FCF}"/>
                </a:ext>
              </a:extLst>
            </p:cNvPr>
            <p:cNvCxnSpPr>
              <a:cxnSpLocks/>
              <a:stCxn id="435" idx="2"/>
            </p:cNvCxnSpPr>
            <p:nvPr/>
          </p:nvCxnSpPr>
          <p:spPr>
            <a:xfrm flipV="1">
              <a:off x="8316559" y="1905439"/>
              <a:ext cx="13028" cy="74924"/>
            </a:xfrm>
            <a:prstGeom prst="straightConnector1">
              <a:avLst/>
            </a:prstGeom>
            <a:ln w="63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37" name="Straight Arrow Connector 436">
              <a:extLst>
                <a:ext uri="{FF2B5EF4-FFF2-40B4-BE49-F238E27FC236}">
                  <a16:creationId xmlns:a16="http://schemas.microsoft.com/office/drawing/2014/main" id="{DD89866F-5CA1-EAC9-6404-992653EE457E}"/>
                </a:ext>
              </a:extLst>
            </p:cNvPr>
            <p:cNvCxnSpPr>
              <a:cxnSpLocks/>
              <a:stCxn id="435" idx="6"/>
            </p:cNvCxnSpPr>
            <p:nvPr/>
          </p:nvCxnSpPr>
          <p:spPr>
            <a:xfrm flipH="1">
              <a:off x="8549547" y="1980363"/>
              <a:ext cx="17400" cy="73026"/>
            </a:xfrm>
            <a:prstGeom prst="straightConnector1">
              <a:avLst/>
            </a:prstGeom>
            <a:ln w="63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438" name="Group 437">
            <a:extLst>
              <a:ext uri="{FF2B5EF4-FFF2-40B4-BE49-F238E27FC236}">
                <a16:creationId xmlns:a16="http://schemas.microsoft.com/office/drawing/2014/main" id="{5DD2AD62-8AAF-E518-ED72-DE73275875A3}"/>
              </a:ext>
            </a:extLst>
          </p:cNvPr>
          <p:cNvGrpSpPr/>
          <p:nvPr/>
        </p:nvGrpSpPr>
        <p:grpSpPr>
          <a:xfrm>
            <a:off x="9417075" y="2393378"/>
            <a:ext cx="236071" cy="283606"/>
            <a:chOff x="8316559" y="1838560"/>
            <a:chExt cx="250388" cy="283606"/>
          </a:xfrm>
        </p:grpSpPr>
        <p:sp>
          <p:nvSpPr>
            <p:cNvPr id="439" name="Oval 438">
              <a:extLst>
                <a:ext uri="{FF2B5EF4-FFF2-40B4-BE49-F238E27FC236}">
                  <a16:creationId xmlns:a16="http://schemas.microsoft.com/office/drawing/2014/main" id="{784B0E29-45E1-FA12-BFEA-7784560057EA}"/>
                </a:ext>
              </a:extLst>
            </p:cNvPr>
            <p:cNvSpPr/>
            <p:nvPr/>
          </p:nvSpPr>
          <p:spPr>
            <a:xfrm>
              <a:off x="8316559" y="1838560"/>
              <a:ext cx="250388" cy="283606"/>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440" name="Straight Arrow Connector 439">
              <a:extLst>
                <a:ext uri="{FF2B5EF4-FFF2-40B4-BE49-F238E27FC236}">
                  <a16:creationId xmlns:a16="http://schemas.microsoft.com/office/drawing/2014/main" id="{E3FAF09B-F18F-C171-22CB-569FBAC96DA1}"/>
                </a:ext>
              </a:extLst>
            </p:cNvPr>
            <p:cNvCxnSpPr>
              <a:cxnSpLocks/>
              <a:stCxn id="439" idx="2"/>
            </p:cNvCxnSpPr>
            <p:nvPr/>
          </p:nvCxnSpPr>
          <p:spPr>
            <a:xfrm flipV="1">
              <a:off x="8316559" y="1905439"/>
              <a:ext cx="13028" cy="74924"/>
            </a:xfrm>
            <a:prstGeom prst="straightConnector1">
              <a:avLst/>
            </a:prstGeom>
            <a:ln w="63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41" name="Straight Arrow Connector 440">
              <a:extLst>
                <a:ext uri="{FF2B5EF4-FFF2-40B4-BE49-F238E27FC236}">
                  <a16:creationId xmlns:a16="http://schemas.microsoft.com/office/drawing/2014/main" id="{03FBDE18-CD7B-1603-72C8-E38D38AB41F1}"/>
                </a:ext>
              </a:extLst>
            </p:cNvPr>
            <p:cNvCxnSpPr>
              <a:cxnSpLocks/>
              <a:stCxn id="439" idx="6"/>
            </p:cNvCxnSpPr>
            <p:nvPr/>
          </p:nvCxnSpPr>
          <p:spPr>
            <a:xfrm flipH="1">
              <a:off x="8549547" y="1980363"/>
              <a:ext cx="17400" cy="73026"/>
            </a:xfrm>
            <a:prstGeom prst="straightConnector1">
              <a:avLst/>
            </a:prstGeom>
            <a:ln w="63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446" name="TextBox 445">
            <a:extLst>
              <a:ext uri="{FF2B5EF4-FFF2-40B4-BE49-F238E27FC236}">
                <a16:creationId xmlns:a16="http://schemas.microsoft.com/office/drawing/2014/main" id="{F5AB0F66-CF89-E35B-B76C-B430E0B57706}"/>
              </a:ext>
            </a:extLst>
          </p:cNvPr>
          <p:cNvSpPr txBox="1"/>
          <p:nvPr/>
        </p:nvSpPr>
        <p:spPr>
          <a:xfrm>
            <a:off x="8811597" y="2198402"/>
            <a:ext cx="858745" cy="215444"/>
          </a:xfrm>
          <a:prstGeom prst="rect">
            <a:avLst/>
          </a:prstGeom>
          <a:noFill/>
          <a:ln>
            <a:noFill/>
          </a:ln>
        </p:spPr>
        <p:txBody>
          <a:bodyPr wrap="none" rtlCol="0">
            <a:spAutoFit/>
          </a:bodyPr>
          <a:lstStyle/>
          <a:p>
            <a:r>
              <a:rPr lang="en-US" sz="800" dirty="0"/>
              <a:t>Key Release Loop</a:t>
            </a:r>
          </a:p>
        </p:txBody>
      </p:sp>
      <p:sp>
        <p:nvSpPr>
          <p:cNvPr id="477" name="Flowchart: Preparation 476">
            <a:extLst>
              <a:ext uri="{FF2B5EF4-FFF2-40B4-BE49-F238E27FC236}">
                <a16:creationId xmlns:a16="http://schemas.microsoft.com/office/drawing/2014/main" id="{55824509-52C0-396C-6A19-47373DB0DDE2}"/>
              </a:ext>
            </a:extLst>
          </p:cNvPr>
          <p:cNvSpPr/>
          <p:nvPr/>
        </p:nvSpPr>
        <p:spPr>
          <a:xfrm>
            <a:off x="9673275" y="1104764"/>
            <a:ext cx="5029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478" name="Flowchart: Preparation 477">
            <a:extLst>
              <a:ext uri="{FF2B5EF4-FFF2-40B4-BE49-F238E27FC236}">
                <a16:creationId xmlns:a16="http://schemas.microsoft.com/office/drawing/2014/main" id="{072AC0EE-0D8E-C9D2-7ED2-72D8514DE5D3}"/>
              </a:ext>
            </a:extLst>
          </p:cNvPr>
          <p:cNvSpPr/>
          <p:nvPr/>
        </p:nvSpPr>
        <p:spPr>
          <a:xfrm>
            <a:off x="10178905" y="1104764"/>
            <a:ext cx="502900" cy="20129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479" name="TextBox 478">
            <a:extLst>
              <a:ext uri="{FF2B5EF4-FFF2-40B4-BE49-F238E27FC236}">
                <a16:creationId xmlns:a16="http://schemas.microsoft.com/office/drawing/2014/main" id="{6923FDBB-6304-4B7C-C0EE-F92C44CA3A3B}"/>
              </a:ext>
            </a:extLst>
          </p:cNvPr>
          <p:cNvSpPr txBox="1"/>
          <p:nvPr/>
        </p:nvSpPr>
        <p:spPr>
          <a:xfrm>
            <a:off x="10313684" y="1079641"/>
            <a:ext cx="236073" cy="246221"/>
          </a:xfrm>
          <a:prstGeom prst="rect">
            <a:avLst/>
          </a:prstGeom>
          <a:noFill/>
          <a:ln>
            <a:noFill/>
          </a:ln>
        </p:spPr>
        <p:txBody>
          <a:bodyPr wrap="none" rtlCol="0">
            <a:spAutoFit/>
          </a:bodyPr>
          <a:lstStyle/>
          <a:p>
            <a:r>
              <a:rPr lang="en-US" sz="1000" dirty="0"/>
              <a:t>0</a:t>
            </a:r>
          </a:p>
        </p:txBody>
      </p:sp>
      <p:sp>
        <p:nvSpPr>
          <p:cNvPr id="480" name="TextBox 479">
            <a:extLst>
              <a:ext uri="{FF2B5EF4-FFF2-40B4-BE49-F238E27FC236}">
                <a16:creationId xmlns:a16="http://schemas.microsoft.com/office/drawing/2014/main" id="{7AE85017-8823-DC6B-F6AA-2F086930C341}"/>
              </a:ext>
            </a:extLst>
          </p:cNvPr>
          <p:cNvSpPr txBox="1"/>
          <p:nvPr/>
        </p:nvSpPr>
        <p:spPr>
          <a:xfrm>
            <a:off x="9806689" y="1081743"/>
            <a:ext cx="236073" cy="246221"/>
          </a:xfrm>
          <a:prstGeom prst="rect">
            <a:avLst/>
          </a:prstGeom>
          <a:noFill/>
          <a:ln>
            <a:noFill/>
          </a:ln>
        </p:spPr>
        <p:txBody>
          <a:bodyPr wrap="none" rtlCol="0">
            <a:spAutoFit/>
          </a:bodyPr>
          <a:lstStyle/>
          <a:p>
            <a:r>
              <a:rPr lang="en-US" sz="1000" dirty="0"/>
              <a:t>9</a:t>
            </a:r>
          </a:p>
        </p:txBody>
      </p:sp>
      <p:grpSp>
        <p:nvGrpSpPr>
          <p:cNvPr id="2" name="Group 1">
            <a:extLst>
              <a:ext uri="{FF2B5EF4-FFF2-40B4-BE49-F238E27FC236}">
                <a16:creationId xmlns:a16="http://schemas.microsoft.com/office/drawing/2014/main" id="{861B27DE-EE42-E1B3-5DF4-F3C8ADE2D270}"/>
              </a:ext>
            </a:extLst>
          </p:cNvPr>
          <p:cNvGrpSpPr/>
          <p:nvPr/>
        </p:nvGrpSpPr>
        <p:grpSpPr>
          <a:xfrm>
            <a:off x="866565" y="779474"/>
            <a:ext cx="10065323" cy="246785"/>
            <a:chOff x="874688" y="779474"/>
            <a:chExt cx="10675772" cy="246785"/>
          </a:xfrm>
        </p:grpSpPr>
        <p:grpSp>
          <p:nvGrpSpPr>
            <p:cNvPr id="29" name="Group 28">
              <a:extLst>
                <a:ext uri="{FF2B5EF4-FFF2-40B4-BE49-F238E27FC236}">
                  <a16:creationId xmlns:a16="http://schemas.microsoft.com/office/drawing/2014/main" id="{6C855A0F-14AC-89CA-B4FE-303E48A7170A}"/>
                </a:ext>
              </a:extLst>
            </p:cNvPr>
            <p:cNvGrpSpPr/>
            <p:nvPr/>
          </p:nvGrpSpPr>
          <p:grpSpPr>
            <a:xfrm>
              <a:off x="874688" y="791901"/>
              <a:ext cx="1067412" cy="208526"/>
              <a:chOff x="3348789" y="1394968"/>
              <a:chExt cx="1067412" cy="208526"/>
            </a:xfrm>
          </p:grpSpPr>
          <p:grpSp>
            <p:nvGrpSpPr>
              <p:cNvPr id="13" name="Group 12">
                <a:extLst>
                  <a:ext uri="{FF2B5EF4-FFF2-40B4-BE49-F238E27FC236}">
                    <a16:creationId xmlns:a16="http://schemas.microsoft.com/office/drawing/2014/main" id="{61C79231-AF19-E059-70CB-8A7B4A19AE17}"/>
                  </a:ext>
                </a:extLst>
              </p:cNvPr>
              <p:cNvGrpSpPr/>
              <p:nvPr/>
            </p:nvGrpSpPr>
            <p:grpSpPr>
              <a:xfrm>
                <a:off x="3348789" y="1398896"/>
                <a:ext cx="533999" cy="204598"/>
                <a:chOff x="3348789" y="952500"/>
                <a:chExt cx="1832811" cy="647700"/>
              </a:xfrm>
            </p:grpSpPr>
            <p:cxnSp>
              <p:nvCxnSpPr>
                <p:cNvPr id="3" name="Straight Connector 2">
                  <a:extLst>
                    <a:ext uri="{FF2B5EF4-FFF2-40B4-BE49-F238E27FC236}">
                      <a16:creationId xmlns:a16="http://schemas.microsoft.com/office/drawing/2014/main" id="{97B719D5-F672-DC2E-9676-1CCD500BCCB6}"/>
                    </a:ext>
                  </a:extLst>
                </p:cNvPr>
                <p:cNvCxnSpPr>
                  <a:cxnSpLocks/>
                </p:cNvCxnSpPr>
                <p:nvPr/>
              </p:nvCxnSpPr>
              <p:spPr>
                <a:xfrm>
                  <a:off x="3348789" y="1588139"/>
                  <a:ext cx="915203" cy="481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438F89E-7D44-634E-E6FF-9E8B32E3CF3F}"/>
                    </a:ext>
                  </a:extLst>
                </p:cNvPr>
                <p:cNvCxnSpPr/>
                <p:nvPr/>
              </p:nvCxnSpPr>
              <p:spPr>
                <a:xfrm>
                  <a:off x="4267200" y="952500"/>
                  <a:ext cx="0" cy="6477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81A8F18-06A9-D937-9762-2D92C7A73CFA}"/>
                    </a:ext>
                  </a:extLst>
                </p:cNvPr>
                <p:cNvCxnSpPr>
                  <a:cxnSpLocks/>
                </p:cNvCxnSpPr>
                <p:nvPr/>
              </p:nvCxnSpPr>
              <p:spPr>
                <a:xfrm>
                  <a:off x="4267200" y="9525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71DBA66-E102-F307-E9C1-D3C04990D845}"/>
                    </a:ext>
                  </a:extLst>
                </p:cNvPr>
                <p:cNvCxnSpPr/>
                <p:nvPr/>
              </p:nvCxnSpPr>
              <p:spPr>
                <a:xfrm>
                  <a:off x="5181600" y="952500"/>
                  <a:ext cx="0" cy="64008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1B4D02D3-A6F8-67CD-C5BF-B6358FFEF3B9}"/>
                  </a:ext>
                </a:extLst>
              </p:cNvPr>
              <p:cNvGrpSpPr/>
              <p:nvPr/>
            </p:nvGrpSpPr>
            <p:grpSpPr>
              <a:xfrm>
                <a:off x="3882202" y="1394968"/>
                <a:ext cx="533999" cy="206119"/>
                <a:chOff x="3348789" y="952500"/>
                <a:chExt cx="1832811" cy="652515"/>
              </a:xfrm>
            </p:grpSpPr>
            <p:cxnSp>
              <p:nvCxnSpPr>
                <p:cNvPr id="15" name="Straight Connector 14">
                  <a:extLst>
                    <a:ext uri="{FF2B5EF4-FFF2-40B4-BE49-F238E27FC236}">
                      <a16:creationId xmlns:a16="http://schemas.microsoft.com/office/drawing/2014/main" id="{19B24615-C250-3EDB-E1BF-61E9129DBA11}"/>
                    </a:ext>
                  </a:extLst>
                </p:cNvPr>
                <p:cNvCxnSpPr>
                  <a:cxnSpLocks/>
                </p:cNvCxnSpPr>
                <p:nvPr/>
              </p:nvCxnSpPr>
              <p:spPr>
                <a:xfrm>
                  <a:off x="3348789" y="1600200"/>
                  <a:ext cx="915204" cy="481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2E51A16-CBCA-044D-78D2-5D8922A1FF1E}"/>
                    </a:ext>
                  </a:extLst>
                </p:cNvPr>
                <p:cNvCxnSpPr/>
                <p:nvPr/>
              </p:nvCxnSpPr>
              <p:spPr>
                <a:xfrm>
                  <a:off x="4267200" y="952500"/>
                  <a:ext cx="0" cy="6477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1CFECDB-AF8D-53A1-BEED-3C9A33AEEB96}"/>
                    </a:ext>
                  </a:extLst>
                </p:cNvPr>
                <p:cNvCxnSpPr>
                  <a:cxnSpLocks/>
                </p:cNvCxnSpPr>
                <p:nvPr/>
              </p:nvCxnSpPr>
              <p:spPr>
                <a:xfrm>
                  <a:off x="4267200" y="9525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11FE6D-B522-A118-279E-E09CBE4556F7}"/>
                    </a:ext>
                  </a:extLst>
                </p:cNvPr>
                <p:cNvCxnSpPr/>
                <p:nvPr/>
              </p:nvCxnSpPr>
              <p:spPr>
                <a:xfrm>
                  <a:off x="5181600" y="952500"/>
                  <a:ext cx="0" cy="64008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30" name="Group 29">
              <a:extLst>
                <a:ext uri="{FF2B5EF4-FFF2-40B4-BE49-F238E27FC236}">
                  <a16:creationId xmlns:a16="http://schemas.microsoft.com/office/drawing/2014/main" id="{83E4EF18-0F13-59E7-36D2-D5A569CA9763}"/>
                </a:ext>
              </a:extLst>
            </p:cNvPr>
            <p:cNvGrpSpPr/>
            <p:nvPr/>
          </p:nvGrpSpPr>
          <p:grpSpPr>
            <a:xfrm>
              <a:off x="1940578" y="791901"/>
              <a:ext cx="1063602" cy="204716"/>
              <a:chOff x="3348789" y="1400565"/>
              <a:chExt cx="1063602" cy="204716"/>
            </a:xfrm>
          </p:grpSpPr>
          <p:grpSp>
            <p:nvGrpSpPr>
              <p:cNvPr id="31" name="Group 30">
                <a:extLst>
                  <a:ext uri="{FF2B5EF4-FFF2-40B4-BE49-F238E27FC236}">
                    <a16:creationId xmlns:a16="http://schemas.microsoft.com/office/drawing/2014/main" id="{C52C6BA8-4E5A-C466-7C7A-4F9E60FE8798}"/>
                  </a:ext>
                </a:extLst>
              </p:cNvPr>
              <p:cNvGrpSpPr/>
              <p:nvPr/>
            </p:nvGrpSpPr>
            <p:grpSpPr>
              <a:xfrm>
                <a:off x="3348789" y="1400565"/>
                <a:ext cx="532094" cy="204598"/>
                <a:chOff x="3348789" y="957784"/>
                <a:chExt cx="1826274" cy="647700"/>
              </a:xfrm>
            </p:grpSpPr>
            <p:cxnSp>
              <p:nvCxnSpPr>
                <p:cNvPr id="37" name="Straight Connector 36">
                  <a:extLst>
                    <a:ext uri="{FF2B5EF4-FFF2-40B4-BE49-F238E27FC236}">
                      <a16:creationId xmlns:a16="http://schemas.microsoft.com/office/drawing/2014/main" id="{09C5176C-AF39-9778-D7CA-ECC9ECCCB9C0}"/>
                    </a:ext>
                  </a:extLst>
                </p:cNvPr>
                <p:cNvCxnSpPr>
                  <a:cxnSpLocks/>
                </p:cNvCxnSpPr>
                <p:nvPr/>
              </p:nvCxnSpPr>
              <p:spPr>
                <a:xfrm>
                  <a:off x="3348789" y="1600200"/>
                  <a:ext cx="915204" cy="481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0D9A3B2-FB56-C59A-4315-2DC94D9B7F56}"/>
                    </a:ext>
                  </a:extLst>
                </p:cNvPr>
                <p:cNvCxnSpPr/>
                <p:nvPr/>
              </p:nvCxnSpPr>
              <p:spPr>
                <a:xfrm>
                  <a:off x="4247586" y="957784"/>
                  <a:ext cx="0" cy="6477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14AB1C7-A857-3E0B-D461-2CD11DB1183B}"/>
                    </a:ext>
                  </a:extLst>
                </p:cNvPr>
                <p:cNvCxnSpPr>
                  <a:cxnSpLocks/>
                </p:cNvCxnSpPr>
                <p:nvPr/>
              </p:nvCxnSpPr>
              <p:spPr>
                <a:xfrm>
                  <a:off x="4260663" y="957784"/>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9AF0D1D-E1DF-8B9B-7A99-2EA0FDABE13C}"/>
                    </a:ext>
                  </a:extLst>
                </p:cNvPr>
                <p:cNvCxnSpPr/>
                <p:nvPr/>
              </p:nvCxnSpPr>
              <p:spPr>
                <a:xfrm>
                  <a:off x="5175063" y="957784"/>
                  <a:ext cx="0" cy="64008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378E9C2F-D2E9-E507-2170-BBE0FE48E1A7}"/>
                  </a:ext>
                </a:extLst>
              </p:cNvPr>
              <p:cNvGrpSpPr/>
              <p:nvPr/>
            </p:nvGrpSpPr>
            <p:grpSpPr>
              <a:xfrm>
                <a:off x="3882202" y="1400683"/>
                <a:ext cx="530189" cy="204598"/>
                <a:chOff x="3348789" y="970593"/>
                <a:chExt cx="1819735" cy="647700"/>
              </a:xfrm>
            </p:grpSpPr>
            <p:cxnSp>
              <p:nvCxnSpPr>
                <p:cNvPr id="33" name="Straight Connector 32">
                  <a:extLst>
                    <a:ext uri="{FF2B5EF4-FFF2-40B4-BE49-F238E27FC236}">
                      <a16:creationId xmlns:a16="http://schemas.microsoft.com/office/drawing/2014/main" id="{D41AC448-5300-CD90-628A-5E133EB9ECCA}"/>
                    </a:ext>
                  </a:extLst>
                </p:cNvPr>
                <p:cNvCxnSpPr>
                  <a:cxnSpLocks/>
                </p:cNvCxnSpPr>
                <p:nvPr/>
              </p:nvCxnSpPr>
              <p:spPr>
                <a:xfrm>
                  <a:off x="3348789" y="1612262"/>
                  <a:ext cx="915203" cy="481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2F6CE47-6F4F-B0C6-EA0E-38E5AABD6A11}"/>
                    </a:ext>
                  </a:extLst>
                </p:cNvPr>
                <p:cNvCxnSpPr/>
                <p:nvPr/>
              </p:nvCxnSpPr>
              <p:spPr>
                <a:xfrm>
                  <a:off x="4254124" y="970593"/>
                  <a:ext cx="0" cy="6477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3360859-FA5D-6326-F911-81D90B241177}"/>
                    </a:ext>
                  </a:extLst>
                </p:cNvPr>
                <p:cNvCxnSpPr>
                  <a:cxnSpLocks/>
                </p:cNvCxnSpPr>
                <p:nvPr/>
              </p:nvCxnSpPr>
              <p:spPr>
                <a:xfrm>
                  <a:off x="4254124" y="970593"/>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1A364C2-517B-D364-1579-11345AAB7086}"/>
                    </a:ext>
                  </a:extLst>
                </p:cNvPr>
                <p:cNvCxnSpPr/>
                <p:nvPr/>
              </p:nvCxnSpPr>
              <p:spPr>
                <a:xfrm>
                  <a:off x="5168524" y="970593"/>
                  <a:ext cx="0" cy="64008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41" name="Group 40">
              <a:extLst>
                <a:ext uri="{FF2B5EF4-FFF2-40B4-BE49-F238E27FC236}">
                  <a16:creationId xmlns:a16="http://schemas.microsoft.com/office/drawing/2014/main" id="{6E9037E4-09B4-6717-ADAB-72E32FAB391A}"/>
                </a:ext>
              </a:extLst>
            </p:cNvPr>
            <p:cNvGrpSpPr/>
            <p:nvPr/>
          </p:nvGrpSpPr>
          <p:grpSpPr>
            <a:xfrm>
              <a:off x="3012183" y="785566"/>
              <a:ext cx="1067412" cy="208526"/>
              <a:chOff x="3348789" y="1394968"/>
              <a:chExt cx="1067412" cy="208526"/>
            </a:xfrm>
          </p:grpSpPr>
          <p:grpSp>
            <p:nvGrpSpPr>
              <p:cNvPr id="42" name="Group 41">
                <a:extLst>
                  <a:ext uri="{FF2B5EF4-FFF2-40B4-BE49-F238E27FC236}">
                    <a16:creationId xmlns:a16="http://schemas.microsoft.com/office/drawing/2014/main" id="{FBE7D950-ECCC-E874-69C3-0803A4CC4B47}"/>
                  </a:ext>
                </a:extLst>
              </p:cNvPr>
              <p:cNvGrpSpPr/>
              <p:nvPr/>
            </p:nvGrpSpPr>
            <p:grpSpPr>
              <a:xfrm>
                <a:off x="3348789" y="1398896"/>
                <a:ext cx="533999" cy="204598"/>
                <a:chOff x="3348789" y="952500"/>
                <a:chExt cx="1832811" cy="647700"/>
              </a:xfrm>
            </p:grpSpPr>
            <p:cxnSp>
              <p:nvCxnSpPr>
                <p:cNvPr id="48" name="Straight Connector 47">
                  <a:extLst>
                    <a:ext uri="{FF2B5EF4-FFF2-40B4-BE49-F238E27FC236}">
                      <a16:creationId xmlns:a16="http://schemas.microsoft.com/office/drawing/2014/main" id="{4690DAEE-1FE7-0E9D-B4C2-C2F2457B2F7D}"/>
                    </a:ext>
                  </a:extLst>
                </p:cNvPr>
                <p:cNvCxnSpPr>
                  <a:cxnSpLocks/>
                </p:cNvCxnSpPr>
                <p:nvPr/>
              </p:nvCxnSpPr>
              <p:spPr>
                <a:xfrm>
                  <a:off x="3348789" y="1588139"/>
                  <a:ext cx="915203" cy="481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80474E2-248D-1937-AA99-2F69532405B2}"/>
                    </a:ext>
                  </a:extLst>
                </p:cNvPr>
                <p:cNvCxnSpPr/>
                <p:nvPr/>
              </p:nvCxnSpPr>
              <p:spPr>
                <a:xfrm>
                  <a:off x="4267200" y="952500"/>
                  <a:ext cx="0" cy="6477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4A0F936-D07E-6FF2-6575-594D14314B19}"/>
                    </a:ext>
                  </a:extLst>
                </p:cNvPr>
                <p:cNvCxnSpPr>
                  <a:cxnSpLocks/>
                </p:cNvCxnSpPr>
                <p:nvPr/>
              </p:nvCxnSpPr>
              <p:spPr>
                <a:xfrm>
                  <a:off x="4267200" y="9525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497E5B13-CAAA-184A-54E2-5E3318BD51D1}"/>
                    </a:ext>
                  </a:extLst>
                </p:cNvPr>
                <p:cNvCxnSpPr/>
                <p:nvPr/>
              </p:nvCxnSpPr>
              <p:spPr>
                <a:xfrm>
                  <a:off x="5181600" y="952500"/>
                  <a:ext cx="0" cy="64008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F9B1086E-D42B-4C29-B49D-C2DC9C1C9373}"/>
                  </a:ext>
                </a:extLst>
              </p:cNvPr>
              <p:cNvGrpSpPr/>
              <p:nvPr/>
            </p:nvGrpSpPr>
            <p:grpSpPr>
              <a:xfrm>
                <a:off x="3882202" y="1394968"/>
                <a:ext cx="533999" cy="206119"/>
                <a:chOff x="3348789" y="952500"/>
                <a:chExt cx="1832811" cy="652515"/>
              </a:xfrm>
            </p:grpSpPr>
            <p:cxnSp>
              <p:nvCxnSpPr>
                <p:cNvPr id="44" name="Straight Connector 43">
                  <a:extLst>
                    <a:ext uri="{FF2B5EF4-FFF2-40B4-BE49-F238E27FC236}">
                      <a16:creationId xmlns:a16="http://schemas.microsoft.com/office/drawing/2014/main" id="{9853A04B-1BD9-279D-5C98-7D18AF9E9E95}"/>
                    </a:ext>
                  </a:extLst>
                </p:cNvPr>
                <p:cNvCxnSpPr>
                  <a:cxnSpLocks/>
                </p:cNvCxnSpPr>
                <p:nvPr/>
              </p:nvCxnSpPr>
              <p:spPr>
                <a:xfrm>
                  <a:off x="3348789" y="1600200"/>
                  <a:ext cx="915204" cy="481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AF989B7-EE26-9811-5934-18551144C0B1}"/>
                    </a:ext>
                  </a:extLst>
                </p:cNvPr>
                <p:cNvCxnSpPr/>
                <p:nvPr/>
              </p:nvCxnSpPr>
              <p:spPr>
                <a:xfrm>
                  <a:off x="4267200" y="952500"/>
                  <a:ext cx="0" cy="6477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1C0D577C-12AA-0E06-368F-ED80DB4EA4CD}"/>
                    </a:ext>
                  </a:extLst>
                </p:cNvPr>
                <p:cNvCxnSpPr>
                  <a:cxnSpLocks/>
                </p:cNvCxnSpPr>
                <p:nvPr/>
              </p:nvCxnSpPr>
              <p:spPr>
                <a:xfrm>
                  <a:off x="4267200" y="9525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3FF00F22-82D1-8220-A1F6-D5D5523EBD03}"/>
                    </a:ext>
                  </a:extLst>
                </p:cNvPr>
                <p:cNvCxnSpPr/>
                <p:nvPr/>
              </p:nvCxnSpPr>
              <p:spPr>
                <a:xfrm>
                  <a:off x="5181600" y="952500"/>
                  <a:ext cx="0" cy="64008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52" name="Group 51">
              <a:extLst>
                <a:ext uri="{FF2B5EF4-FFF2-40B4-BE49-F238E27FC236}">
                  <a16:creationId xmlns:a16="http://schemas.microsoft.com/office/drawing/2014/main" id="{2B7F5A64-4BB2-56C0-E001-C267F72F5402}"/>
                </a:ext>
              </a:extLst>
            </p:cNvPr>
            <p:cNvGrpSpPr/>
            <p:nvPr/>
          </p:nvGrpSpPr>
          <p:grpSpPr>
            <a:xfrm>
              <a:off x="4078073" y="785566"/>
              <a:ext cx="1063602" cy="204716"/>
              <a:chOff x="3348789" y="1400565"/>
              <a:chExt cx="1063602" cy="204716"/>
            </a:xfrm>
          </p:grpSpPr>
          <p:grpSp>
            <p:nvGrpSpPr>
              <p:cNvPr id="53" name="Group 52">
                <a:extLst>
                  <a:ext uri="{FF2B5EF4-FFF2-40B4-BE49-F238E27FC236}">
                    <a16:creationId xmlns:a16="http://schemas.microsoft.com/office/drawing/2014/main" id="{53A2FA5F-9710-938D-E98A-1F59FF2C37D1}"/>
                  </a:ext>
                </a:extLst>
              </p:cNvPr>
              <p:cNvGrpSpPr/>
              <p:nvPr/>
            </p:nvGrpSpPr>
            <p:grpSpPr>
              <a:xfrm>
                <a:off x="3348789" y="1400565"/>
                <a:ext cx="532094" cy="204598"/>
                <a:chOff x="3348789" y="957784"/>
                <a:chExt cx="1826274" cy="647700"/>
              </a:xfrm>
            </p:grpSpPr>
            <p:cxnSp>
              <p:nvCxnSpPr>
                <p:cNvPr id="59" name="Straight Connector 58">
                  <a:extLst>
                    <a:ext uri="{FF2B5EF4-FFF2-40B4-BE49-F238E27FC236}">
                      <a16:creationId xmlns:a16="http://schemas.microsoft.com/office/drawing/2014/main" id="{72F9FDC8-B55F-7585-42DC-D93AA2D4D52D}"/>
                    </a:ext>
                  </a:extLst>
                </p:cNvPr>
                <p:cNvCxnSpPr>
                  <a:cxnSpLocks/>
                </p:cNvCxnSpPr>
                <p:nvPr/>
              </p:nvCxnSpPr>
              <p:spPr>
                <a:xfrm>
                  <a:off x="3348789" y="1600200"/>
                  <a:ext cx="915204" cy="481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51CB576-C581-29C5-0184-48762AF00914}"/>
                    </a:ext>
                  </a:extLst>
                </p:cNvPr>
                <p:cNvCxnSpPr/>
                <p:nvPr/>
              </p:nvCxnSpPr>
              <p:spPr>
                <a:xfrm>
                  <a:off x="4247586" y="957784"/>
                  <a:ext cx="0" cy="6477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06ACC110-0ECA-B506-078F-34F4A72FD7E5}"/>
                    </a:ext>
                  </a:extLst>
                </p:cNvPr>
                <p:cNvCxnSpPr>
                  <a:cxnSpLocks/>
                </p:cNvCxnSpPr>
                <p:nvPr/>
              </p:nvCxnSpPr>
              <p:spPr>
                <a:xfrm>
                  <a:off x="4260663" y="957784"/>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BC6FCD1-1018-C6B9-0D26-82BC211B169E}"/>
                    </a:ext>
                  </a:extLst>
                </p:cNvPr>
                <p:cNvCxnSpPr/>
                <p:nvPr/>
              </p:nvCxnSpPr>
              <p:spPr>
                <a:xfrm>
                  <a:off x="5175063" y="957784"/>
                  <a:ext cx="0" cy="64008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4" name="Group 53">
                <a:extLst>
                  <a:ext uri="{FF2B5EF4-FFF2-40B4-BE49-F238E27FC236}">
                    <a16:creationId xmlns:a16="http://schemas.microsoft.com/office/drawing/2014/main" id="{91E7EAC3-0F68-DFB5-185F-C5CB29173ED2}"/>
                  </a:ext>
                </a:extLst>
              </p:cNvPr>
              <p:cNvGrpSpPr/>
              <p:nvPr/>
            </p:nvGrpSpPr>
            <p:grpSpPr>
              <a:xfrm>
                <a:off x="3882202" y="1400683"/>
                <a:ext cx="530189" cy="204598"/>
                <a:chOff x="3348789" y="970593"/>
                <a:chExt cx="1819735" cy="647700"/>
              </a:xfrm>
            </p:grpSpPr>
            <p:cxnSp>
              <p:nvCxnSpPr>
                <p:cNvPr id="55" name="Straight Connector 54">
                  <a:extLst>
                    <a:ext uri="{FF2B5EF4-FFF2-40B4-BE49-F238E27FC236}">
                      <a16:creationId xmlns:a16="http://schemas.microsoft.com/office/drawing/2014/main" id="{FA619C4B-105A-6496-021E-331DE2D1B763}"/>
                    </a:ext>
                  </a:extLst>
                </p:cNvPr>
                <p:cNvCxnSpPr>
                  <a:cxnSpLocks/>
                </p:cNvCxnSpPr>
                <p:nvPr/>
              </p:nvCxnSpPr>
              <p:spPr>
                <a:xfrm>
                  <a:off x="3348789" y="1612262"/>
                  <a:ext cx="915203" cy="481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89F3C534-958F-E42E-5B68-25872B7E7361}"/>
                    </a:ext>
                  </a:extLst>
                </p:cNvPr>
                <p:cNvCxnSpPr/>
                <p:nvPr/>
              </p:nvCxnSpPr>
              <p:spPr>
                <a:xfrm>
                  <a:off x="4254124" y="970593"/>
                  <a:ext cx="0" cy="6477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5AED998-B650-7540-3DE2-9C288DB95084}"/>
                    </a:ext>
                  </a:extLst>
                </p:cNvPr>
                <p:cNvCxnSpPr>
                  <a:cxnSpLocks/>
                </p:cNvCxnSpPr>
                <p:nvPr/>
              </p:nvCxnSpPr>
              <p:spPr>
                <a:xfrm>
                  <a:off x="4254124" y="970593"/>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292270A-8230-620C-04FE-FF55EDAE30A6}"/>
                    </a:ext>
                  </a:extLst>
                </p:cNvPr>
                <p:cNvCxnSpPr/>
                <p:nvPr/>
              </p:nvCxnSpPr>
              <p:spPr>
                <a:xfrm>
                  <a:off x="5168524" y="970593"/>
                  <a:ext cx="0" cy="64008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63" name="Group 62">
              <a:extLst>
                <a:ext uri="{FF2B5EF4-FFF2-40B4-BE49-F238E27FC236}">
                  <a16:creationId xmlns:a16="http://schemas.microsoft.com/office/drawing/2014/main" id="{2E832A2D-15E7-CDEC-4BF2-6C792CE399BC}"/>
                </a:ext>
              </a:extLst>
            </p:cNvPr>
            <p:cNvGrpSpPr/>
            <p:nvPr/>
          </p:nvGrpSpPr>
          <p:grpSpPr>
            <a:xfrm>
              <a:off x="5149325" y="784524"/>
              <a:ext cx="1067412" cy="208526"/>
              <a:chOff x="3348789" y="1394968"/>
              <a:chExt cx="1067412" cy="208526"/>
            </a:xfrm>
          </p:grpSpPr>
          <p:grpSp>
            <p:nvGrpSpPr>
              <p:cNvPr id="64" name="Group 63">
                <a:extLst>
                  <a:ext uri="{FF2B5EF4-FFF2-40B4-BE49-F238E27FC236}">
                    <a16:creationId xmlns:a16="http://schemas.microsoft.com/office/drawing/2014/main" id="{DC09986B-EED1-B6B1-FC13-6575AF44B1F3}"/>
                  </a:ext>
                </a:extLst>
              </p:cNvPr>
              <p:cNvGrpSpPr/>
              <p:nvPr/>
            </p:nvGrpSpPr>
            <p:grpSpPr>
              <a:xfrm>
                <a:off x="3348789" y="1398896"/>
                <a:ext cx="533999" cy="204598"/>
                <a:chOff x="3348789" y="952500"/>
                <a:chExt cx="1832811" cy="647700"/>
              </a:xfrm>
            </p:grpSpPr>
            <p:cxnSp>
              <p:nvCxnSpPr>
                <p:cNvPr id="70" name="Straight Connector 69">
                  <a:extLst>
                    <a:ext uri="{FF2B5EF4-FFF2-40B4-BE49-F238E27FC236}">
                      <a16:creationId xmlns:a16="http://schemas.microsoft.com/office/drawing/2014/main" id="{1B22F805-2223-BEB8-5756-B14BC7FB88AD}"/>
                    </a:ext>
                  </a:extLst>
                </p:cNvPr>
                <p:cNvCxnSpPr>
                  <a:cxnSpLocks/>
                </p:cNvCxnSpPr>
                <p:nvPr/>
              </p:nvCxnSpPr>
              <p:spPr>
                <a:xfrm>
                  <a:off x="3348789" y="1588139"/>
                  <a:ext cx="915203" cy="481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7FE55A-F181-0D22-FBE7-A79214D2F17A}"/>
                    </a:ext>
                  </a:extLst>
                </p:cNvPr>
                <p:cNvCxnSpPr/>
                <p:nvPr/>
              </p:nvCxnSpPr>
              <p:spPr>
                <a:xfrm>
                  <a:off x="4267200" y="952500"/>
                  <a:ext cx="0" cy="6477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54559A6-01B6-B8DB-407E-8C49F8F5564D}"/>
                    </a:ext>
                  </a:extLst>
                </p:cNvPr>
                <p:cNvCxnSpPr>
                  <a:cxnSpLocks/>
                </p:cNvCxnSpPr>
                <p:nvPr/>
              </p:nvCxnSpPr>
              <p:spPr>
                <a:xfrm>
                  <a:off x="4267200" y="9525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A7836FC-9F45-B88A-A11F-3FC0AD4D9D9A}"/>
                    </a:ext>
                  </a:extLst>
                </p:cNvPr>
                <p:cNvCxnSpPr/>
                <p:nvPr/>
              </p:nvCxnSpPr>
              <p:spPr>
                <a:xfrm>
                  <a:off x="5181600" y="952500"/>
                  <a:ext cx="0" cy="64008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65" name="Group 64">
                <a:extLst>
                  <a:ext uri="{FF2B5EF4-FFF2-40B4-BE49-F238E27FC236}">
                    <a16:creationId xmlns:a16="http://schemas.microsoft.com/office/drawing/2014/main" id="{35982C7B-4EE9-10F5-8339-653B081B7444}"/>
                  </a:ext>
                </a:extLst>
              </p:cNvPr>
              <p:cNvGrpSpPr/>
              <p:nvPr/>
            </p:nvGrpSpPr>
            <p:grpSpPr>
              <a:xfrm>
                <a:off x="3882202" y="1394968"/>
                <a:ext cx="533999" cy="206119"/>
                <a:chOff x="3348789" y="952500"/>
                <a:chExt cx="1832811" cy="652515"/>
              </a:xfrm>
            </p:grpSpPr>
            <p:cxnSp>
              <p:nvCxnSpPr>
                <p:cNvPr id="66" name="Straight Connector 65">
                  <a:extLst>
                    <a:ext uri="{FF2B5EF4-FFF2-40B4-BE49-F238E27FC236}">
                      <a16:creationId xmlns:a16="http://schemas.microsoft.com/office/drawing/2014/main" id="{678E7C8D-B582-403B-E60F-DFED2057AAB6}"/>
                    </a:ext>
                  </a:extLst>
                </p:cNvPr>
                <p:cNvCxnSpPr>
                  <a:cxnSpLocks/>
                </p:cNvCxnSpPr>
                <p:nvPr/>
              </p:nvCxnSpPr>
              <p:spPr>
                <a:xfrm>
                  <a:off x="3348789" y="1600200"/>
                  <a:ext cx="915204" cy="481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53605720-5171-55BC-CB6A-3F56700703B7}"/>
                    </a:ext>
                  </a:extLst>
                </p:cNvPr>
                <p:cNvCxnSpPr/>
                <p:nvPr/>
              </p:nvCxnSpPr>
              <p:spPr>
                <a:xfrm>
                  <a:off x="4267200" y="952500"/>
                  <a:ext cx="0" cy="6477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AF9F8572-CC03-9E3B-5EE2-FCF8264FF97A}"/>
                    </a:ext>
                  </a:extLst>
                </p:cNvPr>
                <p:cNvCxnSpPr>
                  <a:cxnSpLocks/>
                </p:cNvCxnSpPr>
                <p:nvPr/>
              </p:nvCxnSpPr>
              <p:spPr>
                <a:xfrm>
                  <a:off x="4267200" y="9525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177DE758-CC5E-9726-ED88-2C0586A3E4EC}"/>
                    </a:ext>
                  </a:extLst>
                </p:cNvPr>
                <p:cNvCxnSpPr/>
                <p:nvPr/>
              </p:nvCxnSpPr>
              <p:spPr>
                <a:xfrm>
                  <a:off x="5181600" y="952500"/>
                  <a:ext cx="0" cy="64008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74" name="Group 73">
              <a:extLst>
                <a:ext uri="{FF2B5EF4-FFF2-40B4-BE49-F238E27FC236}">
                  <a16:creationId xmlns:a16="http://schemas.microsoft.com/office/drawing/2014/main" id="{69FEC6A6-408C-ABFB-932E-3E4B4ECFF218}"/>
                </a:ext>
              </a:extLst>
            </p:cNvPr>
            <p:cNvGrpSpPr/>
            <p:nvPr/>
          </p:nvGrpSpPr>
          <p:grpSpPr>
            <a:xfrm>
              <a:off x="6215215" y="792019"/>
              <a:ext cx="1063602" cy="204716"/>
              <a:chOff x="3348789" y="1400565"/>
              <a:chExt cx="1063602" cy="204716"/>
            </a:xfrm>
          </p:grpSpPr>
          <p:grpSp>
            <p:nvGrpSpPr>
              <p:cNvPr id="75" name="Group 74">
                <a:extLst>
                  <a:ext uri="{FF2B5EF4-FFF2-40B4-BE49-F238E27FC236}">
                    <a16:creationId xmlns:a16="http://schemas.microsoft.com/office/drawing/2014/main" id="{1A4263E2-44C8-1793-E841-3574BCBC60D4}"/>
                  </a:ext>
                </a:extLst>
              </p:cNvPr>
              <p:cNvGrpSpPr/>
              <p:nvPr/>
            </p:nvGrpSpPr>
            <p:grpSpPr>
              <a:xfrm>
                <a:off x="3348789" y="1400565"/>
                <a:ext cx="532094" cy="204598"/>
                <a:chOff x="3348789" y="957784"/>
                <a:chExt cx="1826274" cy="647700"/>
              </a:xfrm>
            </p:grpSpPr>
            <p:cxnSp>
              <p:nvCxnSpPr>
                <p:cNvPr id="81" name="Straight Connector 80">
                  <a:extLst>
                    <a:ext uri="{FF2B5EF4-FFF2-40B4-BE49-F238E27FC236}">
                      <a16:creationId xmlns:a16="http://schemas.microsoft.com/office/drawing/2014/main" id="{61FBFF73-72E2-1FDF-B6EE-307E6D704C3C}"/>
                    </a:ext>
                  </a:extLst>
                </p:cNvPr>
                <p:cNvCxnSpPr>
                  <a:cxnSpLocks/>
                </p:cNvCxnSpPr>
                <p:nvPr/>
              </p:nvCxnSpPr>
              <p:spPr>
                <a:xfrm>
                  <a:off x="3348789" y="1600200"/>
                  <a:ext cx="915204" cy="481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88A89775-EAD2-0394-8034-980DBF9DA209}"/>
                    </a:ext>
                  </a:extLst>
                </p:cNvPr>
                <p:cNvCxnSpPr/>
                <p:nvPr/>
              </p:nvCxnSpPr>
              <p:spPr>
                <a:xfrm>
                  <a:off x="4247586" y="957784"/>
                  <a:ext cx="0" cy="6477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4862BC44-8928-6A86-1130-B83202796F7B}"/>
                    </a:ext>
                  </a:extLst>
                </p:cNvPr>
                <p:cNvCxnSpPr>
                  <a:cxnSpLocks/>
                </p:cNvCxnSpPr>
                <p:nvPr/>
              </p:nvCxnSpPr>
              <p:spPr>
                <a:xfrm>
                  <a:off x="4260663" y="957784"/>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C68873AC-69AB-4665-04C2-351E7A9BDEDD}"/>
                    </a:ext>
                  </a:extLst>
                </p:cNvPr>
                <p:cNvCxnSpPr/>
                <p:nvPr/>
              </p:nvCxnSpPr>
              <p:spPr>
                <a:xfrm>
                  <a:off x="5175063" y="957784"/>
                  <a:ext cx="0" cy="64008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76" name="Group 75">
                <a:extLst>
                  <a:ext uri="{FF2B5EF4-FFF2-40B4-BE49-F238E27FC236}">
                    <a16:creationId xmlns:a16="http://schemas.microsoft.com/office/drawing/2014/main" id="{BEBDDF31-0FF1-C9F0-B0EF-89A351A6B696}"/>
                  </a:ext>
                </a:extLst>
              </p:cNvPr>
              <p:cNvGrpSpPr/>
              <p:nvPr/>
            </p:nvGrpSpPr>
            <p:grpSpPr>
              <a:xfrm>
                <a:off x="3882202" y="1400683"/>
                <a:ext cx="530189" cy="204598"/>
                <a:chOff x="3348789" y="970593"/>
                <a:chExt cx="1819735" cy="647700"/>
              </a:xfrm>
            </p:grpSpPr>
            <p:cxnSp>
              <p:nvCxnSpPr>
                <p:cNvPr id="77" name="Straight Connector 76">
                  <a:extLst>
                    <a:ext uri="{FF2B5EF4-FFF2-40B4-BE49-F238E27FC236}">
                      <a16:creationId xmlns:a16="http://schemas.microsoft.com/office/drawing/2014/main" id="{8D8993F4-537A-4B38-E1F4-643BD6A03D7D}"/>
                    </a:ext>
                  </a:extLst>
                </p:cNvPr>
                <p:cNvCxnSpPr>
                  <a:cxnSpLocks/>
                </p:cNvCxnSpPr>
                <p:nvPr/>
              </p:nvCxnSpPr>
              <p:spPr>
                <a:xfrm>
                  <a:off x="3348789" y="1612262"/>
                  <a:ext cx="915203" cy="481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1016862E-22EF-DE82-2552-C12121B2AC7A}"/>
                    </a:ext>
                  </a:extLst>
                </p:cNvPr>
                <p:cNvCxnSpPr/>
                <p:nvPr/>
              </p:nvCxnSpPr>
              <p:spPr>
                <a:xfrm>
                  <a:off x="4254124" y="970593"/>
                  <a:ext cx="0" cy="6477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A51E9161-8269-CF8B-3B0C-47D27AD4793A}"/>
                    </a:ext>
                  </a:extLst>
                </p:cNvPr>
                <p:cNvCxnSpPr>
                  <a:cxnSpLocks/>
                </p:cNvCxnSpPr>
                <p:nvPr/>
              </p:nvCxnSpPr>
              <p:spPr>
                <a:xfrm>
                  <a:off x="4254124" y="970593"/>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E50752A2-ADA1-FD09-ADB4-07F5988BC920}"/>
                    </a:ext>
                  </a:extLst>
                </p:cNvPr>
                <p:cNvCxnSpPr/>
                <p:nvPr/>
              </p:nvCxnSpPr>
              <p:spPr>
                <a:xfrm>
                  <a:off x="5168524" y="970593"/>
                  <a:ext cx="0" cy="64008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5" name="Group 84">
              <a:extLst>
                <a:ext uri="{FF2B5EF4-FFF2-40B4-BE49-F238E27FC236}">
                  <a16:creationId xmlns:a16="http://schemas.microsoft.com/office/drawing/2014/main" id="{CA0737EB-C182-E1B3-CE48-33FA407AF055}"/>
                </a:ext>
              </a:extLst>
            </p:cNvPr>
            <p:cNvGrpSpPr/>
            <p:nvPr/>
          </p:nvGrpSpPr>
          <p:grpSpPr>
            <a:xfrm>
              <a:off x="7286820" y="785684"/>
              <a:ext cx="1067412" cy="208526"/>
              <a:chOff x="3348789" y="1394968"/>
              <a:chExt cx="1067412" cy="208526"/>
            </a:xfrm>
          </p:grpSpPr>
          <p:grpSp>
            <p:nvGrpSpPr>
              <p:cNvPr id="86" name="Group 85">
                <a:extLst>
                  <a:ext uri="{FF2B5EF4-FFF2-40B4-BE49-F238E27FC236}">
                    <a16:creationId xmlns:a16="http://schemas.microsoft.com/office/drawing/2014/main" id="{6C42C786-B5B4-3EBF-3E4F-5EF94040CB73}"/>
                  </a:ext>
                </a:extLst>
              </p:cNvPr>
              <p:cNvGrpSpPr/>
              <p:nvPr/>
            </p:nvGrpSpPr>
            <p:grpSpPr>
              <a:xfrm>
                <a:off x="3348789" y="1398896"/>
                <a:ext cx="533999" cy="204598"/>
                <a:chOff x="3348789" y="952500"/>
                <a:chExt cx="1832811" cy="647700"/>
              </a:xfrm>
            </p:grpSpPr>
            <p:cxnSp>
              <p:nvCxnSpPr>
                <p:cNvPr id="92" name="Straight Connector 91">
                  <a:extLst>
                    <a:ext uri="{FF2B5EF4-FFF2-40B4-BE49-F238E27FC236}">
                      <a16:creationId xmlns:a16="http://schemas.microsoft.com/office/drawing/2014/main" id="{8AD701EE-1351-17AD-CC6F-7DB5F0E9EE61}"/>
                    </a:ext>
                  </a:extLst>
                </p:cNvPr>
                <p:cNvCxnSpPr>
                  <a:cxnSpLocks/>
                </p:cNvCxnSpPr>
                <p:nvPr/>
              </p:nvCxnSpPr>
              <p:spPr>
                <a:xfrm>
                  <a:off x="3348789" y="1588139"/>
                  <a:ext cx="915203" cy="481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03853AA-21CD-B6B3-36B1-57F2552D0C99}"/>
                    </a:ext>
                  </a:extLst>
                </p:cNvPr>
                <p:cNvCxnSpPr/>
                <p:nvPr/>
              </p:nvCxnSpPr>
              <p:spPr>
                <a:xfrm>
                  <a:off x="4267200" y="952500"/>
                  <a:ext cx="0" cy="6477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1E1459F1-52AB-F147-1C37-62A738A756DB}"/>
                    </a:ext>
                  </a:extLst>
                </p:cNvPr>
                <p:cNvCxnSpPr>
                  <a:cxnSpLocks/>
                </p:cNvCxnSpPr>
                <p:nvPr/>
              </p:nvCxnSpPr>
              <p:spPr>
                <a:xfrm>
                  <a:off x="4267200" y="9525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7430AE91-3787-8939-1A3A-BE07C1A1C9A9}"/>
                    </a:ext>
                  </a:extLst>
                </p:cNvPr>
                <p:cNvCxnSpPr/>
                <p:nvPr/>
              </p:nvCxnSpPr>
              <p:spPr>
                <a:xfrm>
                  <a:off x="5181600" y="952500"/>
                  <a:ext cx="0" cy="64008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87" name="Group 86">
                <a:extLst>
                  <a:ext uri="{FF2B5EF4-FFF2-40B4-BE49-F238E27FC236}">
                    <a16:creationId xmlns:a16="http://schemas.microsoft.com/office/drawing/2014/main" id="{70653D1D-EBCA-A4B0-97EC-3F3EE1EA41FA}"/>
                  </a:ext>
                </a:extLst>
              </p:cNvPr>
              <p:cNvGrpSpPr/>
              <p:nvPr/>
            </p:nvGrpSpPr>
            <p:grpSpPr>
              <a:xfrm>
                <a:off x="3882202" y="1394968"/>
                <a:ext cx="533999" cy="206119"/>
                <a:chOff x="3348789" y="952500"/>
                <a:chExt cx="1832811" cy="652515"/>
              </a:xfrm>
            </p:grpSpPr>
            <p:cxnSp>
              <p:nvCxnSpPr>
                <p:cNvPr id="88" name="Straight Connector 87">
                  <a:extLst>
                    <a:ext uri="{FF2B5EF4-FFF2-40B4-BE49-F238E27FC236}">
                      <a16:creationId xmlns:a16="http://schemas.microsoft.com/office/drawing/2014/main" id="{F961D00E-CD8C-1A96-CCEE-D27BFCA2EC9F}"/>
                    </a:ext>
                  </a:extLst>
                </p:cNvPr>
                <p:cNvCxnSpPr>
                  <a:cxnSpLocks/>
                </p:cNvCxnSpPr>
                <p:nvPr/>
              </p:nvCxnSpPr>
              <p:spPr>
                <a:xfrm>
                  <a:off x="3348789" y="1600200"/>
                  <a:ext cx="915204" cy="481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78AB09C1-0FE1-47D4-E285-B21EF6A7223E}"/>
                    </a:ext>
                  </a:extLst>
                </p:cNvPr>
                <p:cNvCxnSpPr/>
                <p:nvPr/>
              </p:nvCxnSpPr>
              <p:spPr>
                <a:xfrm>
                  <a:off x="4267200" y="952500"/>
                  <a:ext cx="0" cy="6477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333CF884-B26C-AF41-A84A-A963F7FF7DA3}"/>
                    </a:ext>
                  </a:extLst>
                </p:cNvPr>
                <p:cNvCxnSpPr>
                  <a:cxnSpLocks/>
                </p:cNvCxnSpPr>
                <p:nvPr/>
              </p:nvCxnSpPr>
              <p:spPr>
                <a:xfrm>
                  <a:off x="4267200" y="952500"/>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F2004B53-6640-7276-9131-E7D5B5E80AD2}"/>
                    </a:ext>
                  </a:extLst>
                </p:cNvPr>
                <p:cNvCxnSpPr/>
                <p:nvPr/>
              </p:nvCxnSpPr>
              <p:spPr>
                <a:xfrm>
                  <a:off x="5181600" y="952500"/>
                  <a:ext cx="0" cy="64008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96" name="Group 95">
              <a:extLst>
                <a:ext uri="{FF2B5EF4-FFF2-40B4-BE49-F238E27FC236}">
                  <a16:creationId xmlns:a16="http://schemas.microsoft.com/office/drawing/2014/main" id="{59BD41D5-485A-BA48-B136-44F74117151C}"/>
                </a:ext>
              </a:extLst>
            </p:cNvPr>
            <p:cNvGrpSpPr/>
            <p:nvPr/>
          </p:nvGrpSpPr>
          <p:grpSpPr>
            <a:xfrm>
              <a:off x="8352710" y="785684"/>
              <a:ext cx="1063602" cy="204716"/>
              <a:chOff x="3348789" y="1400565"/>
              <a:chExt cx="1063602" cy="204716"/>
            </a:xfrm>
          </p:grpSpPr>
          <p:grpSp>
            <p:nvGrpSpPr>
              <p:cNvPr id="97" name="Group 96">
                <a:extLst>
                  <a:ext uri="{FF2B5EF4-FFF2-40B4-BE49-F238E27FC236}">
                    <a16:creationId xmlns:a16="http://schemas.microsoft.com/office/drawing/2014/main" id="{E18C4864-E2AC-E239-2CB4-2D4AF969B7DA}"/>
                  </a:ext>
                </a:extLst>
              </p:cNvPr>
              <p:cNvGrpSpPr/>
              <p:nvPr/>
            </p:nvGrpSpPr>
            <p:grpSpPr>
              <a:xfrm>
                <a:off x="3348789" y="1400565"/>
                <a:ext cx="532094" cy="204598"/>
                <a:chOff x="3348789" y="957784"/>
                <a:chExt cx="1826274" cy="647700"/>
              </a:xfrm>
            </p:grpSpPr>
            <p:cxnSp>
              <p:nvCxnSpPr>
                <p:cNvPr id="103" name="Straight Connector 102">
                  <a:extLst>
                    <a:ext uri="{FF2B5EF4-FFF2-40B4-BE49-F238E27FC236}">
                      <a16:creationId xmlns:a16="http://schemas.microsoft.com/office/drawing/2014/main" id="{6EBF873E-64EC-FC0D-C9C7-143795197246}"/>
                    </a:ext>
                  </a:extLst>
                </p:cNvPr>
                <p:cNvCxnSpPr>
                  <a:cxnSpLocks/>
                </p:cNvCxnSpPr>
                <p:nvPr/>
              </p:nvCxnSpPr>
              <p:spPr>
                <a:xfrm>
                  <a:off x="3348789" y="1600200"/>
                  <a:ext cx="915204" cy="481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F88B7A3D-6EAB-A885-6E64-2DAD13484553}"/>
                    </a:ext>
                  </a:extLst>
                </p:cNvPr>
                <p:cNvCxnSpPr/>
                <p:nvPr/>
              </p:nvCxnSpPr>
              <p:spPr>
                <a:xfrm>
                  <a:off x="4247586" y="957784"/>
                  <a:ext cx="0" cy="6477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384283AE-E443-7EFB-5C97-4379E464200C}"/>
                    </a:ext>
                  </a:extLst>
                </p:cNvPr>
                <p:cNvCxnSpPr>
                  <a:cxnSpLocks/>
                </p:cNvCxnSpPr>
                <p:nvPr/>
              </p:nvCxnSpPr>
              <p:spPr>
                <a:xfrm>
                  <a:off x="4260663" y="957784"/>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062745E1-890C-AE24-AED3-B5927F82D20B}"/>
                    </a:ext>
                  </a:extLst>
                </p:cNvPr>
                <p:cNvCxnSpPr/>
                <p:nvPr/>
              </p:nvCxnSpPr>
              <p:spPr>
                <a:xfrm>
                  <a:off x="5175063" y="957784"/>
                  <a:ext cx="0" cy="64008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98" name="Group 97">
                <a:extLst>
                  <a:ext uri="{FF2B5EF4-FFF2-40B4-BE49-F238E27FC236}">
                    <a16:creationId xmlns:a16="http://schemas.microsoft.com/office/drawing/2014/main" id="{A4D9C66F-1E94-D9F0-66BE-73266ADCB531}"/>
                  </a:ext>
                </a:extLst>
              </p:cNvPr>
              <p:cNvGrpSpPr/>
              <p:nvPr/>
            </p:nvGrpSpPr>
            <p:grpSpPr>
              <a:xfrm>
                <a:off x="3882202" y="1400683"/>
                <a:ext cx="530189" cy="204598"/>
                <a:chOff x="3348789" y="970593"/>
                <a:chExt cx="1819735" cy="647700"/>
              </a:xfrm>
            </p:grpSpPr>
            <p:cxnSp>
              <p:nvCxnSpPr>
                <p:cNvPr id="99" name="Straight Connector 98">
                  <a:extLst>
                    <a:ext uri="{FF2B5EF4-FFF2-40B4-BE49-F238E27FC236}">
                      <a16:creationId xmlns:a16="http://schemas.microsoft.com/office/drawing/2014/main" id="{B0C4AE4E-0594-1A8E-2D15-7462DDF6B286}"/>
                    </a:ext>
                  </a:extLst>
                </p:cNvPr>
                <p:cNvCxnSpPr>
                  <a:cxnSpLocks/>
                </p:cNvCxnSpPr>
                <p:nvPr/>
              </p:nvCxnSpPr>
              <p:spPr>
                <a:xfrm>
                  <a:off x="3348789" y="1612262"/>
                  <a:ext cx="915203" cy="481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B7F70D4B-466A-F3E9-5F66-AB92DEAFF5E4}"/>
                    </a:ext>
                  </a:extLst>
                </p:cNvPr>
                <p:cNvCxnSpPr/>
                <p:nvPr/>
              </p:nvCxnSpPr>
              <p:spPr>
                <a:xfrm>
                  <a:off x="4254124" y="970593"/>
                  <a:ext cx="0" cy="6477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9AF4F1B3-513E-E7A5-5B8B-6CA3552BA951}"/>
                    </a:ext>
                  </a:extLst>
                </p:cNvPr>
                <p:cNvCxnSpPr>
                  <a:cxnSpLocks/>
                </p:cNvCxnSpPr>
                <p:nvPr/>
              </p:nvCxnSpPr>
              <p:spPr>
                <a:xfrm>
                  <a:off x="4254124" y="970593"/>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BDAA79D9-E69A-A1C2-BC72-01E625071651}"/>
                    </a:ext>
                  </a:extLst>
                </p:cNvPr>
                <p:cNvCxnSpPr/>
                <p:nvPr/>
              </p:nvCxnSpPr>
              <p:spPr>
                <a:xfrm>
                  <a:off x="5168524" y="970593"/>
                  <a:ext cx="0" cy="64008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107" name="Group 106">
              <a:extLst>
                <a:ext uri="{FF2B5EF4-FFF2-40B4-BE49-F238E27FC236}">
                  <a16:creationId xmlns:a16="http://schemas.microsoft.com/office/drawing/2014/main" id="{E840281E-68A8-7580-965A-C38A28689AED}"/>
                </a:ext>
              </a:extLst>
            </p:cNvPr>
            <p:cNvGrpSpPr/>
            <p:nvPr/>
          </p:nvGrpSpPr>
          <p:grpSpPr>
            <a:xfrm>
              <a:off x="9422976" y="781999"/>
              <a:ext cx="1063602" cy="204716"/>
              <a:chOff x="3348789" y="1400565"/>
              <a:chExt cx="1063602" cy="204716"/>
            </a:xfrm>
          </p:grpSpPr>
          <p:grpSp>
            <p:nvGrpSpPr>
              <p:cNvPr id="108" name="Group 107">
                <a:extLst>
                  <a:ext uri="{FF2B5EF4-FFF2-40B4-BE49-F238E27FC236}">
                    <a16:creationId xmlns:a16="http://schemas.microsoft.com/office/drawing/2014/main" id="{75857179-2B5E-B1E9-8A0C-3D9329D12CC5}"/>
                  </a:ext>
                </a:extLst>
              </p:cNvPr>
              <p:cNvGrpSpPr/>
              <p:nvPr/>
            </p:nvGrpSpPr>
            <p:grpSpPr>
              <a:xfrm>
                <a:off x="3348789" y="1400565"/>
                <a:ext cx="532094" cy="204598"/>
                <a:chOff x="3348789" y="957784"/>
                <a:chExt cx="1826274" cy="647700"/>
              </a:xfrm>
            </p:grpSpPr>
            <p:cxnSp>
              <p:nvCxnSpPr>
                <p:cNvPr id="114" name="Straight Connector 113">
                  <a:extLst>
                    <a:ext uri="{FF2B5EF4-FFF2-40B4-BE49-F238E27FC236}">
                      <a16:creationId xmlns:a16="http://schemas.microsoft.com/office/drawing/2014/main" id="{47566AEA-42ED-6787-5338-F905039887D0}"/>
                    </a:ext>
                  </a:extLst>
                </p:cNvPr>
                <p:cNvCxnSpPr>
                  <a:cxnSpLocks/>
                </p:cNvCxnSpPr>
                <p:nvPr/>
              </p:nvCxnSpPr>
              <p:spPr>
                <a:xfrm>
                  <a:off x="3348789" y="1600200"/>
                  <a:ext cx="915204" cy="481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DB44D8B2-474C-3BEA-DFC9-58AC9093BEFC}"/>
                    </a:ext>
                  </a:extLst>
                </p:cNvPr>
                <p:cNvCxnSpPr/>
                <p:nvPr/>
              </p:nvCxnSpPr>
              <p:spPr>
                <a:xfrm>
                  <a:off x="4247586" y="957784"/>
                  <a:ext cx="0" cy="6477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5C20A9B4-5B70-E615-F6D0-08EDFF4BF6C7}"/>
                    </a:ext>
                  </a:extLst>
                </p:cNvPr>
                <p:cNvCxnSpPr>
                  <a:cxnSpLocks/>
                </p:cNvCxnSpPr>
                <p:nvPr/>
              </p:nvCxnSpPr>
              <p:spPr>
                <a:xfrm>
                  <a:off x="4260663" y="957784"/>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126A942F-F2FE-C5CB-AC01-BC125F630459}"/>
                    </a:ext>
                  </a:extLst>
                </p:cNvPr>
                <p:cNvCxnSpPr/>
                <p:nvPr/>
              </p:nvCxnSpPr>
              <p:spPr>
                <a:xfrm>
                  <a:off x="5175063" y="957784"/>
                  <a:ext cx="0" cy="64008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9" name="Group 108">
                <a:extLst>
                  <a:ext uri="{FF2B5EF4-FFF2-40B4-BE49-F238E27FC236}">
                    <a16:creationId xmlns:a16="http://schemas.microsoft.com/office/drawing/2014/main" id="{34EC985B-E183-FF00-E179-E1EBDB9DB0F2}"/>
                  </a:ext>
                </a:extLst>
              </p:cNvPr>
              <p:cNvGrpSpPr/>
              <p:nvPr/>
            </p:nvGrpSpPr>
            <p:grpSpPr>
              <a:xfrm>
                <a:off x="3882202" y="1400683"/>
                <a:ext cx="530189" cy="204598"/>
                <a:chOff x="3348789" y="970593"/>
                <a:chExt cx="1819735" cy="647700"/>
              </a:xfrm>
            </p:grpSpPr>
            <p:cxnSp>
              <p:nvCxnSpPr>
                <p:cNvPr id="110" name="Straight Connector 109">
                  <a:extLst>
                    <a:ext uri="{FF2B5EF4-FFF2-40B4-BE49-F238E27FC236}">
                      <a16:creationId xmlns:a16="http://schemas.microsoft.com/office/drawing/2014/main" id="{CD1205E8-2ED9-4FE0-1BD8-8681C796273F}"/>
                    </a:ext>
                  </a:extLst>
                </p:cNvPr>
                <p:cNvCxnSpPr>
                  <a:cxnSpLocks/>
                </p:cNvCxnSpPr>
                <p:nvPr/>
              </p:nvCxnSpPr>
              <p:spPr>
                <a:xfrm>
                  <a:off x="3348789" y="1612262"/>
                  <a:ext cx="915203" cy="481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89F9D584-840A-AF89-2397-135620420292}"/>
                    </a:ext>
                  </a:extLst>
                </p:cNvPr>
                <p:cNvCxnSpPr/>
                <p:nvPr/>
              </p:nvCxnSpPr>
              <p:spPr>
                <a:xfrm>
                  <a:off x="4254124" y="970593"/>
                  <a:ext cx="0" cy="6477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AC4AD4CE-8A12-9302-ABBB-46CB09473406}"/>
                    </a:ext>
                  </a:extLst>
                </p:cNvPr>
                <p:cNvCxnSpPr>
                  <a:cxnSpLocks/>
                </p:cNvCxnSpPr>
                <p:nvPr/>
              </p:nvCxnSpPr>
              <p:spPr>
                <a:xfrm>
                  <a:off x="4254124" y="970593"/>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3ABF8AA1-7BFF-34D8-CE95-1CABC9270FC6}"/>
                    </a:ext>
                  </a:extLst>
                </p:cNvPr>
                <p:cNvCxnSpPr/>
                <p:nvPr/>
              </p:nvCxnSpPr>
              <p:spPr>
                <a:xfrm>
                  <a:off x="5168524" y="970593"/>
                  <a:ext cx="0" cy="64008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118" name="Group 117">
              <a:extLst>
                <a:ext uri="{FF2B5EF4-FFF2-40B4-BE49-F238E27FC236}">
                  <a16:creationId xmlns:a16="http://schemas.microsoft.com/office/drawing/2014/main" id="{FED22E59-3B2E-096E-D843-5797A2124001}"/>
                </a:ext>
              </a:extLst>
            </p:cNvPr>
            <p:cNvGrpSpPr/>
            <p:nvPr/>
          </p:nvGrpSpPr>
          <p:grpSpPr>
            <a:xfrm>
              <a:off x="10486858" y="779474"/>
              <a:ext cx="1063602" cy="204716"/>
              <a:chOff x="3348789" y="1400565"/>
              <a:chExt cx="1063602" cy="204716"/>
            </a:xfrm>
          </p:grpSpPr>
          <p:grpSp>
            <p:nvGrpSpPr>
              <p:cNvPr id="119" name="Group 118">
                <a:extLst>
                  <a:ext uri="{FF2B5EF4-FFF2-40B4-BE49-F238E27FC236}">
                    <a16:creationId xmlns:a16="http://schemas.microsoft.com/office/drawing/2014/main" id="{28A88B1E-5F71-87DE-F369-D99BB1322821}"/>
                  </a:ext>
                </a:extLst>
              </p:cNvPr>
              <p:cNvGrpSpPr/>
              <p:nvPr/>
            </p:nvGrpSpPr>
            <p:grpSpPr>
              <a:xfrm>
                <a:off x="3348789" y="1400565"/>
                <a:ext cx="532094" cy="204598"/>
                <a:chOff x="3348789" y="957784"/>
                <a:chExt cx="1826274" cy="647700"/>
              </a:xfrm>
            </p:grpSpPr>
            <p:cxnSp>
              <p:nvCxnSpPr>
                <p:cNvPr id="125" name="Straight Connector 124">
                  <a:extLst>
                    <a:ext uri="{FF2B5EF4-FFF2-40B4-BE49-F238E27FC236}">
                      <a16:creationId xmlns:a16="http://schemas.microsoft.com/office/drawing/2014/main" id="{0D01916A-3E6C-19A9-8656-9A805A6C8C9A}"/>
                    </a:ext>
                  </a:extLst>
                </p:cNvPr>
                <p:cNvCxnSpPr>
                  <a:cxnSpLocks/>
                </p:cNvCxnSpPr>
                <p:nvPr/>
              </p:nvCxnSpPr>
              <p:spPr>
                <a:xfrm>
                  <a:off x="3348789" y="1600200"/>
                  <a:ext cx="915204" cy="481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8B7E4D3-0446-0D11-1741-FDD031DED290}"/>
                    </a:ext>
                  </a:extLst>
                </p:cNvPr>
                <p:cNvCxnSpPr/>
                <p:nvPr/>
              </p:nvCxnSpPr>
              <p:spPr>
                <a:xfrm>
                  <a:off x="4247586" y="957784"/>
                  <a:ext cx="0" cy="6477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BDE48A4F-C106-109F-1D8C-BD6742C62FB1}"/>
                    </a:ext>
                  </a:extLst>
                </p:cNvPr>
                <p:cNvCxnSpPr>
                  <a:cxnSpLocks/>
                </p:cNvCxnSpPr>
                <p:nvPr/>
              </p:nvCxnSpPr>
              <p:spPr>
                <a:xfrm>
                  <a:off x="4260663" y="957784"/>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68A2ABC3-EC7C-1567-2D40-9572C9E8941B}"/>
                    </a:ext>
                  </a:extLst>
                </p:cNvPr>
                <p:cNvCxnSpPr/>
                <p:nvPr/>
              </p:nvCxnSpPr>
              <p:spPr>
                <a:xfrm>
                  <a:off x="5175063" y="957784"/>
                  <a:ext cx="0" cy="64008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0" name="Group 119">
                <a:extLst>
                  <a:ext uri="{FF2B5EF4-FFF2-40B4-BE49-F238E27FC236}">
                    <a16:creationId xmlns:a16="http://schemas.microsoft.com/office/drawing/2014/main" id="{16A7BC99-B989-4A9E-F620-E9157E643D93}"/>
                  </a:ext>
                </a:extLst>
              </p:cNvPr>
              <p:cNvGrpSpPr/>
              <p:nvPr/>
            </p:nvGrpSpPr>
            <p:grpSpPr>
              <a:xfrm>
                <a:off x="3882202" y="1400683"/>
                <a:ext cx="530189" cy="204598"/>
                <a:chOff x="3348789" y="970593"/>
                <a:chExt cx="1819735" cy="647700"/>
              </a:xfrm>
            </p:grpSpPr>
            <p:cxnSp>
              <p:nvCxnSpPr>
                <p:cNvPr id="121" name="Straight Connector 120">
                  <a:extLst>
                    <a:ext uri="{FF2B5EF4-FFF2-40B4-BE49-F238E27FC236}">
                      <a16:creationId xmlns:a16="http://schemas.microsoft.com/office/drawing/2014/main" id="{4E92B17C-1082-D507-5C07-60AAD45FDFAB}"/>
                    </a:ext>
                  </a:extLst>
                </p:cNvPr>
                <p:cNvCxnSpPr>
                  <a:cxnSpLocks/>
                </p:cNvCxnSpPr>
                <p:nvPr/>
              </p:nvCxnSpPr>
              <p:spPr>
                <a:xfrm>
                  <a:off x="3348789" y="1612262"/>
                  <a:ext cx="915203" cy="481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5B5012BA-7FA1-B2B0-0A3A-3F17A02A0C47}"/>
                    </a:ext>
                  </a:extLst>
                </p:cNvPr>
                <p:cNvCxnSpPr/>
                <p:nvPr/>
              </p:nvCxnSpPr>
              <p:spPr>
                <a:xfrm>
                  <a:off x="4254124" y="970593"/>
                  <a:ext cx="0" cy="6477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4A02D8C-97CB-2092-E977-0E9ACCC38F3A}"/>
                    </a:ext>
                  </a:extLst>
                </p:cNvPr>
                <p:cNvCxnSpPr>
                  <a:cxnSpLocks/>
                </p:cNvCxnSpPr>
                <p:nvPr/>
              </p:nvCxnSpPr>
              <p:spPr>
                <a:xfrm>
                  <a:off x="4254124" y="970593"/>
                  <a:ext cx="9144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47A96140-29F7-B0EA-4387-A2058ABC4746}"/>
                    </a:ext>
                  </a:extLst>
                </p:cNvPr>
                <p:cNvCxnSpPr/>
                <p:nvPr/>
              </p:nvCxnSpPr>
              <p:spPr>
                <a:xfrm>
                  <a:off x="5168524" y="970593"/>
                  <a:ext cx="0" cy="64008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cxnSp>
          <p:nvCxnSpPr>
            <p:cNvPr id="202" name="Straight Connector 201">
              <a:extLst>
                <a:ext uri="{FF2B5EF4-FFF2-40B4-BE49-F238E27FC236}">
                  <a16:creationId xmlns:a16="http://schemas.microsoft.com/office/drawing/2014/main" id="{92140CDA-6892-D6AE-C1A5-2283482F29A9}"/>
                </a:ext>
              </a:extLst>
            </p:cNvPr>
            <p:cNvCxnSpPr/>
            <p:nvPr/>
          </p:nvCxnSpPr>
          <p:spPr>
            <a:xfrm>
              <a:off x="1615585" y="873859"/>
              <a:ext cx="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1" name="Straight Connector 480">
              <a:extLst>
                <a:ext uri="{FF2B5EF4-FFF2-40B4-BE49-F238E27FC236}">
                  <a16:creationId xmlns:a16="http://schemas.microsoft.com/office/drawing/2014/main" id="{1F2A3A62-3D49-24FC-3E6E-C88C0E3EBF11}"/>
                </a:ext>
              </a:extLst>
            </p:cNvPr>
            <p:cNvCxnSpPr/>
            <p:nvPr/>
          </p:nvCxnSpPr>
          <p:spPr>
            <a:xfrm>
              <a:off x="9498078" y="1026259"/>
              <a:ext cx="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DDA63DF9-0F5F-4ED6-16BA-6D7579249672}"/>
              </a:ext>
            </a:extLst>
          </p:cNvPr>
          <p:cNvGrpSpPr/>
          <p:nvPr/>
        </p:nvGrpSpPr>
        <p:grpSpPr>
          <a:xfrm>
            <a:off x="847257" y="5898866"/>
            <a:ext cx="10516703" cy="207610"/>
            <a:chOff x="854209" y="5898864"/>
            <a:chExt cx="11154527" cy="207610"/>
          </a:xfrm>
        </p:grpSpPr>
        <p:cxnSp>
          <p:nvCxnSpPr>
            <p:cNvPr id="464" name="Straight Connector 463">
              <a:extLst>
                <a:ext uri="{FF2B5EF4-FFF2-40B4-BE49-F238E27FC236}">
                  <a16:creationId xmlns:a16="http://schemas.microsoft.com/office/drawing/2014/main" id="{EA48C8A0-87B6-96FB-89DD-DC876357FAFA}"/>
                </a:ext>
              </a:extLst>
            </p:cNvPr>
            <p:cNvCxnSpPr>
              <a:cxnSpLocks/>
            </p:cNvCxnSpPr>
            <p:nvPr/>
          </p:nvCxnSpPr>
          <p:spPr>
            <a:xfrm>
              <a:off x="1110963" y="5907434"/>
              <a:ext cx="0" cy="17666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5" name="Straight Connector 464">
              <a:extLst>
                <a:ext uri="{FF2B5EF4-FFF2-40B4-BE49-F238E27FC236}">
                  <a16:creationId xmlns:a16="http://schemas.microsoft.com/office/drawing/2014/main" id="{F4E9AE37-49B6-9CBF-82FC-8D53CE530262}"/>
                </a:ext>
              </a:extLst>
            </p:cNvPr>
            <p:cNvCxnSpPr>
              <a:cxnSpLocks/>
            </p:cNvCxnSpPr>
            <p:nvPr/>
          </p:nvCxnSpPr>
          <p:spPr>
            <a:xfrm>
              <a:off x="1104599" y="5898864"/>
              <a:ext cx="544434"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6" name="Straight Connector 465">
              <a:extLst>
                <a:ext uri="{FF2B5EF4-FFF2-40B4-BE49-F238E27FC236}">
                  <a16:creationId xmlns:a16="http://schemas.microsoft.com/office/drawing/2014/main" id="{FACCBF98-CFD6-195B-EDFA-A40DCDC8EE20}"/>
                </a:ext>
              </a:extLst>
            </p:cNvPr>
            <p:cNvCxnSpPr>
              <a:cxnSpLocks/>
            </p:cNvCxnSpPr>
            <p:nvPr/>
          </p:nvCxnSpPr>
          <p:spPr>
            <a:xfrm>
              <a:off x="1649033" y="5905954"/>
              <a:ext cx="0" cy="182612"/>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7" name="Straight Connector 466">
              <a:extLst>
                <a:ext uri="{FF2B5EF4-FFF2-40B4-BE49-F238E27FC236}">
                  <a16:creationId xmlns:a16="http://schemas.microsoft.com/office/drawing/2014/main" id="{1CB714C2-B3F7-82C7-8560-99B14386B76D}"/>
                </a:ext>
              </a:extLst>
            </p:cNvPr>
            <p:cNvCxnSpPr>
              <a:cxnSpLocks/>
            </p:cNvCxnSpPr>
            <p:nvPr/>
          </p:nvCxnSpPr>
          <p:spPr>
            <a:xfrm>
              <a:off x="1660624" y="6095064"/>
              <a:ext cx="8554865"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5" name="Straight Connector 474">
              <a:extLst>
                <a:ext uri="{FF2B5EF4-FFF2-40B4-BE49-F238E27FC236}">
                  <a16:creationId xmlns:a16="http://schemas.microsoft.com/office/drawing/2014/main" id="{CC1D9F70-E6D9-8B41-D244-E2D5783B8A43}"/>
                </a:ext>
              </a:extLst>
            </p:cNvPr>
            <p:cNvCxnSpPr/>
            <p:nvPr/>
          </p:nvCxnSpPr>
          <p:spPr>
            <a:xfrm flipH="1">
              <a:off x="854209" y="6087542"/>
              <a:ext cx="25039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500" name="Group 499">
              <a:extLst>
                <a:ext uri="{FF2B5EF4-FFF2-40B4-BE49-F238E27FC236}">
                  <a16:creationId xmlns:a16="http://schemas.microsoft.com/office/drawing/2014/main" id="{58812537-E668-9106-732F-51D5F23CA972}"/>
                </a:ext>
              </a:extLst>
            </p:cNvPr>
            <p:cNvGrpSpPr/>
            <p:nvPr/>
          </p:nvGrpSpPr>
          <p:grpSpPr>
            <a:xfrm>
              <a:off x="10213278" y="5916772"/>
              <a:ext cx="1795458" cy="189702"/>
              <a:chOff x="8604605" y="5688163"/>
              <a:chExt cx="1795458" cy="189702"/>
            </a:xfrm>
          </p:grpSpPr>
          <p:cxnSp>
            <p:nvCxnSpPr>
              <p:cNvPr id="486" name="Straight Connector 485">
                <a:extLst>
                  <a:ext uri="{FF2B5EF4-FFF2-40B4-BE49-F238E27FC236}">
                    <a16:creationId xmlns:a16="http://schemas.microsoft.com/office/drawing/2014/main" id="{707CE341-B594-115D-A657-B8914D153817}"/>
                  </a:ext>
                </a:extLst>
              </p:cNvPr>
              <p:cNvCxnSpPr>
                <a:cxnSpLocks/>
              </p:cNvCxnSpPr>
              <p:nvPr/>
            </p:nvCxnSpPr>
            <p:spPr>
              <a:xfrm>
                <a:off x="8610969" y="5696733"/>
                <a:ext cx="0" cy="17666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7" name="Straight Connector 486">
                <a:extLst>
                  <a:ext uri="{FF2B5EF4-FFF2-40B4-BE49-F238E27FC236}">
                    <a16:creationId xmlns:a16="http://schemas.microsoft.com/office/drawing/2014/main" id="{411D4C73-BBBF-7C79-8481-AC974D5ED38A}"/>
                  </a:ext>
                </a:extLst>
              </p:cNvPr>
              <p:cNvCxnSpPr>
                <a:cxnSpLocks/>
              </p:cNvCxnSpPr>
              <p:nvPr/>
            </p:nvCxnSpPr>
            <p:spPr>
              <a:xfrm>
                <a:off x="8604605" y="5688163"/>
                <a:ext cx="544434"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8" name="Straight Connector 487">
                <a:extLst>
                  <a:ext uri="{FF2B5EF4-FFF2-40B4-BE49-F238E27FC236}">
                    <a16:creationId xmlns:a16="http://schemas.microsoft.com/office/drawing/2014/main" id="{A0CAFE9D-DFE2-0E69-97C4-005852A67A20}"/>
                  </a:ext>
                </a:extLst>
              </p:cNvPr>
              <p:cNvCxnSpPr>
                <a:cxnSpLocks/>
              </p:cNvCxnSpPr>
              <p:nvPr/>
            </p:nvCxnSpPr>
            <p:spPr>
              <a:xfrm>
                <a:off x="9149039" y="5695253"/>
                <a:ext cx="0" cy="182612"/>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9" name="Straight Connector 488">
                <a:extLst>
                  <a:ext uri="{FF2B5EF4-FFF2-40B4-BE49-F238E27FC236}">
                    <a16:creationId xmlns:a16="http://schemas.microsoft.com/office/drawing/2014/main" id="{5DE8C7A3-87E2-4903-B4C1-8D8D601687AA}"/>
                  </a:ext>
                </a:extLst>
              </p:cNvPr>
              <p:cNvCxnSpPr>
                <a:cxnSpLocks/>
              </p:cNvCxnSpPr>
              <p:nvPr/>
            </p:nvCxnSpPr>
            <p:spPr>
              <a:xfrm>
                <a:off x="9152881" y="5876614"/>
                <a:ext cx="1247182"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498" name="TextBox 497">
            <a:extLst>
              <a:ext uri="{FF2B5EF4-FFF2-40B4-BE49-F238E27FC236}">
                <a16:creationId xmlns:a16="http://schemas.microsoft.com/office/drawing/2014/main" id="{EFFCDE21-5458-ADC8-FA6C-BE1A60664456}"/>
              </a:ext>
            </a:extLst>
          </p:cNvPr>
          <p:cNvSpPr txBox="1"/>
          <p:nvPr/>
        </p:nvSpPr>
        <p:spPr>
          <a:xfrm>
            <a:off x="9117877" y="5127103"/>
            <a:ext cx="2744491" cy="246221"/>
          </a:xfrm>
          <a:prstGeom prst="rect">
            <a:avLst/>
          </a:prstGeom>
          <a:noFill/>
          <a:ln>
            <a:noFill/>
          </a:ln>
        </p:spPr>
        <p:txBody>
          <a:bodyPr wrap="square" rtlCol="0">
            <a:spAutoFit/>
          </a:bodyPr>
          <a:lstStyle/>
          <a:p>
            <a:r>
              <a:rPr lang="en-US" sz="1000" dirty="0"/>
              <a:t>IV[7:0]=0</a:t>
            </a:r>
            <a:r>
              <a:rPr lang="en-US" sz="1000" u="sng" dirty="0"/>
              <a:t>01111</a:t>
            </a:r>
            <a:r>
              <a:rPr lang="en-US" sz="1000" dirty="0"/>
              <a:t>00=3Ch=“Enter” key</a:t>
            </a:r>
          </a:p>
        </p:txBody>
      </p:sp>
      <p:sp>
        <p:nvSpPr>
          <p:cNvPr id="502" name="TextBox 501">
            <a:extLst>
              <a:ext uri="{FF2B5EF4-FFF2-40B4-BE49-F238E27FC236}">
                <a16:creationId xmlns:a16="http://schemas.microsoft.com/office/drawing/2014/main" id="{77EE4BD2-F6B6-3AA6-F6DA-7A1C8A67AC55}"/>
              </a:ext>
            </a:extLst>
          </p:cNvPr>
          <p:cNvSpPr txBox="1"/>
          <p:nvPr/>
        </p:nvSpPr>
        <p:spPr>
          <a:xfrm>
            <a:off x="1080061" y="473072"/>
            <a:ext cx="1035572" cy="246221"/>
          </a:xfrm>
          <a:prstGeom prst="rect">
            <a:avLst/>
          </a:prstGeom>
          <a:noFill/>
          <a:ln>
            <a:noFill/>
          </a:ln>
        </p:spPr>
        <p:txBody>
          <a:bodyPr wrap="none" rtlCol="0">
            <a:spAutoFit/>
          </a:bodyPr>
          <a:lstStyle/>
          <a:p>
            <a:r>
              <a:rPr lang="en-US" sz="1000" dirty="0"/>
              <a:t>Top of DSKY Loop</a:t>
            </a:r>
          </a:p>
        </p:txBody>
      </p:sp>
      <p:cxnSp>
        <p:nvCxnSpPr>
          <p:cNvPr id="504" name="Straight Connector 503">
            <a:extLst>
              <a:ext uri="{FF2B5EF4-FFF2-40B4-BE49-F238E27FC236}">
                <a16:creationId xmlns:a16="http://schemas.microsoft.com/office/drawing/2014/main" id="{FD130FB9-5B19-2380-F091-F42065778F43}"/>
              </a:ext>
            </a:extLst>
          </p:cNvPr>
          <p:cNvCxnSpPr/>
          <p:nvPr/>
        </p:nvCxnSpPr>
        <p:spPr>
          <a:xfrm>
            <a:off x="1109505" y="583256"/>
            <a:ext cx="0" cy="73709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05" name="TextBox 504">
            <a:extLst>
              <a:ext uri="{FF2B5EF4-FFF2-40B4-BE49-F238E27FC236}">
                <a16:creationId xmlns:a16="http://schemas.microsoft.com/office/drawing/2014/main" id="{5273E185-C0D2-3E30-9B7A-370C4A0B248A}"/>
              </a:ext>
            </a:extLst>
          </p:cNvPr>
          <p:cNvSpPr txBox="1"/>
          <p:nvPr/>
        </p:nvSpPr>
        <p:spPr>
          <a:xfrm>
            <a:off x="9649410" y="489630"/>
            <a:ext cx="1035572" cy="246221"/>
          </a:xfrm>
          <a:prstGeom prst="rect">
            <a:avLst/>
          </a:prstGeom>
          <a:noFill/>
          <a:ln>
            <a:noFill/>
          </a:ln>
        </p:spPr>
        <p:txBody>
          <a:bodyPr wrap="none" rtlCol="0">
            <a:spAutoFit/>
          </a:bodyPr>
          <a:lstStyle/>
          <a:p>
            <a:r>
              <a:rPr lang="en-US" sz="1000" dirty="0"/>
              <a:t>Top of DSKY Loop</a:t>
            </a:r>
          </a:p>
        </p:txBody>
      </p:sp>
      <p:cxnSp>
        <p:nvCxnSpPr>
          <p:cNvPr id="506" name="Straight Connector 505">
            <a:extLst>
              <a:ext uri="{FF2B5EF4-FFF2-40B4-BE49-F238E27FC236}">
                <a16:creationId xmlns:a16="http://schemas.microsoft.com/office/drawing/2014/main" id="{FF9C9192-9B10-EB4A-F9F6-E7C74B69F763}"/>
              </a:ext>
            </a:extLst>
          </p:cNvPr>
          <p:cNvCxnSpPr/>
          <p:nvPr/>
        </p:nvCxnSpPr>
        <p:spPr>
          <a:xfrm>
            <a:off x="9674189" y="601031"/>
            <a:ext cx="0" cy="73709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07" name="Freeform: Shape 506">
            <a:extLst>
              <a:ext uri="{FF2B5EF4-FFF2-40B4-BE49-F238E27FC236}">
                <a16:creationId xmlns:a16="http://schemas.microsoft.com/office/drawing/2014/main" id="{219E6603-C30B-4377-3FC8-35AEA127FD8C}"/>
              </a:ext>
            </a:extLst>
          </p:cNvPr>
          <p:cNvSpPr/>
          <p:nvPr/>
        </p:nvSpPr>
        <p:spPr>
          <a:xfrm>
            <a:off x="10061619" y="5992969"/>
            <a:ext cx="215968" cy="381000"/>
          </a:xfrm>
          <a:custGeom>
            <a:avLst/>
            <a:gdLst>
              <a:gd name="connsiteX0" fmla="*/ 118999 w 229066"/>
              <a:gd name="connsiteY0" fmla="*/ 0 h 381000"/>
              <a:gd name="connsiteX1" fmla="*/ 186732 w 229066"/>
              <a:gd name="connsiteY1" fmla="*/ 16933 h 381000"/>
              <a:gd name="connsiteX2" fmla="*/ 203666 w 229066"/>
              <a:gd name="connsiteY2" fmla="*/ 33866 h 381000"/>
              <a:gd name="connsiteX3" fmla="*/ 229066 w 229066"/>
              <a:gd name="connsiteY3" fmla="*/ 50800 h 381000"/>
              <a:gd name="connsiteX4" fmla="*/ 212132 w 229066"/>
              <a:gd name="connsiteY4" fmla="*/ 135466 h 381000"/>
              <a:gd name="connsiteX5" fmla="*/ 110532 w 229066"/>
              <a:gd name="connsiteY5" fmla="*/ 186266 h 381000"/>
              <a:gd name="connsiteX6" fmla="*/ 17399 w 229066"/>
              <a:gd name="connsiteY6" fmla="*/ 228600 h 381000"/>
              <a:gd name="connsiteX7" fmla="*/ 466 w 229066"/>
              <a:gd name="connsiteY7" fmla="*/ 270933 h 381000"/>
              <a:gd name="connsiteX8" fmla="*/ 25866 w 229066"/>
              <a:gd name="connsiteY8" fmla="*/ 330200 h 381000"/>
              <a:gd name="connsiteX9" fmla="*/ 110532 w 229066"/>
              <a:gd name="connsiteY9" fmla="*/ 381000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9066" h="381000">
                <a:moveTo>
                  <a:pt x="118999" y="0"/>
                </a:moveTo>
                <a:cubicBezTo>
                  <a:pt x="141577" y="5644"/>
                  <a:pt x="165124" y="8290"/>
                  <a:pt x="186732" y="16933"/>
                </a:cubicBezTo>
                <a:cubicBezTo>
                  <a:pt x="194144" y="19898"/>
                  <a:pt x="197433" y="28879"/>
                  <a:pt x="203666" y="33866"/>
                </a:cubicBezTo>
                <a:cubicBezTo>
                  <a:pt x="211612" y="40223"/>
                  <a:pt x="220599" y="45155"/>
                  <a:pt x="229066" y="50800"/>
                </a:cubicBezTo>
                <a:cubicBezTo>
                  <a:pt x="223421" y="79022"/>
                  <a:pt x="231085" y="113806"/>
                  <a:pt x="212132" y="135466"/>
                </a:cubicBezTo>
                <a:cubicBezTo>
                  <a:pt x="187198" y="163961"/>
                  <a:pt x="144399" y="169332"/>
                  <a:pt x="110532" y="186266"/>
                </a:cubicBezTo>
                <a:cubicBezTo>
                  <a:pt x="57425" y="212820"/>
                  <a:pt x="88295" y="198216"/>
                  <a:pt x="17399" y="228600"/>
                </a:cubicBezTo>
                <a:cubicBezTo>
                  <a:pt x="11755" y="242711"/>
                  <a:pt x="1978" y="255810"/>
                  <a:pt x="466" y="270933"/>
                </a:cubicBezTo>
                <a:cubicBezTo>
                  <a:pt x="-2083" y="296417"/>
                  <a:pt x="5735" y="316779"/>
                  <a:pt x="25866" y="330200"/>
                </a:cubicBezTo>
                <a:cubicBezTo>
                  <a:pt x="53251" y="348457"/>
                  <a:pt x="110532" y="381000"/>
                  <a:pt x="110532" y="381000"/>
                </a:cubicBezTo>
              </a:path>
            </a:pathLst>
          </a:custGeom>
          <a:noFill/>
          <a:ln w="635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7" name="Freeform: Shape 516">
            <a:extLst>
              <a:ext uri="{FF2B5EF4-FFF2-40B4-BE49-F238E27FC236}">
                <a16:creationId xmlns:a16="http://schemas.microsoft.com/office/drawing/2014/main" id="{22DC32F9-98FE-0993-EB93-4E9BA8293DBA}"/>
              </a:ext>
            </a:extLst>
          </p:cNvPr>
          <p:cNvSpPr/>
          <p:nvPr/>
        </p:nvSpPr>
        <p:spPr>
          <a:xfrm rot="359468" flipH="1" flipV="1">
            <a:off x="9438912" y="2584912"/>
            <a:ext cx="318799" cy="1470297"/>
          </a:xfrm>
          <a:custGeom>
            <a:avLst/>
            <a:gdLst>
              <a:gd name="connsiteX0" fmla="*/ 118999 w 229066"/>
              <a:gd name="connsiteY0" fmla="*/ 0 h 381000"/>
              <a:gd name="connsiteX1" fmla="*/ 186732 w 229066"/>
              <a:gd name="connsiteY1" fmla="*/ 16933 h 381000"/>
              <a:gd name="connsiteX2" fmla="*/ 203666 w 229066"/>
              <a:gd name="connsiteY2" fmla="*/ 33866 h 381000"/>
              <a:gd name="connsiteX3" fmla="*/ 229066 w 229066"/>
              <a:gd name="connsiteY3" fmla="*/ 50800 h 381000"/>
              <a:gd name="connsiteX4" fmla="*/ 212132 w 229066"/>
              <a:gd name="connsiteY4" fmla="*/ 135466 h 381000"/>
              <a:gd name="connsiteX5" fmla="*/ 110532 w 229066"/>
              <a:gd name="connsiteY5" fmla="*/ 186266 h 381000"/>
              <a:gd name="connsiteX6" fmla="*/ 17399 w 229066"/>
              <a:gd name="connsiteY6" fmla="*/ 228600 h 381000"/>
              <a:gd name="connsiteX7" fmla="*/ 466 w 229066"/>
              <a:gd name="connsiteY7" fmla="*/ 270933 h 381000"/>
              <a:gd name="connsiteX8" fmla="*/ 25866 w 229066"/>
              <a:gd name="connsiteY8" fmla="*/ 330200 h 381000"/>
              <a:gd name="connsiteX9" fmla="*/ 110532 w 229066"/>
              <a:gd name="connsiteY9" fmla="*/ 381000 h 381000"/>
              <a:gd name="connsiteX0" fmla="*/ 118999 w 229066"/>
              <a:gd name="connsiteY0" fmla="*/ 0 h 371362"/>
              <a:gd name="connsiteX1" fmla="*/ 186732 w 229066"/>
              <a:gd name="connsiteY1" fmla="*/ 16933 h 371362"/>
              <a:gd name="connsiteX2" fmla="*/ 203666 w 229066"/>
              <a:gd name="connsiteY2" fmla="*/ 33866 h 371362"/>
              <a:gd name="connsiteX3" fmla="*/ 229066 w 229066"/>
              <a:gd name="connsiteY3" fmla="*/ 50800 h 371362"/>
              <a:gd name="connsiteX4" fmla="*/ 212132 w 229066"/>
              <a:gd name="connsiteY4" fmla="*/ 135466 h 371362"/>
              <a:gd name="connsiteX5" fmla="*/ 110532 w 229066"/>
              <a:gd name="connsiteY5" fmla="*/ 186266 h 371362"/>
              <a:gd name="connsiteX6" fmla="*/ 17399 w 229066"/>
              <a:gd name="connsiteY6" fmla="*/ 228600 h 371362"/>
              <a:gd name="connsiteX7" fmla="*/ 466 w 229066"/>
              <a:gd name="connsiteY7" fmla="*/ 270933 h 371362"/>
              <a:gd name="connsiteX8" fmla="*/ 25866 w 229066"/>
              <a:gd name="connsiteY8" fmla="*/ 330200 h 371362"/>
              <a:gd name="connsiteX9" fmla="*/ 138888 w 229066"/>
              <a:gd name="connsiteY9" fmla="*/ 371362 h 371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9066" h="371362">
                <a:moveTo>
                  <a:pt x="118999" y="0"/>
                </a:moveTo>
                <a:cubicBezTo>
                  <a:pt x="141577" y="5644"/>
                  <a:pt x="165124" y="8290"/>
                  <a:pt x="186732" y="16933"/>
                </a:cubicBezTo>
                <a:cubicBezTo>
                  <a:pt x="194144" y="19898"/>
                  <a:pt x="197433" y="28879"/>
                  <a:pt x="203666" y="33866"/>
                </a:cubicBezTo>
                <a:cubicBezTo>
                  <a:pt x="211612" y="40223"/>
                  <a:pt x="220599" y="45155"/>
                  <a:pt x="229066" y="50800"/>
                </a:cubicBezTo>
                <a:cubicBezTo>
                  <a:pt x="223421" y="79022"/>
                  <a:pt x="231085" y="113806"/>
                  <a:pt x="212132" y="135466"/>
                </a:cubicBezTo>
                <a:cubicBezTo>
                  <a:pt x="187198" y="163961"/>
                  <a:pt x="144399" y="169332"/>
                  <a:pt x="110532" y="186266"/>
                </a:cubicBezTo>
                <a:cubicBezTo>
                  <a:pt x="57425" y="212820"/>
                  <a:pt x="88295" y="198216"/>
                  <a:pt x="17399" y="228600"/>
                </a:cubicBezTo>
                <a:cubicBezTo>
                  <a:pt x="11755" y="242711"/>
                  <a:pt x="1978" y="255810"/>
                  <a:pt x="466" y="270933"/>
                </a:cubicBezTo>
                <a:cubicBezTo>
                  <a:pt x="-2083" y="296417"/>
                  <a:pt x="5735" y="316779"/>
                  <a:pt x="25866" y="330200"/>
                </a:cubicBezTo>
                <a:cubicBezTo>
                  <a:pt x="53251" y="348457"/>
                  <a:pt x="138888" y="371362"/>
                  <a:pt x="138888" y="371362"/>
                </a:cubicBezTo>
              </a:path>
            </a:pathLst>
          </a:custGeom>
          <a:noFill/>
          <a:ln w="635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32" name="Group 531">
            <a:extLst>
              <a:ext uri="{FF2B5EF4-FFF2-40B4-BE49-F238E27FC236}">
                <a16:creationId xmlns:a16="http://schemas.microsoft.com/office/drawing/2014/main" id="{766B57C7-3E66-AE4D-85FD-C8C6EF5ACDEB}"/>
              </a:ext>
            </a:extLst>
          </p:cNvPr>
          <p:cNvGrpSpPr/>
          <p:nvPr/>
        </p:nvGrpSpPr>
        <p:grpSpPr>
          <a:xfrm>
            <a:off x="903510" y="4738062"/>
            <a:ext cx="10445210" cy="210456"/>
            <a:chOff x="876924" y="4981612"/>
            <a:chExt cx="11078698" cy="210456"/>
          </a:xfrm>
        </p:grpSpPr>
        <p:grpSp>
          <p:nvGrpSpPr>
            <p:cNvPr id="355" name="Group 354">
              <a:extLst>
                <a:ext uri="{FF2B5EF4-FFF2-40B4-BE49-F238E27FC236}">
                  <a16:creationId xmlns:a16="http://schemas.microsoft.com/office/drawing/2014/main" id="{A064B655-F945-845A-D9D4-9BD5C82F00DA}"/>
                </a:ext>
              </a:extLst>
            </p:cNvPr>
            <p:cNvGrpSpPr/>
            <p:nvPr/>
          </p:nvGrpSpPr>
          <p:grpSpPr>
            <a:xfrm>
              <a:off x="1102286" y="4981612"/>
              <a:ext cx="2163470" cy="189702"/>
              <a:chOff x="1104025" y="4129377"/>
              <a:chExt cx="2163470" cy="189702"/>
            </a:xfrm>
          </p:grpSpPr>
          <p:cxnSp>
            <p:nvCxnSpPr>
              <p:cNvPr id="346" name="Straight Connector 345">
                <a:extLst>
                  <a:ext uri="{FF2B5EF4-FFF2-40B4-BE49-F238E27FC236}">
                    <a16:creationId xmlns:a16="http://schemas.microsoft.com/office/drawing/2014/main" id="{34A66924-E360-5845-0F7A-5089306AC2EE}"/>
                  </a:ext>
                </a:extLst>
              </p:cNvPr>
              <p:cNvCxnSpPr>
                <a:cxnSpLocks/>
              </p:cNvCxnSpPr>
              <p:nvPr/>
            </p:nvCxnSpPr>
            <p:spPr>
              <a:xfrm>
                <a:off x="1110389" y="4137947"/>
                <a:ext cx="0" cy="17666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7" name="Straight Connector 346">
                <a:extLst>
                  <a:ext uri="{FF2B5EF4-FFF2-40B4-BE49-F238E27FC236}">
                    <a16:creationId xmlns:a16="http://schemas.microsoft.com/office/drawing/2014/main" id="{BDB59237-ED54-5EB1-1EC7-1369B84C885B}"/>
                  </a:ext>
                </a:extLst>
              </p:cNvPr>
              <p:cNvCxnSpPr>
                <a:cxnSpLocks/>
              </p:cNvCxnSpPr>
              <p:nvPr/>
            </p:nvCxnSpPr>
            <p:spPr>
              <a:xfrm>
                <a:off x="1104025" y="4129377"/>
                <a:ext cx="544434"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8" name="Straight Connector 347">
                <a:extLst>
                  <a:ext uri="{FF2B5EF4-FFF2-40B4-BE49-F238E27FC236}">
                    <a16:creationId xmlns:a16="http://schemas.microsoft.com/office/drawing/2014/main" id="{9E75AECE-207C-E787-AE70-47BA8AD5FE2A}"/>
                  </a:ext>
                </a:extLst>
              </p:cNvPr>
              <p:cNvCxnSpPr>
                <a:cxnSpLocks/>
              </p:cNvCxnSpPr>
              <p:nvPr/>
            </p:nvCxnSpPr>
            <p:spPr>
              <a:xfrm>
                <a:off x="1648459" y="4136467"/>
                <a:ext cx="0" cy="182612"/>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9" name="Straight Connector 348">
                <a:extLst>
                  <a:ext uri="{FF2B5EF4-FFF2-40B4-BE49-F238E27FC236}">
                    <a16:creationId xmlns:a16="http://schemas.microsoft.com/office/drawing/2014/main" id="{6688CA32-30B0-A116-CE7B-4E9429779145}"/>
                  </a:ext>
                </a:extLst>
              </p:cNvPr>
              <p:cNvCxnSpPr>
                <a:cxnSpLocks/>
              </p:cNvCxnSpPr>
              <p:nvPr/>
            </p:nvCxnSpPr>
            <p:spPr>
              <a:xfrm>
                <a:off x="1645207" y="4308643"/>
                <a:ext cx="1622288"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56" name="Group 355">
              <a:extLst>
                <a:ext uri="{FF2B5EF4-FFF2-40B4-BE49-F238E27FC236}">
                  <a16:creationId xmlns:a16="http://schemas.microsoft.com/office/drawing/2014/main" id="{DF3D7395-D852-471F-8269-7ACA8EA2BBCA}"/>
                </a:ext>
              </a:extLst>
            </p:cNvPr>
            <p:cNvGrpSpPr/>
            <p:nvPr/>
          </p:nvGrpSpPr>
          <p:grpSpPr>
            <a:xfrm>
              <a:off x="3271084" y="4989363"/>
              <a:ext cx="2162772" cy="189702"/>
              <a:chOff x="1104025" y="4129377"/>
              <a:chExt cx="2162772" cy="189702"/>
            </a:xfrm>
          </p:grpSpPr>
          <p:cxnSp>
            <p:nvCxnSpPr>
              <p:cNvPr id="357" name="Straight Connector 356">
                <a:extLst>
                  <a:ext uri="{FF2B5EF4-FFF2-40B4-BE49-F238E27FC236}">
                    <a16:creationId xmlns:a16="http://schemas.microsoft.com/office/drawing/2014/main" id="{278A9500-3094-899D-CB43-93C72BE2E93D}"/>
                  </a:ext>
                </a:extLst>
              </p:cNvPr>
              <p:cNvCxnSpPr>
                <a:cxnSpLocks/>
              </p:cNvCxnSpPr>
              <p:nvPr/>
            </p:nvCxnSpPr>
            <p:spPr>
              <a:xfrm>
                <a:off x="1104527" y="4137947"/>
                <a:ext cx="0" cy="17666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8" name="Straight Connector 357">
                <a:extLst>
                  <a:ext uri="{FF2B5EF4-FFF2-40B4-BE49-F238E27FC236}">
                    <a16:creationId xmlns:a16="http://schemas.microsoft.com/office/drawing/2014/main" id="{4AF0D17F-6D17-3343-F7D1-75129EE5E1E6}"/>
                  </a:ext>
                </a:extLst>
              </p:cNvPr>
              <p:cNvCxnSpPr>
                <a:cxnSpLocks/>
              </p:cNvCxnSpPr>
              <p:nvPr/>
            </p:nvCxnSpPr>
            <p:spPr>
              <a:xfrm>
                <a:off x="1104025" y="4129377"/>
                <a:ext cx="544434"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9" name="Straight Connector 358">
                <a:extLst>
                  <a:ext uri="{FF2B5EF4-FFF2-40B4-BE49-F238E27FC236}">
                    <a16:creationId xmlns:a16="http://schemas.microsoft.com/office/drawing/2014/main" id="{85EB2B4A-4766-A51F-2E47-CD041957225F}"/>
                  </a:ext>
                </a:extLst>
              </p:cNvPr>
              <p:cNvCxnSpPr>
                <a:cxnSpLocks/>
              </p:cNvCxnSpPr>
              <p:nvPr/>
            </p:nvCxnSpPr>
            <p:spPr>
              <a:xfrm>
                <a:off x="1648459" y="4136467"/>
                <a:ext cx="0" cy="182612"/>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0" name="Straight Connector 359">
                <a:extLst>
                  <a:ext uri="{FF2B5EF4-FFF2-40B4-BE49-F238E27FC236}">
                    <a16:creationId xmlns:a16="http://schemas.microsoft.com/office/drawing/2014/main" id="{490BA4D2-CE83-8E5E-E50A-66E8ADA74F7B}"/>
                  </a:ext>
                </a:extLst>
              </p:cNvPr>
              <p:cNvCxnSpPr>
                <a:cxnSpLocks/>
              </p:cNvCxnSpPr>
              <p:nvPr/>
            </p:nvCxnSpPr>
            <p:spPr>
              <a:xfrm>
                <a:off x="1644509" y="4317110"/>
                <a:ext cx="1622288"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61" name="Group 360">
              <a:extLst>
                <a:ext uri="{FF2B5EF4-FFF2-40B4-BE49-F238E27FC236}">
                  <a16:creationId xmlns:a16="http://schemas.microsoft.com/office/drawing/2014/main" id="{0575E6ED-F5BC-FF42-9FD2-5CA20B4349DD}"/>
                </a:ext>
              </a:extLst>
            </p:cNvPr>
            <p:cNvGrpSpPr/>
            <p:nvPr/>
          </p:nvGrpSpPr>
          <p:grpSpPr>
            <a:xfrm>
              <a:off x="5438917" y="4998873"/>
              <a:ext cx="2161379" cy="187733"/>
              <a:chOff x="1104025" y="4129377"/>
              <a:chExt cx="2161379" cy="187733"/>
            </a:xfrm>
          </p:grpSpPr>
          <p:cxnSp>
            <p:nvCxnSpPr>
              <p:cNvPr id="362" name="Straight Connector 361">
                <a:extLst>
                  <a:ext uri="{FF2B5EF4-FFF2-40B4-BE49-F238E27FC236}">
                    <a16:creationId xmlns:a16="http://schemas.microsoft.com/office/drawing/2014/main" id="{BC629507-F77D-82B5-3A80-54DF110761B5}"/>
                  </a:ext>
                </a:extLst>
              </p:cNvPr>
              <p:cNvCxnSpPr>
                <a:cxnSpLocks/>
              </p:cNvCxnSpPr>
              <p:nvPr/>
            </p:nvCxnSpPr>
            <p:spPr>
              <a:xfrm>
                <a:off x="1110389" y="4132085"/>
                <a:ext cx="0" cy="17666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3" name="Straight Connector 362">
                <a:extLst>
                  <a:ext uri="{FF2B5EF4-FFF2-40B4-BE49-F238E27FC236}">
                    <a16:creationId xmlns:a16="http://schemas.microsoft.com/office/drawing/2014/main" id="{524B0395-13E6-E68C-6AC9-B4CD71148526}"/>
                  </a:ext>
                </a:extLst>
              </p:cNvPr>
              <p:cNvCxnSpPr>
                <a:cxnSpLocks/>
              </p:cNvCxnSpPr>
              <p:nvPr/>
            </p:nvCxnSpPr>
            <p:spPr>
              <a:xfrm>
                <a:off x="1104025" y="4129377"/>
                <a:ext cx="544434"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4" name="Straight Connector 363">
                <a:extLst>
                  <a:ext uri="{FF2B5EF4-FFF2-40B4-BE49-F238E27FC236}">
                    <a16:creationId xmlns:a16="http://schemas.microsoft.com/office/drawing/2014/main" id="{EE051AE5-7A9F-A195-DE4F-4771C85CAAFB}"/>
                  </a:ext>
                </a:extLst>
              </p:cNvPr>
              <p:cNvCxnSpPr>
                <a:cxnSpLocks/>
              </p:cNvCxnSpPr>
              <p:nvPr/>
            </p:nvCxnSpPr>
            <p:spPr>
              <a:xfrm>
                <a:off x="1642597" y="4130605"/>
                <a:ext cx="0" cy="182612"/>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5" name="Straight Connector 364">
                <a:extLst>
                  <a:ext uri="{FF2B5EF4-FFF2-40B4-BE49-F238E27FC236}">
                    <a16:creationId xmlns:a16="http://schemas.microsoft.com/office/drawing/2014/main" id="{ABF0EC2C-F555-E66B-5F60-2985EC836924}"/>
                  </a:ext>
                </a:extLst>
              </p:cNvPr>
              <p:cNvCxnSpPr>
                <a:cxnSpLocks/>
              </p:cNvCxnSpPr>
              <p:nvPr/>
            </p:nvCxnSpPr>
            <p:spPr>
              <a:xfrm>
                <a:off x="1643116" y="4317110"/>
                <a:ext cx="1622288"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67" name="Straight Connector 366">
              <a:extLst>
                <a:ext uri="{FF2B5EF4-FFF2-40B4-BE49-F238E27FC236}">
                  <a16:creationId xmlns:a16="http://schemas.microsoft.com/office/drawing/2014/main" id="{E7419FC2-40F1-A727-98DF-2F5EE42AE1A8}"/>
                </a:ext>
              </a:extLst>
            </p:cNvPr>
            <p:cNvCxnSpPr>
              <a:cxnSpLocks/>
            </p:cNvCxnSpPr>
            <p:nvPr/>
          </p:nvCxnSpPr>
          <p:spPr>
            <a:xfrm>
              <a:off x="7612915" y="5012272"/>
              <a:ext cx="0" cy="17666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8" name="Straight Connector 367">
              <a:extLst>
                <a:ext uri="{FF2B5EF4-FFF2-40B4-BE49-F238E27FC236}">
                  <a16:creationId xmlns:a16="http://schemas.microsoft.com/office/drawing/2014/main" id="{0714F04C-7C4A-0721-F6E2-286DCF6C5837}"/>
                </a:ext>
              </a:extLst>
            </p:cNvPr>
            <p:cNvCxnSpPr>
              <a:cxnSpLocks/>
            </p:cNvCxnSpPr>
            <p:nvPr/>
          </p:nvCxnSpPr>
          <p:spPr>
            <a:xfrm>
              <a:off x="7606551" y="5015426"/>
              <a:ext cx="544434"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9" name="Straight Connector 368">
              <a:extLst>
                <a:ext uri="{FF2B5EF4-FFF2-40B4-BE49-F238E27FC236}">
                  <a16:creationId xmlns:a16="http://schemas.microsoft.com/office/drawing/2014/main" id="{41B0F487-A5B0-E454-9903-582608521F3B}"/>
                </a:ext>
              </a:extLst>
            </p:cNvPr>
            <p:cNvCxnSpPr>
              <a:cxnSpLocks/>
            </p:cNvCxnSpPr>
            <p:nvPr/>
          </p:nvCxnSpPr>
          <p:spPr>
            <a:xfrm>
              <a:off x="8150985" y="5018034"/>
              <a:ext cx="0" cy="17403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0" name="Straight Connector 369">
              <a:extLst>
                <a:ext uri="{FF2B5EF4-FFF2-40B4-BE49-F238E27FC236}">
                  <a16:creationId xmlns:a16="http://schemas.microsoft.com/office/drawing/2014/main" id="{DEE24EED-C509-0338-629D-9BF777470B8B}"/>
                </a:ext>
              </a:extLst>
            </p:cNvPr>
            <p:cNvCxnSpPr>
              <a:cxnSpLocks/>
            </p:cNvCxnSpPr>
            <p:nvPr/>
          </p:nvCxnSpPr>
          <p:spPr>
            <a:xfrm>
              <a:off x="8156714" y="5187836"/>
              <a:ext cx="3798908"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3" name="Straight Connector 472">
              <a:extLst>
                <a:ext uri="{FF2B5EF4-FFF2-40B4-BE49-F238E27FC236}">
                  <a16:creationId xmlns:a16="http://schemas.microsoft.com/office/drawing/2014/main" id="{35F15F2E-A7B7-93CD-D669-B0312AE63F0D}"/>
                </a:ext>
              </a:extLst>
            </p:cNvPr>
            <p:cNvCxnSpPr/>
            <p:nvPr/>
          </p:nvCxnSpPr>
          <p:spPr>
            <a:xfrm flipH="1">
              <a:off x="876924" y="5167933"/>
              <a:ext cx="227675"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5" name="Hexagon 4">
            <a:extLst>
              <a:ext uri="{FF2B5EF4-FFF2-40B4-BE49-F238E27FC236}">
                <a16:creationId xmlns:a16="http://schemas.microsoft.com/office/drawing/2014/main" id="{3D2723CE-724D-A929-30DC-39AFECD882A1}"/>
              </a:ext>
            </a:extLst>
          </p:cNvPr>
          <p:cNvSpPr/>
          <p:nvPr/>
        </p:nvSpPr>
        <p:spPr>
          <a:xfrm>
            <a:off x="1105761" y="3498709"/>
            <a:ext cx="152164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 name="Hexagon 6">
            <a:extLst>
              <a:ext uri="{FF2B5EF4-FFF2-40B4-BE49-F238E27FC236}">
                <a16:creationId xmlns:a16="http://schemas.microsoft.com/office/drawing/2014/main" id="{D3221400-7115-A876-CD60-6A90777A83FF}"/>
              </a:ext>
            </a:extLst>
          </p:cNvPr>
          <p:cNvSpPr/>
          <p:nvPr/>
        </p:nvSpPr>
        <p:spPr>
          <a:xfrm>
            <a:off x="5200174" y="3495528"/>
            <a:ext cx="152164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 name="Hexagon 8">
            <a:extLst>
              <a:ext uri="{FF2B5EF4-FFF2-40B4-BE49-F238E27FC236}">
                <a16:creationId xmlns:a16="http://schemas.microsoft.com/office/drawing/2014/main" id="{5B34202D-A652-0360-9642-A6D47EF8A1B9}"/>
              </a:ext>
            </a:extLst>
          </p:cNvPr>
          <p:cNvSpPr/>
          <p:nvPr/>
        </p:nvSpPr>
        <p:spPr>
          <a:xfrm>
            <a:off x="3153095" y="3489732"/>
            <a:ext cx="1521640"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Hexagon 10">
            <a:extLst>
              <a:ext uri="{FF2B5EF4-FFF2-40B4-BE49-F238E27FC236}">
                <a16:creationId xmlns:a16="http://schemas.microsoft.com/office/drawing/2014/main" id="{E4267CCC-99DA-B22C-B2CD-F177C15612FC}"/>
              </a:ext>
            </a:extLst>
          </p:cNvPr>
          <p:cNvSpPr/>
          <p:nvPr/>
        </p:nvSpPr>
        <p:spPr>
          <a:xfrm>
            <a:off x="7224932" y="3495528"/>
            <a:ext cx="2456219"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Hexagon 11">
            <a:extLst>
              <a:ext uri="{FF2B5EF4-FFF2-40B4-BE49-F238E27FC236}">
                <a16:creationId xmlns:a16="http://schemas.microsoft.com/office/drawing/2014/main" id="{5FEE2A3E-70CF-2479-1F02-47834C653140}"/>
              </a:ext>
            </a:extLst>
          </p:cNvPr>
          <p:cNvSpPr/>
          <p:nvPr/>
        </p:nvSpPr>
        <p:spPr>
          <a:xfrm>
            <a:off x="5922662" y="4330292"/>
            <a:ext cx="3602338"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Hexagon 18">
            <a:extLst>
              <a:ext uri="{FF2B5EF4-FFF2-40B4-BE49-F238E27FC236}">
                <a16:creationId xmlns:a16="http://schemas.microsoft.com/office/drawing/2014/main" id="{65ACA72A-27D5-6FEE-656D-133D64AD5C99}"/>
              </a:ext>
            </a:extLst>
          </p:cNvPr>
          <p:cNvSpPr/>
          <p:nvPr/>
        </p:nvSpPr>
        <p:spPr>
          <a:xfrm>
            <a:off x="1090421" y="5136377"/>
            <a:ext cx="6131566" cy="24622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oup 20">
            <a:extLst>
              <a:ext uri="{FF2B5EF4-FFF2-40B4-BE49-F238E27FC236}">
                <a16:creationId xmlns:a16="http://schemas.microsoft.com/office/drawing/2014/main" id="{F70DC9F1-A98A-80A9-2AD4-8F023024C283}"/>
              </a:ext>
            </a:extLst>
          </p:cNvPr>
          <p:cNvGrpSpPr/>
          <p:nvPr/>
        </p:nvGrpSpPr>
        <p:grpSpPr>
          <a:xfrm>
            <a:off x="9462972" y="6340845"/>
            <a:ext cx="1685077" cy="400110"/>
            <a:chOff x="9707900" y="6340845"/>
            <a:chExt cx="1685077" cy="400110"/>
          </a:xfrm>
        </p:grpSpPr>
        <p:sp>
          <p:nvSpPr>
            <p:cNvPr id="497" name="TextBox 496">
              <a:extLst>
                <a:ext uri="{FF2B5EF4-FFF2-40B4-BE49-F238E27FC236}">
                  <a16:creationId xmlns:a16="http://schemas.microsoft.com/office/drawing/2014/main" id="{2355EE93-3CB8-268C-27B1-0A979E2252AF}"/>
                </a:ext>
              </a:extLst>
            </p:cNvPr>
            <p:cNvSpPr txBox="1"/>
            <p:nvPr/>
          </p:nvSpPr>
          <p:spPr>
            <a:xfrm>
              <a:off x="9707900" y="6340845"/>
              <a:ext cx="1685077" cy="400110"/>
            </a:xfrm>
            <a:prstGeom prst="rect">
              <a:avLst/>
            </a:prstGeom>
            <a:noFill/>
            <a:ln>
              <a:noFill/>
            </a:ln>
          </p:spPr>
          <p:txBody>
            <a:bodyPr wrap="none" rtlCol="0">
              <a:spAutoFit/>
            </a:bodyPr>
            <a:lstStyle/>
            <a:p>
              <a:r>
                <a:rPr lang="en-US" sz="1000" dirty="0"/>
                <a:t>DSKY Loop Branches away to</a:t>
              </a:r>
            </a:p>
            <a:p>
              <a:r>
                <a:rPr lang="en-US" sz="1000" dirty="0"/>
                <a:t>Interrupt Service Routine</a:t>
              </a:r>
            </a:p>
          </p:txBody>
        </p:sp>
        <p:sp>
          <p:nvSpPr>
            <p:cNvPr id="25" name="Rectangle: Rounded Corners 24">
              <a:extLst>
                <a:ext uri="{FF2B5EF4-FFF2-40B4-BE49-F238E27FC236}">
                  <a16:creationId xmlns:a16="http://schemas.microsoft.com/office/drawing/2014/main" id="{58D02BF9-94BE-ADC5-F5B1-0CABCEF075A0}"/>
                </a:ext>
              </a:extLst>
            </p:cNvPr>
            <p:cNvSpPr/>
            <p:nvPr/>
          </p:nvSpPr>
          <p:spPr>
            <a:xfrm>
              <a:off x="9738522" y="6375400"/>
              <a:ext cx="1626163" cy="321733"/>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448" name="Right Brace 447">
            <a:extLst>
              <a:ext uri="{FF2B5EF4-FFF2-40B4-BE49-F238E27FC236}">
                <a16:creationId xmlns:a16="http://schemas.microsoft.com/office/drawing/2014/main" id="{6611E929-9B0E-A23B-1810-ACEFF553B0FE}"/>
              </a:ext>
            </a:extLst>
          </p:cNvPr>
          <p:cNvSpPr/>
          <p:nvPr/>
        </p:nvSpPr>
        <p:spPr>
          <a:xfrm>
            <a:off x="6227452" y="1056351"/>
            <a:ext cx="355600" cy="1362713"/>
          </a:xfrm>
          <a:prstGeom prst="rightBrac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0" name="TextBox 449">
            <a:extLst>
              <a:ext uri="{FF2B5EF4-FFF2-40B4-BE49-F238E27FC236}">
                <a16:creationId xmlns:a16="http://schemas.microsoft.com/office/drawing/2014/main" id="{CEC247EC-EF00-E05D-7890-7F10C27B62E9}"/>
              </a:ext>
            </a:extLst>
          </p:cNvPr>
          <p:cNvSpPr txBox="1"/>
          <p:nvPr/>
        </p:nvSpPr>
        <p:spPr>
          <a:xfrm>
            <a:off x="6519333" y="1614596"/>
            <a:ext cx="1093569" cy="246221"/>
          </a:xfrm>
          <a:prstGeom prst="rect">
            <a:avLst/>
          </a:prstGeom>
          <a:noFill/>
          <a:ln>
            <a:noFill/>
          </a:ln>
        </p:spPr>
        <p:txBody>
          <a:bodyPr wrap="none" rtlCol="0">
            <a:spAutoFit/>
          </a:bodyPr>
          <a:lstStyle/>
          <a:p>
            <a:r>
              <a:rPr lang="en-US" sz="1000" dirty="0"/>
              <a:t>Display Sequence</a:t>
            </a:r>
          </a:p>
        </p:txBody>
      </p:sp>
      <p:sp>
        <p:nvSpPr>
          <p:cNvPr id="451" name="TextBox 450">
            <a:extLst>
              <a:ext uri="{FF2B5EF4-FFF2-40B4-BE49-F238E27FC236}">
                <a16:creationId xmlns:a16="http://schemas.microsoft.com/office/drawing/2014/main" id="{6641D2E6-FA49-9CE6-FC58-F05D90D72C2C}"/>
              </a:ext>
            </a:extLst>
          </p:cNvPr>
          <p:cNvSpPr txBox="1"/>
          <p:nvPr/>
        </p:nvSpPr>
        <p:spPr>
          <a:xfrm>
            <a:off x="10617133" y="3274723"/>
            <a:ext cx="981359" cy="400110"/>
          </a:xfrm>
          <a:prstGeom prst="rect">
            <a:avLst/>
          </a:prstGeom>
          <a:noFill/>
          <a:ln>
            <a:noFill/>
          </a:ln>
        </p:spPr>
        <p:txBody>
          <a:bodyPr wrap="none" rtlCol="0">
            <a:spAutoFit/>
          </a:bodyPr>
          <a:lstStyle/>
          <a:p>
            <a:r>
              <a:rPr lang="en-US" sz="1000" dirty="0"/>
              <a:t>Keyboard Scan </a:t>
            </a:r>
          </a:p>
          <a:p>
            <a:r>
              <a:rPr lang="en-US" sz="1000" dirty="0"/>
              <a:t>Sequence</a:t>
            </a:r>
          </a:p>
        </p:txBody>
      </p:sp>
      <p:sp>
        <p:nvSpPr>
          <p:cNvPr id="452" name="Right Brace 451">
            <a:extLst>
              <a:ext uri="{FF2B5EF4-FFF2-40B4-BE49-F238E27FC236}">
                <a16:creationId xmlns:a16="http://schemas.microsoft.com/office/drawing/2014/main" id="{6A451B49-C0D8-6411-1DF9-9627DA2559D3}"/>
              </a:ext>
            </a:extLst>
          </p:cNvPr>
          <p:cNvSpPr/>
          <p:nvPr/>
        </p:nvSpPr>
        <p:spPr>
          <a:xfrm>
            <a:off x="10346453" y="2419064"/>
            <a:ext cx="360939" cy="2237754"/>
          </a:xfrm>
          <a:prstGeom prst="rightBrace">
            <a:avLst>
              <a:gd name="adj1" fmla="val 0"/>
              <a:gd name="adj2" fmla="val 49634"/>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TextBox 3">
            <a:extLst>
              <a:ext uri="{FF2B5EF4-FFF2-40B4-BE49-F238E27FC236}">
                <a16:creationId xmlns:a16="http://schemas.microsoft.com/office/drawing/2014/main" id="{C9C965C6-CE4E-BC4A-FAEB-7EFA7620E7FA}"/>
              </a:ext>
            </a:extLst>
          </p:cNvPr>
          <p:cNvSpPr txBox="1"/>
          <p:nvPr/>
        </p:nvSpPr>
        <p:spPr>
          <a:xfrm>
            <a:off x="9761450" y="2754585"/>
            <a:ext cx="912429" cy="215444"/>
          </a:xfrm>
          <a:prstGeom prst="rect">
            <a:avLst/>
          </a:prstGeom>
          <a:noFill/>
          <a:ln>
            <a:noFill/>
          </a:ln>
        </p:spPr>
        <p:txBody>
          <a:bodyPr wrap="none" rtlCol="0">
            <a:spAutoFit/>
          </a:bodyPr>
          <a:lstStyle/>
          <a:p>
            <a:r>
              <a:rPr lang="en-US" sz="800" dirty="0"/>
              <a:t>Release Loop Exit</a:t>
            </a:r>
          </a:p>
        </p:txBody>
      </p:sp>
      <p:sp>
        <p:nvSpPr>
          <p:cNvPr id="26" name="TextBox 25">
            <a:extLst>
              <a:ext uri="{FF2B5EF4-FFF2-40B4-BE49-F238E27FC236}">
                <a16:creationId xmlns:a16="http://schemas.microsoft.com/office/drawing/2014/main" id="{F86149F9-A46F-015A-7670-9188BD23D2EB}"/>
              </a:ext>
            </a:extLst>
          </p:cNvPr>
          <p:cNvSpPr txBox="1"/>
          <p:nvPr/>
        </p:nvSpPr>
        <p:spPr>
          <a:xfrm>
            <a:off x="279818" y="5611307"/>
            <a:ext cx="521297" cy="246221"/>
          </a:xfrm>
          <a:prstGeom prst="rect">
            <a:avLst/>
          </a:prstGeom>
          <a:noFill/>
          <a:ln>
            <a:noFill/>
          </a:ln>
        </p:spPr>
        <p:txBody>
          <a:bodyPr wrap="none" rtlCol="0">
            <a:spAutoFit/>
          </a:bodyPr>
          <a:lstStyle/>
          <a:p>
            <a:r>
              <a:rPr lang="en-US" sz="1000" dirty="0" err="1"/>
              <a:t>HWInt</a:t>
            </a:r>
            <a:endParaRPr lang="en-US" sz="1000" dirty="0"/>
          </a:p>
        </p:txBody>
      </p:sp>
      <p:cxnSp>
        <p:nvCxnSpPr>
          <p:cNvPr id="455" name="Straight Connector 454">
            <a:extLst>
              <a:ext uri="{FF2B5EF4-FFF2-40B4-BE49-F238E27FC236}">
                <a16:creationId xmlns:a16="http://schemas.microsoft.com/office/drawing/2014/main" id="{F72C11EB-B3B1-74D1-574A-9D7C563DF61F}"/>
              </a:ext>
            </a:extLst>
          </p:cNvPr>
          <p:cNvCxnSpPr>
            <a:cxnSpLocks/>
          </p:cNvCxnSpPr>
          <p:nvPr/>
        </p:nvCxnSpPr>
        <p:spPr>
          <a:xfrm>
            <a:off x="917346" y="5757612"/>
            <a:ext cx="6297788"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8" name="Straight Connector 457">
            <a:extLst>
              <a:ext uri="{FF2B5EF4-FFF2-40B4-BE49-F238E27FC236}">
                <a16:creationId xmlns:a16="http://schemas.microsoft.com/office/drawing/2014/main" id="{6605EFBA-661A-A8B4-45BA-131F4191944D}"/>
              </a:ext>
            </a:extLst>
          </p:cNvPr>
          <p:cNvCxnSpPr>
            <a:cxnSpLocks/>
          </p:cNvCxnSpPr>
          <p:nvPr/>
        </p:nvCxnSpPr>
        <p:spPr>
          <a:xfrm>
            <a:off x="7215134" y="5583283"/>
            <a:ext cx="0" cy="180179"/>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9" name="Straight Connector 458">
            <a:extLst>
              <a:ext uri="{FF2B5EF4-FFF2-40B4-BE49-F238E27FC236}">
                <a16:creationId xmlns:a16="http://schemas.microsoft.com/office/drawing/2014/main" id="{7D80A7F6-4467-E557-2210-3009AD572378}"/>
              </a:ext>
            </a:extLst>
          </p:cNvPr>
          <p:cNvCxnSpPr>
            <a:cxnSpLocks/>
          </p:cNvCxnSpPr>
          <p:nvPr/>
        </p:nvCxnSpPr>
        <p:spPr>
          <a:xfrm>
            <a:off x="7215134" y="5579320"/>
            <a:ext cx="413866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491" name="Group 490">
            <a:extLst>
              <a:ext uri="{FF2B5EF4-FFF2-40B4-BE49-F238E27FC236}">
                <a16:creationId xmlns:a16="http://schemas.microsoft.com/office/drawing/2014/main" id="{2F9DC9A2-BF6A-BA6D-7E34-BDC2DCF7A25C}"/>
              </a:ext>
            </a:extLst>
          </p:cNvPr>
          <p:cNvGrpSpPr/>
          <p:nvPr/>
        </p:nvGrpSpPr>
        <p:grpSpPr>
          <a:xfrm>
            <a:off x="7226951" y="5126208"/>
            <a:ext cx="4142089" cy="247116"/>
            <a:chOff x="7226951" y="5126208"/>
            <a:chExt cx="4142089" cy="247116"/>
          </a:xfrm>
        </p:grpSpPr>
        <p:cxnSp>
          <p:nvCxnSpPr>
            <p:cNvPr id="471" name="Straight Connector 470">
              <a:extLst>
                <a:ext uri="{FF2B5EF4-FFF2-40B4-BE49-F238E27FC236}">
                  <a16:creationId xmlns:a16="http://schemas.microsoft.com/office/drawing/2014/main" id="{A59A7E1B-362D-9E23-FD4E-41D2322862BF}"/>
                </a:ext>
              </a:extLst>
            </p:cNvPr>
            <p:cNvCxnSpPr>
              <a:cxnSpLocks/>
            </p:cNvCxnSpPr>
            <p:nvPr/>
          </p:nvCxnSpPr>
          <p:spPr>
            <a:xfrm>
              <a:off x="7226951" y="5249319"/>
              <a:ext cx="61555" cy="12311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4" name="Straight Connector 473">
              <a:extLst>
                <a:ext uri="{FF2B5EF4-FFF2-40B4-BE49-F238E27FC236}">
                  <a16:creationId xmlns:a16="http://schemas.microsoft.com/office/drawing/2014/main" id="{67E73B57-49C4-804A-883B-E0189841C3FF}"/>
                </a:ext>
              </a:extLst>
            </p:cNvPr>
            <p:cNvCxnSpPr>
              <a:cxnSpLocks/>
            </p:cNvCxnSpPr>
            <p:nvPr/>
          </p:nvCxnSpPr>
          <p:spPr>
            <a:xfrm flipV="1">
              <a:off x="7226951" y="5126208"/>
              <a:ext cx="61555" cy="123111"/>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3" name="Straight Connector 482">
              <a:extLst>
                <a:ext uri="{FF2B5EF4-FFF2-40B4-BE49-F238E27FC236}">
                  <a16:creationId xmlns:a16="http://schemas.microsoft.com/office/drawing/2014/main" id="{C47512D5-9AB6-68F0-7E69-B430144900FB}"/>
                </a:ext>
              </a:extLst>
            </p:cNvPr>
            <p:cNvCxnSpPr>
              <a:cxnSpLocks/>
            </p:cNvCxnSpPr>
            <p:nvPr/>
          </p:nvCxnSpPr>
          <p:spPr>
            <a:xfrm>
              <a:off x="7284467" y="5373324"/>
              <a:ext cx="4069333"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5" name="Straight Connector 484">
              <a:extLst>
                <a:ext uri="{FF2B5EF4-FFF2-40B4-BE49-F238E27FC236}">
                  <a16:creationId xmlns:a16="http://schemas.microsoft.com/office/drawing/2014/main" id="{7B4C2CB4-F51C-4490-3BCD-8068237E52EA}"/>
                </a:ext>
              </a:extLst>
            </p:cNvPr>
            <p:cNvCxnSpPr>
              <a:cxnSpLocks/>
            </p:cNvCxnSpPr>
            <p:nvPr/>
          </p:nvCxnSpPr>
          <p:spPr>
            <a:xfrm flipV="1">
              <a:off x="7284467" y="5127103"/>
              <a:ext cx="4084573" cy="212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499" name="Straight Connector 498">
            <a:extLst>
              <a:ext uri="{FF2B5EF4-FFF2-40B4-BE49-F238E27FC236}">
                <a16:creationId xmlns:a16="http://schemas.microsoft.com/office/drawing/2014/main" id="{982AB16A-00AD-1594-BF69-3E8C72B1AF4C}"/>
              </a:ext>
            </a:extLst>
          </p:cNvPr>
          <p:cNvCxnSpPr>
            <a:cxnSpLocks/>
            <a:stCxn id="19" idx="4"/>
          </p:cNvCxnSpPr>
          <p:nvPr/>
        </p:nvCxnSpPr>
        <p:spPr>
          <a:xfrm flipH="1">
            <a:off x="876924" y="5136377"/>
            <a:ext cx="275052"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3" name="Straight Connector 502">
            <a:extLst>
              <a:ext uri="{FF2B5EF4-FFF2-40B4-BE49-F238E27FC236}">
                <a16:creationId xmlns:a16="http://schemas.microsoft.com/office/drawing/2014/main" id="{149612DF-2EFF-29C3-6AB2-16D0B92E1299}"/>
              </a:ext>
            </a:extLst>
          </p:cNvPr>
          <p:cNvCxnSpPr>
            <a:cxnSpLocks/>
            <a:stCxn id="19" idx="2"/>
          </p:cNvCxnSpPr>
          <p:nvPr/>
        </p:nvCxnSpPr>
        <p:spPr>
          <a:xfrm flipH="1">
            <a:off x="876924" y="5382598"/>
            <a:ext cx="275052"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519" name="Group 518">
            <a:extLst>
              <a:ext uri="{FF2B5EF4-FFF2-40B4-BE49-F238E27FC236}">
                <a16:creationId xmlns:a16="http://schemas.microsoft.com/office/drawing/2014/main" id="{07C5BB4B-4E89-CDA8-4FB6-8F9CF75447D4}"/>
              </a:ext>
            </a:extLst>
          </p:cNvPr>
          <p:cNvGrpSpPr/>
          <p:nvPr/>
        </p:nvGrpSpPr>
        <p:grpSpPr>
          <a:xfrm>
            <a:off x="3066755" y="5130538"/>
            <a:ext cx="143714" cy="255873"/>
            <a:chOff x="1912817" y="5136377"/>
            <a:chExt cx="143714" cy="255873"/>
          </a:xfrm>
        </p:grpSpPr>
        <p:cxnSp>
          <p:nvCxnSpPr>
            <p:cNvPr id="512" name="Straight Connector 511">
              <a:extLst>
                <a:ext uri="{FF2B5EF4-FFF2-40B4-BE49-F238E27FC236}">
                  <a16:creationId xmlns:a16="http://schemas.microsoft.com/office/drawing/2014/main" id="{04A04016-9099-D5F8-A243-A5660BFC4CCD}"/>
                </a:ext>
              </a:extLst>
            </p:cNvPr>
            <p:cNvCxnSpPr>
              <a:cxnSpLocks/>
            </p:cNvCxnSpPr>
            <p:nvPr/>
          </p:nvCxnSpPr>
          <p:spPr>
            <a:xfrm flipH="1">
              <a:off x="1912817" y="5136377"/>
              <a:ext cx="140686" cy="251127"/>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4" name="Straight Connector 513">
              <a:extLst>
                <a:ext uri="{FF2B5EF4-FFF2-40B4-BE49-F238E27FC236}">
                  <a16:creationId xmlns:a16="http://schemas.microsoft.com/office/drawing/2014/main" id="{9D213FC5-61BD-6DFA-7DB8-58EB4FDCD3D8}"/>
                </a:ext>
              </a:extLst>
            </p:cNvPr>
            <p:cNvCxnSpPr>
              <a:cxnSpLocks/>
            </p:cNvCxnSpPr>
            <p:nvPr/>
          </p:nvCxnSpPr>
          <p:spPr>
            <a:xfrm flipH="1" flipV="1">
              <a:off x="1921901" y="5136755"/>
              <a:ext cx="134630" cy="25549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24" name="Group 523">
            <a:extLst>
              <a:ext uri="{FF2B5EF4-FFF2-40B4-BE49-F238E27FC236}">
                <a16:creationId xmlns:a16="http://schemas.microsoft.com/office/drawing/2014/main" id="{45B54554-BC3D-6180-55C4-44CD3503E02E}"/>
              </a:ext>
            </a:extLst>
          </p:cNvPr>
          <p:cNvGrpSpPr/>
          <p:nvPr/>
        </p:nvGrpSpPr>
        <p:grpSpPr>
          <a:xfrm>
            <a:off x="5117857" y="5131955"/>
            <a:ext cx="143714" cy="255549"/>
            <a:chOff x="1912817" y="5131955"/>
            <a:chExt cx="143714" cy="255549"/>
          </a:xfrm>
        </p:grpSpPr>
        <p:cxnSp>
          <p:nvCxnSpPr>
            <p:cNvPr id="525" name="Straight Connector 524">
              <a:extLst>
                <a:ext uri="{FF2B5EF4-FFF2-40B4-BE49-F238E27FC236}">
                  <a16:creationId xmlns:a16="http://schemas.microsoft.com/office/drawing/2014/main" id="{075D35FF-1571-3715-CE27-C4CC9D94C57D}"/>
                </a:ext>
              </a:extLst>
            </p:cNvPr>
            <p:cNvCxnSpPr>
              <a:cxnSpLocks/>
            </p:cNvCxnSpPr>
            <p:nvPr/>
          </p:nvCxnSpPr>
          <p:spPr>
            <a:xfrm flipH="1">
              <a:off x="1912817" y="5136377"/>
              <a:ext cx="140686" cy="251127"/>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7" name="Straight Connector 526">
              <a:extLst>
                <a:ext uri="{FF2B5EF4-FFF2-40B4-BE49-F238E27FC236}">
                  <a16:creationId xmlns:a16="http://schemas.microsoft.com/office/drawing/2014/main" id="{6A12E2F5-067F-0A17-AE44-55E1D1CE1EA4}"/>
                </a:ext>
              </a:extLst>
            </p:cNvPr>
            <p:cNvCxnSpPr>
              <a:cxnSpLocks/>
            </p:cNvCxnSpPr>
            <p:nvPr/>
          </p:nvCxnSpPr>
          <p:spPr>
            <a:xfrm flipH="1" flipV="1">
              <a:off x="1921901" y="5131955"/>
              <a:ext cx="134630" cy="25549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531" name="Right Brace 530">
            <a:extLst>
              <a:ext uri="{FF2B5EF4-FFF2-40B4-BE49-F238E27FC236}">
                <a16:creationId xmlns:a16="http://schemas.microsoft.com/office/drawing/2014/main" id="{B9EFD492-ECB7-451B-933A-61900AA5416B}"/>
              </a:ext>
            </a:extLst>
          </p:cNvPr>
          <p:cNvSpPr/>
          <p:nvPr/>
        </p:nvSpPr>
        <p:spPr>
          <a:xfrm>
            <a:off x="11263893" y="2315102"/>
            <a:ext cx="346364" cy="3932346"/>
          </a:xfrm>
          <a:prstGeom prst="rightBrace">
            <a:avLst>
              <a:gd name="adj1" fmla="val 0"/>
              <a:gd name="adj2" fmla="val 49634"/>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33" name="TextBox 532">
            <a:extLst>
              <a:ext uri="{FF2B5EF4-FFF2-40B4-BE49-F238E27FC236}">
                <a16:creationId xmlns:a16="http://schemas.microsoft.com/office/drawing/2014/main" id="{14219DD5-9F6C-0D93-73B1-E60825C4880E}"/>
              </a:ext>
            </a:extLst>
          </p:cNvPr>
          <p:cNvSpPr txBox="1"/>
          <p:nvPr/>
        </p:nvSpPr>
        <p:spPr>
          <a:xfrm>
            <a:off x="11532845" y="4064979"/>
            <a:ext cx="659155" cy="400110"/>
          </a:xfrm>
          <a:prstGeom prst="rect">
            <a:avLst/>
          </a:prstGeom>
          <a:noFill/>
          <a:ln>
            <a:noFill/>
          </a:ln>
        </p:spPr>
        <p:txBody>
          <a:bodyPr wrap="none" rtlCol="0">
            <a:spAutoFit/>
          </a:bodyPr>
          <a:lstStyle/>
          <a:p>
            <a:r>
              <a:rPr lang="en-US" sz="1000" dirty="0"/>
              <a:t>HW</a:t>
            </a:r>
          </a:p>
          <a:p>
            <a:r>
              <a:rPr lang="en-US" sz="1000" dirty="0"/>
              <a:t>Interrupt</a:t>
            </a:r>
          </a:p>
        </p:txBody>
      </p:sp>
      <p:sp>
        <p:nvSpPr>
          <p:cNvPr id="537" name="Right Brace 536">
            <a:extLst>
              <a:ext uri="{FF2B5EF4-FFF2-40B4-BE49-F238E27FC236}">
                <a16:creationId xmlns:a16="http://schemas.microsoft.com/office/drawing/2014/main" id="{07B48947-AA40-C455-F444-A774FD0CC086}"/>
              </a:ext>
            </a:extLst>
          </p:cNvPr>
          <p:cNvSpPr/>
          <p:nvPr/>
        </p:nvSpPr>
        <p:spPr>
          <a:xfrm>
            <a:off x="10725161" y="1060099"/>
            <a:ext cx="346364" cy="1268234"/>
          </a:xfrm>
          <a:prstGeom prst="rightBrace">
            <a:avLst>
              <a:gd name="adj1" fmla="val 0"/>
              <a:gd name="adj2" fmla="val 49634"/>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8" name="TextBox 537">
            <a:extLst>
              <a:ext uri="{FF2B5EF4-FFF2-40B4-BE49-F238E27FC236}">
                <a16:creationId xmlns:a16="http://schemas.microsoft.com/office/drawing/2014/main" id="{7C009D8C-C1D1-62A9-B74C-0DF1AB11BA9E}"/>
              </a:ext>
            </a:extLst>
          </p:cNvPr>
          <p:cNvSpPr txBox="1"/>
          <p:nvPr/>
        </p:nvSpPr>
        <p:spPr>
          <a:xfrm>
            <a:off x="11167533" y="1498600"/>
            <a:ext cx="827471" cy="400110"/>
          </a:xfrm>
          <a:prstGeom prst="rect">
            <a:avLst/>
          </a:prstGeom>
          <a:noFill/>
          <a:ln>
            <a:noFill/>
          </a:ln>
        </p:spPr>
        <p:txBody>
          <a:bodyPr wrap="none" rtlCol="0">
            <a:spAutoFit/>
          </a:bodyPr>
          <a:lstStyle/>
          <a:p>
            <a:r>
              <a:rPr lang="en-US" sz="1000" dirty="0"/>
              <a:t>Display Scan</a:t>
            </a:r>
          </a:p>
          <a:p>
            <a:r>
              <a:rPr lang="en-US" sz="1000" dirty="0"/>
              <a:t>Sequence</a:t>
            </a:r>
          </a:p>
        </p:txBody>
      </p:sp>
      <p:sp>
        <p:nvSpPr>
          <p:cNvPr id="20" name="TextBox 19">
            <a:extLst>
              <a:ext uri="{FF2B5EF4-FFF2-40B4-BE49-F238E27FC236}">
                <a16:creationId xmlns:a16="http://schemas.microsoft.com/office/drawing/2014/main" id="{FAC7ACBD-2AE5-24B1-4567-3DC47A49F4FB}"/>
              </a:ext>
            </a:extLst>
          </p:cNvPr>
          <p:cNvSpPr txBox="1"/>
          <p:nvPr/>
        </p:nvSpPr>
        <p:spPr>
          <a:xfrm>
            <a:off x="4388917" y="4116862"/>
            <a:ext cx="1116011" cy="246221"/>
          </a:xfrm>
          <a:prstGeom prst="rect">
            <a:avLst/>
          </a:prstGeom>
          <a:noFill/>
          <a:ln>
            <a:noFill/>
          </a:ln>
        </p:spPr>
        <p:txBody>
          <a:bodyPr wrap="none" rtlCol="0">
            <a:spAutoFit/>
          </a:bodyPr>
          <a:lstStyle/>
          <a:p>
            <a:r>
              <a:rPr lang="en-US" sz="1000" dirty="0"/>
              <a:t>“Ent” Key Pressed</a:t>
            </a:r>
          </a:p>
        </p:txBody>
      </p:sp>
      <p:cxnSp>
        <p:nvCxnSpPr>
          <p:cNvPr id="28" name="Straight Arrow Connector 27">
            <a:extLst>
              <a:ext uri="{FF2B5EF4-FFF2-40B4-BE49-F238E27FC236}">
                <a16:creationId xmlns:a16="http://schemas.microsoft.com/office/drawing/2014/main" id="{BF581DFC-7457-28FC-87DA-0B9111729780}"/>
              </a:ext>
            </a:extLst>
          </p:cNvPr>
          <p:cNvCxnSpPr>
            <a:cxnSpLocks/>
            <a:stCxn id="20" idx="3"/>
          </p:cNvCxnSpPr>
          <p:nvPr/>
        </p:nvCxnSpPr>
        <p:spPr>
          <a:xfrm flipV="1">
            <a:off x="5504928" y="4046220"/>
            <a:ext cx="423432" cy="193753"/>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53" name="Straight Arrow Connector 452">
            <a:extLst>
              <a:ext uri="{FF2B5EF4-FFF2-40B4-BE49-F238E27FC236}">
                <a16:creationId xmlns:a16="http://schemas.microsoft.com/office/drawing/2014/main" id="{58CC1CB3-A740-AC59-B8E6-C4F302D04D28}"/>
              </a:ext>
            </a:extLst>
          </p:cNvPr>
          <p:cNvCxnSpPr>
            <a:cxnSpLocks/>
            <a:stCxn id="20" idx="3"/>
            <a:endCxn id="12" idx="3"/>
          </p:cNvCxnSpPr>
          <p:nvPr/>
        </p:nvCxnSpPr>
        <p:spPr>
          <a:xfrm>
            <a:off x="5504928" y="4239973"/>
            <a:ext cx="417734" cy="21343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60" name="TextBox 459">
            <a:extLst>
              <a:ext uri="{FF2B5EF4-FFF2-40B4-BE49-F238E27FC236}">
                <a16:creationId xmlns:a16="http://schemas.microsoft.com/office/drawing/2014/main" id="{C8D35E70-27C6-4650-02E0-78CD1319DB4D}"/>
              </a:ext>
            </a:extLst>
          </p:cNvPr>
          <p:cNvSpPr txBox="1"/>
          <p:nvPr/>
        </p:nvSpPr>
        <p:spPr>
          <a:xfrm>
            <a:off x="7878827" y="3993376"/>
            <a:ext cx="1178528" cy="246221"/>
          </a:xfrm>
          <a:prstGeom prst="rect">
            <a:avLst/>
          </a:prstGeom>
          <a:noFill/>
          <a:ln>
            <a:noFill/>
          </a:ln>
        </p:spPr>
        <p:txBody>
          <a:bodyPr wrap="none" rtlCol="0">
            <a:spAutoFit/>
          </a:bodyPr>
          <a:lstStyle/>
          <a:p>
            <a:r>
              <a:rPr lang="en-US" sz="1000" dirty="0"/>
              <a:t>“Ent” Key Released</a:t>
            </a:r>
          </a:p>
        </p:txBody>
      </p:sp>
      <p:cxnSp>
        <p:nvCxnSpPr>
          <p:cNvPr id="462" name="Straight Arrow Connector 461">
            <a:extLst>
              <a:ext uri="{FF2B5EF4-FFF2-40B4-BE49-F238E27FC236}">
                <a16:creationId xmlns:a16="http://schemas.microsoft.com/office/drawing/2014/main" id="{A9A98A26-90BF-01C1-9F51-42E18D6C12FF}"/>
              </a:ext>
            </a:extLst>
          </p:cNvPr>
          <p:cNvCxnSpPr>
            <a:cxnSpLocks/>
            <a:stCxn id="460" idx="3"/>
          </p:cNvCxnSpPr>
          <p:nvPr/>
        </p:nvCxnSpPr>
        <p:spPr>
          <a:xfrm flipV="1">
            <a:off x="9057355" y="4056791"/>
            <a:ext cx="474866" cy="5969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69" name="Straight Arrow Connector 468">
            <a:extLst>
              <a:ext uri="{FF2B5EF4-FFF2-40B4-BE49-F238E27FC236}">
                <a16:creationId xmlns:a16="http://schemas.microsoft.com/office/drawing/2014/main" id="{E6FFEF36-69A2-77CB-0CAC-106AF8AF6218}"/>
              </a:ext>
            </a:extLst>
          </p:cNvPr>
          <p:cNvCxnSpPr>
            <a:cxnSpLocks/>
            <a:stCxn id="460" idx="3"/>
            <a:endCxn id="12" idx="0"/>
          </p:cNvCxnSpPr>
          <p:nvPr/>
        </p:nvCxnSpPr>
        <p:spPr>
          <a:xfrm>
            <a:off x="9057355" y="4116487"/>
            <a:ext cx="467645" cy="33691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96" name="Straight Connector 495">
            <a:extLst>
              <a:ext uri="{FF2B5EF4-FFF2-40B4-BE49-F238E27FC236}">
                <a16:creationId xmlns:a16="http://schemas.microsoft.com/office/drawing/2014/main" id="{D234D05C-E6F2-D1C5-4B02-28985AB20D6B}"/>
              </a:ext>
            </a:extLst>
          </p:cNvPr>
          <p:cNvCxnSpPr>
            <a:cxnSpLocks/>
          </p:cNvCxnSpPr>
          <p:nvPr/>
        </p:nvCxnSpPr>
        <p:spPr>
          <a:xfrm>
            <a:off x="2221976" y="4582015"/>
            <a:ext cx="3763162"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8" name="Straight Connector 507">
            <a:extLst>
              <a:ext uri="{FF2B5EF4-FFF2-40B4-BE49-F238E27FC236}">
                <a16:creationId xmlns:a16="http://schemas.microsoft.com/office/drawing/2014/main" id="{079EEAEA-8318-8A41-5104-039CFD61F6F8}"/>
              </a:ext>
            </a:extLst>
          </p:cNvPr>
          <p:cNvCxnSpPr>
            <a:cxnSpLocks/>
          </p:cNvCxnSpPr>
          <p:nvPr/>
        </p:nvCxnSpPr>
        <p:spPr>
          <a:xfrm>
            <a:off x="2221976" y="4328036"/>
            <a:ext cx="3763162"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10" name="TextBox 509">
            <a:extLst>
              <a:ext uri="{FF2B5EF4-FFF2-40B4-BE49-F238E27FC236}">
                <a16:creationId xmlns:a16="http://schemas.microsoft.com/office/drawing/2014/main" id="{BA446F21-36FA-D2CF-677F-1672325C9BE9}"/>
              </a:ext>
            </a:extLst>
          </p:cNvPr>
          <p:cNvSpPr txBox="1"/>
          <p:nvPr/>
        </p:nvSpPr>
        <p:spPr>
          <a:xfrm>
            <a:off x="4036636" y="4330246"/>
            <a:ext cx="259638" cy="246221"/>
          </a:xfrm>
          <a:prstGeom prst="rect">
            <a:avLst/>
          </a:prstGeom>
          <a:noFill/>
          <a:ln>
            <a:noFill/>
          </a:ln>
        </p:spPr>
        <p:txBody>
          <a:bodyPr wrap="square" rtlCol="0">
            <a:spAutoFit/>
          </a:bodyPr>
          <a:lstStyle/>
          <a:p>
            <a:r>
              <a:rPr lang="en-US" sz="1000" dirty="0"/>
              <a:t>X</a:t>
            </a:r>
          </a:p>
        </p:txBody>
      </p:sp>
      <p:cxnSp>
        <p:nvCxnSpPr>
          <p:cNvPr id="511" name="Straight Connector 510">
            <a:extLst>
              <a:ext uri="{FF2B5EF4-FFF2-40B4-BE49-F238E27FC236}">
                <a16:creationId xmlns:a16="http://schemas.microsoft.com/office/drawing/2014/main" id="{A45B6CA3-13A7-82C9-B9C9-F872D787206E}"/>
              </a:ext>
            </a:extLst>
          </p:cNvPr>
          <p:cNvCxnSpPr>
            <a:cxnSpLocks/>
          </p:cNvCxnSpPr>
          <p:nvPr/>
        </p:nvCxnSpPr>
        <p:spPr>
          <a:xfrm>
            <a:off x="9469399" y="4579036"/>
            <a:ext cx="855701"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5" name="Straight Connector 514">
            <a:extLst>
              <a:ext uri="{FF2B5EF4-FFF2-40B4-BE49-F238E27FC236}">
                <a16:creationId xmlns:a16="http://schemas.microsoft.com/office/drawing/2014/main" id="{0B006762-7CB7-37BB-60E7-665C268C7CC5}"/>
              </a:ext>
            </a:extLst>
          </p:cNvPr>
          <p:cNvCxnSpPr>
            <a:cxnSpLocks/>
          </p:cNvCxnSpPr>
          <p:nvPr/>
        </p:nvCxnSpPr>
        <p:spPr>
          <a:xfrm>
            <a:off x="9456021" y="4325641"/>
            <a:ext cx="869079"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21" name="TextBox 520">
            <a:extLst>
              <a:ext uri="{FF2B5EF4-FFF2-40B4-BE49-F238E27FC236}">
                <a16:creationId xmlns:a16="http://schemas.microsoft.com/office/drawing/2014/main" id="{C98E127D-7604-5A5E-76C5-CB97CCF52E99}"/>
              </a:ext>
            </a:extLst>
          </p:cNvPr>
          <p:cNvSpPr txBox="1"/>
          <p:nvPr/>
        </p:nvSpPr>
        <p:spPr>
          <a:xfrm>
            <a:off x="9827836" y="4330246"/>
            <a:ext cx="259638" cy="246221"/>
          </a:xfrm>
          <a:prstGeom prst="rect">
            <a:avLst/>
          </a:prstGeom>
          <a:noFill/>
          <a:ln>
            <a:noFill/>
          </a:ln>
        </p:spPr>
        <p:txBody>
          <a:bodyPr wrap="square" rtlCol="0">
            <a:spAutoFit/>
          </a:bodyPr>
          <a:lstStyle/>
          <a:p>
            <a:r>
              <a:rPr lang="en-US" sz="1000" dirty="0"/>
              <a:t>X</a:t>
            </a:r>
          </a:p>
        </p:txBody>
      </p:sp>
    </p:spTree>
    <p:extLst>
      <p:ext uri="{BB962C8B-B14F-4D97-AF65-F5344CB8AC3E}">
        <p14:creationId xmlns:p14="http://schemas.microsoft.com/office/powerpoint/2010/main" val="12820620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34850EB-FF7D-F349-8182-0129A913838E}"/>
              </a:ext>
            </a:extLst>
          </p:cNvPr>
          <p:cNvSpPr/>
          <p:nvPr/>
        </p:nvSpPr>
        <p:spPr>
          <a:xfrm>
            <a:off x="4430489" y="1612231"/>
            <a:ext cx="1828801" cy="9063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 name="Rectangle 4">
            <a:extLst>
              <a:ext uri="{FF2B5EF4-FFF2-40B4-BE49-F238E27FC236}">
                <a16:creationId xmlns:a16="http://schemas.microsoft.com/office/drawing/2014/main" id="{798E1DCB-669D-F469-2DA4-B2790808C992}"/>
              </a:ext>
            </a:extLst>
          </p:cNvPr>
          <p:cNvSpPr/>
          <p:nvPr/>
        </p:nvSpPr>
        <p:spPr>
          <a:xfrm>
            <a:off x="4430490" y="3429000"/>
            <a:ext cx="1836821" cy="9063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Rectangle 5">
            <a:extLst>
              <a:ext uri="{FF2B5EF4-FFF2-40B4-BE49-F238E27FC236}">
                <a16:creationId xmlns:a16="http://schemas.microsoft.com/office/drawing/2014/main" id="{0442A745-6DB3-A061-DF56-B5521B1A6098}"/>
              </a:ext>
            </a:extLst>
          </p:cNvPr>
          <p:cNvSpPr/>
          <p:nvPr/>
        </p:nvSpPr>
        <p:spPr>
          <a:xfrm>
            <a:off x="4430489" y="5261811"/>
            <a:ext cx="1836821" cy="9063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 name="Trapezoid 6">
            <a:extLst>
              <a:ext uri="{FF2B5EF4-FFF2-40B4-BE49-F238E27FC236}">
                <a16:creationId xmlns:a16="http://schemas.microsoft.com/office/drawing/2014/main" id="{372E267E-BCA8-072D-84D7-CC1AB7F4AB70}"/>
              </a:ext>
            </a:extLst>
          </p:cNvPr>
          <p:cNvSpPr/>
          <p:nvPr/>
        </p:nvSpPr>
        <p:spPr>
          <a:xfrm rot="5400000">
            <a:off x="3648437" y="1584158"/>
            <a:ext cx="501316" cy="276726"/>
          </a:xfrm>
          <a:prstGeom prst="trapezoi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10" name="Straight Arrow Connector 9">
            <a:extLst>
              <a:ext uri="{FF2B5EF4-FFF2-40B4-BE49-F238E27FC236}">
                <a16:creationId xmlns:a16="http://schemas.microsoft.com/office/drawing/2014/main" id="{57AF90C7-F384-0CC5-97A7-01D4A08A29E0}"/>
              </a:ext>
            </a:extLst>
          </p:cNvPr>
          <p:cNvCxnSpPr>
            <a:cxnSpLocks/>
          </p:cNvCxnSpPr>
          <p:nvPr/>
        </p:nvCxnSpPr>
        <p:spPr>
          <a:xfrm>
            <a:off x="3173384" y="1772051"/>
            <a:ext cx="587348" cy="0"/>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46701F9-627D-0837-16D2-3873F5E96374}"/>
              </a:ext>
            </a:extLst>
          </p:cNvPr>
          <p:cNvCxnSpPr>
            <a:cxnSpLocks/>
          </p:cNvCxnSpPr>
          <p:nvPr/>
        </p:nvCxnSpPr>
        <p:spPr>
          <a:xfrm>
            <a:off x="3426720" y="1639997"/>
            <a:ext cx="334012" cy="0"/>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5CBC3C5-A017-B492-E2DD-C377A803DBE8}"/>
              </a:ext>
            </a:extLst>
          </p:cNvPr>
          <p:cNvCxnSpPr>
            <a:cxnSpLocks/>
          </p:cNvCxnSpPr>
          <p:nvPr/>
        </p:nvCxnSpPr>
        <p:spPr>
          <a:xfrm>
            <a:off x="3442793" y="1917030"/>
            <a:ext cx="319899" cy="0"/>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CB13668-AED1-FC2B-A77E-5EDE374D1787}"/>
              </a:ext>
            </a:extLst>
          </p:cNvPr>
          <p:cNvCxnSpPr>
            <a:cxnSpLocks/>
            <a:stCxn id="7" idx="0"/>
          </p:cNvCxnSpPr>
          <p:nvPr/>
        </p:nvCxnSpPr>
        <p:spPr>
          <a:xfrm>
            <a:off x="4037458" y="1722521"/>
            <a:ext cx="393031" cy="0"/>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5" name="Trapezoid 14">
            <a:extLst>
              <a:ext uri="{FF2B5EF4-FFF2-40B4-BE49-F238E27FC236}">
                <a16:creationId xmlns:a16="http://schemas.microsoft.com/office/drawing/2014/main" id="{73906E51-9E28-D15C-E071-88E420DCF12E}"/>
              </a:ext>
            </a:extLst>
          </p:cNvPr>
          <p:cNvSpPr/>
          <p:nvPr/>
        </p:nvSpPr>
        <p:spPr>
          <a:xfrm rot="5400000">
            <a:off x="3674504" y="2279984"/>
            <a:ext cx="397044" cy="224589"/>
          </a:xfrm>
          <a:prstGeom prst="trapezoi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16" name="Straight Arrow Connector 15">
            <a:extLst>
              <a:ext uri="{FF2B5EF4-FFF2-40B4-BE49-F238E27FC236}">
                <a16:creationId xmlns:a16="http://schemas.microsoft.com/office/drawing/2014/main" id="{25C8B9AE-F72B-0CD8-486F-DB3E61017642}"/>
              </a:ext>
            </a:extLst>
          </p:cNvPr>
          <p:cNvCxnSpPr>
            <a:cxnSpLocks/>
          </p:cNvCxnSpPr>
          <p:nvPr/>
        </p:nvCxnSpPr>
        <p:spPr>
          <a:xfrm>
            <a:off x="799394" y="2253913"/>
            <a:ext cx="2961337" cy="0"/>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36FF04-AC2E-D378-1A7F-EBAFD5FF4463}"/>
              </a:ext>
            </a:extLst>
          </p:cNvPr>
          <p:cNvCxnSpPr>
            <a:cxnSpLocks/>
          </p:cNvCxnSpPr>
          <p:nvPr/>
        </p:nvCxnSpPr>
        <p:spPr>
          <a:xfrm flipV="1">
            <a:off x="1890312" y="2510587"/>
            <a:ext cx="1867876" cy="11537"/>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65E8D12-52FC-4806-287F-E7824ED0A046}"/>
              </a:ext>
            </a:extLst>
          </p:cNvPr>
          <p:cNvCxnSpPr>
            <a:stCxn id="15" idx="0"/>
          </p:cNvCxnSpPr>
          <p:nvPr/>
        </p:nvCxnSpPr>
        <p:spPr>
          <a:xfrm flipV="1">
            <a:off x="3985321" y="2392278"/>
            <a:ext cx="445168" cy="1"/>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1" name="Trapezoid 30">
            <a:extLst>
              <a:ext uri="{FF2B5EF4-FFF2-40B4-BE49-F238E27FC236}">
                <a16:creationId xmlns:a16="http://schemas.microsoft.com/office/drawing/2014/main" id="{91707AD5-6047-2E71-A8FC-8A3F4E19B4B6}"/>
              </a:ext>
            </a:extLst>
          </p:cNvPr>
          <p:cNvSpPr/>
          <p:nvPr/>
        </p:nvSpPr>
        <p:spPr>
          <a:xfrm rot="5400000">
            <a:off x="3074880" y="5958768"/>
            <a:ext cx="397044" cy="224589"/>
          </a:xfrm>
          <a:prstGeom prst="trapezoi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32" name="Straight Arrow Connector 31">
            <a:extLst>
              <a:ext uri="{FF2B5EF4-FFF2-40B4-BE49-F238E27FC236}">
                <a16:creationId xmlns:a16="http://schemas.microsoft.com/office/drawing/2014/main" id="{F4A0982A-7E67-45A9-55AD-C142C0D718BA}"/>
              </a:ext>
            </a:extLst>
          </p:cNvPr>
          <p:cNvCxnSpPr>
            <a:cxnSpLocks/>
          </p:cNvCxnSpPr>
          <p:nvPr/>
        </p:nvCxnSpPr>
        <p:spPr>
          <a:xfrm>
            <a:off x="2894407" y="5954108"/>
            <a:ext cx="266700" cy="0"/>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625C79C-6125-B91C-4E7C-8EAA05C6B1D4}"/>
              </a:ext>
            </a:extLst>
          </p:cNvPr>
          <p:cNvCxnSpPr/>
          <p:nvPr/>
        </p:nvCxnSpPr>
        <p:spPr>
          <a:xfrm>
            <a:off x="6259290" y="6058689"/>
            <a:ext cx="533400"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FA189A8A-23F6-7F51-A947-063A7C551BF2}"/>
              </a:ext>
            </a:extLst>
          </p:cNvPr>
          <p:cNvCxnSpPr>
            <a:stCxn id="31" idx="0"/>
          </p:cNvCxnSpPr>
          <p:nvPr/>
        </p:nvCxnSpPr>
        <p:spPr>
          <a:xfrm flipV="1">
            <a:off x="3385697" y="6071062"/>
            <a:ext cx="445168" cy="1"/>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467FE818-38B0-D2F4-9451-53EF38605B4E}"/>
              </a:ext>
            </a:extLst>
          </p:cNvPr>
          <p:cNvSpPr/>
          <p:nvPr/>
        </p:nvSpPr>
        <p:spPr>
          <a:xfrm>
            <a:off x="2688834" y="1364802"/>
            <a:ext cx="276726" cy="30078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6" name="Trapezoid 35">
            <a:extLst>
              <a:ext uri="{FF2B5EF4-FFF2-40B4-BE49-F238E27FC236}">
                <a16:creationId xmlns:a16="http://schemas.microsoft.com/office/drawing/2014/main" id="{B1930250-61BD-659A-F204-9529F88860F5}"/>
              </a:ext>
            </a:extLst>
          </p:cNvPr>
          <p:cNvSpPr/>
          <p:nvPr/>
        </p:nvSpPr>
        <p:spPr>
          <a:xfrm rot="5400000">
            <a:off x="2185512" y="1390870"/>
            <a:ext cx="397044" cy="224589"/>
          </a:xfrm>
          <a:prstGeom prst="trapezoi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37" name="Straight Arrow Connector 36">
            <a:extLst>
              <a:ext uri="{FF2B5EF4-FFF2-40B4-BE49-F238E27FC236}">
                <a16:creationId xmlns:a16="http://schemas.microsoft.com/office/drawing/2014/main" id="{0097F6B1-7B90-344E-4AAE-0D3BFD66FD1C}"/>
              </a:ext>
            </a:extLst>
          </p:cNvPr>
          <p:cNvCxnSpPr>
            <a:cxnSpLocks/>
          </p:cNvCxnSpPr>
          <p:nvPr/>
        </p:nvCxnSpPr>
        <p:spPr>
          <a:xfrm flipV="1">
            <a:off x="2046749" y="1393399"/>
            <a:ext cx="224590" cy="1"/>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313A1C0F-232F-1804-9A0F-6A1C1B228544}"/>
              </a:ext>
            </a:extLst>
          </p:cNvPr>
          <p:cNvCxnSpPr>
            <a:cxnSpLocks/>
          </p:cNvCxnSpPr>
          <p:nvPr/>
        </p:nvCxnSpPr>
        <p:spPr>
          <a:xfrm>
            <a:off x="1795443" y="1633299"/>
            <a:ext cx="497306" cy="0"/>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82766B84-6345-F829-1BAB-013368A5323C}"/>
              </a:ext>
            </a:extLst>
          </p:cNvPr>
          <p:cNvCxnSpPr>
            <a:cxnSpLocks/>
          </p:cNvCxnSpPr>
          <p:nvPr/>
        </p:nvCxnSpPr>
        <p:spPr>
          <a:xfrm>
            <a:off x="2503050" y="1520853"/>
            <a:ext cx="190500" cy="0"/>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6" name="Trapezoid 65">
            <a:extLst>
              <a:ext uri="{FF2B5EF4-FFF2-40B4-BE49-F238E27FC236}">
                <a16:creationId xmlns:a16="http://schemas.microsoft.com/office/drawing/2014/main" id="{33562995-CDC7-4DA1-92F2-B73AEFCD6D65}"/>
              </a:ext>
            </a:extLst>
          </p:cNvPr>
          <p:cNvSpPr/>
          <p:nvPr/>
        </p:nvSpPr>
        <p:spPr>
          <a:xfrm rot="5400000">
            <a:off x="2654297" y="3337262"/>
            <a:ext cx="397044" cy="224589"/>
          </a:xfrm>
          <a:prstGeom prst="trapezoi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67" name="Straight Arrow Connector 66">
            <a:extLst>
              <a:ext uri="{FF2B5EF4-FFF2-40B4-BE49-F238E27FC236}">
                <a16:creationId xmlns:a16="http://schemas.microsoft.com/office/drawing/2014/main" id="{ABB39F28-5645-A7C3-2372-81D1F4EB5C9C}"/>
              </a:ext>
            </a:extLst>
          </p:cNvPr>
          <p:cNvCxnSpPr>
            <a:cxnSpLocks/>
          </p:cNvCxnSpPr>
          <p:nvPr/>
        </p:nvCxnSpPr>
        <p:spPr>
          <a:xfrm>
            <a:off x="2503183" y="3318636"/>
            <a:ext cx="236401" cy="0"/>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0A178812-FB8E-8580-91FA-AD6742E3D22C}"/>
              </a:ext>
            </a:extLst>
          </p:cNvPr>
          <p:cNvCxnSpPr>
            <a:cxnSpLocks/>
          </p:cNvCxnSpPr>
          <p:nvPr/>
        </p:nvCxnSpPr>
        <p:spPr>
          <a:xfrm>
            <a:off x="2532004" y="3564777"/>
            <a:ext cx="207606" cy="0"/>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A954F465-D58C-1B0F-D645-DF63A434EC74}"/>
              </a:ext>
            </a:extLst>
          </p:cNvPr>
          <p:cNvCxnSpPr>
            <a:cxnSpLocks/>
            <a:stCxn id="66" idx="0"/>
          </p:cNvCxnSpPr>
          <p:nvPr/>
        </p:nvCxnSpPr>
        <p:spPr>
          <a:xfrm>
            <a:off x="2965114" y="3449557"/>
            <a:ext cx="823344" cy="0"/>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0" name="Trapezoid 69">
            <a:extLst>
              <a:ext uri="{FF2B5EF4-FFF2-40B4-BE49-F238E27FC236}">
                <a16:creationId xmlns:a16="http://schemas.microsoft.com/office/drawing/2014/main" id="{A05FD882-DF04-26F5-E7A9-16BA9A19AF2E}"/>
              </a:ext>
            </a:extLst>
          </p:cNvPr>
          <p:cNvSpPr/>
          <p:nvPr/>
        </p:nvSpPr>
        <p:spPr>
          <a:xfrm rot="5400000">
            <a:off x="3627616" y="3519159"/>
            <a:ext cx="532406" cy="224589"/>
          </a:xfrm>
          <a:prstGeom prst="trapezoi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72" name="Straight Arrow Connector 71">
            <a:extLst>
              <a:ext uri="{FF2B5EF4-FFF2-40B4-BE49-F238E27FC236}">
                <a16:creationId xmlns:a16="http://schemas.microsoft.com/office/drawing/2014/main" id="{5355CC78-9170-7A38-6AC4-1C0BB252692E}"/>
              </a:ext>
            </a:extLst>
          </p:cNvPr>
          <p:cNvCxnSpPr>
            <a:cxnSpLocks/>
          </p:cNvCxnSpPr>
          <p:nvPr/>
        </p:nvCxnSpPr>
        <p:spPr>
          <a:xfrm>
            <a:off x="3173384" y="3813506"/>
            <a:ext cx="608140" cy="0"/>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7EB29B40-EAE2-4818-B23C-7C88F6C3916C}"/>
              </a:ext>
            </a:extLst>
          </p:cNvPr>
          <p:cNvCxnSpPr>
            <a:cxnSpLocks/>
          </p:cNvCxnSpPr>
          <p:nvPr/>
        </p:nvCxnSpPr>
        <p:spPr>
          <a:xfrm>
            <a:off x="4004969" y="3620837"/>
            <a:ext cx="423834" cy="0"/>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69C44B68-BB68-45C7-60EB-9F99E826A570}"/>
              </a:ext>
            </a:extLst>
          </p:cNvPr>
          <p:cNvCxnSpPr>
            <a:cxnSpLocks/>
          </p:cNvCxnSpPr>
          <p:nvPr/>
        </p:nvCxnSpPr>
        <p:spPr>
          <a:xfrm>
            <a:off x="2891584" y="6164229"/>
            <a:ext cx="5377" cy="437097"/>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BB571A20-5A34-2EAB-BCDC-B32FCCF689CC}"/>
              </a:ext>
            </a:extLst>
          </p:cNvPr>
          <p:cNvCxnSpPr>
            <a:cxnSpLocks/>
          </p:cNvCxnSpPr>
          <p:nvPr/>
        </p:nvCxnSpPr>
        <p:spPr>
          <a:xfrm>
            <a:off x="2891584" y="6601326"/>
            <a:ext cx="3899385" cy="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189A87EF-1BCD-499B-B7A9-7ED3FFE3305A}"/>
              </a:ext>
            </a:extLst>
          </p:cNvPr>
          <p:cNvCxnSpPr>
            <a:cxnSpLocks/>
          </p:cNvCxnSpPr>
          <p:nvPr/>
        </p:nvCxnSpPr>
        <p:spPr>
          <a:xfrm flipV="1">
            <a:off x="6790969" y="6064702"/>
            <a:ext cx="0" cy="536624"/>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F9E95B9E-F913-47FD-1952-D62D4E554D9F}"/>
              </a:ext>
            </a:extLst>
          </p:cNvPr>
          <p:cNvCxnSpPr>
            <a:cxnSpLocks/>
          </p:cNvCxnSpPr>
          <p:nvPr/>
        </p:nvCxnSpPr>
        <p:spPr>
          <a:xfrm flipH="1">
            <a:off x="4093096" y="6076682"/>
            <a:ext cx="332872" cy="2007"/>
          </a:xfrm>
          <a:prstGeom prst="line">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A224ED82-FEBA-A10C-4EE1-3FE4A426DC20}"/>
              </a:ext>
            </a:extLst>
          </p:cNvPr>
          <p:cNvSpPr txBox="1"/>
          <p:nvPr/>
        </p:nvSpPr>
        <p:spPr>
          <a:xfrm>
            <a:off x="2724336" y="5830997"/>
            <a:ext cx="250390" cy="246221"/>
          </a:xfrm>
          <a:prstGeom prst="rect">
            <a:avLst/>
          </a:prstGeom>
          <a:noFill/>
          <a:ln>
            <a:noFill/>
          </a:ln>
        </p:spPr>
        <p:txBody>
          <a:bodyPr wrap="none" rtlCol="0">
            <a:spAutoFit/>
          </a:bodyPr>
          <a:lstStyle/>
          <a:p>
            <a:r>
              <a:rPr lang="en-US" sz="1000" dirty="0"/>
              <a:t>0</a:t>
            </a:r>
          </a:p>
        </p:txBody>
      </p:sp>
      <p:sp>
        <p:nvSpPr>
          <p:cNvPr id="84" name="TextBox 83">
            <a:extLst>
              <a:ext uri="{FF2B5EF4-FFF2-40B4-BE49-F238E27FC236}">
                <a16:creationId xmlns:a16="http://schemas.microsoft.com/office/drawing/2014/main" id="{CE1B5C42-BCAF-F851-3E6E-A67554D3EB3D}"/>
              </a:ext>
            </a:extLst>
          </p:cNvPr>
          <p:cNvSpPr txBox="1"/>
          <p:nvPr/>
        </p:nvSpPr>
        <p:spPr>
          <a:xfrm>
            <a:off x="1850282" y="1274726"/>
            <a:ext cx="250390" cy="246221"/>
          </a:xfrm>
          <a:prstGeom prst="rect">
            <a:avLst/>
          </a:prstGeom>
          <a:noFill/>
          <a:ln>
            <a:noFill/>
          </a:ln>
        </p:spPr>
        <p:txBody>
          <a:bodyPr wrap="none" rtlCol="0">
            <a:spAutoFit/>
          </a:bodyPr>
          <a:lstStyle/>
          <a:p>
            <a:r>
              <a:rPr lang="en-US" sz="1000" dirty="0"/>
              <a:t>0</a:t>
            </a:r>
          </a:p>
        </p:txBody>
      </p:sp>
      <p:cxnSp>
        <p:nvCxnSpPr>
          <p:cNvPr id="86" name="Straight Connector 85">
            <a:extLst>
              <a:ext uri="{FF2B5EF4-FFF2-40B4-BE49-F238E27FC236}">
                <a16:creationId xmlns:a16="http://schemas.microsoft.com/office/drawing/2014/main" id="{E22D2247-3A64-1DFA-6BAD-775F55B4E996}"/>
              </a:ext>
            </a:extLst>
          </p:cNvPr>
          <p:cNvCxnSpPr>
            <a:cxnSpLocks/>
          </p:cNvCxnSpPr>
          <p:nvPr/>
        </p:nvCxnSpPr>
        <p:spPr>
          <a:xfrm flipV="1">
            <a:off x="1798112" y="1080695"/>
            <a:ext cx="0" cy="552703"/>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B1062268-5AB0-6638-E006-8492F67721F8}"/>
              </a:ext>
            </a:extLst>
          </p:cNvPr>
          <p:cNvCxnSpPr>
            <a:cxnSpLocks/>
          </p:cNvCxnSpPr>
          <p:nvPr/>
        </p:nvCxnSpPr>
        <p:spPr>
          <a:xfrm>
            <a:off x="1795443" y="1080695"/>
            <a:ext cx="4863897" cy="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700ABECB-D466-D7DB-68C3-4E7CD2C2996B}"/>
              </a:ext>
            </a:extLst>
          </p:cNvPr>
          <p:cNvCxnSpPr>
            <a:cxnSpLocks/>
          </p:cNvCxnSpPr>
          <p:nvPr/>
        </p:nvCxnSpPr>
        <p:spPr>
          <a:xfrm>
            <a:off x="6659340" y="1080695"/>
            <a:ext cx="0" cy="641826"/>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0761054-445F-CC58-256A-69ABBCD656A9}"/>
              </a:ext>
            </a:extLst>
          </p:cNvPr>
          <p:cNvCxnSpPr>
            <a:cxnSpLocks/>
          </p:cNvCxnSpPr>
          <p:nvPr/>
        </p:nvCxnSpPr>
        <p:spPr>
          <a:xfrm flipH="1">
            <a:off x="6267310" y="1722521"/>
            <a:ext cx="392030" cy="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AED77C52-6873-9DCE-76D1-054C4D7B3AA2}"/>
              </a:ext>
            </a:extLst>
          </p:cNvPr>
          <p:cNvGrpSpPr/>
          <p:nvPr/>
        </p:nvGrpSpPr>
        <p:grpSpPr>
          <a:xfrm>
            <a:off x="3805975" y="5930015"/>
            <a:ext cx="325730" cy="300789"/>
            <a:chOff x="7448521" y="6013784"/>
            <a:chExt cx="325730" cy="300789"/>
          </a:xfrm>
        </p:grpSpPr>
        <p:sp>
          <p:nvSpPr>
            <p:cNvPr id="51" name="Rectangle 50">
              <a:extLst>
                <a:ext uri="{FF2B5EF4-FFF2-40B4-BE49-F238E27FC236}">
                  <a16:creationId xmlns:a16="http://schemas.microsoft.com/office/drawing/2014/main" id="{2FBEE26F-16DE-685B-8E76-B5177500608A}"/>
                </a:ext>
              </a:extLst>
            </p:cNvPr>
            <p:cNvSpPr/>
            <p:nvPr/>
          </p:nvSpPr>
          <p:spPr>
            <a:xfrm>
              <a:off x="7470471" y="6013784"/>
              <a:ext cx="276726" cy="30078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4" name="TextBox 93">
              <a:extLst>
                <a:ext uri="{FF2B5EF4-FFF2-40B4-BE49-F238E27FC236}">
                  <a16:creationId xmlns:a16="http://schemas.microsoft.com/office/drawing/2014/main" id="{7B6AB0BE-3B13-38E8-2A46-CA01B07150E1}"/>
                </a:ext>
              </a:extLst>
            </p:cNvPr>
            <p:cNvSpPr txBox="1"/>
            <p:nvPr/>
          </p:nvSpPr>
          <p:spPr>
            <a:xfrm>
              <a:off x="7448521" y="6052525"/>
              <a:ext cx="325730" cy="246221"/>
            </a:xfrm>
            <a:prstGeom prst="rect">
              <a:avLst/>
            </a:prstGeom>
            <a:noFill/>
            <a:ln>
              <a:noFill/>
            </a:ln>
          </p:spPr>
          <p:txBody>
            <a:bodyPr wrap="none" rtlCol="0">
              <a:spAutoFit/>
            </a:bodyPr>
            <a:lstStyle/>
            <a:p>
              <a:r>
                <a:rPr lang="en-US" sz="1000" dirty="0"/>
                <a:t>QL</a:t>
              </a:r>
            </a:p>
          </p:txBody>
        </p:sp>
      </p:grpSp>
      <p:sp>
        <p:nvSpPr>
          <p:cNvPr id="95" name="TextBox 94">
            <a:extLst>
              <a:ext uri="{FF2B5EF4-FFF2-40B4-BE49-F238E27FC236}">
                <a16:creationId xmlns:a16="http://schemas.microsoft.com/office/drawing/2014/main" id="{C108BDB2-AC3E-78D7-3EF9-FDB131AFBDF0}"/>
              </a:ext>
            </a:extLst>
          </p:cNvPr>
          <p:cNvSpPr txBox="1"/>
          <p:nvPr/>
        </p:nvSpPr>
        <p:spPr>
          <a:xfrm>
            <a:off x="2668339" y="1391760"/>
            <a:ext cx="317716" cy="246221"/>
          </a:xfrm>
          <a:prstGeom prst="rect">
            <a:avLst/>
          </a:prstGeom>
          <a:noFill/>
          <a:ln>
            <a:noFill/>
          </a:ln>
        </p:spPr>
        <p:txBody>
          <a:bodyPr wrap="none" rtlCol="0">
            <a:spAutoFit/>
          </a:bodyPr>
          <a:lstStyle/>
          <a:p>
            <a:r>
              <a:rPr lang="en-US" sz="1000" dirty="0"/>
              <a:t>X9</a:t>
            </a:r>
          </a:p>
        </p:txBody>
      </p:sp>
      <p:sp>
        <p:nvSpPr>
          <p:cNvPr id="96" name="TextBox 95">
            <a:extLst>
              <a:ext uri="{FF2B5EF4-FFF2-40B4-BE49-F238E27FC236}">
                <a16:creationId xmlns:a16="http://schemas.microsoft.com/office/drawing/2014/main" id="{9FC6B855-B6CE-92BB-BECE-E5441C3C1C43}"/>
              </a:ext>
            </a:extLst>
          </p:cNvPr>
          <p:cNvSpPr txBox="1"/>
          <p:nvPr/>
        </p:nvSpPr>
        <p:spPr>
          <a:xfrm>
            <a:off x="2290896" y="3195525"/>
            <a:ext cx="250390" cy="246221"/>
          </a:xfrm>
          <a:prstGeom prst="rect">
            <a:avLst/>
          </a:prstGeom>
          <a:noFill/>
          <a:ln>
            <a:noFill/>
          </a:ln>
        </p:spPr>
        <p:txBody>
          <a:bodyPr wrap="square" rtlCol="0">
            <a:spAutoFit/>
          </a:bodyPr>
          <a:lstStyle/>
          <a:p>
            <a:r>
              <a:rPr lang="en-US" sz="1000" dirty="0"/>
              <a:t>0</a:t>
            </a:r>
          </a:p>
        </p:txBody>
      </p:sp>
      <p:cxnSp>
        <p:nvCxnSpPr>
          <p:cNvPr id="98" name="Straight Connector 97">
            <a:extLst>
              <a:ext uri="{FF2B5EF4-FFF2-40B4-BE49-F238E27FC236}">
                <a16:creationId xmlns:a16="http://schemas.microsoft.com/office/drawing/2014/main" id="{BA91876D-7CEA-3118-B491-F067B2A47FD2}"/>
              </a:ext>
            </a:extLst>
          </p:cNvPr>
          <p:cNvCxnSpPr>
            <a:cxnSpLocks/>
          </p:cNvCxnSpPr>
          <p:nvPr/>
        </p:nvCxnSpPr>
        <p:spPr>
          <a:xfrm>
            <a:off x="6262919" y="4170947"/>
            <a:ext cx="1509481" cy="0"/>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10EA73E5-C7AE-BEBD-8876-714AE0574C46}"/>
              </a:ext>
            </a:extLst>
          </p:cNvPr>
          <p:cNvCxnSpPr>
            <a:cxnSpLocks/>
          </p:cNvCxnSpPr>
          <p:nvPr/>
        </p:nvCxnSpPr>
        <p:spPr>
          <a:xfrm>
            <a:off x="6819968" y="4176203"/>
            <a:ext cx="0" cy="33113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AC54F609-7810-6FCE-2EAD-0534A45F1163}"/>
              </a:ext>
            </a:extLst>
          </p:cNvPr>
          <p:cNvCxnSpPr>
            <a:cxnSpLocks/>
          </p:cNvCxnSpPr>
          <p:nvPr/>
        </p:nvCxnSpPr>
        <p:spPr>
          <a:xfrm flipH="1">
            <a:off x="2532004" y="4502077"/>
            <a:ext cx="4290171" cy="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AA2FA802-6824-CCBD-0F44-B340258BAD60}"/>
              </a:ext>
            </a:extLst>
          </p:cNvPr>
          <p:cNvCxnSpPr>
            <a:cxnSpLocks/>
          </p:cNvCxnSpPr>
          <p:nvPr/>
        </p:nvCxnSpPr>
        <p:spPr>
          <a:xfrm flipV="1">
            <a:off x="2537886" y="3573020"/>
            <a:ext cx="0" cy="929057"/>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F118A92A-8FDC-1A43-EAA2-4BD9E58C60D7}"/>
              </a:ext>
            </a:extLst>
          </p:cNvPr>
          <p:cNvCxnSpPr>
            <a:cxnSpLocks/>
          </p:cNvCxnSpPr>
          <p:nvPr/>
        </p:nvCxnSpPr>
        <p:spPr>
          <a:xfrm flipH="1">
            <a:off x="3173384" y="2768264"/>
            <a:ext cx="3485956" cy="6374"/>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8DB2E3CB-72EA-D0A1-4CF9-C141BF119F92}"/>
              </a:ext>
            </a:extLst>
          </p:cNvPr>
          <p:cNvCxnSpPr>
            <a:cxnSpLocks/>
          </p:cNvCxnSpPr>
          <p:nvPr/>
        </p:nvCxnSpPr>
        <p:spPr>
          <a:xfrm flipH="1" flipV="1">
            <a:off x="3173384" y="1772051"/>
            <a:ext cx="1631" cy="2041455"/>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80209C0E-0BA7-16CE-9298-75F0822E01A6}"/>
              </a:ext>
            </a:extLst>
          </p:cNvPr>
          <p:cNvCxnSpPr>
            <a:cxnSpLocks/>
          </p:cNvCxnSpPr>
          <p:nvPr/>
        </p:nvCxnSpPr>
        <p:spPr>
          <a:xfrm flipV="1">
            <a:off x="6964830" y="3118829"/>
            <a:ext cx="0" cy="1052118"/>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ECD8DEAE-C134-8E99-C321-0D6DCC4D240D}"/>
              </a:ext>
            </a:extLst>
          </p:cNvPr>
          <p:cNvCxnSpPr>
            <a:cxnSpLocks/>
          </p:cNvCxnSpPr>
          <p:nvPr/>
        </p:nvCxnSpPr>
        <p:spPr>
          <a:xfrm>
            <a:off x="3442793" y="1917030"/>
            <a:ext cx="0" cy="1201799"/>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503F2FBE-1446-875F-59ED-C209B71A842C}"/>
              </a:ext>
            </a:extLst>
          </p:cNvPr>
          <p:cNvCxnSpPr>
            <a:cxnSpLocks/>
          </p:cNvCxnSpPr>
          <p:nvPr/>
        </p:nvCxnSpPr>
        <p:spPr>
          <a:xfrm flipH="1">
            <a:off x="3442793" y="3118829"/>
            <a:ext cx="3522037" cy="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CB4B5975-0008-5854-C151-8668A302E45C}"/>
              </a:ext>
            </a:extLst>
          </p:cNvPr>
          <p:cNvCxnSpPr>
            <a:cxnSpLocks/>
          </p:cNvCxnSpPr>
          <p:nvPr/>
        </p:nvCxnSpPr>
        <p:spPr>
          <a:xfrm>
            <a:off x="6259290" y="5398168"/>
            <a:ext cx="421060" cy="0"/>
          </a:xfrm>
          <a:prstGeom prst="line">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61" name="Straight Connector 160">
            <a:extLst>
              <a:ext uri="{FF2B5EF4-FFF2-40B4-BE49-F238E27FC236}">
                <a16:creationId xmlns:a16="http://schemas.microsoft.com/office/drawing/2014/main" id="{0EEF65E1-34CC-23FE-3AD2-A4CD4BF24FA6}"/>
              </a:ext>
            </a:extLst>
          </p:cNvPr>
          <p:cNvCxnSpPr>
            <a:cxnSpLocks/>
          </p:cNvCxnSpPr>
          <p:nvPr/>
        </p:nvCxnSpPr>
        <p:spPr>
          <a:xfrm flipV="1">
            <a:off x="6672622" y="4900195"/>
            <a:ext cx="0" cy="497973"/>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928DB27C-7DB1-F726-EBFD-971EF70011C5}"/>
              </a:ext>
            </a:extLst>
          </p:cNvPr>
          <p:cNvCxnSpPr>
            <a:cxnSpLocks/>
          </p:cNvCxnSpPr>
          <p:nvPr/>
        </p:nvCxnSpPr>
        <p:spPr>
          <a:xfrm flipH="1" flipV="1">
            <a:off x="1900356" y="4900195"/>
            <a:ext cx="4779994" cy="4626"/>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E20BC727-D36B-55A5-818F-EE87C2A47A7A}"/>
              </a:ext>
            </a:extLst>
          </p:cNvPr>
          <p:cNvCxnSpPr>
            <a:cxnSpLocks/>
          </p:cNvCxnSpPr>
          <p:nvPr/>
        </p:nvCxnSpPr>
        <p:spPr>
          <a:xfrm flipH="1" flipV="1">
            <a:off x="1880268" y="2510587"/>
            <a:ext cx="20088" cy="2389608"/>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FCCC5A1E-F1E5-DF02-7CCD-3F0A5368B2E6}"/>
              </a:ext>
            </a:extLst>
          </p:cNvPr>
          <p:cNvCxnSpPr>
            <a:cxnSpLocks/>
          </p:cNvCxnSpPr>
          <p:nvPr/>
        </p:nvCxnSpPr>
        <p:spPr>
          <a:xfrm>
            <a:off x="3442793" y="3449556"/>
            <a:ext cx="0" cy="194618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1" name="Straight Arrow Connector 170">
            <a:extLst>
              <a:ext uri="{FF2B5EF4-FFF2-40B4-BE49-F238E27FC236}">
                <a16:creationId xmlns:a16="http://schemas.microsoft.com/office/drawing/2014/main" id="{F9E0E547-41E2-91FE-9215-BDC832A79257}"/>
              </a:ext>
            </a:extLst>
          </p:cNvPr>
          <p:cNvCxnSpPr>
            <a:cxnSpLocks/>
          </p:cNvCxnSpPr>
          <p:nvPr/>
        </p:nvCxnSpPr>
        <p:spPr>
          <a:xfrm flipV="1">
            <a:off x="3435066" y="5398168"/>
            <a:ext cx="995422" cy="7148"/>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02" name="TextBox 201">
            <a:extLst>
              <a:ext uri="{FF2B5EF4-FFF2-40B4-BE49-F238E27FC236}">
                <a16:creationId xmlns:a16="http://schemas.microsoft.com/office/drawing/2014/main" id="{A4AC9DD1-15F8-F627-B032-63DEF308BBBA}"/>
              </a:ext>
            </a:extLst>
          </p:cNvPr>
          <p:cNvSpPr txBox="1"/>
          <p:nvPr/>
        </p:nvSpPr>
        <p:spPr>
          <a:xfrm>
            <a:off x="5116704" y="1939094"/>
            <a:ext cx="463588" cy="246221"/>
          </a:xfrm>
          <a:prstGeom prst="rect">
            <a:avLst/>
          </a:prstGeom>
          <a:noFill/>
          <a:ln>
            <a:noFill/>
          </a:ln>
        </p:spPr>
        <p:txBody>
          <a:bodyPr wrap="none" rtlCol="0">
            <a:spAutoFit/>
          </a:bodyPr>
          <a:lstStyle/>
          <a:p>
            <a:r>
              <a:rPr lang="en-US" sz="1000" dirty="0"/>
              <a:t>XREG</a:t>
            </a:r>
          </a:p>
        </p:txBody>
      </p:sp>
      <p:sp>
        <p:nvSpPr>
          <p:cNvPr id="203" name="TextBox 202">
            <a:extLst>
              <a:ext uri="{FF2B5EF4-FFF2-40B4-BE49-F238E27FC236}">
                <a16:creationId xmlns:a16="http://schemas.microsoft.com/office/drawing/2014/main" id="{72AFAE5C-CC02-1885-57C0-F19DC738B85A}"/>
              </a:ext>
            </a:extLst>
          </p:cNvPr>
          <p:cNvSpPr txBox="1"/>
          <p:nvPr/>
        </p:nvSpPr>
        <p:spPr>
          <a:xfrm>
            <a:off x="5110163" y="3792318"/>
            <a:ext cx="458780" cy="246221"/>
          </a:xfrm>
          <a:prstGeom prst="rect">
            <a:avLst/>
          </a:prstGeom>
          <a:noFill/>
          <a:ln>
            <a:noFill/>
          </a:ln>
        </p:spPr>
        <p:txBody>
          <a:bodyPr wrap="none" rtlCol="0">
            <a:spAutoFit/>
          </a:bodyPr>
          <a:lstStyle/>
          <a:p>
            <a:r>
              <a:rPr lang="en-US" sz="1000" dirty="0"/>
              <a:t>YREG</a:t>
            </a:r>
          </a:p>
        </p:txBody>
      </p:sp>
      <p:sp>
        <p:nvSpPr>
          <p:cNvPr id="204" name="TextBox 203">
            <a:extLst>
              <a:ext uri="{FF2B5EF4-FFF2-40B4-BE49-F238E27FC236}">
                <a16:creationId xmlns:a16="http://schemas.microsoft.com/office/drawing/2014/main" id="{7DE3A34D-04B5-02CD-DDB7-0A88B668E7A2}"/>
              </a:ext>
            </a:extLst>
          </p:cNvPr>
          <p:cNvSpPr txBox="1"/>
          <p:nvPr/>
        </p:nvSpPr>
        <p:spPr>
          <a:xfrm>
            <a:off x="5094198" y="5591890"/>
            <a:ext cx="482824" cy="246221"/>
          </a:xfrm>
          <a:prstGeom prst="rect">
            <a:avLst/>
          </a:prstGeom>
          <a:noFill/>
          <a:ln>
            <a:noFill/>
          </a:ln>
        </p:spPr>
        <p:txBody>
          <a:bodyPr wrap="none" rtlCol="0">
            <a:spAutoFit/>
          </a:bodyPr>
          <a:lstStyle/>
          <a:p>
            <a:r>
              <a:rPr lang="en-US" sz="1000" dirty="0"/>
              <a:t>QREG</a:t>
            </a:r>
          </a:p>
        </p:txBody>
      </p:sp>
      <p:sp>
        <p:nvSpPr>
          <p:cNvPr id="211" name="TextBox 210">
            <a:extLst>
              <a:ext uri="{FF2B5EF4-FFF2-40B4-BE49-F238E27FC236}">
                <a16:creationId xmlns:a16="http://schemas.microsoft.com/office/drawing/2014/main" id="{8667F68D-7664-DC2A-03D5-79D93019BB5C}"/>
              </a:ext>
            </a:extLst>
          </p:cNvPr>
          <p:cNvSpPr txBox="1"/>
          <p:nvPr/>
        </p:nvSpPr>
        <p:spPr>
          <a:xfrm>
            <a:off x="5749186" y="2257226"/>
            <a:ext cx="554960" cy="246221"/>
          </a:xfrm>
          <a:prstGeom prst="rect">
            <a:avLst/>
          </a:prstGeom>
          <a:noFill/>
          <a:ln>
            <a:noFill/>
          </a:ln>
        </p:spPr>
        <p:txBody>
          <a:bodyPr wrap="none" rtlCol="0">
            <a:spAutoFit/>
          </a:bodyPr>
          <a:lstStyle/>
          <a:p>
            <a:r>
              <a:rPr lang="en-US" sz="1000" dirty="0" err="1"/>
              <a:t>LSDout</a:t>
            </a:r>
            <a:endParaRPr lang="en-US" sz="1000" dirty="0"/>
          </a:p>
        </p:txBody>
      </p:sp>
      <p:sp>
        <p:nvSpPr>
          <p:cNvPr id="212" name="TextBox 211">
            <a:extLst>
              <a:ext uri="{FF2B5EF4-FFF2-40B4-BE49-F238E27FC236}">
                <a16:creationId xmlns:a16="http://schemas.microsoft.com/office/drawing/2014/main" id="{282ABACF-CC47-0121-1D43-068F48D0A450}"/>
              </a:ext>
            </a:extLst>
          </p:cNvPr>
          <p:cNvSpPr txBox="1"/>
          <p:nvPr/>
        </p:nvSpPr>
        <p:spPr>
          <a:xfrm>
            <a:off x="5677079" y="1586589"/>
            <a:ext cx="609462" cy="246221"/>
          </a:xfrm>
          <a:prstGeom prst="rect">
            <a:avLst/>
          </a:prstGeom>
          <a:noFill/>
          <a:ln>
            <a:noFill/>
          </a:ln>
        </p:spPr>
        <p:txBody>
          <a:bodyPr wrap="none" rtlCol="0">
            <a:spAutoFit/>
          </a:bodyPr>
          <a:lstStyle/>
          <a:p>
            <a:r>
              <a:rPr lang="en-US" sz="1000" dirty="0" err="1"/>
              <a:t>MSDout</a:t>
            </a:r>
            <a:endParaRPr lang="en-US" sz="1000" dirty="0"/>
          </a:p>
        </p:txBody>
      </p:sp>
      <p:sp>
        <p:nvSpPr>
          <p:cNvPr id="213" name="TextBox 212">
            <a:extLst>
              <a:ext uri="{FF2B5EF4-FFF2-40B4-BE49-F238E27FC236}">
                <a16:creationId xmlns:a16="http://schemas.microsoft.com/office/drawing/2014/main" id="{3A623D68-72C7-3D14-F891-7723810BB209}"/>
              </a:ext>
            </a:extLst>
          </p:cNvPr>
          <p:cNvSpPr txBox="1"/>
          <p:nvPr/>
        </p:nvSpPr>
        <p:spPr>
          <a:xfrm>
            <a:off x="5712349" y="4063879"/>
            <a:ext cx="554960" cy="246221"/>
          </a:xfrm>
          <a:prstGeom prst="rect">
            <a:avLst/>
          </a:prstGeom>
          <a:noFill/>
          <a:ln>
            <a:noFill/>
          </a:ln>
        </p:spPr>
        <p:txBody>
          <a:bodyPr wrap="none" rtlCol="0">
            <a:spAutoFit/>
          </a:bodyPr>
          <a:lstStyle/>
          <a:p>
            <a:r>
              <a:rPr lang="en-US" sz="1000" dirty="0" err="1"/>
              <a:t>LSDout</a:t>
            </a:r>
            <a:endParaRPr lang="en-US" sz="1000" dirty="0"/>
          </a:p>
        </p:txBody>
      </p:sp>
      <p:sp>
        <p:nvSpPr>
          <p:cNvPr id="215" name="TextBox 214">
            <a:extLst>
              <a:ext uri="{FF2B5EF4-FFF2-40B4-BE49-F238E27FC236}">
                <a16:creationId xmlns:a16="http://schemas.microsoft.com/office/drawing/2014/main" id="{999B7875-CF89-3E79-FE79-DF484DBAB233}"/>
              </a:ext>
            </a:extLst>
          </p:cNvPr>
          <p:cNvSpPr txBox="1"/>
          <p:nvPr/>
        </p:nvSpPr>
        <p:spPr>
          <a:xfrm>
            <a:off x="5757226" y="5938370"/>
            <a:ext cx="554960" cy="246221"/>
          </a:xfrm>
          <a:prstGeom prst="rect">
            <a:avLst/>
          </a:prstGeom>
          <a:noFill/>
          <a:ln>
            <a:noFill/>
          </a:ln>
        </p:spPr>
        <p:txBody>
          <a:bodyPr wrap="none" rtlCol="0">
            <a:spAutoFit/>
          </a:bodyPr>
          <a:lstStyle/>
          <a:p>
            <a:r>
              <a:rPr lang="en-US" sz="1000" dirty="0" err="1"/>
              <a:t>LSDout</a:t>
            </a:r>
            <a:endParaRPr lang="en-US" sz="1000" dirty="0"/>
          </a:p>
        </p:txBody>
      </p:sp>
      <p:sp>
        <p:nvSpPr>
          <p:cNvPr id="216" name="TextBox 215">
            <a:extLst>
              <a:ext uri="{FF2B5EF4-FFF2-40B4-BE49-F238E27FC236}">
                <a16:creationId xmlns:a16="http://schemas.microsoft.com/office/drawing/2014/main" id="{80CCFBC8-0F6B-6FC6-C409-B9CDB597D107}"/>
              </a:ext>
            </a:extLst>
          </p:cNvPr>
          <p:cNvSpPr txBox="1"/>
          <p:nvPr/>
        </p:nvSpPr>
        <p:spPr>
          <a:xfrm>
            <a:off x="5684256" y="5234861"/>
            <a:ext cx="609462" cy="246221"/>
          </a:xfrm>
          <a:prstGeom prst="rect">
            <a:avLst/>
          </a:prstGeom>
          <a:noFill/>
          <a:ln>
            <a:noFill/>
          </a:ln>
        </p:spPr>
        <p:txBody>
          <a:bodyPr wrap="none" rtlCol="0">
            <a:spAutoFit/>
          </a:bodyPr>
          <a:lstStyle/>
          <a:p>
            <a:r>
              <a:rPr lang="en-US" sz="1000" dirty="0" err="1"/>
              <a:t>MSDout</a:t>
            </a:r>
            <a:endParaRPr lang="en-US" sz="1000" dirty="0"/>
          </a:p>
        </p:txBody>
      </p:sp>
      <p:sp>
        <p:nvSpPr>
          <p:cNvPr id="221" name="TextBox 220">
            <a:extLst>
              <a:ext uri="{FF2B5EF4-FFF2-40B4-BE49-F238E27FC236}">
                <a16:creationId xmlns:a16="http://schemas.microsoft.com/office/drawing/2014/main" id="{47575285-D017-09A0-92F3-1815AD9DB2DF}"/>
              </a:ext>
            </a:extLst>
          </p:cNvPr>
          <p:cNvSpPr txBox="1"/>
          <p:nvPr/>
        </p:nvSpPr>
        <p:spPr>
          <a:xfrm>
            <a:off x="4393912" y="2267164"/>
            <a:ext cx="473206" cy="246221"/>
          </a:xfrm>
          <a:prstGeom prst="rect">
            <a:avLst/>
          </a:prstGeom>
          <a:noFill/>
          <a:ln>
            <a:noFill/>
          </a:ln>
        </p:spPr>
        <p:txBody>
          <a:bodyPr wrap="none" rtlCol="0">
            <a:spAutoFit/>
          </a:bodyPr>
          <a:lstStyle/>
          <a:p>
            <a:r>
              <a:rPr lang="en-US" sz="1000" dirty="0" err="1"/>
              <a:t>LSDin</a:t>
            </a:r>
            <a:endParaRPr lang="en-US" sz="1000" dirty="0"/>
          </a:p>
        </p:txBody>
      </p:sp>
      <p:sp>
        <p:nvSpPr>
          <p:cNvPr id="222" name="TextBox 221">
            <a:extLst>
              <a:ext uri="{FF2B5EF4-FFF2-40B4-BE49-F238E27FC236}">
                <a16:creationId xmlns:a16="http://schemas.microsoft.com/office/drawing/2014/main" id="{5A0DBCC9-DDD6-435D-E808-5B37B726A221}"/>
              </a:ext>
            </a:extLst>
          </p:cNvPr>
          <p:cNvSpPr txBox="1"/>
          <p:nvPr/>
        </p:nvSpPr>
        <p:spPr>
          <a:xfrm>
            <a:off x="4409456" y="1604211"/>
            <a:ext cx="527709" cy="246221"/>
          </a:xfrm>
          <a:prstGeom prst="rect">
            <a:avLst/>
          </a:prstGeom>
          <a:noFill/>
          <a:ln>
            <a:noFill/>
          </a:ln>
        </p:spPr>
        <p:txBody>
          <a:bodyPr wrap="none" rtlCol="0">
            <a:spAutoFit/>
          </a:bodyPr>
          <a:lstStyle/>
          <a:p>
            <a:r>
              <a:rPr lang="en-US" sz="1000" dirty="0" err="1"/>
              <a:t>MSDin</a:t>
            </a:r>
            <a:endParaRPr lang="en-US" sz="1000" dirty="0"/>
          </a:p>
        </p:txBody>
      </p:sp>
      <p:sp>
        <p:nvSpPr>
          <p:cNvPr id="223" name="TextBox 222">
            <a:extLst>
              <a:ext uri="{FF2B5EF4-FFF2-40B4-BE49-F238E27FC236}">
                <a16:creationId xmlns:a16="http://schemas.microsoft.com/office/drawing/2014/main" id="{397030A2-BE5D-E118-D0DE-9297E33F35B5}"/>
              </a:ext>
            </a:extLst>
          </p:cNvPr>
          <p:cNvSpPr txBox="1"/>
          <p:nvPr/>
        </p:nvSpPr>
        <p:spPr>
          <a:xfrm>
            <a:off x="4386390" y="5935579"/>
            <a:ext cx="473206" cy="246221"/>
          </a:xfrm>
          <a:prstGeom prst="rect">
            <a:avLst/>
          </a:prstGeom>
          <a:noFill/>
          <a:ln>
            <a:noFill/>
          </a:ln>
        </p:spPr>
        <p:txBody>
          <a:bodyPr wrap="none" rtlCol="0">
            <a:spAutoFit/>
          </a:bodyPr>
          <a:lstStyle/>
          <a:p>
            <a:r>
              <a:rPr lang="en-US" sz="1000" dirty="0" err="1"/>
              <a:t>LSDin</a:t>
            </a:r>
            <a:endParaRPr lang="en-US" sz="1000" dirty="0"/>
          </a:p>
        </p:txBody>
      </p:sp>
      <p:sp>
        <p:nvSpPr>
          <p:cNvPr id="224" name="TextBox 223">
            <a:extLst>
              <a:ext uri="{FF2B5EF4-FFF2-40B4-BE49-F238E27FC236}">
                <a16:creationId xmlns:a16="http://schemas.microsoft.com/office/drawing/2014/main" id="{7ED09DB8-BF86-45E4-364C-B5FC18CED2DB}"/>
              </a:ext>
            </a:extLst>
          </p:cNvPr>
          <p:cNvSpPr txBox="1"/>
          <p:nvPr/>
        </p:nvSpPr>
        <p:spPr>
          <a:xfrm>
            <a:off x="4401934" y="5272626"/>
            <a:ext cx="527709" cy="246221"/>
          </a:xfrm>
          <a:prstGeom prst="rect">
            <a:avLst/>
          </a:prstGeom>
          <a:noFill/>
          <a:ln>
            <a:noFill/>
          </a:ln>
        </p:spPr>
        <p:txBody>
          <a:bodyPr wrap="none" rtlCol="0">
            <a:spAutoFit/>
          </a:bodyPr>
          <a:lstStyle/>
          <a:p>
            <a:r>
              <a:rPr lang="en-US" sz="1000" dirty="0" err="1"/>
              <a:t>MSDin</a:t>
            </a:r>
            <a:endParaRPr lang="en-US" sz="1000" dirty="0"/>
          </a:p>
        </p:txBody>
      </p:sp>
      <p:sp>
        <p:nvSpPr>
          <p:cNvPr id="225" name="TextBox 224">
            <a:extLst>
              <a:ext uri="{FF2B5EF4-FFF2-40B4-BE49-F238E27FC236}">
                <a16:creationId xmlns:a16="http://schemas.microsoft.com/office/drawing/2014/main" id="{EC7B404B-0C07-3A6C-C2D2-FD9DBF201679}"/>
              </a:ext>
            </a:extLst>
          </p:cNvPr>
          <p:cNvSpPr txBox="1"/>
          <p:nvPr/>
        </p:nvSpPr>
        <p:spPr>
          <a:xfrm>
            <a:off x="4387212" y="3439025"/>
            <a:ext cx="527709" cy="246221"/>
          </a:xfrm>
          <a:prstGeom prst="rect">
            <a:avLst/>
          </a:prstGeom>
          <a:noFill/>
          <a:ln>
            <a:noFill/>
          </a:ln>
        </p:spPr>
        <p:txBody>
          <a:bodyPr wrap="none" rtlCol="0">
            <a:spAutoFit/>
          </a:bodyPr>
          <a:lstStyle/>
          <a:p>
            <a:r>
              <a:rPr lang="en-US" sz="1000" dirty="0" err="1"/>
              <a:t>MSDin</a:t>
            </a:r>
            <a:endParaRPr lang="en-US" sz="1000" dirty="0"/>
          </a:p>
        </p:txBody>
      </p:sp>
      <p:sp>
        <p:nvSpPr>
          <p:cNvPr id="226" name="TextBox 225">
            <a:extLst>
              <a:ext uri="{FF2B5EF4-FFF2-40B4-BE49-F238E27FC236}">
                <a16:creationId xmlns:a16="http://schemas.microsoft.com/office/drawing/2014/main" id="{B3559A83-4D3D-2CA5-32FC-CA75EC97D28D}"/>
              </a:ext>
            </a:extLst>
          </p:cNvPr>
          <p:cNvSpPr txBox="1"/>
          <p:nvPr/>
        </p:nvSpPr>
        <p:spPr>
          <a:xfrm>
            <a:off x="5685098" y="3418530"/>
            <a:ext cx="609462" cy="246221"/>
          </a:xfrm>
          <a:prstGeom prst="rect">
            <a:avLst/>
          </a:prstGeom>
          <a:noFill/>
          <a:ln>
            <a:noFill/>
          </a:ln>
        </p:spPr>
        <p:txBody>
          <a:bodyPr wrap="none" rtlCol="0">
            <a:spAutoFit/>
          </a:bodyPr>
          <a:lstStyle/>
          <a:p>
            <a:r>
              <a:rPr lang="en-US" sz="1000" dirty="0" err="1"/>
              <a:t>MSDout</a:t>
            </a:r>
            <a:endParaRPr lang="en-US" sz="1000" dirty="0"/>
          </a:p>
        </p:txBody>
      </p:sp>
      <p:sp>
        <p:nvSpPr>
          <p:cNvPr id="227" name="TextBox 226">
            <a:extLst>
              <a:ext uri="{FF2B5EF4-FFF2-40B4-BE49-F238E27FC236}">
                <a16:creationId xmlns:a16="http://schemas.microsoft.com/office/drawing/2014/main" id="{433DA1F7-D569-DFD6-2FBF-AF92B3658769}"/>
              </a:ext>
            </a:extLst>
          </p:cNvPr>
          <p:cNvSpPr txBox="1"/>
          <p:nvPr/>
        </p:nvSpPr>
        <p:spPr>
          <a:xfrm>
            <a:off x="4387635" y="4077918"/>
            <a:ext cx="473206" cy="246221"/>
          </a:xfrm>
          <a:prstGeom prst="rect">
            <a:avLst/>
          </a:prstGeom>
          <a:noFill/>
          <a:ln>
            <a:noFill/>
          </a:ln>
        </p:spPr>
        <p:txBody>
          <a:bodyPr wrap="none" rtlCol="0">
            <a:spAutoFit/>
          </a:bodyPr>
          <a:lstStyle/>
          <a:p>
            <a:r>
              <a:rPr lang="en-US" sz="1000" dirty="0" err="1"/>
              <a:t>LSDin</a:t>
            </a:r>
            <a:endParaRPr lang="en-US" sz="1000" dirty="0"/>
          </a:p>
        </p:txBody>
      </p:sp>
      <p:sp>
        <p:nvSpPr>
          <p:cNvPr id="233" name="TextBox 232">
            <a:extLst>
              <a:ext uri="{FF2B5EF4-FFF2-40B4-BE49-F238E27FC236}">
                <a16:creationId xmlns:a16="http://schemas.microsoft.com/office/drawing/2014/main" id="{C965DE5D-182C-E95B-D854-E0635235A037}"/>
              </a:ext>
            </a:extLst>
          </p:cNvPr>
          <p:cNvSpPr txBox="1"/>
          <p:nvPr/>
        </p:nvSpPr>
        <p:spPr>
          <a:xfrm>
            <a:off x="5130535" y="1573338"/>
            <a:ext cx="423514" cy="246221"/>
          </a:xfrm>
          <a:prstGeom prst="rect">
            <a:avLst/>
          </a:prstGeom>
          <a:noFill/>
          <a:ln>
            <a:noFill/>
          </a:ln>
        </p:spPr>
        <p:txBody>
          <a:bodyPr wrap="none" rtlCol="0">
            <a:spAutoFit/>
          </a:bodyPr>
          <a:lstStyle/>
          <a:p>
            <a:r>
              <a:rPr lang="en-US" sz="1000" dirty="0" err="1"/>
              <a:t>Cmd</a:t>
            </a:r>
            <a:endParaRPr lang="en-US" sz="1000" dirty="0"/>
          </a:p>
        </p:txBody>
      </p:sp>
      <p:sp>
        <p:nvSpPr>
          <p:cNvPr id="236" name="TextBox 235">
            <a:extLst>
              <a:ext uri="{FF2B5EF4-FFF2-40B4-BE49-F238E27FC236}">
                <a16:creationId xmlns:a16="http://schemas.microsoft.com/office/drawing/2014/main" id="{178D5FA9-3BAE-E83D-AFA6-DC941DE75219}"/>
              </a:ext>
            </a:extLst>
          </p:cNvPr>
          <p:cNvSpPr txBox="1"/>
          <p:nvPr/>
        </p:nvSpPr>
        <p:spPr>
          <a:xfrm>
            <a:off x="5123743" y="3388472"/>
            <a:ext cx="423514" cy="246221"/>
          </a:xfrm>
          <a:prstGeom prst="rect">
            <a:avLst/>
          </a:prstGeom>
          <a:noFill/>
          <a:ln>
            <a:noFill/>
          </a:ln>
        </p:spPr>
        <p:txBody>
          <a:bodyPr wrap="none" rtlCol="0">
            <a:spAutoFit/>
          </a:bodyPr>
          <a:lstStyle/>
          <a:p>
            <a:r>
              <a:rPr lang="en-US" sz="1000" dirty="0" err="1"/>
              <a:t>Cmd</a:t>
            </a:r>
            <a:endParaRPr lang="en-US" sz="1000" dirty="0"/>
          </a:p>
        </p:txBody>
      </p:sp>
      <p:sp>
        <p:nvSpPr>
          <p:cNvPr id="237" name="TextBox 236">
            <a:extLst>
              <a:ext uri="{FF2B5EF4-FFF2-40B4-BE49-F238E27FC236}">
                <a16:creationId xmlns:a16="http://schemas.microsoft.com/office/drawing/2014/main" id="{DF821A05-F6A6-F6E5-B9CB-06032BBC2766}"/>
              </a:ext>
            </a:extLst>
          </p:cNvPr>
          <p:cNvSpPr txBox="1"/>
          <p:nvPr/>
        </p:nvSpPr>
        <p:spPr>
          <a:xfrm>
            <a:off x="5116704" y="5209311"/>
            <a:ext cx="423514" cy="246221"/>
          </a:xfrm>
          <a:prstGeom prst="rect">
            <a:avLst/>
          </a:prstGeom>
          <a:noFill/>
          <a:ln>
            <a:noFill/>
          </a:ln>
        </p:spPr>
        <p:txBody>
          <a:bodyPr wrap="none" rtlCol="0">
            <a:spAutoFit/>
          </a:bodyPr>
          <a:lstStyle/>
          <a:p>
            <a:r>
              <a:rPr lang="en-US" sz="1000" dirty="0" err="1"/>
              <a:t>Cmd</a:t>
            </a:r>
            <a:endParaRPr lang="en-US" sz="1000" dirty="0"/>
          </a:p>
        </p:txBody>
      </p:sp>
      <p:cxnSp>
        <p:nvCxnSpPr>
          <p:cNvPr id="239" name="Straight Connector 238">
            <a:extLst>
              <a:ext uri="{FF2B5EF4-FFF2-40B4-BE49-F238E27FC236}">
                <a16:creationId xmlns:a16="http://schemas.microsoft.com/office/drawing/2014/main" id="{00ED4B85-FE7A-39C1-A37D-55E4ED4BA4C9}"/>
              </a:ext>
            </a:extLst>
          </p:cNvPr>
          <p:cNvCxnSpPr>
            <a:cxnSpLocks/>
          </p:cNvCxnSpPr>
          <p:nvPr/>
        </p:nvCxnSpPr>
        <p:spPr>
          <a:xfrm flipV="1">
            <a:off x="5328461" y="496921"/>
            <a:ext cx="0" cy="1116883"/>
          </a:xfrm>
          <a:prstGeom prst="line">
            <a:avLst/>
          </a:prstGeom>
          <a:ln>
            <a:solidFill>
              <a:schemeClr val="tx1"/>
            </a:solidFill>
            <a:prstDash val="lg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BAB25718-A553-59E2-0943-F319D55CC119}"/>
              </a:ext>
            </a:extLst>
          </p:cNvPr>
          <p:cNvCxnSpPr>
            <a:cxnSpLocks/>
          </p:cNvCxnSpPr>
          <p:nvPr/>
        </p:nvCxnSpPr>
        <p:spPr>
          <a:xfrm flipH="1">
            <a:off x="799394" y="496921"/>
            <a:ext cx="4529067" cy="2967"/>
          </a:xfrm>
          <a:prstGeom prst="line">
            <a:avLst/>
          </a:prstGeom>
          <a:ln>
            <a:solidFill>
              <a:schemeClr val="tx1"/>
            </a:solidFill>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993C01DC-EF5D-B6CD-E33C-BD63515DC59D}"/>
              </a:ext>
            </a:extLst>
          </p:cNvPr>
          <p:cNvCxnSpPr>
            <a:cxnSpLocks/>
          </p:cNvCxnSpPr>
          <p:nvPr/>
        </p:nvCxnSpPr>
        <p:spPr>
          <a:xfrm flipH="1">
            <a:off x="799394" y="2949934"/>
            <a:ext cx="4545495" cy="0"/>
          </a:xfrm>
          <a:prstGeom prst="line">
            <a:avLst/>
          </a:prstGeom>
          <a:ln>
            <a:solidFill>
              <a:schemeClr val="tx1"/>
            </a:solidFill>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D78A8A29-E5EA-FE7C-E516-BC519322739A}"/>
              </a:ext>
            </a:extLst>
          </p:cNvPr>
          <p:cNvCxnSpPr>
            <a:cxnSpLocks/>
          </p:cNvCxnSpPr>
          <p:nvPr/>
        </p:nvCxnSpPr>
        <p:spPr>
          <a:xfrm flipH="1">
            <a:off x="5344629" y="2951746"/>
            <a:ext cx="260" cy="475943"/>
          </a:xfrm>
          <a:prstGeom prst="line">
            <a:avLst/>
          </a:prstGeom>
          <a:ln>
            <a:solidFill>
              <a:schemeClr val="tx1"/>
            </a:solidFill>
            <a:prstDash val="lg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60E6EF9E-C31A-8E4F-921C-96558066FE69}"/>
              </a:ext>
            </a:extLst>
          </p:cNvPr>
          <p:cNvCxnSpPr>
            <a:cxnSpLocks/>
          </p:cNvCxnSpPr>
          <p:nvPr/>
        </p:nvCxnSpPr>
        <p:spPr>
          <a:xfrm flipH="1">
            <a:off x="799394" y="4748585"/>
            <a:ext cx="4536216" cy="0"/>
          </a:xfrm>
          <a:prstGeom prst="line">
            <a:avLst/>
          </a:prstGeom>
          <a:ln>
            <a:solidFill>
              <a:schemeClr val="tx1"/>
            </a:solidFill>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C65AF048-3B00-725B-6530-2B05FF3CF26F}"/>
              </a:ext>
            </a:extLst>
          </p:cNvPr>
          <p:cNvCxnSpPr>
            <a:cxnSpLocks/>
          </p:cNvCxnSpPr>
          <p:nvPr/>
        </p:nvCxnSpPr>
        <p:spPr>
          <a:xfrm>
            <a:off x="5335610" y="4762500"/>
            <a:ext cx="0" cy="499311"/>
          </a:xfrm>
          <a:prstGeom prst="line">
            <a:avLst/>
          </a:prstGeom>
          <a:ln>
            <a:solidFill>
              <a:schemeClr val="tx1"/>
            </a:solidFill>
            <a:prstDash val="lg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1" name="TextBox 260">
            <a:extLst>
              <a:ext uri="{FF2B5EF4-FFF2-40B4-BE49-F238E27FC236}">
                <a16:creationId xmlns:a16="http://schemas.microsoft.com/office/drawing/2014/main" id="{6896E034-B56F-675B-C0F4-18B60F01DEF3}"/>
              </a:ext>
            </a:extLst>
          </p:cNvPr>
          <p:cNvSpPr txBox="1"/>
          <p:nvPr/>
        </p:nvSpPr>
        <p:spPr>
          <a:xfrm>
            <a:off x="801782" y="325098"/>
            <a:ext cx="793807" cy="215444"/>
          </a:xfrm>
          <a:prstGeom prst="rect">
            <a:avLst/>
          </a:prstGeom>
          <a:noFill/>
          <a:ln>
            <a:noFill/>
          </a:ln>
        </p:spPr>
        <p:txBody>
          <a:bodyPr wrap="none" rtlCol="0">
            <a:spAutoFit/>
          </a:bodyPr>
          <a:lstStyle/>
          <a:p>
            <a:r>
              <a:rPr lang="en-US" sz="800" dirty="0"/>
              <a:t>HOLD,SHL,SHR</a:t>
            </a:r>
          </a:p>
        </p:txBody>
      </p:sp>
      <p:sp>
        <p:nvSpPr>
          <p:cNvPr id="262" name="TextBox 261">
            <a:extLst>
              <a:ext uri="{FF2B5EF4-FFF2-40B4-BE49-F238E27FC236}">
                <a16:creationId xmlns:a16="http://schemas.microsoft.com/office/drawing/2014/main" id="{53745741-82BA-859C-1FBE-0FAAFA71EC05}"/>
              </a:ext>
            </a:extLst>
          </p:cNvPr>
          <p:cNvSpPr txBox="1"/>
          <p:nvPr/>
        </p:nvSpPr>
        <p:spPr>
          <a:xfrm>
            <a:off x="853547" y="4561514"/>
            <a:ext cx="793807" cy="215444"/>
          </a:xfrm>
          <a:prstGeom prst="rect">
            <a:avLst/>
          </a:prstGeom>
          <a:noFill/>
          <a:ln>
            <a:noFill/>
          </a:ln>
        </p:spPr>
        <p:txBody>
          <a:bodyPr wrap="none" rtlCol="0">
            <a:spAutoFit/>
          </a:bodyPr>
          <a:lstStyle/>
          <a:p>
            <a:r>
              <a:rPr lang="en-US" sz="800" dirty="0"/>
              <a:t>HOLD,SHL,SHR</a:t>
            </a:r>
          </a:p>
        </p:txBody>
      </p:sp>
      <p:sp>
        <p:nvSpPr>
          <p:cNvPr id="263" name="TextBox 262">
            <a:extLst>
              <a:ext uri="{FF2B5EF4-FFF2-40B4-BE49-F238E27FC236}">
                <a16:creationId xmlns:a16="http://schemas.microsoft.com/office/drawing/2014/main" id="{F5900849-88C2-E8DF-7174-A9B2BF78D0CF}"/>
              </a:ext>
            </a:extLst>
          </p:cNvPr>
          <p:cNvSpPr txBox="1"/>
          <p:nvPr/>
        </p:nvSpPr>
        <p:spPr>
          <a:xfrm>
            <a:off x="836501" y="2784395"/>
            <a:ext cx="793807" cy="215444"/>
          </a:xfrm>
          <a:prstGeom prst="rect">
            <a:avLst/>
          </a:prstGeom>
          <a:noFill/>
          <a:ln>
            <a:noFill/>
          </a:ln>
        </p:spPr>
        <p:txBody>
          <a:bodyPr wrap="none" rtlCol="0">
            <a:spAutoFit/>
          </a:bodyPr>
          <a:lstStyle/>
          <a:p>
            <a:r>
              <a:rPr lang="en-US" sz="800" dirty="0"/>
              <a:t>HOLD,SHL,SHR</a:t>
            </a:r>
          </a:p>
        </p:txBody>
      </p:sp>
      <p:cxnSp>
        <p:nvCxnSpPr>
          <p:cNvPr id="275" name="Straight Connector 274">
            <a:extLst>
              <a:ext uri="{FF2B5EF4-FFF2-40B4-BE49-F238E27FC236}">
                <a16:creationId xmlns:a16="http://schemas.microsoft.com/office/drawing/2014/main" id="{60DB8742-80AA-8954-92D6-E29C54AF87D5}"/>
              </a:ext>
            </a:extLst>
          </p:cNvPr>
          <p:cNvCxnSpPr>
            <a:cxnSpLocks/>
          </p:cNvCxnSpPr>
          <p:nvPr/>
        </p:nvCxnSpPr>
        <p:spPr>
          <a:xfrm>
            <a:off x="799394" y="309966"/>
            <a:ext cx="7453066" cy="0"/>
          </a:xfrm>
          <a:prstGeom prst="line">
            <a:avLst/>
          </a:prstGeom>
          <a:ln>
            <a:solidFill>
              <a:schemeClr val="tx1"/>
            </a:solidFill>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7" name="Straight Arrow Connector 276">
            <a:extLst>
              <a:ext uri="{FF2B5EF4-FFF2-40B4-BE49-F238E27FC236}">
                <a16:creationId xmlns:a16="http://schemas.microsoft.com/office/drawing/2014/main" id="{1F447A8D-C00B-94FE-3327-4BCA4939668E}"/>
              </a:ext>
            </a:extLst>
          </p:cNvPr>
          <p:cNvCxnSpPr>
            <a:cxnSpLocks/>
          </p:cNvCxnSpPr>
          <p:nvPr/>
        </p:nvCxnSpPr>
        <p:spPr>
          <a:xfrm>
            <a:off x="8252548" y="320040"/>
            <a:ext cx="0" cy="1797861"/>
          </a:xfrm>
          <a:prstGeom prst="straightConnector1">
            <a:avLst/>
          </a:prstGeom>
          <a:ln>
            <a:solidFill>
              <a:schemeClr val="tx1"/>
            </a:solidFill>
            <a:prstDash val="lgDash"/>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124" name="Group 123">
            <a:extLst>
              <a:ext uri="{FF2B5EF4-FFF2-40B4-BE49-F238E27FC236}">
                <a16:creationId xmlns:a16="http://schemas.microsoft.com/office/drawing/2014/main" id="{6C604E8C-DF25-974E-0D29-3A0D2C8C001E}"/>
              </a:ext>
            </a:extLst>
          </p:cNvPr>
          <p:cNvGrpSpPr/>
          <p:nvPr/>
        </p:nvGrpSpPr>
        <p:grpSpPr>
          <a:xfrm>
            <a:off x="7745385" y="2082406"/>
            <a:ext cx="936576" cy="2227693"/>
            <a:chOff x="7745382" y="2082406"/>
            <a:chExt cx="1143546" cy="2227693"/>
          </a:xfrm>
        </p:grpSpPr>
        <p:sp>
          <p:nvSpPr>
            <p:cNvPr id="125" name="Rectangle 124">
              <a:extLst>
                <a:ext uri="{FF2B5EF4-FFF2-40B4-BE49-F238E27FC236}">
                  <a16:creationId xmlns:a16="http://schemas.microsoft.com/office/drawing/2014/main" id="{19B58138-8D03-72BB-4272-7756106E16EC}"/>
                </a:ext>
              </a:extLst>
            </p:cNvPr>
            <p:cNvSpPr/>
            <p:nvPr/>
          </p:nvSpPr>
          <p:spPr>
            <a:xfrm>
              <a:off x="7775276" y="2125981"/>
              <a:ext cx="1091650" cy="2184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5" name="TextBox 204">
              <a:extLst>
                <a:ext uri="{FF2B5EF4-FFF2-40B4-BE49-F238E27FC236}">
                  <a16:creationId xmlns:a16="http://schemas.microsoft.com/office/drawing/2014/main" id="{5E52C7AF-06B1-0A6C-62C1-49C61F592C3B}"/>
                </a:ext>
              </a:extLst>
            </p:cNvPr>
            <p:cNvSpPr txBox="1"/>
            <p:nvPr/>
          </p:nvSpPr>
          <p:spPr>
            <a:xfrm>
              <a:off x="8009127" y="2741908"/>
              <a:ext cx="502061" cy="246221"/>
            </a:xfrm>
            <a:prstGeom prst="rect">
              <a:avLst/>
            </a:prstGeom>
            <a:noFill/>
            <a:ln>
              <a:noFill/>
            </a:ln>
          </p:spPr>
          <p:txBody>
            <a:bodyPr wrap="none" rtlCol="0">
              <a:spAutoFit/>
            </a:bodyPr>
            <a:lstStyle/>
            <a:p>
              <a:r>
                <a:rPr lang="en-US" sz="1000" dirty="0"/>
                <a:t>ARITH</a:t>
              </a:r>
            </a:p>
          </p:txBody>
        </p:sp>
        <p:sp>
          <p:nvSpPr>
            <p:cNvPr id="230" name="TextBox 229">
              <a:extLst>
                <a:ext uri="{FF2B5EF4-FFF2-40B4-BE49-F238E27FC236}">
                  <a16:creationId xmlns:a16="http://schemas.microsoft.com/office/drawing/2014/main" id="{DD47B1A9-6AE4-24C3-280A-819A90733D14}"/>
                </a:ext>
              </a:extLst>
            </p:cNvPr>
            <p:cNvSpPr txBox="1"/>
            <p:nvPr/>
          </p:nvSpPr>
          <p:spPr>
            <a:xfrm>
              <a:off x="7745382" y="4047836"/>
              <a:ext cx="582211" cy="246221"/>
            </a:xfrm>
            <a:prstGeom prst="rect">
              <a:avLst/>
            </a:prstGeom>
            <a:noFill/>
            <a:ln>
              <a:noFill/>
            </a:ln>
          </p:spPr>
          <p:txBody>
            <a:bodyPr wrap="none" rtlCol="0">
              <a:spAutoFit/>
            </a:bodyPr>
            <a:lstStyle/>
            <a:p>
              <a:r>
                <a:rPr lang="en-US" sz="1000" dirty="0"/>
                <a:t>Oprnd1</a:t>
              </a:r>
            </a:p>
          </p:txBody>
        </p:sp>
        <p:sp>
          <p:nvSpPr>
            <p:cNvPr id="231" name="TextBox 230">
              <a:extLst>
                <a:ext uri="{FF2B5EF4-FFF2-40B4-BE49-F238E27FC236}">
                  <a16:creationId xmlns:a16="http://schemas.microsoft.com/office/drawing/2014/main" id="{CDE90A90-21FA-F2EB-1038-1772CD81ADB9}"/>
                </a:ext>
              </a:extLst>
            </p:cNvPr>
            <p:cNvSpPr txBox="1"/>
            <p:nvPr/>
          </p:nvSpPr>
          <p:spPr>
            <a:xfrm>
              <a:off x="7746502" y="2268812"/>
              <a:ext cx="582211" cy="246221"/>
            </a:xfrm>
            <a:prstGeom prst="rect">
              <a:avLst/>
            </a:prstGeom>
            <a:noFill/>
            <a:ln>
              <a:noFill/>
            </a:ln>
          </p:spPr>
          <p:txBody>
            <a:bodyPr wrap="none" rtlCol="0">
              <a:spAutoFit/>
            </a:bodyPr>
            <a:lstStyle/>
            <a:p>
              <a:r>
                <a:rPr lang="en-US" sz="1000" dirty="0"/>
                <a:t>Oprnd2</a:t>
              </a:r>
            </a:p>
          </p:txBody>
        </p:sp>
        <p:sp>
          <p:nvSpPr>
            <p:cNvPr id="232" name="TextBox 231">
              <a:extLst>
                <a:ext uri="{FF2B5EF4-FFF2-40B4-BE49-F238E27FC236}">
                  <a16:creationId xmlns:a16="http://schemas.microsoft.com/office/drawing/2014/main" id="{6A29F56E-2F00-1F00-FE7D-4236DE7DB28F}"/>
                </a:ext>
              </a:extLst>
            </p:cNvPr>
            <p:cNvSpPr txBox="1"/>
            <p:nvPr/>
          </p:nvSpPr>
          <p:spPr>
            <a:xfrm>
              <a:off x="8475032" y="3154491"/>
              <a:ext cx="413896" cy="246221"/>
            </a:xfrm>
            <a:prstGeom prst="rect">
              <a:avLst/>
            </a:prstGeom>
            <a:noFill/>
            <a:ln>
              <a:noFill/>
            </a:ln>
          </p:spPr>
          <p:txBody>
            <a:bodyPr wrap="none" rtlCol="0">
              <a:spAutoFit/>
            </a:bodyPr>
            <a:lstStyle/>
            <a:p>
              <a:r>
                <a:rPr lang="en-US" sz="1000" dirty="0"/>
                <a:t>Sum</a:t>
              </a:r>
            </a:p>
          </p:txBody>
        </p:sp>
        <p:sp>
          <p:nvSpPr>
            <p:cNvPr id="278" name="TextBox 277">
              <a:extLst>
                <a:ext uri="{FF2B5EF4-FFF2-40B4-BE49-F238E27FC236}">
                  <a16:creationId xmlns:a16="http://schemas.microsoft.com/office/drawing/2014/main" id="{806DFDA6-F363-8B87-0851-AF496AF64C06}"/>
                </a:ext>
              </a:extLst>
            </p:cNvPr>
            <p:cNvSpPr txBox="1"/>
            <p:nvPr/>
          </p:nvSpPr>
          <p:spPr>
            <a:xfrm>
              <a:off x="8116955" y="2082406"/>
              <a:ext cx="423514" cy="246221"/>
            </a:xfrm>
            <a:prstGeom prst="rect">
              <a:avLst/>
            </a:prstGeom>
            <a:noFill/>
            <a:ln>
              <a:noFill/>
            </a:ln>
          </p:spPr>
          <p:txBody>
            <a:bodyPr wrap="none" rtlCol="0">
              <a:spAutoFit/>
            </a:bodyPr>
            <a:lstStyle/>
            <a:p>
              <a:r>
                <a:rPr lang="en-US" sz="1000" dirty="0" err="1"/>
                <a:t>Cmd</a:t>
              </a:r>
              <a:endParaRPr lang="en-US" sz="1000" dirty="0"/>
            </a:p>
          </p:txBody>
        </p:sp>
      </p:grpSp>
      <p:sp>
        <p:nvSpPr>
          <p:cNvPr id="279" name="TextBox 278">
            <a:extLst>
              <a:ext uri="{FF2B5EF4-FFF2-40B4-BE49-F238E27FC236}">
                <a16:creationId xmlns:a16="http://schemas.microsoft.com/office/drawing/2014/main" id="{3BF695B4-AE3E-C1B4-2585-CA0B0D2136F4}"/>
              </a:ext>
            </a:extLst>
          </p:cNvPr>
          <p:cNvSpPr txBox="1"/>
          <p:nvPr/>
        </p:nvSpPr>
        <p:spPr>
          <a:xfrm>
            <a:off x="801797" y="146316"/>
            <a:ext cx="979755" cy="215444"/>
          </a:xfrm>
          <a:prstGeom prst="rect">
            <a:avLst/>
          </a:prstGeom>
          <a:noFill/>
          <a:ln>
            <a:noFill/>
          </a:ln>
        </p:spPr>
        <p:txBody>
          <a:bodyPr wrap="none" rtlCol="0">
            <a:spAutoFit/>
          </a:bodyPr>
          <a:lstStyle/>
          <a:p>
            <a:r>
              <a:rPr lang="en-US" sz="800" dirty="0"/>
              <a:t>ADD,SUB,CARRYEN</a:t>
            </a:r>
          </a:p>
        </p:txBody>
      </p:sp>
      <p:sp>
        <p:nvSpPr>
          <p:cNvPr id="280" name="TextBox 279">
            <a:extLst>
              <a:ext uri="{FF2B5EF4-FFF2-40B4-BE49-F238E27FC236}">
                <a16:creationId xmlns:a16="http://schemas.microsoft.com/office/drawing/2014/main" id="{DC5594B7-42E2-D2D5-DBD2-AD64F211A0D5}"/>
              </a:ext>
            </a:extLst>
          </p:cNvPr>
          <p:cNvSpPr txBox="1"/>
          <p:nvPr/>
        </p:nvSpPr>
        <p:spPr>
          <a:xfrm>
            <a:off x="811576" y="2086034"/>
            <a:ext cx="617477" cy="215444"/>
          </a:xfrm>
          <a:prstGeom prst="rect">
            <a:avLst/>
          </a:prstGeom>
          <a:noFill/>
          <a:ln>
            <a:noFill/>
          </a:ln>
        </p:spPr>
        <p:txBody>
          <a:bodyPr wrap="none" rtlCol="0">
            <a:spAutoFit/>
          </a:bodyPr>
          <a:lstStyle/>
          <a:p>
            <a:r>
              <a:rPr lang="en-US" sz="800" dirty="0"/>
              <a:t>IMMDATA</a:t>
            </a:r>
          </a:p>
        </p:txBody>
      </p:sp>
      <p:grpSp>
        <p:nvGrpSpPr>
          <p:cNvPr id="313" name="Group 312">
            <a:extLst>
              <a:ext uri="{FF2B5EF4-FFF2-40B4-BE49-F238E27FC236}">
                <a16:creationId xmlns:a16="http://schemas.microsoft.com/office/drawing/2014/main" id="{46F706C2-5AAE-B7E1-55A4-20083B5045D5}"/>
              </a:ext>
            </a:extLst>
          </p:cNvPr>
          <p:cNvGrpSpPr/>
          <p:nvPr/>
        </p:nvGrpSpPr>
        <p:grpSpPr>
          <a:xfrm>
            <a:off x="8638839" y="5954107"/>
            <a:ext cx="1808632" cy="700704"/>
            <a:chOff x="8056033" y="4809067"/>
            <a:chExt cx="1808632" cy="700704"/>
          </a:xfrm>
        </p:grpSpPr>
        <p:sp>
          <p:nvSpPr>
            <p:cNvPr id="283" name="Rectangle 282">
              <a:extLst>
                <a:ext uri="{FF2B5EF4-FFF2-40B4-BE49-F238E27FC236}">
                  <a16:creationId xmlns:a16="http://schemas.microsoft.com/office/drawing/2014/main" id="{F88C9ADF-8F42-B15A-F458-87265F280FF6}"/>
                </a:ext>
              </a:extLst>
            </p:cNvPr>
            <p:cNvSpPr/>
            <p:nvPr/>
          </p:nvSpPr>
          <p:spPr>
            <a:xfrm>
              <a:off x="8132233" y="4989095"/>
              <a:ext cx="1680634" cy="26870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292" name="Straight Connector 291">
              <a:extLst>
                <a:ext uri="{FF2B5EF4-FFF2-40B4-BE49-F238E27FC236}">
                  <a16:creationId xmlns:a16="http://schemas.microsoft.com/office/drawing/2014/main" id="{8E44AF87-FF0F-3F9F-7938-907C78BD2638}"/>
                </a:ext>
              </a:extLst>
            </p:cNvPr>
            <p:cNvCxnSpPr>
              <a:cxnSpLocks/>
            </p:cNvCxnSpPr>
            <p:nvPr/>
          </p:nvCxnSpPr>
          <p:spPr>
            <a:xfrm>
              <a:off x="8976318" y="4989095"/>
              <a:ext cx="0" cy="268702"/>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0FDD6285-EF0E-7769-406C-0C7EEB27325D}"/>
                </a:ext>
              </a:extLst>
            </p:cNvPr>
            <p:cNvCxnSpPr/>
            <p:nvPr/>
          </p:nvCxnSpPr>
          <p:spPr>
            <a:xfrm>
              <a:off x="8547100" y="4989095"/>
              <a:ext cx="0" cy="27271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571980A3-5A94-1ACB-77F4-431CD8107CA2}"/>
                </a:ext>
              </a:extLst>
            </p:cNvPr>
            <p:cNvCxnSpPr/>
            <p:nvPr/>
          </p:nvCxnSpPr>
          <p:spPr>
            <a:xfrm>
              <a:off x="9402146" y="4989095"/>
              <a:ext cx="0" cy="27271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72B5BA92-A459-3155-2D05-2C89F13635E8}"/>
                </a:ext>
              </a:extLst>
            </p:cNvPr>
            <p:cNvCxnSpPr/>
            <p:nvPr/>
          </p:nvCxnSpPr>
          <p:spPr>
            <a:xfrm>
              <a:off x="8760639" y="4993109"/>
              <a:ext cx="0" cy="268702"/>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A3FFD0B3-7C84-6D98-86BC-D46211CA421A}"/>
                </a:ext>
              </a:extLst>
            </p:cNvPr>
            <p:cNvCxnSpPr/>
            <p:nvPr/>
          </p:nvCxnSpPr>
          <p:spPr>
            <a:xfrm>
              <a:off x="8339666" y="4989095"/>
              <a:ext cx="0" cy="27271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D13C8D40-EAC2-7567-1AC0-7474724C2689}"/>
                </a:ext>
              </a:extLst>
            </p:cNvPr>
            <p:cNvCxnSpPr/>
            <p:nvPr/>
          </p:nvCxnSpPr>
          <p:spPr>
            <a:xfrm>
              <a:off x="9186334" y="4989095"/>
              <a:ext cx="0" cy="27271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0" name="Straight Connector 299">
              <a:extLst>
                <a:ext uri="{FF2B5EF4-FFF2-40B4-BE49-F238E27FC236}">
                  <a16:creationId xmlns:a16="http://schemas.microsoft.com/office/drawing/2014/main" id="{81FE21A1-2320-8504-4AFA-64690EC9E8E0}"/>
                </a:ext>
              </a:extLst>
            </p:cNvPr>
            <p:cNvCxnSpPr/>
            <p:nvPr/>
          </p:nvCxnSpPr>
          <p:spPr>
            <a:xfrm>
              <a:off x="9613900" y="4989095"/>
              <a:ext cx="0" cy="27271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04" name="TextBox 303">
              <a:extLst>
                <a:ext uri="{FF2B5EF4-FFF2-40B4-BE49-F238E27FC236}">
                  <a16:creationId xmlns:a16="http://schemas.microsoft.com/office/drawing/2014/main" id="{F07AF0DA-2B7F-CA67-87F6-B26AC4AA4BD6}"/>
                </a:ext>
              </a:extLst>
            </p:cNvPr>
            <p:cNvSpPr txBox="1"/>
            <p:nvPr/>
          </p:nvSpPr>
          <p:spPr>
            <a:xfrm>
              <a:off x="8056033" y="5014293"/>
              <a:ext cx="360996" cy="215444"/>
            </a:xfrm>
            <a:prstGeom prst="rect">
              <a:avLst/>
            </a:prstGeom>
            <a:noFill/>
            <a:ln>
              <a:noFill/>
            </a:ln>
          </p:spPr>
          <p:txBody>
            <a:bodyPr wrap="none" rtlCol="0">
              <a:spAutoFit/>
            </a:bodyPr>
            <a:lstStyle/>
            <a:p>
              <a:r>
                <a:rPr lang="en-US" sz="800" dirty="0" err="1"/>
                <a:t>msd</a:t>
              </a:r>
              <a:endParaRPr lang="en-US" sz="800" dirty="0"/>
            </a:p>
          </p:txBody>
        </p:sp>
        <p:sp>
          <p:nvSpPr>
            <p:cNvPr id="305" name="TextBox 304">
              <a:extLst>
                <a:ext uri="{FF2B5EF4-FFF2-40B4-BE49-F238E27FC236}">
                  <a16:creationId xmlns:a16="http://schemas.microsoft.com/office/drawing/2014/main" id="{D3142E3C-BFA6-FC51-8A69-A6562B4978C7}"/>
                </a:ext>
              </a:extLst>
            </p:cNvPr>
            <p:cNvSpPr txBox="1"/>
            <p:nvPr/>
          </p:nvSpPr>
          <p:spPr>
            <a:xfrm>
              <a:off x="9561377" y="5018739"/>
              <a:ext cx="303288" cy="215444"/>
            </a:xfrm>
            <a:prstGeom prst="rect">
              <a:avLst/>
            </a:prstGeom>
            <a:noFill/>
            <a:ln>
              <a:noFill/>
            </a:ln>
          </p:spPr>
          <p:txBody>
            <a:bodyPr wrap="none" rtlCol="0">
              <a:spAutoFit/>
            </a:bodyPr>
            <a:lstStyle/>
            <a:p>
              <a:r>
                <a:rPr lang="en-US" sz="800" dirty="0" err="1"/>
                <a:t>lsd</a:t>
              </a:r>
              <a:endParaRPr lang="en-US" sz="800" dirty="0"/>
            </a:p>
          </p:txBody>
        </p:sp>
        <p:cxnSp>
          <p:nvCxnSpPr>
            <p:cNvPr id="307" name="Straight Arrow Connector 306">
              <a:extLst>
                <a:ext uri="{FF2B5EF4-FFF2-40B4-BE49-F238E27FC236}">
                  <a16:creationId xmlns:a16="http://schemas.microsoft.com/office/drawing/2014/main" id="{A8E5496A-121E-D2B1-E460-7693619874BA}"/>
                </a:ext>
              </a:extLst>
            </p:cNvPr>
            <p:cNvCxnSpPr/>
            <p:nvPr/>
          </p:nvCxnSpPr>
          <p:spPr>
            <a:xfrm>
              <a:off x="8424992" y="5327833"/>
              <a:ext cx="533400"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08" name="TextBox 307">
              <a:extLst>
                <a:ext uri="{FF2B5EF4-FFF2-40B4-BE49-F238E27FC236}">
                  <a16:creationId xmlns:a16="http://schemas.microsoft.com/office/drawing/2014/main" id="{7B25BE95-035C-9B09-2424-1508906D52F0}"/>
                </a:ext>
              </a:extLst>
            </p:cNvPr>
            <p:cNvSpPr txBox="1"/>
            <p:nvPr/>
          </p:nvSpPr>
          <p:spPr>
            <a:xfrm>
              <a:off x="8120117" y="5220111"/>
              <a:ext cx="351378" cy="215444"/>
            </a:xfrm>
            <a:prstGeom prst="rect">
              <a:avLst/>
            </a:prstGeom>
            <a:noFill/>
            <a:ln>
              <a:noFill/>
            </a:ln>
          </p:spPr>
          <p:txBody>
            <a:bodyPr wrap="none" rtlCol="0">
              <a:spAutoFit/>
            </a:bodyPr>
            <a:lstStyle/>
            <a:p>
              <a:r>
                <a:rPr lang="en-US" sz="800" dirty="0"/>
                <a:t>SHR</a:t>
              </a:r>
            </a:p>
          </p:txBody>
        </p:sp>
        <p:cxnSp>
          <p:nvCxnSpPr>
            <p:cNvPr id="310" name="Straight Arrow Connector 309">
              <a:extLst>
                <a:ext uri="{FF2B5EF4-FFF2-40B4-BE49-F238E27FC236}">
                  <a16:creationId xmlns:a16="http://schemas.microsoft.com/office/drawing/2014/main" id="{5E7A3DEC-18EB-FF86-23C6-F8E8B946B4BB}"/>
                </a:ext>
              </a:extLst>
            </p:cNvPr>
            <p:cNvCxnSpPr/>
            <p:nvPr/>
          </p:nvCxnSpPr>
          <p:spPr>
            <a:xfrm flipH="1">
              <a:off x="9026763" y="5402049"/>
              <a:ext cx="524933"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11" name="TextBox 310">
              <a:extLst>
                <a:ext uri="{FF2B5EF4-FFF2-40B4-BE49-F238E27FC236}">
                  <a16:creationId xmlns:a16="http://schemas.microsoft.com/office/drawing/2014/main" id="{B87D85F6-E05F-D776-21BA-E8A37D846F1C}"/>
                </a:ext>
              </a:extLst>
            </p:cNvPr>
            <p:cNvSpPr txBox="1"/>
            <p:nvPr/>
          </p:nvSpPr>
          <p:spPr>
            <a:xfrm>
              <a:off x="9519457" y="5294327"/>
              <a:ext cx="338554" cy="215444"/>
            </a:xfrm>
            <a:prstGeom prst="rect">
              <a:avLst/>
            </a:prstGeom>
            <a:noFill/>
            <a:ln>
              <a:noFill/>
            </a:ln>
          </p:spPr>
          <p:txBody>
            <a:bodyPr wrap="none" rtlCol="0">
              <a:spAutoFit/>
            </a:bodyPr>
            <a:lstStyle/>
            <a:p>
              <a:r>
                <a:rPr lang="en-US" sz="800" dirty="0"/>
                <a:t>SHL</a:t>
              </a:r>
            </a:p>
          </p:txBody>
        </p:sp>
        <p:sp>
          <p:nvSpPr>
            <p:cNvPr id="312" name="TextBox 311">
              <a:extLst>
                <a:ext uri="{FF2B5EF4-FFF2-40B4-BE49-F238E27FC236}">
                  <a16:creationId xmlns:a16="http://schemas.microsoft.com/office/drawing/2014/main" id="{B28D5712-FF6D-C0A4-2925-59F4A9A82FFC}"/>
                </a:ext>
              </a:extLst>
            </p:cNvPr>
            <p:cNvSpPr txBox="1"/>
            <p:nvPr/>
          </p:nvSpPr>
          <p:spPr>
            <a:xfrm>
              <a:off x="8686800" y="4809067"/>
              <a:ext cx="577402" cy="215444"/>
            </a:xfrm>
            <a:prstGeom prst="rect">
              <a:avLst/>
            </a:prstGeom>
            <a:noFill/>
            <a:ln>
              <a:noFill/>
            </a:ln>
          </p:spPr>
          <p:txBody>
            <a:bodyPr wrap="none" rtlCol="0">
              <a:spAutoFit/>
            </a:bodyPr>
            <a:lstStyle/>
            <a:p>
              <a:r>
                <a:rPr lang="en-US" sz="800" dirty="0"/>
                <a:t>X,Y,QREG</a:t>
              </a:r>
            </a:p>
          </p:txBody>
        </p:sp>
      </p:grpSp>
      <p:sp>
        <p:nvSpPr>
          <p:cNvPr id="323" name="TextBox 322">
            <a:extLst>
              <a:ext uri="{FF2B5EF4-FFF2-40B4-BE49-F238E27FC236}">
                <a16:creationId xmlns:a16="http://schemas.microsoft.com/office/drawing/2014/main" id="{BB16ED4E-614D-13C7-52B2-7A9C3573C936}"/>
              </a:ext>
            </a:extLst>
          </p:cNvPr>
          <p:cNvSpPr txBox="1"/>
          <p:nvPr/>
        </p:nvSpPr>
        <p:spPr>
          <a:xfrm>
            <a:off x="10032353" y="1665591"/>
            <a:ext cx="452368" cy="246221"/>
          </a:xfrm>
          <a:prstGeom prst="rect">
            <a:avLst/>
          </a:prstGeom>
          <a:noFill/>
          <a:ln>
            <a:noFill/>
          </a:ln>
        </p:spPr>
        <p:txBody>
          <a:bodyPr wrap="none" rtlCol="0">
            <a:spAutoFit/>
          </a:bodyPr>
          <a:lstStyle/>
          <a:p>
            <a:r>
              <a:rPr lang="en-US" sz="1000" dirty="0"/>
              <a:t>DSKY</a:t>
            </a:r>
          </a:p>
        </p:txBody>
      </p:sp>
      <p:cxnSp>
        <p:nvCxnSpPr>
          <p:cNvPr id="325" name="Straight Arrow Connector 324">
            <a:extLst>
              <a:ext uri="{FF2B5EF4-FFF2-40B4-BE49-F238E27FC236}">
                <a16:creationId xmlns:a16="http://schemas.microsoft.com/office/drawing/2014/main" id="{4545C784-D223-BFDE-7C15-2879CAD26BF3}"/>
              </a:ext>
            </a:extLst>
          </p:cNvPr>
          <p:cNvCxnSpPr>
            <a:cxnSpLocks/>
          </p:cNvCxnSpPr>
          <p:nvPr/>
        </p:nvCxnSpPr>
        <p:spPr>
          <a:xfrm>
            <a:off x="2965735" y="1514871"/>
            <a:ext cx="794995" cy="0"/>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31" name="Straight Connector 330">
            <a:extLst>
              <a:ext uri="{FF2B5EF4-FFF2-40B4-BE49-F238E27FC236}">
                <a16:creationId xmlns:a16="http://schemas.microsoft.com/office/drawing/2014/main" id="{CBD3971F-A2DB-0105-560A-AF325092C17C}"/>
              </a:ext>
            </a:extLst>
          </p:cNvPr>
          <p:cNvCxnSpPr>
            <a:cxnSpLocks/>
          </p:cNvCxnSpPr>
          <p:nvPr/>
        </p:nvCxnSpPr>
        <p:spPr>
          <a:xfrm>
            <a:off x="799394" y="688481"/>
            <a:ext cx="3099701" cy="0"/>
          </a:xfrm>
          <a:prstGeom prst="line">
            <a:avLst/>
          </a:prstGeom>
          <a:ln>
            <a:solidFill>
              <a:schemeClr val="tx1"/>
            </a:solidFill>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2" name="Straight Connector 331">
            <a:extLst>
              <a:ext uri="{FF2B5EF4-FFF2-40B4-BE49-F238E27FC236}">
                <a16:creationId xmlns:a16="http://schemas.microsoft.com/office/drawing/2014/main" id="{D07EAC20-9B2D-B0C1-E634-1028FB46858F}"/>
              </a:ext>
            </a:extLst>
          </p:cNvPr>
          <p:cNvCxnSpPr/>
          <p:nvPr/>
        </p:nvCxnSpPr>
        <p:spPr>
          <a:xfrm>
            <a:off x="799394" y="887634"/>
            <a:ext cx="1584640" cy="0"/>
          </a:xfrm>
          <a:prstGeom prst="line">
            <a:avLst/>
          </a:prstGeom>
          <a:ln>
            <a:solidFill>
              <a:schemeClr val="tx1"/>
            </a:solidFill>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8" name="Straight Arrow Connector 337">
            <a:extLst>
              <a:ext uri="{FF2B5EF4-FFF2-40B4-BE49-F238E27FC236}">
                <a16:creationId xmlns:a16="http://schemas.microsoft.com/office/drawing/2014/main" id="{4E28E8EA-DBE4-5AFE-999A-2E4731649770}"/>
              </a:ext>
            </a:extLst>
          </p:cNvPr>
          <p:cNvCxnSpPr>
            <a:cxnSpLocks/>
            <a:endCxn id="36" idx="1"/>
          </p:cNvCxnSpPr>
          <p:nvPr/>
        </p:nvCxnSpPr>
        <p:spPr>
          <a:xfrm>
            <a:off x="2384034" y="885092"/>
            <a:ext cx="0" cy="447625"/>
          </a:xfrm>
          <a:prstGeom prst="straightConnector1">
            <a:avLst/>
          </a:prstGeom>
          <a:ln>
            <a:solidFill>
              <a:schemeClr val="tx1"/>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40" name="Straight Arrow Connector 339">
            <a:extLst>
              <a:ext uri="{FF2B5EF4-FFF2-40B4-BE49-F238E27FC236}">
                <a16:creationId xmlns:a16="http://schemas.microsoft.com/office/drawing/2014/main" id="{BCE4AB9F-DDBD-B4CF-B0AE-A02C951433CA}"/>
              </a:ext>
            </a:extLst>
          </p:cNvPr>
          <p:cNvCxnSpPr>
            <a:cxnSpLocks/>
          </p:cNvCxnSpPr>
          <p:nvPr/>
        </p:nvCxnSpPr>
        <p:spPr>
          <a:xfrm>
            <a:off x="3916680" y="691662"/>
            <a:ext cx="0" cy="829191"/>
          </a:xfrm>
          <a:prstGeom prst="straightConnector1">
            <a:avLst/>
          </a:prstGeom>
          <a:ln>
            <a:solidFill>
              <a:schemeClr val="tx1"/>
            </a:solidFill>
            <a:prstDash val="lgDash"/>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42" name="Straight Connector 341">
            <a:extLst>
              <a:ext uri="{FF2B5EF4-FFF2-40B4-BE49-F238E27FC236}">
                <a16:creationId xmlns:a16="http://schemas.microsoft.com/office/drawing/2014/main" id="{B398B8CD-68A3-F49E-8A95-3D28714A864E}"/>
              </a:ext>
            </a:extLst>
          </p:cNvPr>
          <p:cNvCxnSpPr>
            <a:cxnSpLocks/>
          </p:cNvCxnSpPr>
          <p:nvPr/>
        </p:nvCxnSpPr>
        <p:spPr>
          <a:xfrm flipH="1">
            <a:off x="799394" y="2062204"/>
            <a:ext cx="3073631" cy="0"/>
          </a:xfrm>
          <a:prstGeom prst="line">
            <a:avLst/>
          </a:prstGeom>
          <a:ln>
            <a:solidFill>
              <a:schemeClr val="tx1"/>
            </a:solidFill>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4" name="Straight Arrow Connector 343">
            <a:extLst>
              <a:ext uri="{FF2B5EF4-FFF2-40B4-BE49-F238E27FC236}">
                <a16:creationId xmlns:a16="http://schemas.microsoft.com/office/drawing/2014/main" id="{7B248B4D-2007-F580-B588-BEEFAA3E269B}"/>
              </a:ext>
            </a:extLst>
          </p:cNvPr>
          <p:cNvCxnSpPr>
            <a:cxnSpLocks/>
            <a:endCxn id="15" idx="1"/>
          </p:cNvCxnSpPr>
          <p:nvPr/>
        </p:nvCxnSpPr>
        <p:spPr>
          <a:xfrm>
            <a:off x="3873025" y="2062204"/>
            <a:ext cx="1" cy="159627"/>
          </a:xfrm>
          <a:prstGeom prst="straightConnector1">
            <a:avLst/>
          </a:prstGeom>
          <a:ln>
            <a:solidFill>
              <a:schemeClr val="tx1"/>
            </a:solidFill>
            <a:prstDash val="lgDash"/>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49" name="Straight Connector 348">
            <a:extLst>
              <a:ext uri="{FF2B5EF4-FFF2-40B4-BE49-F238E27FC236}">
                <a16:creationId xmlns:a16="http://schemas.microsoft.com/office/drawing/2014/main" id="{75F3D853-A5C2-519E-AD4F-1A2FEF03168B}"/>
              </a:ext>
            </a:extLst>
          </p:cNvPr>
          <p:cNvCxnSpPr>
            <a:cxnSpLocks/>
          </p:cNvCxnSpPr>
          <p:nvPr/>
        </p:nvCxnSpPr>
        <p:spPr>
          <a:xfrm>
            <a:off x="799394" y="4086238"/>
            <a:ext cx="3073632" cy="0"/>
          </a:xfrm>
          <a:prstGeom prst="line">
            <a:avLst/>
          </a:prstGeom>
          <a:ln>
            <a:solidFill>
              <a:schemeClr val="tx1"/>
            </a:solidFill>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1" name="Straight Arrow Connector 350">
            <a:extLst>
              <a:ext uri="{FF2B5EF4-FFF2-40B4-BE49-F238E27FC236}">
                <a16:creationId xmlns:a16="http://schemas.microsoft.com/office/drawing/2014/main" id="{66765657-BEB0-8A61-D3C0-AF78CDEFE72B}"/>
              </a:ext>
            </a:extLst>
          </p:cNvPr>
          <p:cNvCxnSpPr>
            <a:cxnSpLocks/>
          </p:cNvCxnSpPr>
          <p:nvPr/>
        </p:nvCxnSpPr>
        <p:spPr>
          <a:xfrm flipH="1" flipV="1">
            <a:off x="2881395" y="3608096"/>
            <a:ext cx="11029" cy="469822"/>
          </a:xfrm>
          <a:prstGeom prst="straightConnector1">
            <a:avLst/>
          </a:prstGeom>
          <a:ln>
            <a:solidFill>
              <a:schemeClr val="tx1"/>
            </a:solidFill>
            <a:prstDash val="lgDash"/>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54" name="Straight Arrow Connector 353">
            <a:extLst>
              <a:ext uri="{FF2B5EF4-FFF2-40B4-BE49-F238E27FC236}">
                <a16:creationId xmlns:a16="http://schemas.microsoft.com/office/drawing/2014/main" id="{85D3DB0F-9D2B-241E-ABFF-D347DA541E67}"/>
              </a:ext>
            </a:extLst>
          </p:cNvPr>
          <p:cNvCxnSpPr>
            <a:cxnSpLocks/>
          </p:cNvCxnSpPr>
          <p:nvPr/>
        </p:nvCxnSpPr>
        <p:spPr>
          <a:xfrm flipV="1">
            <a:off x="3882951" y="3882190"/>
            <a:ext cx="0" cy="206284"/>
          </a:xfrm>
          <a:prstGeom prst="straightConnector1">
            <a:avLst/>
          </a:prstGeom>
          <a:ln>
            <a:solidFill>
              <a:schemeClr val="tx1"/>
            </a:solidFill>
            <a:prstDash val="lgDash"/>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57" name="TextBox 356">
            <a:extLst>
              <a:ext uri="{FF2B5EF4-FFF2-40B4-BE49-F238E27FC236}">
                <a16:creationId xmlns:a16="http://schemas.microsoft.com/office/drawing/2014/main" id="{12A66334-5292-E8E6-727F-F865973BC871}"/>
              </a:ext>
            </a:extLst>
          </p:cNvPr>
          <p:cNvSpPr txBox="1"/>
          <p:nvPr/>
        </p:nvSpPr>
        <p:spPr>
          <a:xfrm>
            <a:off x="824501" y="1889518"/>
            <a:ext cx="628698" cy="215444"/>
          </a:xfrm>
          <a:prstGeom prst="rect">
            <a:avLst/>
          </a:prstGeom>
          <a:noFill/>
          <a:ln>
            <a:noFill/>
          </a:ln>
        </p:spPr>
        <p:txBody>
          <a:bodyPr wrap="none" rtlCol="0">
            <a:spAutoFit/>
          </a:bodyPr>
          <a:lstStyle/>
          <a:p>
            <a:r>
              <a:rPr lang="en-US" sz="800" dirty="0"/>
              <a:t>SEL[</a:t>
            </a:r>
            <a:r>
              <a:rPr lang="en-US" sz="800" dirty="0" err="1"/>
              <a:t>Dat,Q</a:t>
            </a:r>
            <a:r>
              <a:rPr lang="en-US" sz="800" dirty="0"/>
              <a:t>]</a:t>
            </a:r>
          </a:p>
        </p:txBody>
      </p:sp>
      <p:sp>
        <p:nvSpPr>
          <p:cNvPr id="358" name="TextBox 357">
            <a:extLst>
              <a:ext uri="{FF2B5EF4-FFF2-40B4-BE49-F238E27FC236}">
                <a16:creationId xmlns:a16="http://schemas.microsoft.com/office/drawing/2014/main" id="{3F3A2597-1E24-C542-B62A-28898D88FDF0}"/>
              </a:ext>
            </a:extLst>
          </p:cNvPr>
          <p:cNvSpPr txBox="1"/>
          <p:nvPr/>
        </p:nvSpPr>
        <p:spPr>
          <a:xfrm>
            <a:off x="799394" y="722429"/>
            <a:ext cx="518091" cy="215444"/>
          </a:xfrm>
          <a:prstGeom prst="rect">
            <a:avLst/>
          </a:prstGeom>
          <a:noFill/>
          <a:ln>
            <a:noFill/>
          </a:ln>
        </p:spPr>
        <p:txBody>
          <a:bodyPr wrap="none" rtlCol="0">
            <a:spAutoFit/>
          </a:bodyPr>
          <a:lstStyle/>
          <a:p>
            <a:r>
              <a:rPr lang="en-US" sz="800" dirty="0"/>
              <a:t>SEL[0,X]</a:t>
            </a:r>
          </a:p>
        </p:txBody>
      </p:sp>
      <p:sp>
        <p:nvSpPr>
          <p:cNvPr id="359" name="TextBox 358">
            <a:extLst>
              <a:ext uri="{FF2B5EF4-FFF2-40B4-BE49-F238E27FC236}">
                <a16:creationId xmlns:a16="http://schemas.microsoft.com/office/drawing/2014/main" id="{F4FEE330-6E9F-0B25-9B6E-FF66542BC220}"/>
              </a:ext>
            </a:extLst>
          </p:cNvPr>
          <p:cNvSpPr txBox="1"/>
          <p:nvPr/>
        </p:nvSpPr>
        <p:spPr>
          <a:xfrm>
            <a:off x="799394" y="512096"/>
            <a:ext cx="872355" cy="215444"/>
          </a:xfrm>
          <a:prstGeom prst="rect">
            <a:avLst/>
          </a:prstGeom>
          <a:noFill/>
          <a:ln>
            <a:noFill/>
          </a:ln>
        </p:spPr>
        <p:txBody>
          <a:bodyPr wrap="none" rtlCol="0">
            <a:spAutoFit/>
          </a:bodyPr>
          <a:lstStyle/>
          <a:p>
            <a:r>
              <a:rPr lang="en-US" sz="800" dirty="0"/>
              <a:t>SEL[X9,SUM,X,Y]</a:t>
            </a:r>
          </a:p>
        </p:txBody>
      </p:sp>
      <p:sp>
        <p:nvSpPr>
          <p:cNvPr id="360" name="TextBox 359">
            <a:extLst>
              <a:ext uri="{FF2B5EF4-FFF2-40B4-BE49-F238E27FC236}">
                <a16:creationId xmlns:a16="http://schemas.microsoft.com/office/drawing/2014/main" id="{C5D22B54-D7BD-FF4C-E946-C1FB0558575B}"/>
              </a:ext>
            </a:extLst>
          </p:cNvPr>
          <p:cNvSpPr txBox="1"/>
          <p:nvPr/>
        </p:nvSpPr>
        <p:spPr>
          <a:xfrm>
            <a:off x="820755" y="3899025"/>
            <a:ext cx="593432" cy="215444"/>
          </a:xfrm>
          <a:prstGeom prst="rect">
            <a:avLst/>
          </a:prstGeom>
          <a:noFill/>
          <a:ln>
            <a:noFill/>
          </a:ln>
        </p:spPr>
        <p:txBody>
          <a:bodyPr wrap="none" rtlCol="0">
            <a:spAutoFit/>
          </a:bodyPr>
          <a:lstStyle/>
          <a:p>
            <a:r>
              <a:rPr lang="en-US" sz="800" dirty="0"/>
              <a:t>SEL[0,Y,X]</a:t>
            </a:r>
          </a:p>
        </p:txBody>
      </p:sp>
      <p:cxnSp>
        <p:nvCxnSpPr>
          <p:cNvPr id="362" name="Straight Connector 361">
            <a:extLst>
              <a:ext uri="{FF2B5EF4-FFF2-40B4-BE49-F238E27FC236}">
                <a16:creationId xmlns:a16="http://schemas.microsoft.com/office/drawing/2014/main" id="{CFC8D5F4-3BE2-7B13-D251-8241E594AF53}"/>
              </a:ext>
            </a:extLst>
          </p:cNvPr>
          <p:cNvCxnSpPr>
            <a:cxnSpLocks/>
          </p:cNvCxnSpPr>
          <p:nvPr/>
        </p:nvCxnSpPr>
        <p:spPr>
          <a:xfrm flipH="1">
            <a:off x="799394" y="5664994"/>
            <a:ext cx="2474008" cy="0"/>
          </a:xfrm>
          <a:prstGeom prst="line">
            <a:avLst/>
          </a:prstGeom>
          <a:ln>
            <a:solidFill>
              <a:schemeClr val="tx1"/>
            </a:solidFill>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4" name="Straight Arrow Connector 363">
            <a:extLst>
              <a:ext uri="{FF2B5EF4-FFF2-40B4-BE49-F238E27FC236}">
                <a16:creationId xmlns:a16="http://schemas.microsoft.com/office/drawing/2014/main" id="{C0645760-7F5C-69E2-1718-F6AE8FB379C6}"/>
              </a:ext>
            </a:extLst>
          </p:cNvPr>
          <p:cNvCxnSpPr>
            <a:endCxn id="31" idx="1"/>
          </p:cNvCxnSpPr>
          <p:nvPr/>
        </p:nvCxnSpPr>
        <p:spPr>
          <a:xfrm>
            <a:off x="3273402" y="5685049"/>
            <a:ext cx="0" cy="215566"/>
          </a:xfrm>
          <a:prstGeom prst="straightConnector1">
            <a:avLst/>
          </a:prstGeom>
          <a:ln>
            <a:solidFill>
              <a:schemeClr val="tx1"/>
            </a:solidFill>
            <a:prstDash val="lgDash"/>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65" name="TextBox 364">
            <a:extLst>
              <a:ext uri="{FF2B5EF4-FFF2-40B4-BE49-F238E27FC236}">
                <a16:creationId xmlns:a16="http://schemas.microsoft.com/office/drawing/2014/main" id="{2B1C714E-671A-B120-8E91-B79A28FBD9CF}"/>
              </a:ext>
            </a:extLst>
          </p:cNvPr>
          <p:cNvSpPr txBox="1"/>
          <p:nvPr/>
        </p:nvSpPr>
        <p:spPr>
          <a:xfrm>
            <a:off x="857812" y="5499556"/>
            <a:ext cx="577402" cy="215444"/>
          </a:xfrm>
          <a:prstGeom prst="rect">
            <a:avLst/>
          </a:prstGeom>
          <a:noFill/>
          <a:ln>
            <a:noFill/>
          </a:ln>
        </p:spPr>
        <p:txBody>
          <a:bodyPr wrap="none" rtlCol="0">
            <a:spAutoFit/>
          </a:bodyPr>
          <a:lstStyle/>
          <a:p>
            <a:r>
              <a:rPr lang="en-US" sz="800" dirty="0"/>
              <a:t>SEL[0,QL]</a:t>
            </a:r>
          </a:p>
        </p:txBody>
      </p:sp>
      <p:sp>
        <p:nvSpPr>
          <p:cNvPr id="372" name="TextBox 371">
            <a:extLst>
              <a:ext uri="{FF2B5EF4-FFF2-40B4-BE49-F238E27FC236}">
                <a16:creationId xmlns:a16="http://schemas.microsoft.com/office/drawing/2014/main" id="{354DF904-2892-0EFE-DE53-3CE6E546A251}"/>
              </a:ext>
            </a:extLst>
          </p:cNvPr>
          <p:cNvSpPr txBox="1"/>
          <p:nvPr/>
        </p:nvSpPr>
        <p:spPr>
          <a:xfrm rot="16200000">
            <a:off x="-327782" y="3321279"/>
            <a:ext cx="1851533" cy="276999"/>
          </a:xfrm>
          <a:prstGeom prst="rect">
            <a:avLst/>
          </a:prstGeom>
          <a:noFill/>
          <a:ln>
            <a:noFill/>
          </a:ln>
        </p:spPr>
        <p:txBody>
          <a:bodyPr wrap="none" rtlCol="0">
            <a:spAutoFit/>
          </a:bodyPr>
          <a:lstStyle/>
          <a:p>
            <a:r>
              <a:rPr lang="en-US" sz="1200" dirty="0" err="1"/>
              <a:t>uSEQ</a:t>
            </a:r>
            <a:r>
              <a:rPr lang="en-US" sz="1200" dirty="0"/>
              <a:t> Microinstruction Bits</a:t>
            </a:r>
          </a:p>
        </p:txBody>
      </p:sp>
      <p:sp>
        <p:nvSpPr>
          <p:cNvPr id="373" name="Rectangle 372">
            <a:extLst>
              <a:ext uri="{FF2B5EF4-FFF2-40B4-BE49-F238E27FC236}">
                <a16:creationId xmlns:a16="http://schemas.microsoft.com/office/drawing/2014/main" id="{AE0DAD40-7963-BEF5-46D6-07FD06F95029}"/>
              </a:ext>
            </a:extLst>
          </p:cNvPr>
          <p:cNvSpPr/>
          <p:nvPr/>
        </p:nvSpPr>
        <p:spPr>
          <a:xfrm>
            <a:off x="7772400" y="4604302"/>
            <a:ext cx="890337" cy="9609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75" name="TextBox 374">
            <a:extLst>
              <a:ext uri="{FF2B5EF4-FFF2-40B4-BE49-F238E27FC236}">
                <a16:creationId xmlns:a16="http://schemas.microsoft.com/office/drawing/2014/main" id="{FECB82DE-9852-E342-CD7C-9AEB04719B6C}"/>
              </a:ext>
            </a:extLst>
          </p:cNvPr>
          <p:cNvSpPr txBox="1"/>
          <p:nvPr/>
        </p:nvSpPr>
        <p:spPr>
          <a:xfrm>
            <a:off x="7794740" y="4869722"/>
            <a:ext cx="884038" cy="553998"/>
          </a:xfrm>
          <a:prstGeom prst="rect">
            <a:avLst/>
          </a:prstGeom>
          <a:noFill/>
          <a:ln>
            <a:noFill/>
          </a:ln>
        </p:spPr>
        <p:txBody>
          <a:bodyPr wrap="square" rtlCol="0">
            <a:spAutoFit/>
          </a:bodyPr>
          <a:lstStyle/>
          <a:p>
            <a:r>
              <a:rPr lang="en-US" sz="1000" dirty="0" err="1"/>
              <a:t>SubOp</a:t>
            </a:r>
            <a:r>
              <a:rPr lang="en-US" sz="1000" dirty="0"/>
              <a:t> Tracking &amp;</a:t>
            </a:r>
          </a:p>
          <a:p>
            <a:r>
              <a:rPr lang="en-US" sz="1000" dirty="0"/>
              <a:t>Status Bits</a:t>
            </a:r>
          </a:p>
        </p:txBody>
      </p:sp>
      <p:sp>
        <p:nvSpPr>
          <p:cNvPr id="376" name="TextBox 375">
            <a:extLst>
              <a:ext uri="{FF2B5EF4-FFF2-40B4-BE49-F238E27FC236}">
                <a16:creationId xmlns:a16="http://schemas.microsoft.com/office/drawing/2014/main" id="{912F6F4E-A03A-9619-3C71-31E2EE346329}"/>
              </a:ext>
            </a:extLst>
          </p:cNvPr>
          <p:cNvSpPr txBox="1"/>
          <p:nvPr/>
        </p:nvSpPr>
        <p:spPr>
          <a:xfrm>
            <a:off x="9684534" y="535201"/>
            <a:ext cx="1710340" cy="769441"/>
          </a:xfrm>
          <a:prstGeom prst="rect">
            <a:avLst/>
          </a:prstGeom>
          <a:noFill/>
          <a:ln>
            <a:noFill/>
          </a:ln>
        </p:spPr>
        <p:txBody>
          <a:bodyPr wrap="none" rtlCol="0">
            <a:spAutoFit/>
          </a:bodyPr>
          <a:lstStyle/>
          <a:p>
            <a:r>
              <a:rPr lang="en-US" sz="2800" dirty="0"/>
              <a:t>REG</a:t>
            </a:r>
          </a:p>
          <a:p>
            <a:r>
              <a:rPr lang="en-US" sz="1600" dirty="0"/>
              <a:t>Register and Math</a:t>
            </a:r>
          </a:p>
        </p:txBody>
      </p:sp>
      <p:cxnSp>
        <p:nvCxnSpPr>
          <p:cNvPr id="378" name="Straight Arrow Connector 377">
            <a:extLst>
              <a:ext uri="{FF2B5EF4-FFF2-40B4-BE49-F238E27FC236}">
                <a16:creationId xmlns:a16="http://schemas.microsoft.com/office/drawing/2014/main" id="{EBA668C1-9363-7645-AD88-99BBEBB2806F}"/>
              </a:ext>
            </a:extLst>
          </p:cNvPr>
          <p:cNvCxnSpPr>
            <a:cxnSpLocks/>
          </p:cNvCxnSpPr>
          <p:nvPr/>
        </p:nvCxnSpPr>
        <p:spPr>
          <a:xfrm>
            <a:off x="799394" y="5146721"/>
            <a:ext cx="6972486" cy="0"/>
          </a:xfrm>
          <a:prstGeom prst="straightConnector1">
            <a:avLst/>
          </a:prstGeom>
          <a:ln>
            <a:solidFill>
              <a:schemeClr val="tx1"/>
            </a:solidFill>
            <a:prstDash val="lgDash"/>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97" name="TextBox 396">
            <a:extLst>
              <a:ext uri="{FF2B5EF4-FFF2-40B4-BE49-F238E27FC236}">
                <a16:creationId xmlns:a16="http://schemas.microsoft.com/office/drawing/2014/main" id="{E60D40B9-2093-E75B-DC1B-9A9700273FAF}"/>
              </a:ext>
            </a:extLst>
          </p:cNvPr>
          <p:cNvSpPr txBox="1"/>
          <p:nvPr/>
        </p:nvSpPr>
        <p:spPr>
          <a:xfrm>
            <a:off x="855603" y="4959464"/>
            <a:ext cx="841897" cy="215444"/>
          </a:xfrm>
          <a:prstGeom prst="rect">
            <a:avLst/>
          </a:prstGeom>
          <a:noFill/>
          <a:ln>
            <a:noFill/>
          </a:ln>
        </p:spPr>
        <p:txBody>
          <a:bodyPr wrap="none" rtlCol="0">
            <a:spAutoFit/>
          </a:bodyPr>
          <a:lstStyle/>
          <a:p>
            <a:r>
              <a:rPr lang="en-US" sz="800" dirty="0"/>
              <a:t>SETBITS, NXTPH</a:t>
            </a:r>
          </a:p>
        </p:txBody>
      </p:sp>
      <p:sp>
        <p:nvSpPr>
          <p:cNvPr id="2" name="TextBox 1">
            <a:extLst>
              <a:ext uri="{FF2B5EF4-FFF2-40B4-BE49-F238E27FC236}">
                <a16:creationId xmlns:a16="http://schemas.microsoft.com/office/drawing/2014/main" id="{B93F6AF3-75B0-BEFF-AD79-0B8FDEDB2990}"/>
              </a:ext>
            </a:extLst>
          </p:cNvPr>
          <p:cNvSpPr txBox="1"/>
          <p:nvPr/>
        </p:nvSpPr>
        <p:spPr>
          <a:xfrm>
            <a:off x="9310799" y="1618672"/>
            <a:ext cx="731290" cy="246221"/>
          </a:xfrm>
          <a:prstGeom prst="rect">
            <a:avLst/>
          </a:prstGeom>
          <a:noFill/>
          <a:ln>
            <a:noFill/>
          </a:ln>
        </p:spPr>
        <p:txBody>
          <a:bodyPr wrap="none" rtlCol="0">
            <a:spAutoFit/>
          </a:bodyPr>
          <a:lstStyle/>
          <a:p>
            <a:r>
              <a:rPr lang="en-US" sz="1000" dirty="0"/>
              <a:t>XDig0]3:0]</a:t>
            </a:r>
          </a:p>
        </p:txBody>
      </p:sp>
      <p:cxnSp>
        <p:nvCxnSpPr>
          <p:cNvPr id="20" name="Straight Connector 19">
            <a:extLst>
              <a:ext uri="{FF2B5EF4-FFF2-40B4-BE49-F238E27FC236}">
                <a16:creationId xmlns:a16="http://schemas.microsoft.com/office/drawing/2014/main" id="{799B92D0-DD89-A7DB-910E-31353DC9D2F8}"/>
              </a:ext>
            </a:extLst>
          </p:cNvPr>
          <p:cNvCxnSpPr>
            <a:cxnSpLocks/>
            <a:stCxn id="231" idx="1"/>
          </p:cNvCxnSpPr>
          <p:nvPr/>
        </p:nvCxnSpPr>
        <p:spPr>
          <a:xfrm flipH="1" flipV="1">
            <a:off x="6259285" y="2390343"/>
            <a:ext cx="1487014" cy="1580"/>
          </a:xfrm>
          <a:prstGeom prst="line">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9C13916-2707-45D1-7479-1CD9D8C339E4}"/>
              </a:ext>
            </a:extLst>
          </p:cNvPr>
          <p:cNvCxnSpPr>
            <a:cxnSpLocks/>
          </p:cNvCxnSpPr>
          <p:nvPr/>
        </p:nvCxnSpPr>
        <p:spPr>
          <a:xfrm>
            <a:off x="6661918" y="2402525"/>
            <a:ext cx="0" cy="376552"/>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E7711FF-EE89-9250-50A0-6EB4AC97083D}"/>
              </a:ext>
            </a:extLst>
          </p:cNvPr>
          <p:cNvCxnSpPr>
            <a:cxnSpLocks/>
          </p:cNvCxnSpPr>
          <p:nvPr/>
        </p:nvCxnSpPr>
        <p:spPr>
          <a:xfrm flipV="1">
            <a:off x="6766624" y="1854222"/>
            <a:ext cx="0" cy="526114"/>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2DE8B6D-F03F-782E-8603-BB1A7C4F0E80}"/>
              </a:ext>
            </a:extLst>
          </p:cNvPr>
          <p:cNvCxnSpPr>
            <a:cxnSpLocks/>
          </p:cNvCxnSpPr>
          <p:nvPr/>
        </p:nvCxnSpPr>
        <p:spPr>
          <a:xfrm>
            <a:off x="6766624" y="1865179"/>
            <a:ext cx="2938850" cy="0"/>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E6BE72B-D890-525D-5CF7-52CEB5D1AD5E}"/>
              </a:ext>
            </a:extLst>
          </p:cNvPr>
          <p:cNvCxnSpPr>
            <a:cxnSpLocks/>
          </p:cNvCxnSpPr>
          <p:nvPr/>
        </p:nvCxnSpPr>
        <p:spPr>
          <a:xfrm>
            <a:off x="8665308" y="3275586"/>
            <a:ext cx="498745" cy="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06ACD31-1CBC-6593-5559-E39CD279501C}"/>
              </a:ext>
            </a:extLst>
          </p:cNvPr>
          <p:cNvCxnSpPr>
            <a:cxnSpLocks/>
          </p:cNvCxnSpPr>
          <p:nvPr/>
        </p:nvCxnSpPr>
        <p:spPr>
          <a:xfrm flipV="1">
            <a:off x="3435868" y="879231"/>
            <a:ext cx="6925" cy="75875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7F213C3-DDF1-59C3-0DFF-8FAEFF5F4F82}"/>
              </a:ext>
            </a:extLst>
          </p:cNvPr>
          <p:cNvCxnSpPr>
            <a:cxnSpLocks/>
          </p:cNvCxnSpPr>
          <p:nvPr/>
        </p:nvCxnSpPr>
        <p:spPr>
          <a:xfrm flipV="1">
            <a:off x="9158612" y="879231"/>
            <a:ext cx="0" cy="240539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2D61A95-A522-CA96-E92D-2D3FD495854B}"/>
              </a:ext>
            </a:extLst>
          </p:cNvPr>
          <p:cNvCxnSpPr>
            <a:cxnSpLocks/>
          </p:cNvCxnSpPr>
          <p:nvPr/>
        </p:nvCxnSpPr>
        <p:spPr>
          <a:xfrm flipV="1">
            <a:off x="3426720" y="887299"/>
            <a:ext cx="5741343" cy="4358"/>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13C0C20-8B63-8022-3718-D77FAA02E502}"/>
              </a:ext>
            </a:extLst>
          </p:cNvPr>
          <p:cNvCxnSpPr>
            <a:cxnSpLocks/>
          </p:cNvCxnSpPr>
          <p:nvPr/>
        </p:nvCxnSpPr>
        <p:spPr>
          <a:xfrm>
            <a:off x="4135120" y="4201029"/>
            <a:ext cx="293155" cy="0"/>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0E0C096-A165-CE23-5F74-2682E5134559}"/>
              </a:ext>
            </a:extLst>
          </p:cNvPr>
          <p:cNvSpPr txBox="1"/>
          <p:nvPr/>
        </p:nvSpPr>
        <p:spPr>
          <a:xfrm>
            <a:off x="3837588" y="4083928"/>
            <a:ext cx="336952" cy="246221"/>
          </a:xfrm>
          <a:prstGeom prst="rect">
            <a:avLst/>
          </a:prstGeom>
          <a:noFill/>
          <a:ln>
            <a:noFill/>
          </a:ln>
        </p:spPr>
        <p:txBody>
          <a:bodyPr wrap="none" rtlCol="0">
            <a:spAutoFit/>
          </a:bodyPr>
          <a:lstStyle/>
          <a:p>
            <a:r>
              <a:rPr lang="en-US" sz="1000" dirty="0"/>
              <a:t>NC</a:t>
            </a:r>
          </a:p>
        </p:txBody>
      </p:sp>
      <p:cxnSp>
        <p:nvCxnSpPr>
          <p:cNvPr id="25" name="Straight Arrow Connector 24">
            <a:extLst>
              <a:ext uri="{FF2B5EF4-FFF2-40B4-BE49-F238E27FC236}">
                <a16:creationId xmlns:a16="http://schemas.microsoft.com/office/drawing/2014/main" id="{7583F03E-5CF1-C00D-9506-D26FA396430C}"/>
              </a:ext>
            </a:extLst>
          </p:cNvPr>
          <p:cNvCxnSpPr>
            <a:cxnSpLocks/>
          </p:cNvCxnSpPr>
          <p:nvPr/>
        </p:nvCxnSpPr>
        <p:spPr>
          <a:xfrm>
            <a:off x="6267309" y="3530178"/>
            <a:ext cx="293155" cy="0"/>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EB471B8A-1DB9-F720-4056-5708EA6F0F92}"/>
              </a:ext>
            </a:extLst>
          </p:cNvPr>
          <p:cNvSpPr txBox="1"/>
          <p:nvPr/>
        </p:nvSpPr>
        <p:spPr>
          <a:xfrm>
            <a:off x="6493945" y="3403991"/>
            <a:ext cx="336952" cy="246221"/>
          </a:xfrm>
          <a:prstGeom prst="rect">
            <a:avLst/>
          </a:prstGeom>
          <a:noFill/>
          <a:ln>
            <a:noFill/>
          </a:ln>
        </p:spPr>
        <p:txBody>
          <a:bodyPr wrap="none" rtlCol="0">
            <a:spAutoFit/>
          </a:bodyPr>
          <a:lstStyle/>
          <a:p>
            <a:r>
              <a:rPr lang="en-US" sz="1000" dirty="0"/>
              <a:t>NC</a:t>
            </a:r>
          </a:p>
        </p:txBody>
      </p:sp>
      <p:cxnSp>
        <p:nvCxnSpPr>
          <p:cNvPr id="45" name="Straight Connector 44">
            <a:extLst>
              <a:ext uri="{FF2B5EF4-FFF2-40B4-BE49-F238E27FC236}">
                <a16:creationId xmlns:a16="http://schemas.microsoft.com/office/drawing/2014/main" id="{CF92F55F-428F-86DF-4C50-75E0184384B9}"/>
              </a:ext>
            </a:extLst>
          </p:cNvPr>
          <p:cNvCxnSpPr>
            <a:cxnSpLocks/>
          </p:cNvCxnSpPr>
          <p:nvPr/>
        </p:nvCxnSpPr>
        <p:spPr>
          <a:xfrm flipH="1">
            <a:off x="2889941" y="6169466"/>
            <a:ext cx="275632" cy="0"/>
          </a:xfrm>
          <a:prstGeom prst="line">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D24B5B0-10C8-DC94-35DE-BE7882E1ED4E}"/>
              </a:ext>
            </a:extLst>
          </p:cNvPr>
          <p:cNvCxnSpPr>
            <a:cxnSpLocks/>
          </p:cNvCxnSpPr>
          <p:nvPr/>
        </p:nvCxnSpPr>
        <p:spPr>
          <a:xfrm flipH="1">
            <a:off x="838200" y="6449312"/>
            <a:ext cx="3125695" cy="0"/>
          </a:xfrm>
          <a:prstGeom prst="line">
            <a:avLst/>
          </a:prstGeom>
          <a:ln>
            <a:solidFill>
              <a:schemeClr val="tx1"/>
            </a:solidFill>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9F3F1B83-E53A-048E-732E-0E14E45247F3}"/>
              </a:ext>
            </a:extLst>
          </p:cNvPr>
          <p:cNvCxnSpPr/>
          <p:nvPr/>
        </p:nvCxnSpPr>
        <p:spPr>
          <a:xfrm>
            <a:off x="3966556" y="6234191"/>
            <a:ext cx="0" cy="215566"/>
          </a:xfrm>
          <a:prstGeom prst="straightConnector1">
            <a:avLst/>
          </a:prstGeom>
          <a:ln>
            <a:solidFill>
              <a:schemeClr val="tx1"/>
            </a:solidFill>
            <a:prstDash val="lg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48A908D2-9795-FB6F-3827-609F1993B8EE}"/>
              </a:ext>
            </a:extLst>
          </p:cNvPr>
          <p:cNvSpPr txBox="1"/>
          <p:nvPr/>
        </p:nvSpPr>
        <p:spPr>
          <a:xfrm>
            <a:off x="848852" y="6269585"/>
            <a:ext cx="1301959" cy="215444"/>
          </a:xfrm>
          <a:prstGeom prst="rect">
            <a:avLst/>
          </a:prstGeom>
          <a:noFill/>
          <a:ln>
            <a:noFill/>
          </a:ln>
        </p:spPr>
        <p:txBody>
          <a:bodyPr wrap="none" rtlCol="0">
            <a:spAutoFit/>
          </a:bodyPr>
          <a:lstStyle/>
          <a:p>
            <a:r>
              <a:rPr lang="en-US" sz="800" dirty="0"/>
              <a:t>ENABLE, LOAD, CNTUP/DN</a:t>
            </a:r>
          </a:p>
        </p:txBody>
      </p:sp>
      <p:cxnSp>
        <p:nvCxnSpPr>
          <p:cNvPr id="108" name="Straight Connector 107">
            <a:extLst>
              <a:ext uri="{FF2B5EF4-FFF2-40B4-BE49-F238E27FC236}">
                <a16:creationId xmlns:a16="http://schemas.microsoft.com/office/drawing/2014/main" id="{0E7C0DD4-0E26-FB72-D579-16ACE3288624}"/>
              </a:ext>
            </a:extLst>
          </p:cNvPr>
          <p:cNvCxnSpPr>
            <a:cxnSpLocks/>
          </p:cNvCxnSpPr>
          <p:nvPr/>
        </p:nvCxnSpPr>
        <p:spPr>
          <a:xfrm flipH="1">
            <a:off x="799394" y="1866140"/>
            <a:ext cx="2023135" cy="0"/>
          </a:xfrm>
          <a:prstGeom prst="line">
            <a:avLst/>
          </a:prstGeom>
          <a:ln>
            <a:solidFill>
              <a:schemeClr val="tx1"/>
            </a:solidFill>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FB3A06E8-05A7-98C6-5C96-8BA9EAC545D7}"/>
              </a:ext>
            </a:extLst>
          </p:cNvPr>
          <p:cNvCxnSpPr>
            <a:cxnSpLocks/>
          </p:cNvCxnSpPr>
          <p:nvPr/>
        </p:nvCxnSpPr>
        <p:spPr>
          <a:xfrm>
            <a:off x="2825716" y="1663167"/>
            <a:ext cx="0" cy="187265"/>
          </a:xfrm>
          <a:prstGeom prst="straightConnector1">
            <a:avLst/>
          </a:prstGeom>
          <a:ln>
            <a:solidFill>
              <a:schemeClr val="tx1"/>
            </a:solidFill>
            <a:prstDash val="lg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275462EC-38DC-8695-2E71-998374E09F15}"/>
              </a:ext>
            </a:extLst>
          </p:cNvPr>
          <p:cNvSpPr txBox="1"/>
          <p:nvPr/>
        </p:nvSpPr>
        <p:spPr>
          <a:xfrm>
            <a:off x="790331" y="1688296"/>
            <a:ext cx="1293944" cy="215444"/>
          </a:xfrm>
          <a:prstGeom prst="rect">
            <a:avLst/>
          </a:prstGeom>
          <a:noFill/>
          <a:ln>
            <a:noFill/>
          </a:ln>
        </p:spPr>
        <p:txBody>
          <a:bodyPr wrap="none" rtlCol="0">
            <a:spAutoFit/>
          </a:bodyPr>
          <a:lstStyle/>
          <a:p>
            <a:r>
              <a:rPr lang="en-US" sz="800" dirty="0"/>
              <a:t>ENABLE, LOAD, CNTUP/DN</a:t>
            </a:r>
          </a:p>
        </p:txBody>
      </p:sp>
      <p:cxnSp>
        <p:nvCxnSpPr>
          <p:cNvPr id="18" name="Straight Arrow Connector 17">
            <a:extLst>
              <a:ext uri="{FF2B5EF4-FFF2-40B4-BE49-F238E27FC236}">
                <a16:creationId xmlns:a16="http://schemas.microsoft.com/office/drawing/2014/main" id="{F12DE144-251B-1B6F-C878-EA086D1FAA4D}"/>
              </a:ext>
            </a:extLst>
          </p:cNvPr>
          <p:cNvCxnSpPr>
            <a:cxnSpLocks/>
          </p:cNvCxnSpPr>
          <p:nvPr/>
        </p:nvCxnSpPr>
        <p:spPr>
          <a:xfrm>
            <a:off x="8657564" y="4716379"/>
            <a:ext cx="1015825"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3BF015CF-E9F5-3F07-73F9-9D8035027D80}"/>
              </a:ext>
            </a:extLst>
          </p:cNvPr>
          <p:cNvCxnSpPr>
            <a:cxnSpLocks/>
          </p:cNvCxnSpPr>
          <p:nvPr/>
        </p:nvCxnSpPr>
        <p:spPr>
          <a:xfrm>
            <a:off x="8657564" y="4892174"/>
            <a:ext cx="1015825"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83C13A3-8DEA-BF75-FE97-2BB35ED5C36F}"/>
              </a:ext>
            </a:extLst>
          </p:cNvPr>
          <p:cNvCxnSpPr>
            <a:cxnSpLocks/>
          </p:cNvCxnSpPr>
          <p:nvPr/>
        </p:nvCxnSpPr>
        <p:spPr>
          <a:xfrm>
            <a:off x="8657564" y="5413337"/>
            <a:ext cx="1023847"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448880F4-7ED6-91EF-558D-2EA31DA9F4E8}"/>
              </a:ext>
            </a:extLst>
          </p:cNvPr>
          <p:cNvSpPr txBox="1"/>
          <p:nvPr/>
        </p:nvSpPr>
        <p:spPr>
          <a:xfrm>
            <a:off x="9016305" y="4859339"/>
            <a:ext cx="216726" cy="553998"/>
          </a:xfrm>
          <a:prstGeom prst="rect">
            <a:avLst/>
          </a:prstGeom>
          <a:noFill/>
          <a:ln>
            <a:noFill/>
          </a:ln>
        </p:spPr>
        <p:txBody>
          <a:bodyPr wrap="none" rtlCol="0">
            <a:spAutoFit/>
          </a:bodyPr>
          <a:lstStyle/>
          <a:p>
            <a:r>
              <a:rPr lang="en-US" sz="1000" dirty="0"/>
              <a:t>.</a:t>
            </a:r>
          </a:p>
          <a:p>
            <a:r>
              <a:rPr lang="en-US" sz="1000" dirty="0"/>
              <a:t>.</a:t>
            </a:r>
          </a:p>
          <a:p>
            <a:r>
              <a:rPr lang="en-US" sz="1000" dirty="0"/>
              <a:t>.</a:t>
            </a:r>
          </a:p>
        </p:txBody>
      </p:sp>
      <p:sp>
        <p:nvSpPr>
          <p:cNvPr id="49" name="TextBox 48">
            <a:extLst>
              <a:ext uri="{FF2B5EF4-FFF2-40B4-BE49-F238E27FC236}">
                <a16:creationId xmlns:a16="http://schemas.microsoft.com/office/drawing/2014/main" id="{E32FD74A-FA06-AC6B-86AF-F8D61F3D2C5E}"/>
              </a:ext>
            </a:extLst>
          </p:cNvPr>
          <p:cNvSpPr txBox="1"/>
          <p:nvPr/>
        </p:nvSpPr>
        <p:spPr>
          <a:xfrm>
            <a:off x="9633290" y="4963090"/>
            <a:ext cx="393056" cy="246221"/>
          </a:xfrm>
          <a:prstGeom prst="rect">
            <a:avLst/>
          </a:prstGeom>
          <a:noFill/>
          <a:ln>
            <a:noFill/>
          </a:ln>
        </p:spPr>
        <p:txBody>
          <a:bodyPr wrap="none" rtlCol="0">
            <a:spAutoFit/>
          </a:bodyPr>
          <a:lstStyle/>
          <a:p>
            <a:r>
              <a:rPr lang="en-US" sz="1000" dirty="0"/>
              <a:t>SEQ</a:t>
            </a:r>
          </a:p>
        </p:txBody>
      </p:sp>
      <p:sp>
        <p:nvSpPr>
          <p:cNvPr id="135" name="Rectangle 134">
            <a:extLst>
              <a:ext uri="{FF2B5EF4-FFF2-40B4-BE49-F238E27FC236}">
                <a16:creationId xmlns:a16="http://schemas.microsoft.com/office/drawing/2014/main" id="{4C69AE13-1D29-E518-D48C-F27AEC9BBA13}"/>
              </a:ext>
            </a:extLst>
          </p:cNvPr>
          <p:cNvSpPr/>
          <p:nvPr/>
        </p:nvSpPr>
        <p:spPr>
          <a:xfrm>
            <a:off x="8606589" y="5954107"/>
            <a:ext cx="1965158" cy="72743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9" name="Group 8">
            <a:extLst>
              <a:ext uri="{FF2B5EF4-FFF2-40B4-BE49-F238E27FC236}">
                <a16:creationId xmlns:a16="http://schemas.microsoft.com/office/drawing/2014/main" id="{7F1B3748-21CD-0E16-80AD-89BD32C9DF91}"/>
              </a:ext>
            </a:extLst>
          </p:cNvPr>
          <p:cNvGrpSpPr/>
          <p:nvPr/>
        </p:nvGrpSpPr>
        <p:grpSpPr>
          <a:xfrm>
            <a:off x="9797300" y="2176929"/>
            <a:ext cx="2077547" cy="2240239"/>
            <a:chOff x="9797300" y="2176929"/>
            <a:chExt cx="2077547" cy="2240239"/>
          </a:xfrm>
        </p:grpSpPr>
        <p:sp>
          <p:nvSpPr>
            <p:cNvPr id="64" name="Rectangle 63">
              <a:extLst>
                <a:ext uri="{FF2B5EF4-FFF2-40B4-BE49-F238E27FC236}">
                  <a16:creationId xmlns:a16="http://schemas.microsoft.com/office/drawing/2014/main" id="{E193532E-A0BF-F85A-481B-35E4578266F9}"/>
                </a:ext>
              </a:extLst>
            </p:cNvPr>
            <p:cNvSpPr/>
            <p:nvPr/>
          </p:nvSpPr>
          <p:spPr>
            <a:xfrm>
              <a:off x="9949584" y="2497626"/>
              <a:ext cx="1027857" cy="2926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5" name="Rectangle 64">
              <a:extLst>
                <a:ext uri="{FF2B5EF4-FFF2-40B4-BE49-F238E27FC236}">
                  <a16:creationId xmlns:a16="http://schemas.microsoft.com/office/drawing/2014/main" id="{479AD745-85BA-AFE8-0ED0-1EA271F58A72}"/>
                </a:ext>
              </a:extLst>
            </p:cNvPr>
            <p:cNvSpPr/>
            <p:nvPr/>
          </p:nvSpPr>
          <p:spPr>
            <a:xfrm>
              <a:off x="9949584" y="3254209"/>
              <a:ext cx="681322" cy="2926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1" name="Rectangle 70">
              <a:extLst>
                <a:ext uri="{FF2B5EF4-FFF2-40B4-BE49-F238E27FC236}">
                  <a16:creationId xmlns:a16="http://schemas.microsoft.com/office/drawing/2014/main" id="{779FB4F5-D4C2-692F-DB43-7EADD8B98A75}"/>
                </a:ext>
              </a:extLst>
            </p:cNvPr>
            <p:cNvSpPr/>
            <p:nvPr/>
          </p:nvSpPr>
          <p:spPr>
            <a:xfrm>
              <a:off x="9949583" y="4017444"/>
              <a:ext cx="1027852" cy="2926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74" name="Straight Arrow Connector 73">
              <a:extLst>
                <a:ext uri="{FF2B5EF4-FFF2-40B4-BE49-F238E27FC236}">
                  <a16:creationId xmlns:a16="http://schemas.microsoft.com/office/drawing/2014/main" id="{535914A2-40E4-2078-15D9-56450B0F874F}"/>
                </a:ext>
              </a:extLst>
            </p:cNvPr>
            <p:cNvCxnSpPr/>
            <p:nvPr/>
          </p:nvCxnSpPr>
          <p:spPr>
            <a:xfrm>
              <a:off x="10067053" y="2790282"/>
              <a:ext cx="0" cy="463927"/>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663E3D48-A90A-2ACF-208B-DEDDD70A3D03}"/>
                </a:ext>
              </a:extLst>
            </p:cNvPr>
            <p:cNvCxnSpPr>
              <a:cxnSpLocks/>
              <a:endCxn id="64" idx="2"/>
            </p:cNvCxnSpPr>
            <p:nvPr/>
          </p:nvCxnSpPr>
          <p:spPr>
            <a:xfrm flipV="1">
              <a:off x="10463512" y="2790282"/>
              <a:ext cx="1" cy="463927"/>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A9E8F933-E4C1-AEBB-D524-38CB22520F22}"/>
                </a:ext>
              </a:extLst>
            </p:cNvPr>
            <p:cNvCxnSpPr/>
            <p:nvPr/>
          </p:nvCxnSpPr>
          <p:spPr>
            <a:xfrm>
              <a:off x="10067053" y="3546865"/>
              <a:ext cx="0" cy="470579"/>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12A4F21B-4714-D820-44E2-E9EC5E2E64C1}"/>
                </a:ext>
              </a:extLst>
            </p:cNvPr>
            <p:cNvCxnSpPr/>
            <p:nvPr/>
          </p:nvCxnSpPr>
          <p:spPr>
            <a:xfrm flipV="1">
              <a:off x="10854098" y="2790282"/>
              <a:ext cx="0" cy="122716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8BFC93D8-B551-FB59-E97C-D1A9BC576F8D}"/>
                </a:ext>
              </a:extLst>
            </p:cNvPr>
            <p:cNvCxnSpPr>
              <a:cxnSpLocks/>
            </p:cNvCxnSpPr>
            <p:nvPr/>
          </p:nvCxnSpPr>
          <p:spPr>
            <a:xfrm>
              <a:off x="10977441" y="2640628"/>
              <a:ext cx="317170"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325C5835-6D15-AF04-A647-467DEC0A1455}"/>
                </a:ext>
              </a:extLst>
            </p:cNvPr>
            <p:cNvCxnSpPr>
              <a:cxnSpLocks/>
              <a:stCxn id="65" idx="3"/>
            </p:cNvCxnSpPr>
            <p:nvPr/>
          </p:nvCxnSpPr>
          <p:spPr>
            <a:xfrm>
              <a:off x="10630906" y="3400537"/>
              <a:ext cx="667602"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FE56DCFC-A7F3-0B67-CF26-93E9F88E0A18}"/>
                </a:ext>
              </a:extLst>
            </p:cNvPr>
            <p:cNvCxnSpPr/>
            <p:nvPr/>
          </p:nvCxnSpPr>
          <p:spPr>
            <a:xfrm>
              <a:off x="10854098" y="2284785"/>
              <a:ext cx="0" cy="21284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DCC27684-B6FC-B285-AEDE-F001886641E6}"/>
                </a:ext>
              </a:extLst>
            </p:cNvPr>
            <p:cNvCxnSpPr>
              <a:cxnSpLocks/>
            </p:cNvCxnSpPr>
            <p:nvPr/>
          </p:nvCxnSpPr>
          <p:spPr>
            <a:xfrm>
              <a:off x="10854098" y="2284785"/>
              <a:ext cx="910391"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8F2A544-A50E-E2EB-05D2-CE7703F7FF0B}"/>
                </a:ext>
              </a:extLst>
            </p:cNvPr>
            <p:cNvCxnSpPr>
              <a:cxnSpLocks/>
            </p:cNvCxnSpPr>
            <p:nvPr/>
          </p:nvCxnSpPr>
          <p:spPr>
            <a:xfrm>
              <a:off x="11764490" y="2284785"/>
              <a:ext cx="0" cy="74717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9A7B192-4AD6-484D-AF5C-BF29F83A8AF8}"/>
                </a:ext>
              </a:extLst>
            </p:cNvPr>
            <p:cNvCxnSpPr/>
            <p:nvPr/>
          </p:nvCxnSpPr>
          <p:spPr>
            <a:xfrm flipH="1">
              <a:off x="11547170" y="3033234"/>
              <a:ext cx="223193"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97" name="Group 96">
              <a:extLst>
                <a:ext uri="{FF2B5EF4-FFF2-40B4-BE49-F238E27FC236}">
                  <a16:creationId xmlns:a16="http://schemas.microsoft.com/office/drawing/2014/main" id="{9FE2F06B-66C7-21DA-2FBA-7655E2285233}"/>
                </a:ext>
              </a:extLst>
            </p:cNvPr>
            <p:cNvGrpSpPr/>
            <p:nvPr/>
          </p:nvGrpSpPr>
          <p:grpSpPr>
            <a:xfrm>
              <a:off x="10134643" y="2790282"/>
              <a:ext cx="235962" cy="406013"/>
              <a:chOff x="2683104" y="1612231"/>
              <a:chExt cx="322240" cy="489627"/>
            </a:xfrm>
          </p:grpSpPr>
          <p:cxnSp>
            <p:nvCxnSpPr>
              <p:cNvPr id="119" name="Straight Arrow Connector 118">
                <a:extLst>
                  <a:ext uri="{FF2B5EF4-FFF2-40B4-BE49-F238E27FC236}">
                    <a16:creationId xmlns:a16="http://schemas.microsoft.com/office/drawing/2014/main" id="{EB760B37-D559-2583-537F-534A5A11A72F}"/>
                  </a:ext>
                </a:extLst>
              </p:cNvPr>
              <p:cNvCxnSpPr/>
              <p:nvPr/>
            </p:nvCxnSpPr>
            <p:spPr>
              <a:xfrm flipV="1">
                <a:off x="2839453" y="1612231"/>
                <a:ext cx="0" cy="279734"/>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829A1A8D-8383-4DA5-03D5-4BE572B107CA}"/>
                  </a:ext>
                </a:extLst>
              </p:cNvPr>
              <p:cNvSpPr txBox="1"/>
              <p:nvPr/>
            </p:nvSpPr>
            <p:spPr>
              <a:xfrm>
                <a:off x="2683104" y="1842046"/>
                <a:ext cx="322240" cy="259812"/>
              </a:xfrm>
              <a:prstGeom prst="rect">
                <a:avLst/>
              </a:prstGeom>
              <a:noFill/>
              <a:ln>
                <a:noFill/>
              </a:ln>
            </p:spPr>
            <p:txBody>
              <a:bodyPr wrap="none" rtlCol="0">
                <a:spAutoFit/>
              </a:bodyPr>
              <a:lstStyle/>
              <a:p>
                <a:r>
                  <a:rPr lang="en-US" sz="800" dirty="0"/>
                  <a:t>0</a:t>
                </a:r>
              </a:p>
            </p:txBody>
          </p:sp>
        </p:grpSp>
        <p:grpSp>
          <p:nvGrpSpPr>
            <p:cNvPr id="99" name="Group 98">
              <a:extLst>
                <a:ext uri="{FF2B5EF4-FFF2-40B4-BE49-F238E27FC236}">
                  <a16:creationId xmlns:a16="http://schemas.microsoft.com/office/drawing/2014/main" id="{500408E6-1DE8-A034-A2C2-1D7961422BDE}"/>
                </a:ext>
              </a:extLst>
            </p:cNvPr>
            <p:cNvGrpSpPr/>
            <p:nvPr/>
          </p:nvGrpSpPr>
          <p:grpSpPr>
            <a:xfrm>
              <a:off x="10140087" y="3541873"/>
              <a:ext cx="235962" cy="406013"/>
              <a:chOff x="2690538" y="2518605"/>
              <a:chExt cx="322240" cy="489627"/>
            </a:xfrm>
          </p:grpSpPr>
          <p:cxnSp>
            <p:nvCxnSpPr>
              <p:cNvPr id="116" name="Straight Arrow Connector 115">
                <a:extLst>
                  <a:ext uri="{FF2B5EF4-FFF2-40B4-BE49-F238E27FC236}">
                    <a16:creationId xmlns:a16="http://schemas.microsoft.com/office/drawing/2014/main" id="{FA4F48B9-57CA-FAD1-3F9B-F771C246C53B}"/>
                  </a:ext>
                </a:extLst>
              </p:cNvPr>
              <p:cNvCxnSpPr/>
              <p:nvPr/>
            </p:nvCxnSpPr>
            <p:spPr>
              <a:xfrm flipV="1">
                <a:off x="2839454" y="2518605"/>
                <a:ext cx="0" cy="279734"/>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8" name="TextBox 117">
                <a:extLst>
                  <a:ext uri="{FF2B5EF4-FFF2-40B4-BE49-F238E27FC236}">
                    <a16:creationId xmlns:a16="http://schemas.microsoft.com/office/drawing/2014/main" id="{C0DBCFA0-4F4F-35B9-6F50-53C44CA21D7B}"/>
                  </a:ext>
                </a:extLst>
              </p:cNvPr>
              <p:cNvSpPr txBox="1"/>
              <p:nvPr/>
            </p:nvSpPr>
            <p:spPr>
              <a:xfrm>
                <a:off x="2690538" y="2748420"/>
                <a:ext cx="322240" cy="259812"/>
              </a:xfrm>
              <a:prstGeom prst="rect">
                <a:avLst/>
              </a:prstGeom>
              <a:noFill/>
              <a:ln>
                <a:noFill/>
              </a:ln>
            </p:spPr>
            <p:txBody>
              <a:bodyPr wrap="none" rtlCol="0">
                <a:spAutoFit/>
              </a:bodyPr>
              <a:lstStyle/>
              <a:p>
                <a:r>
                  <a:rPr lang="en-US" sz="800" dirty="0"/>
                  <a:t>0</a:t>
                </a:r>
              </a:p>
            </p:txBody>
          </p:sp>
        </p:grpSp>
        <p:grpSp>
          <p:nvGrpSpPr>
            <p:cNvPr id="101" name="Group 100">
              <a:extLst>
                <a:ext uri="{FF2B5EF4-FFF2-40B4-BE49-F238E27FC236}">
                  <a16:creationId xmlns:a16="http://schemas.microsoft.com/office/drawing/2014/main" id="{81597390-E8FA-1326-18AE-BF25F17B7B56}"/>
                </a:ext>
              </a:extLst>
            </p:cNvPr>
            <p:cNvGrpSpPr/>
            <p:nvPr/>
          </p:nvGrpSpPr>
          <p:grpSpPr>
            <a:xfrm flipV="1">
              <a:off x="10365380" y="3616049"/>
              <a:ext cx="235962" cy="394743"/>
              <a:chOff x="2835504" y="3633529"/>
              <a:chExt cx="322240" cy="476036"/>
            </a:xfrm>
          </p:grpSpPr>
          <p:cxnSp>
            <p:nvCxnSpPr>
              <p:cNvPr id="114" name="Straight Arrow Connector 113">
                <a:extLst>
                  <a:ext uri="{FF2B5EF4-FFF2-40B4-BE49-F238E27FC236}">
                    <a16:creationId xmlns:a16="http://schemas.microsoft.com/office/drawing/2014/main" id="{D0C6EF5C-3072-0E7F-1AA3-96793FFE0942}"/>
                  </a:ext>
                </a:extLst>
              </p:cNvPr>
              <p:cNvCxnSpPr/>
              <p:nvPr/>
            </p:nvCxnSpPr>
            <p:spPr>
              <a:xfrm flipV="1">
                <a:off x="2991853" y="3633529"/>
                <a:ext cx="0" cy="279734"/>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5" name="TextBox 114">
                <a:extLst>
                  <a:ext uri="{FF2B5EF4-FFF2-40B4-BE49-F238E27FC236}">
                    <a16:creationId xmlns:a16="http://schemas.microsoft.com/office/drawing/2014/main" id="{C4283397-AECB-3EDF-AC6B-6F9A9FBA9347}"/>
                  </a:ext>
                </a:extLst>
              </p:cNvPr>
              <p:cNvSpPr txBox="1"/>
              <p:nvPr/>
            </p:nvSpPr>
            <p:spPr>
              <a:xfrm>
                <a:off x="2835504" y="3849753"/>
                <a:ext cx="322240" cy="259812"/>
              </a:xfrm>
              <a:prstGeom prst="rect">
                <a:avLst/>
              </a:prstGeom>
              <a:noFill/>
              <a:ln>
                <a:noFill/>
              </a:ln>
            </p:spPr>
            <p:txBody>
              <a:bodyPr wrap="none" rtlCol="0">
                <a:spAutoFit/>
              </a:bodyPr>
              <a:lstStyle/>
              <a:p>
                <a:r>
                  <a:rPr lang="en-US" sz="800" dirty="0"/>
                  <a:t>0</a:t>
                </a:r>
              </a:p>
            </p:txBody>
          </p:sp>
        </p:grpSp>
        <p:sp>
          <p:nvSpPr>
            <p:cNvPr id="103" name="TextBox 102">
              <a:extLst>
                <a:ext uri="{FF2B5EF4-FFF2-40B4-BE49-F238E27FC236}">
                  <a16:creationId xmlns:a16="http://schemas.microsoft.com/office/drawing/2014/main" id="{44C1443B-824F-6102-C671-98FA5D5CC7A6}"/>
                </a:ext>
              </a:extLst>
            </p:cNvPr>
            <p:cNvSpPr txBox="1"/>
            <p:nvPr/>
          </p:nvSpPr>
          <p:spPr>
            <a:xfrm>
              <a:off x="10272058" y="2533959"/>
              <a:ext cx="372218" cy="215444"/>
            </a:xfrm>
            <a:prstGeom prst="rect">
              <a:avLst/>
            </a:prstGeom>
            <a:noFill/>
            <a:ln>
              <a:noFill/>
            </a:ln>
          </p:spPr>
          <p:txBody>
            <a:bodyPr wrap="none" rtlCol="0">
              <a:spAutoFit/>
            </a:bodyPr>
            <a:lstStyle/>
            <a:p>
              <a:r>
                <a:rPr lang="en-US" sz="800" dirty="0" err="1"/>
                <a:t>Xreg</a:t>
              </a:r>
              <a:endParaRPr lang="en-US" sz="800" dirty="0"/>
            </a:p>
          </p:txBody>
        </p:sp>
        <p:sp>
          <p:nvSpPr>
            <p:cNvPr id="104" name="TextBox 103">
              <a:extLst>
                <a:ext uri="{FF2B5EF4-FFF2-40B4-BE49-F238E27FC236}">
                  <a16:creationId xmlns:a16="http://schemas.microsoft.com/office/drawing/2014/main" id="{E9F52B93-09E4-7FC2-AB3F-28C42A13BA5C}"/>
                </a:ext>
              </a:extLst>
            </p:cNvPr>
            <p:cNvSpPr txBox="1"/>
            <p:nvPr/>
          </p:nvSpPr>
          <p:spPr>
            <a:xfrm>
              <a:off x="10097330" y="3296815"/>
              <a:ext cx="369012" cy="215444"/>
            </a:xfrm>
            <a:prstGeom prst="rect">
              <a:avLst/>
            </a:prstGeom>
            <a:noFill/>
            <a:ln>
              <a:noFill/>
            </a:ln>
          </p:spPr>
          <p:txBody>
            <a:bodyPr wrap="none" rtlCol="0">
              <a:spAutoFit/>
            </a:bodyPr>
            <a:lstStyle/>
            <a:p>
              <a:r>
                <a:rPr lang="en-US" sz="800" dirty="0" err="1"/>
                <a:t>Yreg</a:t>
              </a:r>
              <a:endParaRPr lang="en-US" sz="800" dirty="0"/>
            </a:p>
          </p:txBody>
        </p:sp>
        <p:sp>
          <p:nvSpPr>
            <p:cNvPr id="105" name="TextBox 104">
              <a:extLst>
                <a:ext uri="{FF2B5EF4-FFF2-40B4-BE49-F238E27FC236}">
                  <a16:creationId xmlns:a16="http://schemas.microsoft.com/office/drawing/2014/main" id="{B5A0FE4A-BF7A-8F38-C136-6B90CEF9AC2C}"/>
                </a:ext>
              </a:extLst>
            </p:cNvPr>
            <p:cNvSpPr txBox="1"/>
            <p:nvPr/>
          </p:nvSpPr>
          <p:spPr>
            <a:xfrm>
              <a:off x="10251727" y="4056356"/>
              <a:ext cx="388248" cy="215444"/>
            </a:xfrm>
            <a:prstGeom prst="rect">
              <a:avLst/>
            </a:prstGeom>
            <a:noFill/>
            <a:ln>
              <a:noFill/>
            </a:ln>
          </p:spPr>
          <p:txBody>
            <a:bodyPr wrap="none" rtlCol="0">
              <a:spAutoFit/>
            </a:bodyPr>
            <a:lstStyle/>
            <a:p>
              <a:r>
                <a:rPr lang="en-US" sz="800" dirty="0" err="1"/>
                <a:t>Qreg</a:t>
              </a:r>
              <a:endParaRPr lang="en-US" sz="800" dirty="0"/>
            </a:p>
          </p:txBody>
        </p:sp>
        <p:grpSp>
          <p:nvGrpSpPr>
            <p:cNvPr id="107" name="Group 106">
              <a:extLst>
                <a:ext uri="{FF2B5EF4-FFF2-40B4-BE49-F238E27FC236}">
                  <a16:creationId xmlns:a16="http://schemas.microsoft.com/office/drawing/2014/main" id="{4EF45AB9-8E8C-55E7-132F-1F8B45A8DFD1}"/>
                </a:ext>
              </a:extLst>
            </p:cNvPr>
            <p:cNvGrpSpPr/>
            <p:nvPr/>
          </p:nvGrpSpPr>
          <p:grpSpPr>
            <a:xfrm>
              <a:off x="11294611" y="2497626"/>
              <a:ext cx="265508" cy="1067150"/>
              <a:chOff x="4997115" y="1259306"/>
              <a:chExt cx="362589" cy="1286919"/>
            </a:xfrm>
          </p:grpSpPr>
          <p:sp>
            <p:nvSpPr>
              <p:cNvPr id="110" name="Rectangle 109">
                <a:extLst>
                  <a:ext uri="{FF2B5EF4-FFF2-40B4-BE49-F238E27FC236}">
                    <a16:creationId xmlns:a16="http://schemas.microsoft.com/office/drawing/2014/main" id="{3E2E9BAF-8752-4359-3BD6-6294DF877694}"/>
                  </a:ext>
                </a:extLst>
              </p:cNvPr>
              <p:cNvSpPr/>
              <p:nvPr/>
            </p:nvSpPr>
            <p:spPr>
              <a:xfrm rot="16200000">
                <a:off x="4530118" y="1726303"/>
                <a:ext cx="1286919" cy="35292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2" name="TextBox 111">
                <a:extLst>
                  <a:ext uri="{FF2B5EF4-FFF2-40B4-BE49-F238E27FC236}">
                    <a16:creationId xmlns:a16="http://schemas.microsoft.com/office/drawing/2014/main" id="{FD715E7D-DD6B-65CF-A585-6CAB654B8CC1}"/>
                  </a:ext>
                </a:extLst>
              </p:cNvPr>
              <p:cNvSpPr txBox="1"/>
              <p:nvPr/>
            </p:nvSpPr>
            <p:spPr>
              <a:xfrm>
                <a:off x="5002438" y="1594950"/>
                <a:ext cx="357266" cy="556740"/>
              </a:xfrm>
              <a:prstGeom prst="rect">
                <a:avLst/>
              </a:prstGeom>
              <a:noFill/>
              <a:ln>
                <a:noFill/>
              </a:ln>
            </p:spPr>
            <p:txBody>
              <a:bodyPr wrap="none" rtlCol="0">
                <a:spAutoFit/>
              </a:bodyPr>
              <a:lstStyle/>
              <a:p>
                <a:r>
                  <a:rPr lang="en-US" sz="1200" dirty="0"/>
                  <a:t>+</a:t>
                </a:r>
              </a:p>
              <a:p>
                <a:r>
                  <a:rPr lang="en-US" sz="1200" dirty="0"/>
                  <a:t>-</a:t>
                </a:r>
              </a:p>
            </p:txBody>
          </p:sp>
        </p:grpSp>
        <p:sp>
          <p:nvSpPr>
            <p:cNvPr id="122" name="Rectangle 121">
              <a:extLst>
                <a:ext uri="{FF2B5EF4-FFF2-40B4-BE49-F238E27FC236}">
                  <a16:creationId xmlns:a16="http://schemas.microsoft.com/office/drawing/2014/main" id="{D697BADA-4201-EE9E-1223-C03E54E774E7}"/>
                </a:ext>
              </a:extLst>
            </p:cNvPr>
            <p:cNvSpPr/>
            <p:nvPr/>
          </p:nvSpPr>
          <p:spPr>
            <a:xfrm>
              <a:off x="9849854" y="2185315"/>
              <a:ext cx="2021299" cy="2226264"/>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141" name="Straight Arrow Connector 140">
              <a:extLst>
                <a:ext uri="{FF2B5EF4-FFF2-40B4-BE49-F238E27FC236}">
                  <a16:creationId xmlns:a16="http://schemas.microsoft.com/office/drawing/2014/main" id="{7212D331-EE6A-1099-DF56-CA8D99E84F9A}"/>
                </a:ext>
              </a:extLst>
            </p:cNvPr>
            <p:cNvCxnSpPr>
              <a:cxnSpLocks/>
            </p:cNvCxnSpPr>
            <p:nvPr/>
          </p:nvCxnSpPr>
          <p:spPr>
            <a:xfrm>
              <a:off x="10447528" y="2283656"/>
              <a:ext cx="0" cy="221405"/>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F7BB4845-E72A-D184-E578-21CBADCB88AA}"/>
                </a:ext>
              </a:extLst>
            </p:cNvPr>
            <p:cNvCxnSpPr>
              <a:cxnSpLocks/>
            </p:cNvCxnSpPr>
            <p:nvPr/>
          </p:nvCxnSpPr>
          <p:spPr>
            <a:xfrm flipH="1">
              <a:off x="10066868" y="2284651"/>
              <a:ext cx="37965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1" name="TextBox 150">
              <a:extLst>
                <a:ext uri="{FF2B5EF4-FFF2-40B4-BE49-F238E27FC236}">
                  <a16:creationId xmlns:a16="http://schemas.microsoft.com/office/drawing/2014/main" id="{C60D1EFE-FA15-1928-4ABE-F4B58296AF74}"/>
                </a:ext>
              </a:extLst>
            </p:cNvPr>
            <p:cNvSpPr txBox="1"/>
            <p:nvPr/>
          </p:nvSpPr>
          <p:spPr>
            <a:xfrm>
              <a:off x="9797300" y="2176929"/>
              <a:ext cx="335348" cy="215444"/>
            </a:xfrm>
            <a:prstGeom prst="rect">
              <a:avLst/>
            </a:prstGeom>
            <a:noFill/>
            <a:ln>
              <a:noFill/>
            </a:ln>
          </p:spPr>
          <p:txBody>
            <a:bodyPr wrap="none" rtlCol="0">
              <a:spAutoFit/>
            </a:bodyPr>
            <a:lstStyle/>
            <a:p>
              <a:r>
                <a:rPr lang="en-US" sz="800" dirty="0"/>
                <a:t>Key</a:t>
              </a:r>
            </a:p>
          </p:txBody>
        </p:sp>
        <p:sp>
          <p:nvSpPr>
            <p:cNvPr id="196" name="TextBox 195">
              <a:extLst>
                <a:ext uri="{FF2B5EF4-FFF2-40B4-BE49-F238E27FC236}">
                  <a16:creationId xmlns:a16="http://schemas.microsoft.com/office/drawing/2014/main" id="{4115E66D-D5AC-1556-2330-E57ED2BB9F78}"/>
                </a:ext>
              </a:extLst>
            </p:cNvPr>
            <p:cNvSpPr txBox="1"/>
            <p:nvPr/>
          </p:nvSpPr>
          <p:spPr>
            <a:xfrm>
              <a:off x="11068216" y="4170947"/>
              <a:ext cx="806631" cy="246221"/>
            </a:xfrm>
            <a:prstGeom prst="rect">
              <a:avLst/>
            </a:prstGeom>
            <a:noFill/>
            <a:ln>
              <a:noFill/>
            </a:ln>
          </p:spPr>
          <p:txBody>
            <a:bodyPr wrap="none" rtlCol="0">
              <a:spAutoFit/>
            </a:bodyPr>
            <a:lstStyle/>
            <a:p>
              <a:r>
                <a:rPr lang="en-US" sz="1000" dirty="0"/>
                <a:t>Basic Traffic</a:t>
              </a:r>
            </a:p>
          </p:txBody>
        </p:sp>
      </p:grpSp>
      <p:sp>
        <p:nvSpPr>
          <p:cNvPr id="24" name="TextBox 23">
            <a:extLst>
              <a:ext uri="{FF2B5EF4-FFF2-40B4-BE49-F238E27FC236}">
                <a16:creationId xmlns:a16="http://schemas.microsoft.com/office/drawing/2014/main" id="{C90C345F-091A-EF18-D8EB-D8CD299D37BA}"/>
              </a:ext>
            </a:extLst>
          </p:cNvPr>
          <p:cNvSpPr txBox="1"/>
          <p:nvPr/>
        </p:nvSpPr>
        <p:spPr>
          <a:xfrm>
            <a:off x="7796426" y="4645810"/>
            <a:ext cx="838691" cy="246221"/>
          </a:xfrm>
          <a:prstGeom prst="rect">
            <a:avLst/>
          </a:prstGeom>
          <a:noFill/>
          <a:ln>
            <a:noFill/>
          </a:ln>
        </p:spPr>
        <p:txBody>
          <a:bodyPr wrap="none" rtlCol="0">
            <a:spAutoFit/>
          </a:bodyPr>
          <a:lstStyle/>
          <a:p>
            <a:r>
              <a:rPr lang="en-US" sz="1000" dirty="0"/>
              <a:t>STATPHSRST</a:t>
            </a:r>
          </a:p>
        </p:txBody>
      </p:sp>
    </p:spTree>
    <p:extLst>
      <p:ext uri="{BB962C8B-B14F-4D97-AF65-F5344CB8AC3E}">
        <p14:creationId xmlns:p14="http://schemas.microsoft.com/office/powerpoint/2010/main" val="41143698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138F6-1361-2370-BD11-16DB28350C2A}"/>
              </a:ext>
            </a:extLst>
          </p:cNvPr>
          <p:cNvSpPr>
            <a:spLocks noGrp="1"/>
          </p:cNvSpPr>
          <p:nvPr>
            <p:ph type="title"/>
          </p:nvPr>
        </p:nvSpPr>
        <p:spPr>
          <a:xfrm>
            <a:off x="838200" y="365126"/>
            <a:ext cx="10515600" cy="837142"/>
          </a:xfrm>
        </p:spPr>
        <p:txBody>
          <a:bodyPr>
            <a:normAutofit/>
          </a:bodyPr>
          <a:lstStyle/>
          <a:p>
            <a:r>
              <a:rPr lang="en-US" sz="4000" dirty="0"/>
              <a:t>REG: Registers, Data Steering and Compute</a:t>
            </a:r>
          </a:p>
        </p:txBody>
      </p:sp>
      <p:sp>
        <p:nvSpPr>
          <p:cNvPr id="3" name="Content Placeholder 2">
            <a:extLst>
              <a:ext uri="{FF2B5EF4-FFF2-40B4-BE49-F238E27FC236}">
                <a16:creationId xmlns:a16="http://schemas.microsoft.com/office/drawing/2014/main" id="{C3775EF4-DFC9-A098-0790-069D53CC84DA}"/>
              </a:ext>
            </a:extLst>
          </p:cNvPr>
          <p:cNvSpPr>
            <a:spLocks noGrp="1"/>
          </p:cNvSpPr>
          <p:nvPr>
            <p:ph idx="1"/>
          </p:nvPr>
        </p:nvSpPr>
        <p:spPr>
          <a:xfrm>
            <a:off x="838200" y="1202268"/>
            <a:ext cx="10515600" cy="5290606"/>
          </a:xfrm>
        </p:spPr>
        <p:txBody>
          <a:bodyPr>
            <a:normAutofit lnSpcReduction="10000"/>
          </a:bodyPr>
          <a:lstStyle/>
          <a:p>
            <a:r>
              <a:rPr lang="en-US" sz="2000" dirty="0"/>
              <a:t>REG is a passive unit with no autonomy.  Completely controlled by SEQ</a:t>
            </a:r>
          </a:p>
          <a:p>
            <a:r>
              <a:rPr lang="en-US" sz="2000" dirty="0"/>
              <a:t>Three Registers; </a:t>
            </a:r>
            <a:r>
              <a:rPr lang="en-US" sz="2000" dirty="0" err="1"/>
              <a:t>XReg</a:t>
            </a:r>
            <a:r>
              <a:rPr lang="en-US" sz="2000" dirty="0"/>
              <a:t>, </a:t>
            </a:r>
            <a:r>
              <a:rPr lang="en-US" sz="2000" dirty="0" err="1"/>
              <a:t>YReg</a:t>
            </a:r>
            <a:r>
              <a:rPr lang="en-US" sz="2000" dirty="0"/>
              <a:t> and </a:t>
            </a:r>
            <a:r>
              <a:rPr lang="en-US" sz="2000" dirty="0" err="1"/>
              <a:t>QReg</a:t>
            </a:r>
            <a:r>
              <a:rPr lang="en-US" sz="2000" dirty="0"/>
              <a:t> are each arrays of 8 BCD (4-bit) digits</a:t>
            </a:r>
          </a:p>
          <a:p>
            <a:pPr lvl="1"/>
            <a:r>
              <a:rPr lang="en-US" sz="1600" dirty="0"/>
              <a:t>Each register supports shift operations; either SHR, SHL, or both.  SHR moves digits one position from MSD (most significant digit) to LSD, and the current LSD exiting the register with SRC replacing the MSD.  SHL moves digits from LSD to MSD and the MSD exiting the register with SRC replacing the LSD. </a:t>
            </a:r>
          </a:p>
          <a:p>
            <a:pPr lvl="2"/>
            <a:r>
              <a:rPr lang="en-US" sz="1400" dirty="0"/>
              <a:t>SHRX SRC: X9, SUM, X</a:t>
            </a:r>
            <a:r>
              <a:rPr lang="en-US" sz="1400" baseline="-25000" dirty="0"/>
              <a:t>LSD</a:t>
            </a:r>
            <a:r>
              <a:rPr lang="en-US" sz="1400" dirty="0"/>
              <a:t>, Y</a:t>
            </a:r>
            <a:r>
              <a:rPr lang="en-US" sz="1400" baseline="-25000" dirty="0"/>
              <a:t>LSD</a:t>
            </a:r>
          </a:p>
          <a:p>
            <a:pPr lvl="2"/>
            <a:r>
              <a:rPr lang="en-US" sz="1400" dirty="0"/>
              <a:t>SHLX SRC: </a:t>
            </a:r>
            <a:r>
              <a:rPr lang="en-US" sz="1400" dirty="0" err="1"/>
              <a:t>IMMData</a:t>
            </a:r>
            <a:r>
              <a:rPr lang="en-US" sz="1400" dirty="0"/>
              <a:t>, Q</a:t>
            </a:r>
            <a:r>
              <a:rPr lang="en-US" sz="1400" baseline="-25000" dirty="0"/>
              <a:t>MSD</a:t>
            </a:r>
            <a:endParaRPr lang="en-US" sz="1400" dirty="0"/>
          </a:p>
          <a:p>
            <a:pPr lvl="2"/>
            <a:r>
              <a:rPr lang="en-US" sz="1400" dirty="0"/>
              <a:t>SHRY SRC: Zero, Y</a:t>
            </a:r>
            <a:r>
              <a:rPr lang="en-US" sz="1400" baseline="-25000" dirty="0"/>
              <a:t>LSD</a:t>
            </a:r>
            <a:r>
              <a:rPr lang="en-US" sz="1400" dirty="0"/>
              <a:t>, X</a:t>
            </a:r>
            <a:r>
              <a:rPr lang="en-US" sz="1400" baseline="-25000" dirty="0"/>
              <a:t>LSD</a:t>
            </a:r>
            <a:endParaRPr lang="en-US" sz="1400" dirty="0"/>
          </a:p>
          <a:p>
            <a:pPr lvl="2"/>
            <a:r>
              <a:rPr lang="en-US" sz="1400" dirty="0"/>
              <a:t>SHRQ SRC: Zero, Y</a:t>
            </a:r>
            <a:r>
              <a:rPr lang="en-US" sz="1400" baseline="-25000" dirty="0"/>
              <a:t>LSD</a:t>
            </a:r>
          </a:p>
          <a:p>
            <a:pPr lvl="2"/>
            <a:r>
              <a:rPr lang="en-US" sz="1400" dirty="0"/>
              <a:t>SHLQ SRC: Zero, Q</a:t>
            </a:r>
            <a:r>
              <a:rPr lang="en-US" sz="1400" baseline="-25000" dirty="0"/>
              <a:t>LSD</a:t>
            </a:r>
          </a:p>
          <a:p>
            <a:pPr lvl="1"/>
            <a:r>
              <a:rPr lang="en-US" sz="1600" dirty="0"/>
              <a:t>Each register may operate individually or in tandem with others but only limited cases of simultaneous register shifting are supported.  Examples include: Exchange the values of </a:t>
            </a:r>
            <a:r>
              <a:rPr lang="en-US" sz="1600" dirty="0" err="1"/>
              <a:t>Xreg</a:t>
            </a:r>
            <a:r>
              <a:rPr lang="en-US" sz="1600" dirty="0"/>
              <a:t> and </a:t>
            </a:r>
            <a:r>
              <a:rPr lang="en-US" sz="1600" dirty="0" err="1"/>
              <a:t>Yreg</a:t>
            </a:r>
            <a:r>
              <a:rPr lang="en-US" sz="1600" dirty="0"/>
              <a:t>; Adding </a:t>
            </a:r>
            <a:r>
              <a:rPr lang="en-US" sz="1600" dirty="0" err="1"/>
              <a:t>Xreg</a:t>
            </a:r>
            <a:r>
              <a:rPr lang="en-US" sz="1600" dirty="0"/>
              <a:t> and </a:t>
            </a:r>
            <a:r>
              <a:rPr lang="en-US" sz="1600" dirty="0" err="1"/>
              <a:t>Yreg</a:t>
            </a:r>
            <a:r>
              <a:rPr lang="en-US" sz="1600" dirty="0"/>
              <a:t>, with SUM replacing </a:t>
            </a:r>
            <a:r>
              <a:rPr lang="en-US" sz="1600" dirty="0" err="1"/>
              <a:t>Xreg</a:t>
            </a:r>
            <a:r>
              <a:rPr lang="en-US" sz="1600" dirty="0"/>
              <a:t> while </a:t>
            </a:r>
            <a:r>
              <a:rPr lang="en-US" sz="1600" dirty="0" err="1"/>
              <a:t>Yreg</a:t>
            </a:r>
            <a:r>
              <a:rPr lang="en-US" sz="1600" dirty="0"/>
              <a:t> circulates (or is replaced with zero); Copy </a:t>
            </a:r>
            <a:r>
              <a:rPr lang="en-US" sz="1600" dirty="0" err="1"/>
              <a:t>Xreg</a:t>
            </a:r>
            <a:r>
              <a:rPr lang="en-US" sz="1600" dirty="0"/>
              <a:t> to </a:t>
            </a:r>
            <a:r>
              <a:rPr lang="en-US" sz="1600" dirty="0" err="1"/>
              <a:t>Yreg</a:t>
            </a:r>
            <a:r>
              <a:rPr lang="en-US" sz="1600" dirty="0"/>
              <a:t> while </a:t>
            </a:r>
            <a:r>
              <a:rPr lang="en-US" sz="1600" dirty="0" err="1"/>
              <a:t>Xreg</a:t>
            </a:r>
            <a:r>
              <a:rPr lang="en-US" sz="1600" dirty="0"/>
              <a:t> circulates (or is replaced with zero)</a:t>
            </a:r>
          </a:p>
          <a:p>
            <a:r>
              <a:rPr lang="en-US" sz="2000" dirty="0"/>
              <a:t>X9 and QL are single BCD digit registers (loadable counters), auxiliary to </a:t>
            </a:r>
            <a:r>
              <a:rPr lang="en-US" sz="2000" dirty="0" err="1"/>
              <a:t>Xreg</a:t>
            </a:r>
            <a:r>
              <a:rPr lang="en-US" sz="2000" dirty="0"/>
              <a:t> and reg, respectively. </a:t>
            </a:r>
          </a:p>
          <a:p>
            <a:pPr lvl="1"/>
            <a:r>
              <a:rPr lang="en-US" sz="1600" dirty="0"/>
              <a:t>X9 accumulates carries out of Xmsd for Addition and Multiplication operations and is used to test </a:t>
            </a:r>
            <a:r>
              <a:rPr lang="en-US" sz="1600" dirty="0" err="1"/>
              <a:t>Xreg</a:t>
            </a:r>
            <a:r>
              <a:rPr lang="en-US" sz="1600" dirty="0"/>
              <a:t> digits for 0.</a:t>
            </a:r>
          </a:p>
          <a:p>
            <a:pPr lvl="1"/>
            <a:r>
              <a:rPr lang="en-US" sz="1600" dirty="0"/>
              <a:t>QL is used for Multiplication as a loop counter and for Division as partial quotient accumulator</a:t>
            </a:r>
          </a:p>
          <a:p>
            <a:pPr lvl="1"/>
            <a:r>
              <a:rPr lang="en-US" sz="1600" dirty="0"/>
              <a:t>Each can increment or decrement by one and each is loadable from two sources:</a:t>
            </a:r>
          </a:p>
          <a:p>
            <a:pPr lvl="2"/>
            <a:r>
              <a:rPr lang="en-US" sz="1400" dirty="0"/>
              <a:t>X9 SRC: Zero,  X</a:t>
            </a:r>
            <a:r>
              <a:rPr lang="en-US" sz="1400" baseline="-25000" dirty="0"/>
              <a:t>MSD</a:t>
            </a:r>
            <a:endParaRPr lang="en-US" sz="1200" baseline="-25000" dirty="0"/>
          </a:p>
          <a:p>
            <a:pPr lvl="2"/>
            <a:r>
              <a:rPr lang="en-US" sz="1400" dirty="0"/>
              <a:t>QL SRC: Zero, Q</a:t>
            </a:r>
            <a:r>
              <a:rPr lang="en-US" sz="1400" baseline="-25000" dirty="0"/>
              <a:t>LSD</a:t>
            </a:r>
          </a:p>
        </p:txBody>
      </p:sp>
    </p:spTree>
    <p:extLst>
      <p:ext uri="{BB962C8B-B14F-4D97-AF65-F5344CB8AC3E}">
        <p14:creationId xmlns:p14="http://schemas.microsoft.com/office/powerpoint/2010/main" val="20671117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D6FB1-FEED-F167-88F9-6D3B2B1124B6}"/>
              </a:ext>
            </a:extLst>
          </p:cNvPr>
          <p:cNvSpPr>
            <a:spLocks noGrp="1"/>
          </p:cNvSpPr>
          <p:nvPr>
            <p:ph type="title"/>
          </p:nvPr>
        </p:nvSpPr>
        <p:spPr>
          <a:xfrm>
            <a:off x="838200" y="365125"/>
            <a:ext cx="10515600" cy="854075"/>
          </a:xfrm>
        </p:spPr>
        <p:txBody>
          <a:bodyPr>
            <a:normAutofit/>
          </a:bodyPr>
          <a:lstStyle/>
          <a:p>
            <a:r>
              <a:rPr lang="en-US" sz="4000" dirty="0"/>
              <a:t>Arith – Add/Sub</a:t>
            </a:r>
          </a:p>
        </p:txBody>
      </p:sp>
      <p:sp>
        <p:nvSpPr>
          <p:cNvPr id="3" name="Content Placeholder 2">
            <a:extLst>
              <a:ext uri="{FF2B5EF4-FFF2-40B4-BE49-F238E27FC236}">
                <a16:creationId xmlns:a16="http://schemas.microsoft.com/office/drawing/2014/main" id="{97D8370C-1265-313A-2DDF-EEC13C0AE415}"/>
              </a:ext>
            </a:extLst>
          </p:cNvPr>
          <p:cNvSpPr>
            <a:spLocks noGrp="1"/>
          </p:cNvSpPr>
          <p:nvPr>
            <p:ph idx="1"/>
          </p:nvPr>
        </p:nvSpPr>
        <p:spPr>
          <a:xfrm>
            <a:off x="838200" y="1286933"/>
            <a:ext cx="10515600" cy="5205941"/>
          </a:xfrm>
        </p:spPr>
        <p:txBody>
          <a:bodyPr>
            <a:normAutofit fontScale="77500" lnSpcReduction="20000"/>
          </a:bodyPr>
          <a:lstStyle/>
          <a:p>
            <a:r>
              <a:rPr lang="en-US" dirty="0"/>
              <a:t>Arith is a single digit BCD adder/subtractor that operates only on X</a:t>
            </a:r>
            <a:r>
              <a:rPr lang="en-US" baseline="-25000" dirty="0"/>
              <a:t>LSD</a:t>
            </a:r>
            <a:r>
              <a:rPr lang="en-US" dirty="0"/>
              <a:t> and Y</a:t>
            </a:r>
            <a:r>
              <a:rPr lang="en-US" baseline="-25000" dirty="0"/>
              <a:t>LSD</a:t>
            </a:r>
            <a:r>
              <a:rPr lang="en-US" dirty="0"/>
              <a:t>.   The output of Arith is the SUM routed only to X</a:t>
            </a:r>
            <a:r>
              <a:rPr lang="en-US" baseline="-25000" dirty="0"/>
              <a:t>MSD</a:t>
            </a:r>
          </a:p>
          <a:p>
            <a:pPr lvl="1"/>
            <a:r>
              <a:rPr lang="en-US" dirty="0"/>
              <a:t>Additional outputs indicate if the add generated a carry out and if the result of a subtraction is a negative number.</a:t>
            </a:r>
          </a:p>
          <a:p>
            <a:pPr lvl="1"/>
            <a:r>
              <a:rPr lang="en-US" dirty="0"/>
              <a:t>Subtraction is done through 10s complement arithmetic.</a:t>
            </a:r>
          </a:p>
          <a:p>
            <a:r>
              <a:rPr lang="en-US" dirty="0"/>
              <a:t>The Add/Sub block is implemented with a cascade of three combinational logic stages: </a:t>
            </a:r>
          </a:p>
          <a:p>
            <a:pPr lvl="1"/>
            <a:r>
              <a:rPr lang="en-US" dirty="0"/>
              <a:t>10’s complement of one input</a:t>
            </a:r>
          </a:p>
          <a:p>
            <a:pPr lvl="1"/>
            <a:r>
              <a:rPr lang="en-US" dirty="0"/>
              <a:t>Summing the inputs</a:t>
            </a:r>
          </a:p>
          <a:p>
            <a:pPr lvl="1"/>
            <a:r>
              <a:rPr lang="en-US" dirty="0"/>
              <a:t>BCD correction of result</a:t>
            </a:r>
          </a:p>
          <a:p>
            <a:r>
              <a:rPr lang="en-US" dirty="0"/>
              <a:t>The </a:t>
            </a:r>
            <a:r>
              <a:rPr lang="en-US" dirty="0" err="1"/>
              <a:t>CarryO</a:t>
            </a:r>
            <a:r>
              <a:rPr lang="en-US" dirty="0"/>
              <a:t> bit is valid for exactly one clock following the sum.  This imposes a requirement for any operation on multi-digit numbers be carried out with contiguous add instructions (no intervening cycles) </a:t>
            </a:r>
          </a:p>
          <a:p>
            <a:r>
              <a:rPr lang="en-US" dirty="0"/>
              <a:t>The </a:t>
            </a:r>
            <a:r>
              <a:rPr lang="en-US" dirty="0" err="1"/>
              <a:t>IsNeg</a:t>
            </a:r>
            <a:r>
              <a:rPr lang="en-US" dirty="0"/>
              <a:t> bit is valid for exactly one clock following the sum. This requires that action to be taken as a result of the </a:t>
            </a:r>
            <a:r>
              <a:rPr lang="en-US" dirty="0" err="1"/>
              <a:t>IsNeg</a:t>
            </a:r>
            <a:r>
              <a:rPr lang="en-US" dirty="0"/>
              <a:t> signal is immediate.</a:t>
            </a:r>
          </a:p>
          <a:p>
            <a:r>
              <a:rPr lang="en-US" dirty="0"/>
              <a:t>If the result of a subtraction is negative, the 10’s complement result is stored in </a:t>
            </a:r>
            <a:r>
              <a:rPr lang="en-US" dirty="0" err="1"/>
              <a:t>Xreg</a:t>
            </a:r>
            <a:r>
              <a:rPr lang="en-US" dirty="0"/>
              <a:t> and additional </a:t>
            </a:r>
            <a:r>
              <a:rPr lang="en-US" dirty="0" err="1"/>
              <a:t>uCode</a:t>
            </a:r>
            <a:r>
              <a:rPr lang="en-US" dirty="0"/>
              <a:t> performs subtraction of the result from 0, returning the desired result</a:t>
            </a:r>
          </a:p>
          <a:p>
            <a:r>
              <a:rPr lang="en-US" dirty="0"/>
              <a:t>Arith includes 4 counters that react to key strokes to compute sum of exponents, difference of exponents, digit count, and decimal point position</a:t>
            </a:r>
          </a:p>
          <a:p>
            <a:endParaRPr lang="en-US" dirty="0"/>
          </a:p>
        </p:txBody>
      </p:sp>
    </p:spTree>
    <p:extLst>
      <p:ext uri="{BB962C8B-B14F-4D97-AF65-F5344CB8AC3E}">
        <p14:creationId xmlns:p14="http://schemas.microsoft.com/office/powerpoint/2010/main" val="41586339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3B826-878D-4170-09E3-DB0CCD797C91}"/>
              </a:ext>
            </a:extLst>
          </p:cNvPr>
          <p:cNvSpPr>
            <a:spLocks noGrp="1"/>
          </p:cNvSpPr>
          <p:nvPr>
            <p:ph type="title"/>
          </p:nvPr>
        </p:nvSpPr>
        <p:spPr>
          <a:xfrm>
            <a:off x="838200" y="365126"/>
            <a:ext cx="10515600" cy="773864"/>
          </a:xfrm>
        </p:spPr>
        <p:txBody>
          <a:bodyPr>
            <a:normAutofit/>
          </a:bodyPr>
          <a:lstStyle/>
          <a:p>
            <a:r>
              <a:rPr lang="en-US" sz="4000" dirty="0"/>
              <a:t>Arith – Metadata Counters</a:t>
            </a:r>
          </a:p>
        </p:txBody>
      </p:sp>
      <p:sp>
        <p:nvSpPr>
          <p:cNvPr id="3" name="Content Placeholder 2">
            <a:extLst>
              <a:ext uri="{FF2B5EF4-FFF2-40B4-BE49-F238E27FC236}">
                <a16:creationId xmlns:a16="http://schemas.microsoft.com/office/drawing/2014/main" id="{B72FA4AA-A8C6-9B0A-B6E6-776CC85D8571}"/>
              </a:ext>
            </a:extLst>
          </p:cNvPr>
          <p:cNvSpPr>
            <a:spLocks noGrp="1"/>
          </p:cNvSpPr>
          <p:nvPr>
            <p:ph idx="1"/>
          </p:nvPr>
        </p:nvSpPr>
        <p:spPr>
          <a:xfrm>
            <a:off x="838200" y="1435768"/>
            <a:ext cx="10515600" cy="4741195"/>
          </a:xfrm>
        </p:spPr>
        <p:txBody>
          <a:bodyPr>
            <a:normAutofit fontScale="85000" lnSpcReduction="10000"/>
          </a:bodyPr>
          <a:lstStyle/>
          <a:p>
            <a:r>
              <a:rPr lang="en-US" dirty="0"/>
              <a:t>Arith includes 4 counters that react to key strokes to compute sum of exponents, difference of exponents, digit count, and decimal point position</a:t>
            </a:r>
          </a:p>
          <a:p>
            <a:pPr lvl="1"/>
            <a:r>
              <a:rPr lang="en-US" dirty="0"/>
              <a:t>Incremented or decremented by microcode instructions</a:t>
            </a:r>
          </a:p>
          <a:p>
            <a:pPr lvl="2"/>
            <a:r>
              <a:rPr lang="en-US" dirty="0" err="1"/>
              <a:t>XDigCnt</a:t>
            </a:r>
            <a:r>
              <a:rPr lang="en-US" dirty="0"/>
              <a:t> – increments for each numeric key.  If zero(s) is the first keystroke, it is not counted</a:t>
            </a:r>
          </a:p>
          <a:p>
            <a:pPr lvl="2"/>
            <a:r>
              <a:rPr lang="en-US" dirty="0" err="1"/>
              <a:t>XDpCnt</a:t>
            </a:r>
            <a:r>
              <a:rPr lang="en-US" dirty="0"/>
              <a:t> – increments for each numeric key after the decimal point (counts digits in fractional portion of operand)</a:t>
            </a:r>
          </a:p>
          <a:p>
            <a:pPr lvl="2"/>
            <a:r>
              <a:rPr lang="en-US" dirty="0" err="1"/>
              <a:t>SexpCnt</a:t>
            </a:r>
            <a:r>
              <a:rPr lang="en-US" dirty="0"/>
              <a:t>, </a:t>
            </a:r>
            <a:r>
              <a:rPr lang="en-US" dirty="0" err="1"/>
              <a:t>DexpCnt</a:t>
            </a:r>
            <a:r>
              <a:rPr lang="en-US" dirty="0"/>
              <a:t> – hold the sum and difference, respectively, of the exponents of the two operands</a:t>
            </a:r>
          </a:p>
          <a:p>
            <a:pPr lvl="3"/>
            <a:r>
              <a:rPr lang="en-US" dirty="0"/>
              <a:t>Positive Exponent - first key of operand is numeric.  Increment for each numeric key until decimal point is keyed</a:t>
            </a:r>
          </a:p>
          <a:p>
            <a:pPr lvl="3"/>
            <a:r>
              <a:rPr lang="en-US" dirty="0"/>
              <a:t>Negative Exponent - first key of operand is decimal point key.  Decrement for each leading zero keyed until non zero numeric key</a:t>
            </a:r>
          </a:p>
          <a:p>
            <a:pPr lvl="3"/>
            <a:r>
              <a:rPr lang="en-US" dirty="0" err="1"/>
              <a:t>SexpCnt</a:t>
            </a:r>
            <a:endParaRPr lang="en-US" dirty="0"/>
          </a:p>
          <a:p>
            <a:pPr lvl="4"/>
            <a:r>
              <a:rPr lang="en-US" dirty="0"/>
              <a:t>for each operand, positive exponents increment up, negative exponents decrement down</a:t>
            </a:r>
          </a:p>
          <a:p>
            <a:pPr lvl="3"/>
            <a:r>
              <a:rPr lang="en-US" dirty="0" err="1"/>
              <a:t>DexpCnt</a:t>
            </a:r>
            <a:endParaRPr lang="en-US" dirty="0"/>
          </a:p>
          <a:p>
            <a:pPr lvl="4"/>
            <a:r>
              <a:rPr lang="en-US" dirty="0"/>
              <a:t>for first operand, positive exponents increment up, negative exponents decrement down</a:t>
            </a:r>
          </a:p>
          <a:p>
            <a:pPr lvl="4"/>
            <a:r>
              <a:rPr lang="en-US" dirty="0"/>
              <a:t>For second operand, negative exponents increment up, positive exponents decrement down</a:t>
            </a:r>
          </a:p>
          <a:p>
            <a:r>
              <a:rPr lang="en-US" dirty="0"/>
              <a:t>Via microcode instructions, </a:t>
            </a:r>
            <a:r>
              <a:rPr lang="en-US" dirty="0" err="1"/>
              <a:t>DexpCnt</a:t>
            </a:r>
            <a:r>
              <a:rPr lang="en-US" dirty="0"/>
              <a:t> can be transferred to </a:t>
            </a:r>
            <a:r>
              <a:rPr lang="en-US" dirty="0" err="1"/>
              <a:t>SexpCnt</a:t>
            </a:r>
            <a:r>
              <a:rPr lang="en-US" dirty="0"/>
              <a:t>.  </a:t>
            </a:r>
            <a:r>
              <a:rPr lang="en-US" dirty="0" err="1"/>
              <a:t>SexpCnt</a:t>
            </a:r>
            <a:r>
              <a:rPr lang="en-US" dirty="0"/>
              <a:t> can be transferred to </a:t>
            </a:r>
            <a:r>
              <a:rPr lang="en-US" dirty="0" err="1"/>
              <a:t>XDpCnt</a:t>
            </a:r>
            <a:r>
              <a:rPr lang="en-US" dirty="0"/>
              <a:t>.  </a:t>
            </a:r>
            <a:r>
              <a:rPr lang="en-US" dirty="0" err="1"/>
              <a:t>DexpCnt</a:t>
            </a:r>
            <a:r>
              <a:rPr lang="en-US" dirty="0"/>
              <a:t> can be transferred to </a:t>
            </a:r>
            <a:r>
              <a:rPr lang="en-US" dirty="0" err="1"/>
              <a:t>XDpCnt</a:t>
            </a:r>
            <a:r>
              <a:rPr lang="en-US" dirty="0"/>
              <a:t> in two steps</a:t>
            </a:r>
          </a:p>
          <a:p>
            <a:pPr lvl="4"/>
            <a:endParaRPr lang="en-US" dirty="0"/>
          </a:p>
          <a:p>
            <a:pPr lvl="4"/>
            <a:endParaRPr lang="en-US" dirty="0"/>
          </a:p>
        </p:txBody>
      </p:sp>
    </p:spTree>
    <p:extLst>
      <p:ext uri="{BB962C8B-B14F-4D97-AF65-F5344CB8AC3E}">
        <p14:creationId xmlns:p14="http://schemas.microsoft.com/office/powerpoint/2010/main" val="32778373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231A2-BB81-7413-3E0A-C333C9CAA6F1}"/>
              </a:ext>
            </a:extLst>
          </p:cNvPr>
          <p:cNvSpPr>
            <a:spLocks noGrp="1"/>
          </p:cNvSpPr>
          <p:nvPr>
            <p:ph type="title"/>
          </p:nvPr>
        </p:nvSpPr>
        <p:spPr/>
        <p:txBody>
          <a:bodyPr>
            <a:normAutofit/>
          </a:bodyPr>
          <a:lstStyle/>
          <a:p>
            <a:r>
              <a:rPr lang="en-US" sz="4000" dirty="0" err="1"/>
              <a:t>StatPhsRst</a:t>
            </a:r>
            <a:endParaRPr lang="en-US" sz="4000" dirty="0"/>
          </a:p>
        </p:txBody>
      </p:sp>
      <p:sp>
        <p:nvSpPr>
          <p:cNvPr id="3" name="Content Placeholder 2">
            <a:extLst>
              <a:ext uri="{FF2B5EF4-FFF2-40B4-BE49-F238E27FC236}">
                <a16:creationId xmlns:a16="http://schemas.microsoft.com/office/drawing/2014/main" id="{A3633BA4-859D-36B4-FE96-57006AFF9154}"/>
              </a:ext>
            </a:extLst>
          </p:cNvPr>
          <p:cNvSpPr>
            <a:spLocks noGrp="1"/>
          </p:cNvSpPr>
          <p:nvPr>
            <p:ph idx="1"/>
          </p:nvPr>
        </p:nvSpPr>
        <p:spPr/>
        <p:txBody>
          <a:bodyPr>
            <a:normAutofit lnSpcReduction="10000"/>
          </a:bodyPr>
          <a:lstStyle/>
          <a:p>
            <a:r>
              <a:rPr lang="en-US" dirty="0"/>
              <a:t>There are two reset domains for sequential logic in REG, X and Y.</a:t>
            </a:r>
          </a:p>
          <a:p>
            <a:pPr lvl="1"/>
            <a:r>
              <a:rPr lang="en-US" dirty="0"/>
              <a:t>The </a:t>
            </a:r>
            <a:r>
              <a:rPr lang="en-US" dirty="0" err="1"/>
              <a:t>Xreg</a:t>
            </a:r>
            <a:r>
              <a:rPr lang="en-US" dirty="0"/>
              <a:t> domain includes </a:t>
            </a:r>
            <a:r>
              <a:rPr lang="en-US" dirty="0" err="1"/>
              <a:t>Xreg</a:t>
            </a:r>
            <a:r>
              <a:rPr lang="en-US" dirty="0"/>
              <a:t> and state associated with </a:t>
            </a:r>
            <a:r>
              <a:rPr lang="en-US" dirty="0" err="1"/>
              <a:t>Xreg</a:t>
            </a:r>
            <a:r>
              <a:rPr lang="en-US" dirty="0"/>
              <a:t>.</a:t>
            </a:r>
          </a:p>
          <a:p>
            <a:pPr lvl="2"/>
            <a:r>
              <a:rPr lang="en-US" dirty="0"/>
              <a:t>X reset is triggered by a microcode instruction and by the transition from entering the first operand to entering the second operand</a:t>
            </a:r>
          </a:p>
          <a:p>
            <a:pPr lvl="1"/>
            <a:r>
              <a:rPr lang="en-US" dirty="0"/>
              <a:t>The </a:t>
            </a:r>
            <a:r>
              <a:rPr lang="en-US" dirty="0" err="1"/>
              <a:t>Yreg</a:t>
            </a:r>
            <a:r>
              <a:rPr lang="en-US" dirty="0"/>
              <a:t> domain includes </a:t>
            </a:r>
            <a:r>
              <a:rPr lang="en-US" dirty="0" err="1"/>
              <a:t>Yreg</a:t>
            </a:r>
            <a:r>
              <a:rPr lang="en-US" dirty="0"/>
              <a:t> and </a:t>
            </a:r>
            <a:r>
              <a:rPr lang="en-US" dirty="0" err="1"/>
              <a:t>Qreg</a:t>
            </a:r>
            <a:r>
              <a:rPr lang="en-US" dirty="0"/>
              <a:t> and associated state.</a:t>
            </a:r>
          </a:p>
          <a:p>
            <a:pPr lvl="2"/>
            <a:r>
              <a:rPr lang="en-US" dirty="0"/>
              <a:t>Y reset is triggered by a microcode instruction</a:t>
            </a:r>
          </a:p>
          <a:p>
            <a:pPr lvl="1"/>
            <a:r>
              <a:rPr lang="en-US" dirty="0"/>
              <a:t>The </a:t>
            </a:r>
            <a:r>
              <a:rPr lang="en-US" dirty="0" err="1"/>
              <a:t>Rst</a:t>
            </a:r>
            <a:r>
              <a:rPr lang="en-US" dirty="0"/>
              <a:t> part of </a:t>
            </a:r>
            <a:r>
              <a:rPr lang="en-US" dirty="0" err="1"/>
              <a:t>StatPhsRst</a:t>
            </a:r>
            <a:r>
              <a:rPr lang="en-US" dirty="0"/>
              <a:t> is a reset synchronizer to filter spurious logic glitches from SEQ on X and Y domain resets</a:t>
            </a:r>
          </a:p>
          <a:p>
            <a:r>
              <a:rPr lang="en-US" dirty="0"/>
              <a:t>The Stat part of </a:t>
            </a:r>
            <a:r>
              <a:rPr lang="en-US" dirty="0" err="1"/>
              <a:t>StatPhsRst</a:t>
            </a:r>
            <a:r>
              <a:rPr lang="en-US" dirty="0"/>
              <a:t> is an array of status bits to store sign bits for operands and exponents and other state information needed to parse keystrokes.  Bits are set and cleared by microcode instructions and by reset events</a:t>
            </a:r>
          </a:p>
          <a:p>
            <a:endParaRPr lang="en-US" dirty="0"/>
          </a:p>
        </p:txBody>
      </p:sp>
    </p:spTree>
    <p:extLst>
      <p:ext uri="{BB962C8B-B14F-4D97-AF65-F5344CB8AC3E}">
        <p14:creationId xmlns:p14="http://schemas.microsoft.com/office/powerpoint/2010/main" val="28193211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CB755-D220-7C03-8407-0E17E6241E91}"/>
              </a:ext>
            </a:extLst>
          </p:cNvPr>
          <p:cNvSpPr>
            <a:spLocks noGrp="1"/>
          </p:cNvSpPr>
          <p:nvPr>
            <p:ph type="title"/>
          </p:nvPr>
        </p:nvSpPr>
        <p:spPr/>
        <p:txBody>
          <a:bodyPr>
            <a:normAutofit/>
          </a:bodyPr>
          <a:lstStyle/>
          <a:p>
            <a:r>
              <a:rPr lang="en-US" sz="4000" dirty="0" err="1"/>
              <a:t>StatPhsRst</a:t>
            </a:r>
            <a:endParaRPr lang="en-US" sz="4000" dirty="0"/>
          </a:p>
        </p:txBody>
      </p:sp>
      <p:sp>
        <p:nvSpPr>
          <p:cNvPr id="3" name="Content Placeholder 2">
            <a:extLst>
              <a:ext uri="{FF2B5EF4-FFF2-40B4-BE49-F238E27FC236}">
                <a16:creationId xmlns:a16="http://schemas.microsoft.com/office/drawing/2014/main" id="{E3F5EA9C-05B6-5635-E117-B6101012746B}"/>
              </a:ext>
            </a:extLst>
          </p:cNvPr>
          <p:cNvSpPr>
            <a:spLocks noGrp="1"/>
          </p:cNvSpPr>
          <p:nvPr>
            <p:ph idx="1"/>
          </p:nvPr>
        </p:nvSpPr>
        <p:spPr/>
        <p:txBody>
          <a:bodyPr>
            <a:normAutofit fontScale="85000" lnSpcReduction="20000"/>
          </a:bodyPr>
          <a:lstStyle/>
          <a:p>
            <a:r>
              <a:rPr lang="en-US" sz="3300" dirty="0"/>
              <a:t>The </a:t>
            </a:r>
            <a:r>
              <a:rPr lang="en-US" sz="3300" dirty="0" err="1"/>
              <a:t>Phs</a:t>
            </a:r>
            <a:r>
              <a:rPr lang="en-US" sz="3300" dirty="0"/>
              <a:t> part of </a:t>
            </a:r>
            <a:r>
              <a:rPr lang="en-US" sz="3300" dirty="0" err="1"/>
              <a:t>StatPhsRst</a:t>
            </a:r>
            <a:r>
              <a:rPr lang="en-US" sz="3300" dirty="0"/>
              <a:t> is a state machine that tracks the phase of the operation underway.  Its state variables are tested by branch instructions</a:t>
            </a:r>
            <a:endParaRPr lang="en-US" dirty="0"/>
          </a:p>
          <a:p>
            <a:r>
              <a:rPr lang="en-US" sz="3300" dirty="0"/>
              <a:t>States include</a:t>
            </a:r>
          </a:p>
          <a:p>
            <a:pPr lvl="1"/>
            <a:r>
              <a:rPr lang="en-US" dirty="0"/>
              <a:t>Idle* – System has cycle through reset but no keys have been pressed (virtual state)</a:t>
            </a:r>
          </a:p>
          <a:p>
            <a:pPr lvl="1"/>
            <a:r>
              <a:rPr lang="en-US" dirty="0"/>
              <a:t>Op1Ph* – First operand is being entered (virtual state)</a:t>
            </a:r>
          </a:p>
          <a:p>
            <a:pPr lvl="1"/>
            <a:r>
              <a:rPr lang="en-US" dirty="0"/>
              <a:t>EOp1Ph – First operand is entered but second operand has not started</a:t>
            </a:r>
          </a:p>
          <a:p>
            <a:pPr lvl="1"/>
            <a:r>
              <a:rPr lang="en-US" dirty="0"/>
              <a:t>Op2Ph – Second operand is being entered</a:t>
            </a:r>
          </a:p>
          <a:p>
            <a:pPr lvl="1"/>
            <a:r>
              <a:rPr lang="en-US" dirty="0" err="1"/>
              <a:t>OprPh</a:t>
            </a:r>
            <a:r>
              <a:rPr lang="en-US" dirty="0"/>
              <a:t> – One of the 4 operations is underway</a:t>
            </a:r>
          </a:p>
          <a:p>
            <a:pPr lvl="1"/>
            <a:r>
              <a:rPr lang="en-US" dirty="0" err="1"/>
              <a:t>MultDivPh</a:t>
            </a:r>
            <a:r>
              <a:rPr lang="en-US" dirty="0"/>
              <a:t> – One of either the </a:t>
            </a:r>
            <a:r>
              <a:rPr lang="en-US" dirty="0" err="1"/>
              <a:t>mult</a:t>
            </a:r>
            <a:r>
              <a:rPr lang="en-US" dirty="0"/>
              <a:t> or div operation is underway</a:t>
            </a:r>
          </a:p>
          <a:p>
            <a:pPr marL="457200" lvl="1" indent="0">
              <a:buNone/>
            </a:pPr>
            <a:r>
              <a:rPr lang="en-US" dirty="0"/>
              <a:t>* Idle state and Op1Ph state do not need actual state variables but they represent operational</a:t>
            </a:r>
          </a:p>
          <a:p>
            <a:pPr marL="457200" lvl="1" indent="0">
              <a:buNone/>
            </a:pPr>
            <a:r>
              <a:rPr lang="en-US" dirty="0"/>
              <a:t>   states of the overall machine</a:t>
            </a:r>
          </a:p>
          <a:p>
            <a:r>
              <a:rPr lang="en-US" sz="3300" dirty="0"/>
              <a:t>The state machine is advanced by a microcode instruction</a:t>
            </a:r>
          </a:p>
          <a:p>
            <a:pPr lvl="1"/>
            <a:r>
              <a:rPr lang="en-US" dirty="0"/>
              <a:t>The transition from EndOp1 to Op2Ph will also happen with the first key starting operand2 </a:t>
            </a:r>
          </a:p>
        </p:txBody>
      </p:sp>
    </p:spTree>
    <p:extLst>
      <p:ext uri="{BB962C8B-B14F-4D97-AF65-F5344CB8AC3E}">
        <p14:creationId xmlns:p14="http://schemas.microsoft.com/office/powerpoint/2010/main" val="39385853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75C4DE46-9D9B-F18C-E608-54956D594922}"/>
              </a:ext>
            </a:extLst>
          </p:cNvPr>
          <p:cNvGrpSpPr/>
          <p:nvPr/>
        </p:nvGrpSpPr>
        <p:grpSpPr>
          <a:xfrm>
            <a:off x="2013763" y="3178536"/>
            <a:ext cx="626533" cy="592667"/>
            <a:chOff x="4470398" y="2459567"/>
            <a:chExt cx="626533" cy="592667"/>
          </a:xfrm>
        </p:grpSpPr>
        <p:sp>
          <p:nvSpPr>
            <p:cNvPr id="6" name="Rectangle 5">
              <a:extLst>
                <a:ext uri="{FF2B5EF4-FFF2-40B4-BE49-F238E27FC236}">
                  <a16:creationId xmlns:a16="http://schemas.microsoft.com/office/drawing/2014/main" id="{5DC27DD6-7910-EEA0-B82D-15D09CE7BF61}"/>
                </a:ext>
              </a:extLst>
            </p:cNvPr>
            <p:cNvSpPr/>
            <p:nvPr/>
          </p:nvSpPr>
          <p:spPr>
            <a:xfrm>
              <a:off x="4470398" y="2459567"/>
              <a:ext cx="626533" cy="5926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8" name="TextBox 7">
              <a:extLst>
                <a:ext uri="{FF2B5EF4-FFF2-40B4-BE49-F238E27FC236}">
                  <a16:creationId xmlns:a16="http://schemas.microsoft.com/office/drawing/2014/main" id="{C84C3746-86B0-A378-725F-28F74A078A71}"/>
                </a:ext>
              </a:extLst>
            </p:cNvPr>
            <p:cNvSpPr txBox="1"/>
            <p:nvPr/>
          </p:nvSpPr>
          <p:spPr>
            <a:xfrm>
              <a:off x="4497087" y="2632789"/>
              <a:ext cx="599844" cy="246221"/>
            </a:xfrm>
            <a:prstGeom prst="rect">
              <a:avLst/>
            </a:prstGeom>
            <a:noFill/>
            <a:ln>
              <a:noFill/>
            </a:ln>
          </p:spPr>
          <p:txBody>
            <a:bodyPr wrap="none" rtlCol="0">
              <a:spAutoFit/>
            </a:bodyPr>
            <a:lstStyle/>
            <a:p>
              <a:r>
                <a:rPr lang="en-US" sz="1000" dirty="0" err="1"/>
                <a:t>XDigCnt</a:t>
              </a:r>
              <a:endParaRPr lang="en-US" sz="1000" dirty="0"/>
            </a:p>
          </p:txBody>
        </p:sp>
      </p:grpSp>
      <p:grpSp>
        <p:nvGrpSpPr>
          <p:cNvPr id="13" name="Group 12">
            <a:extLst>
              <a:ext uri="{FF2B5EF4-FFF2-40B4-BE49-F238E27FC236}">
                <a16:creationId xmlns:a16="http://schemas.microsoft.com/office/drawing/2014/main" id="{58B95E1B-DF6D-FE4A-F560-7AA9F7F3EEDB}"/>
              </a:ext>
            </a:extLst>
          </p:cNvPr>
          <p:cNvGrpSpPr/>
          <p:nvPr/>
        </p:nvGrpSpPr>
        <p:grpSpPr>
          <a:xfrm>
            <a:off x="2013765" y="4054195"/>
            <a:ext cx="626533" cy="592667"/>
            <a:chOff x="4470400" y="3200400"/>
            <a:chExt cx="626533" cy="592667"/>
          </a:xfrm>
        </p:grpSpPr>
        <p:sp>
          <p:nvSpPr>
            <p:cNvPr id="4" name="Rectangle 3">
              <a:extLst>
                <a:ext uri="{FF2B5EF4-FFF2-40B4-BE49-F238E27FC236}">
                  <a16:creationId xmlns:a16="http://schemas.microsoft.com/office/drawing/2014/main" id="{6B7C1338-74B4-4D4F-B66F-17D90FEB29BD}"/>
                </a:ext>
              </a:extLst>
            </p:cNvPr>
            <p:cNvSpPr/>
            <p:nvPr/>
          </p:nvSpPr>
          <p:spPr>
            <a:xfrm>
              <a:off x="4470400" y="3200400"/>
              <a:ext cx="626533" cy="5926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 name="TextBox 8">
              <a:extLst>
                <a:ext uri="{FF2B5EF4-FFF2-40B4-BE49-F238E27FC236}">
                  <a16:creationId xmlns:a16="http://schemas.microsoft.com/office/drawing/2014/main" id="{49A7733C-03AE-CE64-29E4-F205A6169899}"/>
                </a:ext>
              </a:extLst>
            </p:cNvPr>
            <p:cNvSpPr txBox="1"/>
            <p:nvPr/>
          </p:nvSpPr>
          <p:spPr>
            <a:xfrm>
              <a:off x="4519529" y="3373623"/>
              <a:ext cx="577402" cy="246221"/>
            </a:xfrm>
            <a:prstGeom prst="rect">
              <a:avLst/>
            </a:prstGeom>
            <a:noFill/>
            <a:ln>
              <a:noFill/>
            </a:ln>
          </p:spPr>
          <p:txBody>
            <a:bodyPr wrap="none" rtlCol="0">
              <a:spAutoFit/>
            </a:bodyPr>
            <a:lstStyle/>
            <a:p>
              <a:r>
                <a:rPr lang="en-US" sz="1000" dirty="0" err="1"/>
                <a:t>XDpCnt</a:t>
              </a:r>
              <a:endParaRPr lang="en-US" sz="1000" dirty="0"/>
            </a:p>
          </p:txBody>
        </p:sp>
      </p:grpSp>
      <p:grpSp>
        <p:nvGrpSpPr>
          <p:cNvPr id="14" name="Group 13">
            <a:extLst>
              <a:ext uri="{FF2B5EF4-FFF2-40B4-BE49-F238E27FC236}">
                <a16:creationId xmlns:a16="http://schemas.microsoft.com/office/drawing/2014/main" id="{B6131E28-9462-2922-E95A-8B1FDD70C51A}"/>
              </a:ext>
            </a:extLst>
          </p:cNvPr>
          <p:cNvGrpSpPr/>
          <p:nvPr/>
        </p:nvGrpSpPr>
        <p:grpSpPr>
          <a:xfrm>
            <a:off x="2013763" y="4912268"/>
            <a:ext cx="641761" cy="592667"/>
            <a:chOff x="4470398" y="3941233"/>
            <a:chExt cx="641761" cy="592667"/>
          </a:xfrm>
        </p:grpSpPr>
        <p:sp>
          <p:nvSpPr>
            <p:cNvPr id="5" name="Rectangle 4">
              <a:extLst>
                <a:ext uri="{FF2B5EF4-FFF2-40B4-BE49-F238E27FC236}">
                  <a16:creationId xmlns:a16="http://schemas.microsoft.com/office/drawing/2014/main" id="{A87A5B7A-033E-6AFC-0745-124DEFC8F8B2}"/>
                </a:ext>
              </a:extLst>
            </p:cNvPr>
            <p:cNvSpPr/>
            <p:nvPr/>
          </p:nvSpPr>
          <p:spPr>
            <a:xfrm>
              <a:off x="4470398" y="3941233"/>
              <a:ext cx="626533" cy="5926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 name="TextBox 9">
              <a:extLst>
                <a:ext uri="{FF2B5EF4-FFF2-40B4-BE49-F238E27FC236}">
                  <a16:creationId xmlns:a16="http://schemas.microsoft.com/office/drawing/2014/main" id="{7306D1B9-05E2-8246-0A37-E6654C9EF260}"/>
                </a:ext>
              </a:extLst>
            </p:cNvPr>
            <p:cNvSpPr txBox="1"/>
            <p:nvPr/>
          </p:nvSpPr>
          <p:spPr>
            <a:xfrm>
              <a:off x="4481858" y="4114456"/>
              <a:ext cx="630301" cy="246221"/>
            </a:xfrm>
            <a:prstGeom prst="rect">
              <a:avLst/>
            </a:prstGeom>
            <a:noFill/>
            <a:ln>
              <a:noFill/>
            </a:ln>
          </p:spPr>
          <p:txBody>
            <a:bodyPr wrap="none" rtlCol="0">
              <a:spAutoFit/>
            </a:bodyPr>
            <a:lstStyle/>
            <a:p>
              <a:r>
                <a:rPr lang="en-US" sz="1000" dirty="0" err="1"/>
                <a:t>DexpCnt</a:t>
              </a:r>
              <a:endParaRPr lang="en-US" sz="1000" dirty="0"/>
            </a:p>
          </p:txBody>
        </p:sp>
      </p:grpSp>
      <p:grpSp>
        <p:nvGrpSpPr>
          <p:cNvPr id="15" name="Group 14">
            <a:extLst>
              <a:ext uri="{FF2B5EF4-FFF2-40B4-BE49-F238E27FC236}">
                <a16:creationId xmlns:a16="http://schemas.microsoft.com/office/drawing/2014/main" id="{693396CE-75B0-668F-4386-3DCCD2288DEC}"/>
              </a:ext>
            </a:extLst>
          </p:cNvPr>
          <p:cNvGrpSpPr/>
          <p:nvPr/>
        </p:nvGrpSpPr>
        <p:grpSpPr>
          <a:xfrm>
            <a:off x="2013763" y="5770341"/>
            <a:ext cx="626533" cy="592667"/>
            <a:chOff x="4470398" y="4682066"/>
            <a:chExt cx="626533" cy="592667"/>
          </a:xfrm>
        </p:grpSpPr>
        <p:sp>
          <p:nvSpPr>
            <p:cNvPr id="7" name="Rectangle 6">
              <a:extLst>
                <a:ext uri="{FF2B5EF4-FFF2-40B4-BE49-F238E27FC236}">
                  <a16:creationId xmlns:a16="http://schemas.microsoft.com/office/drawing/2014/main" id="{9524BAC9-60EB-825E-FB3D-BCF9C294AB1D}"/>
                </a:ext>
              </a:extLst>
            </p:cNvPr>
            <p:cNvSpPr/>
            <p:nvPr/>
          </p:nvSpPr>
          <p:spPr>
            <a:xfrm>
              <a:off x="4470398" y="4682066"/>
              <a:ext cx="626533" cy="5926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TextBox 10">
              <a:extLst>
                <a:ext uri="{FF2B5EF4-FFF2-40B4-BE49-F238E27FC236}">
                  <a16:creationId xmlns:a16="http://schemas.microsoft.com/office/drawing/2014/main" id="{EAFA55D6-E830-067F-EBCE-EA4B64C24807}"/>
                </a:ext>
              </a:extLst>
            </p:cNvPr>
            <p:cNvSpPr txBox="1"/>
            <p:nvPr/>
          </p:nvSpPr>
          <p:spPr>
            <a:xfrm>
              <a:off x="4470398" y="4837667"/>
              <a:ext cx="609462" cy="246221"/>
            </a:xfrm>
            <a:prstGeom prst="rect">
              <a:avLst/>
            </a:prstGeom>
            <a:noFill/>
            <a:ln>
              <a:noFill/>
            </a:ln>
          </p:spPr>
          <p:txBody>
            <a:bodyPr wrap="none" rtlCol="0">
              <a:spAutoFit/>
            </a:bodyPr>
            <a:lstStyle/>
            <a:p>
              <a:r>
                <a:rPr lang="en-US" sz="1000" dirty="0" err="1"/>
                <a:t>SExpCnt</a:t>
              </a:r>
              <a:endParaRPr lang="en-US" sz="1000" dirty="0"/>
            </a:p>
          </p:txBody>
        </p:sp>
      </p:grpSp>
      <p:sp>
        <p:nvSpPr>
          <p:cNvPr id="24" name="TextBox 23">
            <a:extLst>
              <a:ext uri="{FF2B5EF4-FFF2-40B4-BE49-F238E27FC236}">
                <a16:creationId xmlns:a16="http://schemas.microsoft.com/office/drawing/2014/main" id="{2A9207E5-4CA4-8820-1177-FE4A5C2E1CBF}"/>
              </a:ext>
            </a:extLst>
          </p:cNvPr>
          <p:cNvSpPr txBox="1"/>
          <p:nvPr/>
        </p:nvSpPr>
        <p:spPr>
          <a:xfrm>
            <a:off x="6996917" y="3503640"/>
            <a:ext cx="854721" cy="246221"/>
          </a:xfrm>
          <a:prstGeom prst="rect">
            <a:avLst/>
          </a:prstGeom>
          <a:noFill/>
          <a:ln>
            <a:noFill/>
          </a:ln>
        </p:spPr>
        <p:txBody>
          <a:bodyPr wrap="square" rtlCol="0">
            <a:spAutoFit/>
          </a:bodyPr>
          <a:lstStyle/>
          <a:p>
            <a:r>
              <a:rPr lang="en-US" sz="1000" dirty="0" err="1"/>
              <a:t>NegExpFixed</a:t>
            </a:r>
            <a:endParaRPr lang="en-US" sz="1000" dirty="0"/>
          </a:p>
        </p:txBody>
      </p:sp>
      <p:sp>
        <p:nvSpPr>
          <p:cNvPr id="25" name="TextBox 24">
            <a:extLst>
              <a:ext uri="{FF2B5EF4-FFF2-40B4-BE49-F238E27FC236}">
                <a16:creationId xmlns:a16="http://schemas.microsoft.com/office/drawing/2014/main" id="{BF3A25A2-707A-858B-3E9B-BF8174BE1FB2}"/>
              </a:ext>
            </a:extLst>
          </p:cNvPr>
          <p:cNvSpPr txBox="1"/>
          <p:nvPr/>
        </p:nvSpPr>
        <p:spPr>
          <a:xfrm>
            <a:off x="7000963" y="3746760"/>
            <a:ext cx="449162" cy="246221"/>
          </a:xfrm>
          <a:prstGeom prst="rect">
            <a:avLst/>
          </a:prstGeom>
          <a:noFill/>
          <a:ln>
            <a:noFill/>
          </a:ln>
        </p:spPr>
        <p:txBody>
          <a:bodyPr wrap="none" rtlCol="0">
            <a:spAutoFit/>
          </a:bodyPr>
          <a:lstStyle/>
          <a:p>
            <a:r>
              <a:rPr lang="en-US" sz="1000" dirty="0"/>
              <a:t>Error</a:t>
            </a:r>
          </a:p>
        </p:txBody>
      </p:sp>
      <p:sp>
        <p:nvSpPr>
          <p:cNvPr id="23" name="TextBox 22">
            <a:extLst>
              <a:ext uri="{FF2B5EF4-FFF2-40B4-BE49-F238E27FC236}">
                <a16:creationId xmlns:a16="http://schemas.microsoft.com/office/drawing/2014/main" id="{73D26D76-B5D8-4B8F-A016-62C66D4BDD49}"/>
              </a:ext>
            </a:extLst>
          </p:cNvPr>
          <p:cNvSpPr txBox="1"/>
          <p:nvPr/>
        </p:nvSpPr>
        <p:spPr>
          <a:xfrm>
            <a:off x="7001960" y="3267144"/>
            <a:ext cx="651140" cy="246221"/>
          </a:xfrm>
          <a:prstGeom prst="rect">
            <a:avLst/>
          </a:prstGeom>
          <a:noFill/>
          <a:ln>
            <a:noFill/>
          </a:ln>
        </p:spPr>
        <p:txBody>
          <a:bodyPr wrap="none" rtlCol="0">
            <a:spAutoFit/>
          </a:bodyPr>
          <a:lstStyle/>
          <a:p>
            <a:r>
              <a:rPr lang="en-US" sz="1000" dirty="0" err="1"/>
              <a:t>SignYexp</a:t>
            </a:r>
            <a:endParaRPr lang="en-US" sz="1000" dirty="0"/>
          </a:p>
        </p:txBody>
      </p:sp>
      <p:sp>
        <p:nvSpPr>
          <p:cNvPr id="22" name="TextBox 21">
            <a:extLst>
              <a:ext uri="{FF2B5EF4-FFF2-40B4-BE49-F238E27FC236}">
                <a16:creationId xmlns:a16="http://schemas.microsoft.com/office/drawing/2014/main" id="{E2ADCB60-BBE6-668B-62BF-E5C0DBEE2AAE}"/>
              </a:ext>
            </a:extLst>
          </p:cNvPr>
          <p:cNvSpPr txBox="1"/>
          <p:nvPr/>
        </p:nvSpPr>
        <p:spPr>
          <a:xfrm>
            <a:off x="7009055" y="3028660"/>
            <a:ext cx="655949" cy="246221"/>
          </a:xfrm>
          <a:prstGeom prst="rect">
            <a:avLst/>
          </a:prstGeom>
          <a:noFill/>
          <a:ln>
            <a:noFill/>
          </a:ln>
        </p:spPr>
        <p:txBody>
          <a:bodyPr wrap="none" rtlCol="0">
            <a:spAutoFit/>
          </a:bodyPr>
          <a:lstStyle/>
          <a:p>
            <a:r>
              <a:rPr lang="en-US" sz="1000" dirty="0" err="1"/>
              <a:t>SignXexp</a:t>
            </a:r>
            <a:endParaRPr lang="en-US" sz="1000" dirty="0"/>
          </a:p>
        </p:txBody>
      </p:sp>
      <p:sp>
        <p:nvSpPr>
          <p:cNvPr id="21" name="TextBox 20">
            <a:extLst>
              <a:ext uri="{FF2B5EF4-FFF2-40B4-BE49-F238E27FC236}">
                <a16:creationId xmlns:a16="http://schemas.microsoft.com/office/drawing/2014/main" id="{320F494F-872F-4C9A-086E-F4464D67CCDC}"/>
              </a:ext>
            </a:extLst>
          </p:cNvPr>
          <p:cNvSpPr txBox="1"/>
          <p:nvPr/>
        </p:nvSpPr>
        <p:spPr>
          <a:xfrm>
            <a:off x="7013865" y="2768785"/>
            <a:ext cx="463588" cy="246221"/>
          </a:xfrm>
          <a:prstGeom prst="rect">
            <a:avLst/>
          </a:prstGeom>
          <a:noFill/>
          <a:ln>
            <a:noFill/>
          </a:ln>
        </p:spPr>
        <p:txBody>
          <a:bodyPr wrap="none" rtlCol="0">
            <a:spAutoFit/>
          </a:bodyPr>
          <a:lstStyle/>
          <a:p>
            <a:r>
              <a:rPr lang="en-US" sz="1000" dirty="0" err="1"/>
              <a:t>SignY</a:t>
            </a:r>
            <a:endParaRPr lang="en-US" sz="1000" dirty="0"/>
          </a:p>
        </p:txBody>
      </p:sp>
      <p:sp>
        <p:nvSpPr>
          <p:cNvPr id="19" name="TextBox 18">
            <a:extLst>
              <a:ext uri="{FF2B5EF4-FFF2-40B4-BE49-F238E27FC236}">
                <a16:creationId xmlns:a16="http://schemas.microsoft.com/office/drawing/2014/main" id="{0D7D7CDC-98EE-3ADA-5FE5-6327C8FC15EA}"/>
              </a:ext>
            </a:extLst>
          </p:cNvPr>
          <p:cNvSpPr txBox="1"/>
          <p:nvPr/>
        </p:nvSpPr>
        <p:spPr>
          <a:xfrm>
            <a:off x="7005009" y="2270425"/>
            <a:ext cx="562975" cy="246221"/>
          </a:xfrm>
          <a:prstGeom prst="rect">
            <a:avLst/>
          </a:prstGeom>
          <a:noFill/>
          <a:ln>
            <a:noFill/>
          </a:ln>
        </p:spPr>
        <p:txBody>
          <a:bodyPr wrap="none" rtlCol="0">
            <a:spAutoFit/>
          </a:bodyPr>
          <a:lstStyle/>
          <a:p>
            <a:r>
              <a:rPr lang="en-US" sz="1000" dirty="0" err="1"/>
              <a:t>DpFree</a:t>
            </a:r>
            <a:endParaRPr lang="en-US" sz="1000" dirty="0"/>
          </a:p>
        </p:txBody>
      </p:sp>
      <p:sp>
        <p:nvSpPr>
          <p:cNvPr id="45" name="TextBox 44">
            <a:extLst>
              <a:ext uri="{FF2B5EF4-FFF2-40B4-BE49-F238E27FC236}">
                <a16:creationId xmlns:a16="http://schemas.microsoft.com/office/drawing/2014/main" id="{B4388265-64F6-EB6E-E785-228B9B5A683F}"/>
              </a:ext>
            </a:extLst>
          </p:cNvPr>
          <p:cNvSpPr txBox="1"/>
          <p:nvPr/>
        </p:nvSpPr>
        <p:spPr>
          <a:xfrm>
            <a:off x="7009055" y="2518388"/>
            <a:ext cx="468398" cy="246221"/>
          </a:xfrm>
          <a:prstGeom prst="rect">
            <a:avLst/>
          </a:prstGeom>
          <a:noFill/>
          <a:ln>
            <a:noFill/>
          </a:ln>
        </p:spPr>
        <p:txBody>
          <a:bodyPr wrap="none" rtlCol="0">
            <a:spAutoFit/>
          </a:bodyPr>
          <a:lstStyle/>
          <a:p>
            <a:r>
              <a:rPr lang="en-US" sz="1000" dirty="0" err="1"/>
              <a:t>SignX</a:t>
            </a:r>
            <a:endParaRPr lang="en-US" sz="1000" dirty="0"/>
          </a:p>
        </p:txBody>
      </p:sp>
      <p:sp>
        <p:nvSpPr>
          <p:cNvPr id="54" name="TextBox 53">
            <a:extLst>
              <a:ext uri="{FF2B5EF4-FFF2-40B4-BE49-F238E27FC236}">
                <a16:creationId xmlns:a16="http://schemas.microsoft.com/office/drawing/2014/main" id="{0263E51D-750B-084B-31D9-73A374320A44}"/>
              </a:ext>
            </a:extLst>
          </p:cNvPr>
          <p:cNvSpPr txBox="1"/>
          <p:nvPr/>
        </p:nvSpPr>
        <p:spPr>
          <a:xfrm>
            <a:off x="6033653" y="1706529"/>
            <a:ext cx="1052276" cy="338554"/>
          </a:xfrm>
          <a:prstGeom prst="rect">
            <a:avLst/>
          </a:prstGeom>
          <a:noFill/>
          <a:ln>
            <a:noFill/>
          </a:ln>
        </p:spPr>
        <p:txBody>
          <a:bodyPr wrap="none" rtlCol="0">
            <a:spAutoFit/>
          </a:bodyPr>
          <a:lstStyle/>
          <a:p>
            <a:r>
              <a:rPr lang="en-US" sz="1600" dirty="0"/>
              <a:t>Status Bits</a:t>
            </a:r>
          </a:p>
        </p:txBody>
      </p:sp>
      <p:grpSp>
        <p:nvGrpSpPr>
          <p:cNvPr id="57" name="Group 56">
            <a:extLst>
              <a:ext uri="{FF2B5EF4-FFF2-40B4-BE49-F238E27FC236}">
                <a16:creationId xmlns:a16="http://schemas.microsoft.com/office/drawing/2014/main" id="{F8BD5CEE-E86B-0D8C-0CB5-6918E9C53763}"/>
              </a:ext>
            </a:extLst>
          </p:cNvPr>
          <p:cNvGrpSpPr/>
          <p:nvPr/>
        </p:nvGrpSpPr>
        <p:grpSpPr>
          <a:xfrm>
            <a:off x="5931813" y="4639639"/>
            <a:ext cx="936475" cy="914057"/>
            <a:chOff x="5691600" y="3310810"/>
            <a:chExt cx="936475" cy="914057"/>
          </a:xfrm>
        </p:grpSpPr>
        <p:sp>
          <p:nvSpPr>
            <p:cNvPr id="55" name="Rectangle 54">
              <a:extLst>
                <a:ext uri="{FF2B5EF4-FFF2-40B4-BE49-F238E27FC236}">
                  <a16:creationId xmlns:a16="http://schemas.microsoft.com/office/drawing/2014/main" id="{452EB82A-C1CD-F554-303F-C090FD8C518F}"/>
                </a:ext>
              </a:extLst>
            </p:cNvPr>
            <p:cNvSpPr/>
            <p:nvPr/>
          </p:nvSpPr>
          <p:spPr>
            <a:xfrm>
              <a:off x="5727487" y="3310810"/>
              <a:ext cx="854721" cy="91405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6" name="TextBox 55">
              <a:extLst>
                <a:ext uri="{FF2B5EF4-FFF2-40B4-BE49-F238E27FC236}">
                  <a16:creationId xmlns:a16="http://schemas.microsoft.com/office/drawing/2014/main" id="{80A95ECB-B68D-8DD1-84C5-4FB65D175022}"/>
                </a:ext>
              </a:extLst>
            </p:cNvPr>
            <p:cNvSpPr txBox="1"/>
            <p:nvPr/>
          </p:nvSpPr>
          <p:spPr>
            <a:xfrm>
              <a:off x="5691600" y="3447253"/>
              <a:ext cx="936475" cy="553998"/>
            </a:xfrm>
            <a:prstGeom prst="rect">
              <a:avLst/>
            </a:prstGeom>
            <a:noFill/>
            <a:ln>
              <a:noFill/>
            </a:ln>
          </p:spPr>
          <p:txBody>
            <a:bodyPr wrap="none" rtlCol="0">
              <a:spAutoFit/>
            </a:bodyPr>
            <a:lstStyle/>
            <a:p>
              <a:pPr algn="ctr"/>
              <a:r>
                <a:rPr lang="en-US" sz="1000" dirty="0"/>
                <a:t>Op Phase </a:t>
              </a:r>
            </a:p>
            <a:p>
              <a:pPr algn="ctr"/>
              <a:r>
                <a:rPr lang="en-US" sz="1000" dirty="0"/>
                <a:t>Tracking </a:t>
              </a:r>
            </a:p>
            <a:p>
              <a:pPr algn="ctr"/>
              <a:r>
                <a:rPr lang="en-US" sz="1000" dirty="0"/>
                <a:t>State Machine</a:t>
              </a:r>
            </a:p>
          </p:txBody>
        </p:sp>
      </p:grpSp>
      <p:cxnSp>
        <p:nvCxnSpPr>
          <p:cNvPr id="61" name="Straight Arrow Connector 60">
            <a:extLst>
              <a:ext uri="{FF2B5EF4-FFF2-40B4-BE49-F238E27FC236}">
                <a16:creationId xmlns:a16="http://schemas.microsoft.com/office/drawing/2014/main" id="{E612830D-DA2A-CF6C-0450-95D2EA224785}"/>
              </a:ext>
            </a:extLst>
          </p:cNvPr>
          <p:cNvCxnSpPr>
            <a:cxnSpLocks/>
          </p:cNvCxnSpPr>
          <p:nvPr/>
        </p:nvCxnSpPr>
        <p:spPr>
          <a:xfrm flipV="1">
            <a:off x="938651" y="1830099"/>
            <a:ext cx="911708" cy="535"/>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D6179C2E-D72C-85FF-AA02-DE772A8921CA}"/>
              </a:ext>
            </a:extLst>
          </p:cNvPr>
          <p:cNvCxnSpPr>
            <a:cxnSpLocks/>
          </p:cNvCxnSpPr>
          <p:nvPr/>
        </p:nvCxnSpPr>
        <p:spPr>
          <a:xfrm>
            <a:off x="961354" y="1180899"/>
            <a:ext cx="1783018"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08F82934-F5BE-EF94-E520-BFF23A753FE5}"/>
              </a:ext>
            </a:extLst>
          </p:cNvPr>
          <p:cNvCxnSpPr/>
          <p:nvPr/>
        </p:nvCxnSpPr>
        <p:spPr>
          <a:xfrm>
            <a:off x="2134138" y="2018252"/>
            <a:ext cx="0" cy="226933"/>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2467A22-3A32-4AA9-9D90-037954BFF9B4}"/>
              </a:ext>
            </a:extLst>
          </p:cNvPr>
          <p:cNvCxnSpPr>
            <a:cxnSpLocks/>
          </p:cNvCxnSpPr>
          <p:nvPr/>
        </p:nvCxnSpPr>
        <p:spPr>
          <a:xfrm flipH="1" flipV="1">
            <a:off x="926927" y="2245184"/>
            <a:ext cx="1207211" cy="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44D3BF10-61C7-08F7-F3C4-A948BA33D4A3}"/>
              </a:ext>
            </a:extLst>
          </p:cNvPr>
          <p:cNvCxnSpPr>
            <a:cxnSpLocks/>
          </p:cNvCxnSpPr>
          <p:nvPr/>
        </p:nvCxnSpPr>
        <p:spPr>
          <a:xfrm flipV="1">
            <a:off x="2935324" y="1830099"/>
            <a:ext cx="0" cy="644619"/>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E4AEED83-58A6-D78C-54AF-6F047BB307A6}"/>
              </a:ext>
            </a:extLst>
          </p:cNvPr>
          <p:cNvCxnSpPr>
            <a:cxnSpLocks/>
          </p:cNvCxnSpPr>
          <p:nvPr/>
        </p:nvCxnSpPr>
        <p:spPr>
          <a:xfrm flipH="1">
            <a:off x="938651" y="2474718"/>
            <a:ext cx="1996673"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7530951B-8C40-05EC-E5A2-CC1F161A9DE7}"/>
              </a:ext>
            </a:extLst>
          </p:cNvPr>
          <p:cNvCxnSpPr>
            <a:cxnSpLocks/>
          </p:cNvCxnSpPr>
          <p:nvPr/>
        </p:nvCxnSpPr>
        <p:spPr>
          <a:xfrm>
            <a:off x="3905449" y="1230470"/>
            <a:ext cx="570298"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C16FE7D1-BE25-12A2-B4D4-951198E66384}"/>
              </a:ext>
            </a:extLst>
          </p:cNvPr>
          <p:cNvCxnSpPr>
            <a:cxnSpLocks/>
          </p:cNvCxnSpPr>
          <p:nvPr/>
        </p:nvCxnSpPr>
        <p:spPr>
          <a:xfrm flipV="1">
            <a:off x="3905449" y="1471816"/>
            <a:ext cx="570298" cy="933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82B3AE26-05CF-0A82-4D46-94FCC350198A}"/>
              </a:ext>
            </a:extLst>
          </p:cNvPr>
          <p:cNvCxnSpPr>
            <a:cxnSpLocks/>
          </p:cNvCxnSpPr>
          <p:nvPr/>
        </p:nvCxnSpPr>
        <p:spPr>
          <a:xfrm>
            <a:off x="3905449" y="1724316"/>
            <a:ext cx="570298"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B0E9C29D-2C1D-791A-34EC-F96368DD774B}"/>
              </a:ext>
            </a:extLst>
          </p:cNvPr>
          <p:cNvSpPr txBox="1"/>
          <p:nvPr/>
        </p:nvSpPr>
        <p:spPr>
          <a:xfrm>
            <a:off x="509143" y="1695755"/>
            <a:ext cx="417102" cy="246221"/>
          </a:xfrm>
          <a:prstGeom prst="rect">
            <a:avLst/>
          </a:prstGeom>
          <a:noFill/>
          <a:ln>
            <a:noFill/>
          </a:ln>
        </p:spPr>
        <p:txBody>
          <a:bodyPr wrap="none" rtlCol="0">
            <a:spAutoFit/>
          </a:bodyPr>
          <a:lstStyle/>
          <a:p>
            <a:r>
              <a:rPr lang="en-US" sz="1000" dirty="0" err="1"/>
              <a:t>Yreg</a:t>
            </a:r>
            <a:endParaRPr lang="en-US" sz="1000" dirty="0"/>
          </a:p>
        </p:txBody>
      </p:sp>
      <p:sp>
        <p:nvSpPr>
          <p:cNvPr id="76" name="TextBox 75">
            <a:extLst>
              <a:ext uri="{FF2B5EF4-FFF2-40B4-BE49-F238E27FC236}">
                <a16:creationId xmlns:a16="http://schemas.microsoft.com/office/drawing/2014/main" id="{987C1171-592A-6EA2-06C3-BAB20C3F9753}"/>
              </a:ext>
            </a:extLst>
          </p:cNvPr>
          <p:cNvSpPr txBox="1"/>
          <p:nvPr/>
        </p:nvSpPr>
        <p:spPr>
          <a:xfrm>
            <a:off x="512544" y="1040105"/>
            <a:ext cx="421910" cy="246221"/>
          </a:xfrm>
          <a:prstGeom prst="rect">
            <a:avLst/>
          </a:prstGeom>
          <a:noFill/>
          <a:ln>
            <a:noFill/>
          </a:ln>
        </p:spPr>
        <p:txBody>
          <a:bodyPr wrap="square" rtlCol="0">
            <a:spAutoFit/>
          </a:bodyPr>
          <a:lstStyle/>
          <a:p>
            <a:r>
              <a:rPr lang="en-US" sz="1000" dirty="0" err="1"/>
              <a:t>Xreg</a:t>
            </a:r>
            <a:endParaRPr lang="en-US" sz="1000" dirty="0"/>
          </a:p>
        </p:txBody>
      </p:sp>
      <p:sp>
        <p:nvSpPr>
          <p:cNvPr id="77" name="TextBox 76">
            <a:extLst>
              <a:ext uri="{FF2B5EF4-FFF2-40B4-BE49-F238E27FC236}">
                <a16:creationId xmlns:a16="http://schemas.microsoft.com/office/drawing/2014/main" id="{5985914B-ED2D-43C1-AD3C-69BA55BAE87F}"/>
              </a:ext>
            </a:extLst>
          </p:cNvPr>
          <p:cNvSpPr txBox="1"/>
          <p:nvPr/>
        </p:nvSpPr>
        <p:spPr>
          <a:xfrm flipH="1">
            <a:off x="551336" y="2128643"/>
            <a:ext cx="410018" cy="246221"/>
          </a:xfrm>
          <a:prstGeom prst="rect">
            <a:avLst/>
          </a:prstGeom>
          <a:noFill/>
          <a:ln>
            <a:noFill/>
          </a:ln>
        </p:spPr>
        <p:txBody>
          <a:bodyPr wrap="square" rtlCol="0">
            <a:spAutoFit/>
          </a:bodyPr>
          <a:lstStyle/>
          <a:p>
            <a:r>
              <a:rPr lang="en-US" sz="1000" dirty="0"/>
              <a:t>Sub</a:t>
            </a:r>
          </a:p>
        </p:txBody>
      </p:sp>
      <p:sp>
        <p:nvSpPr>
          <p:cNvPr id="78" name="TextBox 77">
            <a:extLst>
              <a:ext uri="{FF2B5EF4-FFF2-40B4-BE49-F238E27FC236}">
                <a16:creationId xmlns:a16="http://schemas.microsoft.com/office/drawing/2014/main" id="{E1A10480-51E4-CBFE-E422-029073606477}"/>
              </a:ext>
            </a:extLst>
          </p:cNvPr>
          <p:cNvSpPr txBox="1"/>
          <p:nvPr/>
        </p:nvSpPr>
        <p:spPr>
          <a:xfrm>
            <a:off x="411529" y="2337097"/>
            <a:ext cx="591829" cy="246221"/>
          </a:xfrm>
          <a:prstGeom prst="rect">
            <a:avLst/>
          </a:prstGeom>
          <a:noFill/>
          <a:ln>
            <a:noFill/>
          </a:ln>
        </p:spPr>
        <p:txBody>
          <a:bodyPr wrap="none" rtlCol="0">
            <a:spAutoFit/>
          </a:bodyPr>
          <a:lstStyle/>
          <a:p>
            <a:r>
              <a:rPr lang="en-US" sz="1000" dirty="0" err="1"/>
              <a:t>CarryEn</a:t>
            </a:r>
            <a:endParaRPr lang="en-US" sz="1000" dirty="0"/>
          </a:p>
        </p:txBody>
      </p:sp>
      <p:sp>
        <p:nvSpPr>
          <p:cNvPr id="79" name="TextBox 78">
            <a:extLst>
              <a:ext uri="{FF2B5EF4-FFF2-40B4-BE49-F238E27FC236}">
                <a16:creationId xmlns:a16="http://schemas.microsoft.com/office/drawing/2014/main" id="{B4224ADF-395F-9F35-FF94-DBBB2E0C452F}"/>
              </a:ext>
            </a:extLst>
          </p:cNvPr>
          <p:cNvSpPr txBox="1"/>
          <p:nvPr/>
        </p:nvSpPr>
        <p:spPr>
          <a:xfrm>
            <a:off x="4448757" y="1361103"/>
            <a:ext cx="413896" cy="246221"/>
          </a:xfrm>
          <a:prstGeom prst="rect">
            <a:avLst/>
          </a:prstGeom>
          <a:noFill/>
          <a:ln>
            <a:noFill/>
          </a:ln>
        </p:spPr>
        <p:txBody>
          <a:bodyPr wrap="none" rtlCol="0">
            <a:spAutoFit/>
          </a:bodyPr>
          <a:lstStyle/>
          <a:p>
            <a:r>
              <a:rPr lang="en-US" sz="1000" dirty="0"/>
              <a:t>Sum</a:t>
            </a:r>
          </a:p>
        </p:txBody>
      </p:sp>
      <p:sp>
        <p:nvSpPr>
          <p:cNvPr id="80" name="TextBox 79">
            <a:extLst>
              <a:ext uri="{FF2B5EF4-FFF2-40B4-BE49-F238E27FC236}">
                <a16:creationId xmlns:a16="http://schemas.microsoft.com/office/drawing/2014/main" id="{039A8704-8A11-55E6-CE77-1B4A87B1DEF4}"/>
              </a:ext>
            </a:extLst>
          </p:cNvPr>
          <p:cNvSpPr txBox="1"/>
          <p:nvPr/>
        </p:nvSpPr>
        <p:spPr>
          <a:xfrm>
            <a:off x="4444919" y="1114882"/>
            <a:ext cx="546945" cy="246221"/>
          </a:xfrm>
          <a:prstGeom prst="rect">
            <a:avLst/>
          </a:prstGeom>
          <a:noFill/>
          <a:ln>
            <a:noFill/>
          </a:ln>
        </p:spPr>
        <p:txBody>
          <a:bodyPr wrap="none" rtlCol="0">
            <a:spAutoFit/>
          </a:bodyPr>
          <a:lstStyle/>
          <a:p>
            <a:r>
              <a:rPr lang="en-US" sz="1000" dirty="0" err="1"/>
              <a:t>CarryO</a:t>
            </a:r>
            <a:endParaRPr lang="en-US" sz="1000" dirty="0"/>
          </a:p>
        </p:txBody>
      </p:sp>
      <p:sp>
        <p:nvSpPr>
          <p:cNvPr id="81" name="TextBox 80">
            <a:extLst>
              <a:ext uri="{FF2B5EF4-FFF2-40B4-BE49-F238E27FC236}">
                <a16:creationId xmlns:a16="http://schemas.microsoft.com/office/drawing/2014/main" id="{8017714A-C97E-4EAA-C3A9-B299171DBB1B}"/>
              </a:ext>
            </a:extLst>
          </p:cNvPr>
          <p:cNvSpPr txBox="1"/>
          <p:nvPr/>
        </p:nvSpPr>
        <p:spPr>
          <a:xfrm>
            <a:off x="4444919" y="1609717"/>
            <a:ext cx="474810" cy="246221"/>
          </a:xfrm>
          <a:prstGeom prst="rect">
            <a:avLst/>
          </a:prstGeom>
          <a:noFill/>
          <a:ln>
            <a:noFill/>
          </a:ln>
        </p:spPr>
        <p:txBody>
          <a:bodyPr wrap="none" rtlCol="0">
            <a:spAutoFit/>
          </a:bodyPr>
          <a:lstStyle/>
          <a:p>
            <a:r>
              <a:rPr lang="en-US" sz="1000" dirty="0" err="1"/>
              <a:t>IsNeg</a:t>
            </a:r>
            <a:endParaRPr lang="en-US" sz="1000" dirty="0"/>
          </a:p>
        </p:txBody>
      </p:sp>
      <p:cxnSp>
        <p:nvCxnSpPr>
          <p:cNvPr id="83" name="Straight Connector 82">
            <a:extLst>
              <a:ext uri="{FF2B5EF4-FFF2-40B4-BE49-F238E27FC236}">
                <a16:creationId xmlns:a16="http://schemas.microsoft.com/office/drawing/2014/main" id="{3E16E104-2311-65A2-CA78-5378E7D59DF1}"/>
              </a:ext>
            </a:extLst>
          </p:cNvPr>
          <p:cNvCxnSpPr/>
          <p:nvPr/>
        </p:nvCxnSpPr>
        <p:spPr>
          <a:xfrm flipH="1">
            <a:off x="1443338" y="1759111"/>
            <a:ext cx="133315" cy="11669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AF1DCABE-9396-ED9C-3913-F576D2FF40F9}"/>
              </a:ext>
            </a:extLst>
          </p:cNvPr>
          <p:cNvCxnSpPr/>
          <p:nvPr/>
        </p:nvCxnSpPr>
        <p:spPr>
          <a:xfrm flipH="1">
            <a:off x="1445916" y="1131812"/>
            <a:ext cx="133315" cy="11669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B0658E5F-ED63-3553-345E-ADB90EF4674E}"/>
              </a:ext>
            </a:extLst>
          </p:cNvPr>
          <p:cNvCxnSpPr/>
          <p:nvPr/>
        </p:nvCxnSpPr>
        <p:spPr>
          <a:xfrm flipH="1">
            <a:off x="4141995" y="1435661"/>
            <a:ext cx="133315" cy="11669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EF6BFBA6-E00C-A41F-8844-DF74BB3385A9}"/>
              </a:ext>
            </a:extLst>
          </p:cNvPr>
          <p:cNvSpPr txBox="1"/>
          <p:nvPr/>
        </p:nvSpPr>
        <p:spPr>
          <a:xfrm>
            <a:off x="1405476" y="1783940"/>
            <a:ext cx="250390" cy="246221"/>
          </a:xfrm>
          <a:prstGeom prst="rect">
            <a:avLst/>
          </a:prstGeom>
          <a:noFill/>
          <a:ln>
            <a:noFill/>
          </a:ln>
        </p:spPr>
        <p:txBody>
          <a:bodyPr wrap="none" rtlCol="0">
            <a:spAutoFit/>
          </a:bodyPr>
          <a:lstStyle/>
          <a:p>
            <a:r>
              <a:rPr lang="en-US" sz="1000" dirty="0"/>
              <a:t>4</a:t>
            </a:r>
          </a:p>
        </p:txBody>
      </p:sp>
      <p:sp>
        <p:nvSpPr>
          <p:cNvPr id="87" name="TextBox 86">
            <a:extLst>
              <a:ext uri="{FF2B5EF4-FFF2-40B4-BE49-F238E27FC236}">
                <a16:creationId xmlns:a16="http://schemas.microsoft.com/office/drawing/2014/main" id="{0A4081DE-4780-E922-DB28-DB717FA51B5C}"/>
              </a:ext>
            </a:extLst>
          </p:cNvPr>
          <p:cNvSpPr txBox="1"/>
          <p:nvPr/>
        </p:nvSpPr>
        <p:spPr>
          <a:xfrm>
            <a:off x="4114946" y="1425291"/>
            <a:ext cx="250390" cy="246221"/>
          </a:xfrm>
          <a:prstGeom prst="rect">
            <a:avLst/>
          </a:prstGeom>
          <a:noFill/>
          <a:ln>
            <a:noFill/>
          </a:ln>
        </p:spPr>
        <p:txBody>
          <a:bodyPr wrap="none" rtlCol="0">
            <a:spAutoFit/>
          </a:bodyPr>
          <a:lstStyle/>
          <a:p>
            <a:r>
              <a:rPr lang="en-US" sz="1000" dirty="0"/>
              <a:t>4</a:t>
            </a:r>
          </a:p>
        </p:txBody>
      </p:sp>
      <p:sp>
        <p:nvSpPr>
          <p:cNvPr id="88" name="TextBox 87">
            <a:extLst>
              <a:ext uri="{FF2B5EF4-FFF2-40B4-BE49-F238E27FC236}">
                <a16:creationId xmlns:a16="http://schemas.microsoft.com/office/drawing/2014/main" id="{848ADEF5-5D42-2429-8863-7B0C09A911BB}"/>
              </a:ext>
            </a:extLst>
          </p:cNvPr>
          <p:cNvSpPr txBox="1"/>
          <p:nvPr/>
        </p:nvSpPr>
        <p:spPr>
          <a:xfrm>
            <a:off x="1408724" y="1138140"/>
            <a:ext cx="250390" cy="246221"/>
          </a:xfrm>
          <a:prstGeom prst="rect">
            <a:avLst/>
          </a:prstGeom>
          <a:noFill/>
          <a:ln>
            <a:noFill/>
          </a:ln>
        </p:spPr>
        <p:txBody>
          <a:bodyPr wrap="none" rtlCol="0">
            <a:spAutoFit/>
          </a:bodyPr>
          <a:lstStyle/>
          <a:p>
            <a:r>
              <a:rPr lang="en-US" sz="1000" dirty="0"/>
              <a:t>4</a:t>
            </a:r>
          </a:p>
        </p:txBody>
      </p:sp>
      <p:cxnSp>
        <p:nvCxnSpPr>
          <p:cNvPr id="90" name="Straight Arrow Connector 89">
            <a:extLst>
              <a:ext uri="{FF2B5EF4-FFF2-40B4-BE49-F238E27FC236}">
                <a16:creationId xmlns:a16="http://schemas.microsoft.com/office/drawing/2014/main" id="{C26B9DD9-FDA2-DFE2-D07B-CA9C802C0D5D}"/>
              </a:ext>
            </a:extLst>
          </p:cNvPr>
          <p:cNvCxnSpPr/>
          <p:nvPr/>
        </p:nvCxnSpPr>
        <p:spPr>
          <a:xfrm>
            <a:off x="973644" y="3265289"/>
            <a:ext cx="1024030"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1E3B9EA4-9FBF-8F29-B5C2-0D0E7A8A7AE8}"/>
              </a:ext>
            </a:extLst>
          </p:cNvPr>
          <p:cNvCxnSpPr/>
          <p:nvPr/>
        </p:nvCxnSpPr>
        <p:spPr>
          <a:xfrm>
            <a:off x="2640296" y="3616246"/>
            <a:ext cx="1024030"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2606FF50-F5F7-E2D1-BDF3-4996D959DE49}"/>
              </a:ext>
            </a:extLst>
          </p:cNvPr>
          <p:cNvCxnSpPr>
            <a:cxnSpLocks/>
          </p:cNvCxnSpPr>
          <p:nvPr/>
        </p:nvCxnSpPr>
        <p:spPr>
          <a:xfrm>
            <a:off x="980739" y="3482684"/>
            <a:ext cx="1024030"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927BD78E-0370-74F7-E7D5-03FA1DCDFF5E}"/>
              </a:ext>
            </a:extLst>
          </p:cNvPr>
          <p:cNvCxnSpPr/>
          <p:nvPr/>
        </p:nvCxnSpPr>
        <p:spPr>
          <a:xfrm>
            <a:off x="2640296" y="3360756"/>
            <a:ext cx="1024030"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D2ABB643-7BA7-7477-17F3-9B619402D7E5}"/>
              </a:ext>
            </a:extLst>
          </p:cNvPr>
          <p:cNvCxnSpPr>
            <a:cxnSpLocks/>
          </p:cNvCxnSpPr>
          <p:nvPr/>
        </p:nvCxnSpPr>
        <p:spPr>
          <a:xfrm>
            <a:off x="5970800" y="3333359"/>
            <a:ext cx="291086"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3A0FB0B3-1411-DF14-0B17-953823721ADF}"/>
              </a:ext>
            </a:extLst>
          </p:cNvPr>
          <p:cNvCxnSpPr>
            <a:cxnSpLocks/>
          </p:cNvCxnSpPr>
          <p:nvPr/>
        </p:nvCxnSpPr>
        <p:spPr>
          <a:xfrm>
            <a:off x="5975237" y="3067027"/>
            <a:ext cx="286649"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BECDBD47-EFA1-CEF8-77F8-EF431C5D1E1A}"/>
              </a:ext>
            </a:extLst>
          </p:cNvPr>
          <p:cNvCxnSpPr/>
          <p:nvPr/>
        </p:nvCxnSpPr>
        <p:spPr>
          <a:xfrm>
            <a:off x="2640294" y="4482280"/>
            <a:ext cx="1024030"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4AA7EA21-4D64-D638-8EA8-91F1525646D7}"/>
              </a:ext>
            </a:extLst>
          </p:cNvPr>
          <p:cNvCxnSpPr/>
          <p:nvPr/>
        </p:nvCxnSpPr>
        <p:spPr>
          <a:xfrm>
            <a:off x="2630097" y="4225817"/>
            <a:ext cx="1024030"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40C53B99-AE99-56A6-98BA-4EC2E16963FC}"/>
              </a:ext>
            </a:extLst>
          </p:cNvPr>
          <p:cNvCxnSpPr/>
          <p:nvPr/>
        </p:nvCxnSpPr>
        <p:spPr>
          <a:xfrm>
            <a:off x="2640294" y="5366422"/>
            <a:ext cx="1024030"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9659AFAB-10B6-FC7D-617C-C6BF77AB9A75}"/>
              </a:ext>
            </a:extLst>
          </p:cNvPr>
          <p:cNvCxnSpPr/>
          <p:nvPr/>
        </p:nvCxnSpPr>
        <p:spPr>
          <a:xfrm>
            <a:off x="2640294" y="4999641"/>
            <a:ext cx="1024030"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6822B43E-5A93-3583-3372-210FB8876DD7}"/>
              </a:ext>
            </a:extLst>
          </p:cNvPr>
          <p:cNvCxnSpPr>
            <a:cxnSpLocks/>
          </p:cNvCxnSpPr>
          <p:nvPr/>
        </p:nvCxnSpPr>
        <p:spPr>
          <a:xfrm>
            <a:off x="6611192" y="2395944"/>
            <a:ext cx="465726"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F7FC93A9-3A38-8F25-0694-640BD8FC13D4}"/>
              </a:ext>
            </a:extLst>
          </p:cNvPr>
          <p:cNvCxnSpPr>
            <a:cxnSpLocks/>
          </p:cNvCxnSpPr>
          <p:nvPr/>
        </p:nvCxnSpPr>
        <p:spPr>
          <a:xfrm>
            <a:off x="6611192" y="2642165"/>
            <a:ext cx="465726"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90034B87-00B0-8C1F-AA78-A7D95993B5D3}"/>
              </a:ext>
            </a:extLst>
          </p:cNvPr>
          <p:cNvCxnSpPr>
            <a:cxnSpLocks/>
          </p:cNvCxnSpPr>
          <p:nvPr/>
        </p:nvCxnSpPr>
        <p:spPr>
          <a:xfrm>
            <a:off x="6611192" y="2893204"/>
            <a:ext cx="475772"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AAD45D2D-720D-8A9E-270B-BDC0585DE7A4}"/>
              </a:ext>
            </a:extLst>
          </p:cNvPr>
          <p:cNvCxnSpPr/>
          <p:nvPr/>
        </p:nvCxnSpPr>
        <p:spPr>
          <a:xfrm>
            <a:off x="999098" y="4130853"/>
            <a:ext cx="1024030"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857168E7-0DFE-C726-64DF-FD7E9752383E}"/>
              </a:ext>
            </a:extLst>
          </p:cNvPr>
          <p:cNvCxnSpPr>
            <a:cxnSpLocks/>
          </p:cNvCxnSpPr>
          <p:nvPr/>
        </p:nvCxnSpPr>
        <p:spPr>
          <a:xfrm>
            <a:off x="1479831" y="4343584"/>
            <a:ext cx="535303"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53A2CACF-77E0-755B-82DB-D662CAE89B2E}"/>
              </a:ext>
            </a:extLst>
          </p:cNvPr>
          <p:cNvCxnSpPr>
            <a:cxnSpLocks/>
          </p:cNvCxnSpPr>
          <p:nvPr/>
        </p:nvCxnSpPr>
        <p:spPr>
          <a:xfrm>
            <a:off x="6611192" y="3147647"/>
            <a:ext cx="479166" cy="448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1F298371-055F-9BE8-1191-FF78B02E2942}"/>
              </a:ext>
            </a:extLst>
          </p:cNvPr>
          <p:cNvCxnSpPr/>
          <p:nvPr/>
        </p:nvCxnSpPr>
        <p:spPr>
          <a:xfrm>
            <a:off x="989733" y="4971330"/>
            <a:ext cx="1024030"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E6E24682-E1C1-2555-069A-7E8C62BFDB30}"/>
              </a:ext>
            </a:extLst>
          </p:cNvPr>
          <p:cNvCxnSpPr>
            <a:cxnSpLocks/>
          </p:cNvCxnSpPr>
          <p:nvPr/>
        </p:nvCxnSpPr>
        <p:spPr>
          <a:xfrm>
            <a:off x="6597752" y="3628051"/>
            <a:ext cx="479166"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ED9A8B76-98C9-C67B-EE8D-90B44B8B022E}"/>
              </a:ext>
            </a:extLst>
          </p:cNvPr>
          <p:cNvCxnSpPr>
            <a:cxnSpLocks/>
          </p:cNvCxnSpPr>
          <p:nvPr/>
        </p:nvCxnSpPr>
        <p:spPr>
          <a:xfrm>
            <a:off x="6604472" y="3386009"/>
            <a:ext cx="482492"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AEC6AE51-6E61-9FC5-92F3-3EDDE6C59BC1}"/>
              </a:ext>
            </a:extLst>
          </p:cNvPr>
          <p:cNvCxnSpPr/>
          <p:nvPr/>
        </p:nvCxnSpPr>
        <p:spPr>
          <a:xfrm>
            <a:off x="983009" y="5865887"/>
            <a:ext cx="1024030"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B0F36CFE-D558-6C97-C182-4D68ABA7D5D2}"/>
              </a:ext>
            </a:extLst>
          </p:cNvPr>
          <p:cNvCxnSpPr>
            <a:cxnSpLocks/>
          </p:cNvCxnSpPr>
          <p:nvPr/>
        </p:nvCxnSpPr>
        <p:spPr>
          <a:xfrm>
            <a:off x="8177364" y="2025429"/>
            <a:ext cx="737599"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A80E92C5-844D-EB6E-6681-7AEA3A8117D0}"/>
              </a:ext>
            </a:extLst>
          </p:cNvPr>
          <p:cNvCxnSpPr>
            <a:cxnSpLocks/>
          </p:cNvCxnSpPr>
          <p:nvPr/>
        </p:nvCxnSpPr>
        <p:spPr>
          <a:xfrm>
            <a:off x="6611192" y="3867697"/>
            <a:ext cx="465726"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5BB85ECF-168E-F8DC-A468-6C35CD05A967}"/>
              </a:ext>
            </a:extLst>
          </p:cNvPr>
          <p:cNvCxnSpPr>
            <a:cxnSpLocks/>
          </p:cNvCxnSpPr>
          <p:nvPr/>
        </p:nvCxnSpPr>
        <p:spPr>
          <a:xfrm>
            <a:off x="1484896" y="5192971"/>
            <a:ext cx="526247"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08B21644-0D16-BE3E-FE25-4D588C0A9398}"/>
              </a:ext>
            </a:extLst>
          </p:cNvPr>
          <p:cNvCxnSpPr>
            <a:cxnSpLocks/>
          </p:cNvCxnSpPr>
          <p:nvPr/>
        </p:nvCxnSpPr>
        <p:spPr>
          <a:xfrm>
            <a:off x="1492754" y="6066674"/>
            <a:ext cx="514744"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B63977B6-F98D-84F7-BCE8-ED03681350E7}"/>
              </a:ext>
            </a:extLst>
          </p:cNvPr>
          <p:cNvCxnSpPr>
            <a:cxnSpLocks/>
          </p:cNvCxnSpPr>
          <p:nvPr/>
        </p:nvCxnSpPr>
        <p:spPr>
          <a:xfrm flipH="1" flipV="1">
            <a:off x="1484896" y="3476822"/>
            <a:ext cx="390" cy="259180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5" name="TextBox 124">
            <a:extLst>
              <a:ext uri="{FF2B5EF4-FFF2-40B4-BE49-F238E27FC236}">
                <a16:creationId xmlns:a16="http://schemas.microsoft.com/office/drawing/2014/main" id="{F7000ADB-D322-E208-1437-B4C1590BA46C}"/>
              </a:ext>
            </a:extLst>
          </p:cNvPr>
          <p:cNvSpPr txBox="1"/>
          <p:nvPr/>
        </p:nvSpPr>
        <p:spPr>
          <a:xfrm>
            <a:off x="353020" y="3370025"/>
            <a:ext cx="708848" cy="246221"/>
          </a:xfrm>
          <a:prstGeom prst="rect">
            <a:avLst/>
          </a:prstGeom>
          <a:noFill/>
          <a:ln>
            <a:noFill/>
          </a:ln>
        </p:spPr>
        <p:txBody>
          <a:bodyPr wrap="none" rtlCol="0">
            <a:spAutoFit/>
          </a:bodyPr>
          <a:lstStyle/>
          <a:p>
            <a:r>
              <a:rPr lang="en-US" sz="1000" dirty="0" err="1"/>
              <a:t>CntUp</a:t>
            </a:r>
            <a:r>
              <a:rPr lang="en-US" sz="1000" dirty="0"/>
              <a:t>/</a:t>
            </a:r>
            <a:r>
              <a:rPr lang="en-US" sz="1000" dirty="0" err="1"/>
              <a:t>Dn</a:t>
            </a:r>
            <a:endParaRPr lang="en-US" sz="1000" dirty="0"/>
          </a:p>
        </p:txBody>
      </p:sp>
      <p:sp>
        <p:nvSpPr>
          <p:cNvPr id="126" name="TextBox 125">
            <a:extLst>
              <a:ext uri="{FF2B5EF4-FFF2-40B4-BE49-F238E27FC236}">
                <a16:creationId xmlns:a16="http://schemas.microsoft.com/office/drawing/2014/main" id="{AC302B85-7762-3AB0-6E8F-6DAF232EB76A}"/>
              </a:ext>
            </a:extLst>
          </p:cNvPr>
          <p:cNvSpPr txBox="1"/>
          <p:nvPr/>
        </p:nvSpPr>
        <p:spPr>
          <a:xfrm>
            <a:off x="468572" y="3139486"/>
            <a:ext cx="572593" cy="246221"/>
          </a:xfrm>
          <a:prstGeom prst="rect">
            <a:avLst/>
          </a:prstGeom>
          <a:noFill/>
          <a:ln>
            <a:noFill/>
          </a:ln>
        </p:spPr>
        <p:txBody>
          <a:bodyPr wrap="none" rtlCol="0">
            <a:spAutoFit/>
          </a:bodyPr>
          <a:lstStyle/>
          <a:p>
            <a:r>
              <a:rPr lang="en-US" sz="1000" dirty="0" err="1"/>
              <a:t>XDigSel</a:t>
            </a:r>
            <a:endParaRPr lang="en-US" sz="1000" dirty="0"/>
          </a:p>
        </p:txBody>
      </p:sp>
      <p:sp>
        <p:nvSpPr>
          <p:cNvPr id="127" name="TextBox 126">
            <a:extLst>
              <a:ext uri="{FF2B5EF4-FFF2-40B4-BE49-F238E27FC236}">
                <a16:creationId xmlns:a16="http://schemas.microsoft.com/office/drawing/2014/main" id="{A9A02C0D-26BC-5E0D-BEEA-2BA136F0C981}"/>
              </a:ext>
            </a:extLst>
          </p:cNvPr>
          <p:cNvSpPr txBox="1"/>
          <p:nvPr/>
        </p:nvSpPr>
        <p:spPr>
          <a:xfrm>
            <a:off x="535810" y="3993902"/>
            <a:ext cx="550151" cy="246221"/>
          </a:xfrm>
          <a:prstGeom prst="rect">
            <a:avLst/>
          </a:prstGeom>
          <a:noFill/>
          <a:ln>
            <a:noFill/>
          </a:ln>
        </p:spPr>
        <p:txBody>
          <a:bodyPr wrap="none" rtlCol="0">
            <a:spAutoFit/>
          </a:bodyPr>
          <a:lstStyle/>
          <a:p>
            <a:r>
              <a:rPr lang="en-US" sz="1000" dirty="0" err="1"/>
              <a:t>XDpSel</a:t>
            </a:r>
            <a:endParaRPr lang="en-US" sz="1000" dirty="0"/>
          </a:p>
        </p:txBody>
      </p:sp>
      <p:sp>
        <p:nvSpPr>
          <p:cNvPr id="128" name="TextBox 127">
            <a:extLst>
              <a:ext uri="{FF2B5EF4-FFF2-40B4-BE49-F238E27FC236}">
                <a16:creationId xmlns:a16="http://schemas.microsoft.com/office/drawing/2014/main" id="{5FB957E2-AF28-4BA3-685C-FEC3E50218A1}"/>
              </a:ext>
            </a:extLst>
          </p:cNvPr>
          <p:cNvSpPr txBox="1"/>
          <p:nvPr/>
        </p:nvSpPr>
        <p:spPr>
          <a:xfrm>
            <a:off x="458818" y="4838184"/>
            <a:ext cx="603050" cy="246221"/>
          </a:xfrm>
          <a:prstGeom prst="rect">
            <a:avLst/>
          </a:prstGeom>
          <a:noFill/>
          <a:ln>
            <a:noFill/>
          </a:ln>
        </p:spPr>
        <p:txBody>
          <a:bodyPr wrap="none" rtlCol="0">
            <a:spAutoFit/>
          </a:bodyPr>
          <a:lstStyle/>
          <a:p>
            <a:r>
              <a:rPr lang="en-US" sz="1000" dirty="0" err="1"/>
              <a:t>DexpSel</a:t>
            </a:r>
            <a:endParaRPr lang="en-US" sz="1000" dirty="0"/>
          </a:p>
        </p:txBody>
      </p:sp>
      <p:sp>
        <p:nvSpPr>
          <p:cNvPr id="129" name="TextBox 128">
            <a:extLst>
              <a:ext uri="{FF2B5EF4-FFF2-40B4-BE49-F238E27FC236}">
                <a16:creationId xmlns:a16="http://schemas.microsoft.com/office/drawing/2014/main" id="{C920488D-942D-3B0C-5314-7F88CCB0F267}"/>
              </a:ext>
            </a:extLst>
          </p:cNvPr>
          <p:cNvSpPr txBox="1"/>
          <p:nvPr/>
        </p:nvSpPr>
        <p:spPr>
          <a:xfrm>
            <a:off x="465849" y="5753924"/>
            <a:ext cx="583814" cy="246221"/>
          </a:xfrm>
          <a:prstGeom prst="rect">
            <a:avLst/>
          </a:prstGeom>
          <a:noFill/>
          <a:ln>
            <a:noFill/>
          </a:ln>
        </p:spPr>
        <p:txBody>
          <a:bodyPr wrap="none" rtlCol="0">
            <a:spAutoFit/>
          </a:bodyPr>
          <a:lstStyle/>
          <a:p>
            <a:r>
              <a:rPr lang="en-US" sz="1000" dirty="0" err="1"/>
              <a:t>SexpSel</a:t>
            </a:r>
            <a:endParaRPr lang="en-US" sz="1000" dirty="0"/>
          </a:p>
        </p:txBody>
      </p:sp>
      <p:sp>
        <p:nvSpPr>
          <p:cNvPr id="130" name="TextBox 129">
            <a:extLst>
              <a:ext uri="{FF2B5EF4-FFF2-40B4-BE49-F238E27FC236}">
                <a16:creationId xmlns:a16="http://schemas.microsoft.com/office/drawing/2014/main" id="{1E52CF86-B8A8-E880-C0C9-ACE3AFD34801}"/>
              </a:ext>
            </a:extLst>
          </p:cNvPr>
          <p:cNvSpPr txBox="1"/>
          <p:nvPr/>
        </p:nvSpPr>
        <p:spPr>
          <a:xfrm>
            <a:off x="3581112" y="3237202"/>
            <a:ext cx="604653" cy="246221"/>
          </a:xfrm>
          <a:prstGeom prst="rect">
            <a:avLst/>
          </a:prstGeom>
          <a:noFill/>
          <a:ln>
            <a:noFill/>
          </a:ln>
        </p:spPr>
        <p:txBody>
          <a:bodyPr wrap="none" rtlCol="0">
            <a:spAutoFit/>
          </a:bodyPr>
          <a:lstStyle/>
          <a:p>
            <a:r>
              <a:rPr lang="en-US" sz="1000" dirty="0"/>
              <a:t>XdigEq0</a:t>
            </a:r>
          </a:p>
        </p:txBody>
      </p:sp>
      <p:sp>
        <p:nvSpPr>
          <p:cNvPr id="131" name="TextBox 130">
            <a:extLst>
              <a:ext uri="{FF2B5EF4-FFF2-40B4-BE49-F238E27FC236}">
                <a16:creationId xmlns:a16="http://schemas.microsoft.com/office/drawing/2014/main" id="{87CF95CF-048F-7CA5-35C9-E231535563B6}"/>
              </a:ext>
            </a:extLst>
          </p:cNvPr>
          <p:cNvSpPr txBox="1"/>
          <p:nvPr/>
        </p:nvSpPr>
        <p:spPr>
          <a:xfrm>
            <a:off x="3581111" y="3492156"/>
            <a:ext cx="604653" cy="246221"/>
          </a:xfrm>
          <a:prstGeom prst="rect">
            <a:avLst/>
          </a:prstGeom>
          <a:noFill/>
          <a:ln>
            <a:noFill/>
          </a:ln>
        </p:spPr>
        <p:txBody>
          <a:bodyPr wrap="none" rtlCol="0">
            <a:spAutoFit/>
          </a:bodyPr>
          <a:lstStyle/>
          <a:p>
            <a:r>
              <a:rPr lang="en-US" sz="1000" dirty="0" err="1"/>
              <a:t>XDigFull</a:t>
            </a:r>
            <a:endParaRPr lang="en-US" sz="1000" dirty="0"/>
          </a:p>
        </p:txBody>
      </p:sp>
      <p:sp>
        <p:nvSpPr>
          <p:cNvPr id="132" name="TextBox 131">
            <a:extLst>
              <a:ext uri="{FF2B5EF4-FFF2-40B4-BE49-F238E27FC236}">
                <a16:creationId xmlns:a16="http://schemas.microsoft.com/office/drawing/2014/main" id="{7B12163B-8126-AD4E-F407-899ED43316FE}"/>
              </a:ext>
            </a:extLst>
          </p:cNvPr>
          <p:cNvSpPr txBox="1"/>
          <p:nvPr/>
        </p:nvSpPr>
        <p:spPr>
          <a:xfrm>
            <a:off x="3573900" y="4357878"/>
            <a:ext cx="652743" cy="246221"/>
          </a:xfrm>
          <a:prstGeom prst="rect">
            <a:avLst/>
          </a:prstGeom>
          <a:noFill/>
          <a:ln>
            <a:noFill/>
          </a:ln>
        </p:spPr>
        <p:txBody>
          <a:bodyPr wrap="none" rtlCol="0">
            <a:spAutoFit/>
          </a:bodyPr>
          <a:lstStyle/>
          <a:p>
            <a:r>
              <a:rPr lang="en-US" sz="1000" dirty="0" err="1"/>
              <a:t>XDpOvrfl</a:t>
            </a:r>
            <a:endParaRPr lang="en-US" sz="1000" dirty="0"/>
          </a:p>
        </p:txBody>
      </p:sp>
      <p:sp>
        <p:nvSpPr>
          <p:cNvPr id="133" name="TextBox 132">
            <a:extLst>
              <a:ext uri="{FF2B5EF4-FFF2-40B4-BE49-F238E27FC236}">
                <a16:creationId xmlns:a16="http://schemas.microsoft.com/office/drawing/2014/main" id="{1045E9A1-2DE2-4582-B852-8F76D9C29C98}"/>
              </a:ext>
            </a:extLst>
          </p:cNvPr>
          <p:cNvSpPr txBox="1"/>
          <p:nvPr/>
        </p:nvSpPr>
        <p:spPr>
          <a:xfrm>
            <a:off x="3580229" y="4097363"/>
            <a:ext cx="397866" cy="246221"/>
          </a:xfrm>
          <a:prstGeom prst="rect">
            <a:avLst/>
          </a:prstGeom>
          <a:noFill/>
          <a:ln>
            <a:noFill/>
          </a:ln>
        </p:spPr>
        <p:txBody>
          <a:bodyPr wrap="none" rtlCol="0">
            <a:spAutoFit/>
          </a:bodyPr>
          <a:lstStyle/>
          <a:p>
            <a:r>
              <a:rPr lang="en-US" sz="1000" dirty="0" err="1"/>
              <a:t>XDp</a:t>
            </a:r>
            <a:endParaRPr lang="en-US" sz="1000" dirty="0"/>
          </a:p>
        </p:txBody>
      </p:sp>
      <p:cxnSp>
        <p:nvCxnSpPr>
          <p:cNvPr id="135" name="Straight Connector 134">
            <a:extLst>
              <a:ext uri="{FF2B5EF4-FFF2-40B4-BE49-F238E27FC236}">
                <a16:creationId xmlns:a16="http://schemas.microsoft.com/office/drawing/2014/main" id="{3C662B3D-D431-F401-A2B3-DDBA5ECBF3FD}"/>
              </a:ext>
            </a:extLst>
          </p:cNvPr>
          <p:cNvCxnSpPr/>
          <p:nvPr/>
        </p:nvCxnSpPr>
        <p:spPr>
          <a:xfrm flipH="1">
            <a:off x="3079305" y="4158695"/>
            <a:ext cx="133315" cy="11669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6" name="TextBox 135">
            <a:extLst>
              <a:ext uri="{FF2B5EF4-FFF2-40B4-BE49-F238E27FC236}">
                <a16:creationId xmlns:a16="http://schemas.microsoft.com/office/drawing/2014/main" id="{58AC7B78-556D-562D-4E2A-73B2F7B198D4}"/>
              </a:ext>
            </a:extLst>
          </p:cNvPr>
          <p:cNvSpPr txBox="1"/>
          <p:nvPr/>
        </p:nvSpPr>
        <p:spPr>
          <a:xfrm>
            <a:off x="3046629" y="4169533"/>
            <a:ext cx="250390" cy="400110"/>
          </a:xfrm>
          <a:prstGeom prst="rect">
            <a:avLst/>
          </a:prstGeom>
          <a:noFill/>
          <a:ln>
            <a:noFill/>
          </a:ln>
        </p:spPr>
        <p:txBody>
          <a:bodyPr wrap="none" rtlCol="0">
            <a:spAutoFit/>
          </a:bodyPr>
          <a:lstStyle/>
          <a:p>
            <a:r>
              <a:rPr lang="en-US" sz="1000" dirty="0"/>
              <a:t>3</a:t>
            </a:r>
          </a:p>
          <a:p>
            <a:endParaRPr lang="en-US" sz="1000" dirty="0"/>
          </a:p>
        </p:txBody>
      </p:sp>
      <p:sp>
        <p:nvSpPr>
          <p:cNvPr id="137" name="TextBox 136">
            <a:extLst>
              <a:ext uri="{FF2B5EF4-FFF2-40B4-BE49-F238E27FC236}">
                <a16:creationId xmlns:a16="http://schemas.microsoft.com/office/drawing/2014/main" id="{1EAF1406-AD05-597E-D003-C9C7A121CD09}"/>
              </a:ext>
            </a:extLst>
          </p:cNvPr>
          <p:cNvSpPr txBox="1"/>
          <p:nvPr/>
        </p:nvSpPr>
        <p:spPr>
          <a:xfrm>
            <a:off x="3625274" y="5243311"/>
            <a:ext cx="705642" cy="246221"/>
          </a:xfrm>
          <a:prstGeom prst="rect">
            <a:avLst/>
          </a:prstGeom>
          <a:noFill/>
          <a:ln>
            <a:noFill/>
          </a:ln>
        </p:spPr>
        <p:txBody>
          <a:bodyPr wrap="none" rtlCol="0">
            <a:spAutoFit/>
          </a:bodyPr>
          <a:lstStyle/>
          <a:p>
            <a:r>
              <a:rPr lang="en-US" sz="1000" dirty="0" err="1"/>
              <a:t>DexpOvrfl</a:t>
            </a:r>
            <a:endParaRPr lang="en-US" sz="1000" dirty="0"/>
          </a:p>
        </p:txBody>
      </p:sp>
      <p:cxnSp>
        <p:nvCxnSpPr>
          <p:cNvPr id="142" name="Straight Connector 141">
            <a:extLst>
              <a:ext uri="{FF2B5EF4-FFF2-40B4-BE49-F238E27FC236}">
                <a16:creationId xmlns:a16="http://schemas.microsoft.com/office/drawing/2014/main" id="{01D40930-B7D2-140B-474B-ECB88C63A70A}"/>
              </a:ext>
            </a:extLst>
          </p:cNvPr>
          <p:cNvCxnSpPr>
            <a:cxnSpLocks/>
            <a:stCxn id="7" idx="3"/>
          </p:cNvCxnSpPr>
          <p:nvPr/>
        </p:nvCxnSpPr>
        <p:spPr>
          <a:xfrm>
            <a:off x="2640296" y="6066675"/>
            <a:ext cx="247476"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7A38AECF-A2D0-3DD6-6E44-6F15F3822CD6}"/>
              </a:ext>
            </a:extLst>
          </p:cNvPr>
          <p:cNvCxnSpPr/>
          <p:nvPr/>
        </p:nvCxnSpPr>
        <p:spPr>
          <a:xfrm flipV="1">
            <a:off x="2887772" y="5609098"/>
            <a:ext cx="0" cy="45757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F7C4A341-C6AF-09BC-A056-471E93E5C202}"/>
              </a:ext>
            </a:extLst>
          </p:cNvPr>
          <p:cNvCxnSpPr>
            <a:cxnSpLocks/>
          </p:cNvCxnSpPr>
          <p:nvPr/>
        </p:nvCxnSpPr>
        <p:spPr>
          <a:xfrm flipH="1">
            <a:off x="1687268" y="5609098"/>
            <a:ext cx="1200504"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B86A3CE5-C74D-F254-AB1F-6AFC291134EA}"/>
              </a:ext>
            </a:extLst>
          </p:cNvPr>
          <p:cNvCxnSpPr/>
          <p:nvPr/>
        </p:nvCxnSpPr>
        <p:spPr>
          <a:xfrm flipV="1">
            <a:off x="1687268" y="5426242"/>
            <a:ext cx="0" cy="18285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0" name="Straight Arrow Connector 149">
            <a:extLst>
              <a:ext uri="{FF2B5EF4-FFF2-40B4-BE49-F238E27FC236}">
                <a16:creationId xmlns:a16="http://schemas.microsoft.com/office/drawing/2014/main" id="{00CC1BAB-BED8-21B1-DD54-7B8A5735F8A6}"/>
              </a:ext>
            </a:extLst>
          </p:cNvPr>
          <p:cNvCxnSpPr>
            <a:cxnSpLocks/>
          </p:cNvCxnSpPr>
          <p:nvPr/>
        </p:nvCxnSpPr>
        <p:spPr>
          <a:xfrm>
            <a:off x="1687268" y="5426242"/>
            <a:ext cx="317501"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EC7DFDF8-4F98-E505-A3EC-089B0F4215E4}"/>
              </a:ext>
            </a:extLst>
          </p:cNvPr>
          <p:cNvCxnSpPr>
            <a:cxnSpLocks/>
          </p:cNvCxnSpPr>
          <p:nvPr/>
        </p:nvCxnSpPr>
        <p:spPr>
          <a:xfrm>
            <a:off x="2640285" y="5187443"/>
            <a:ext cx="247476"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EBB5A097-9BFA-7F37-B2CD-1F37FA66AE39}"/>
              </a:ext>
            </a:extLst>
          </p:cNvPr>
          <p:cNvCxnSpPr/>
          <p:nvPr/>
        </p:nvCxnSpPr>
        <p:spPr>
          <a:xfrm flipV="1">
            <a:off x="2887761" y="4729866"/>
            <a:ext cx="0" cy="45757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5BAE2891-6785-2F59-F082-75BEFD4BD423}"/>
              </a:ext>
            </a:extLst>
          </p:cNvPr>
          <p:cNvCxnSpPr>
            <a:cxnSpLocks/>
          </p:cNvCxnSpPr>
          <p:nvPr/>
        </p:nvCxnSpPr>
        <p:spPr>
          <a:xfrm flipH="1">
            <a:off x="1687257" y="4729866"/>
            <a:ext cx="1200504"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D1F932C0-DE12-3E65-601B-3B4EDA1B4A8D}"/>
              </a:ext>
            </a:extLst>
          </p:cNvPr>
          <p:cNvCxnSpPr/>
          <p:nvPr/>
        </p:nvCxnSpPr>
        <p:spPr>
          <a:xfrm flipV="1">
            <a:off x="1687257" y="4547010"/>
            <a:ext cx="0" cy="18285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D9711689-A1C9-6F81-A68F-20D03F6CB7C1}"/>
              </a:ext>
            </a:extLst>
          </p:cNvPr>
          <p:cNvCxnSpPr>
            <a:cxnSpLocks/>
          </p:cNvCxnSpPr>
          <p:nvPr/>
        </p:nvCxnSpPr>
        <p:spPr>
          <a:xfrm>
            <a:off x="1687257" y="4547010"/>
            <a:ext cx="317501"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92E1749F-62D6-C234-DFD9-724F9D8DAFB1}"/>
              </a:ext>
            </a:extLst>
          </p:cNvPr>
          <p:cNvCxnSpPr/>
          <p:nvPr/>
        </p:nvCxnSpPr>
        <p:spPr>
          <a:xfrm flipH="1">
            <a:off x="2695056" y="5139463"/>
            <a:ext cx="133315" cy="11669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FD3312D5-AC28-1CCB-D16C-491B25DC4947}"/>
              </a:ext>
            </a:extLst>
          </p:cNvPr>
          <p:cNvSpPr txBox="1"/>
          <p:nvPr/>
        </p:nvSpPr>
        <p:spPr>
          <a:xfrm>
            <a:off x="2662380" y="5150301"/>
            <a:ext cx="250390" cy="246221"/>
          </a:xfrm>
          <a:prstGeom prst="rect">
            <a:avLst/>
          </a:prstGeom>
          <a:noFill/>
          <a:ln>
            <a:noFill/>
          </a:ln>
        </p:spPr>
        <p:txBody>
          <a:bodyPr wrap="none" rtlCol="0">
            <a:spAutoFit/>
          </a:bodyPr>
          <a:lstStyle/>
          <a:p>
            <a:r>
              <a:rPr lang="en-US" sz="1000" dirty="0"/>
              <a:t>4</a:t>
            </a:r>
          </a:p>
        </p:txBody>
      </p:sp>
      <p:cxnSp>
        <p:nvCxnSpPr>
          <p:cNvPr id="167" name="Straight Connector 166">
            <a:extLst>
              <a:ext uri="{FF2B5EF4-FFF2-40B4-BE49-F238E27FC236}">
                <a16:creationId xmlns:a16="http://schemas.microsoft.com/office/drawing/2014/main" id="{E71593A8-FC0A-E9AA-2CD6-A07D89DCE680}"/>
              </a:ext>
            </a:extLst>
          </p:cNvPr>
          <p:cNvCxnSpPr/>
          <p:nvPr/>
        </p:nvCxnSpPr>
        <p:spPr>
          <a:xfrm flipH="1">
            <a:off x="2696448" y="6011665"/>
            <a:ext cx="133315" cy="11669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8" name="TextBox 167">
            <a:extLst>
              <a:ext uri="{FF2B5EF4-FFF2-40B4-BE49-F238E27FC236}">
                <a16:creationId xmlns:a16="http://schemas.microsoft.com/office/drawing/2014/main" id="{D4C48252-2279-200A-EA5E-1DF01E570793}"/>
              </a:ext>
            </a:extLst>
          </p:cNvPr>
          <p:cNvSpPr txBox="1"/>
          <p:nvPr/>
        </p:nvSpPr>
        <p:spPr>
          <a:xfrm>
            <a:off x="2663772" y="6022503"/>
            <a:ext cx="250390" cy="246221"/>
          </a:xfrm>
          <a:prstGeom prst="rect">
            <a:avLst/>
          </a:prstGeom>
          <a:noFill/>
          <a:ln>
            <a:noFill/>
          </a:ln>
        </p:spPr>
        <p:txBody>
          <a:bodyPr wrap="none" rtlCol="0">
            <a:spAutoFit/>
          </a:bodyPr>
          <a:lstStyle/>
          <a:p>
            <a:r>
              <a:rPr lang="en-US" sz="1000" dirty="0"/>
              <a:t>4</a:t>
            </a:r>
          </a:p>
        </p:txBody>
      </p:sp>
      <p:sp>
        <p:nvSpPr>
          <p:cNvPr id="169" name="TextBox 168">
            <a:extLst>
              <a:ext uri="{FF2B5EF4-FFF2-40B4-BE49-F238E27FC236}">
                <a16:creationId xmlns:a16="http://schemas.microsoft.com/office/drawing/2014/main" id="{094F3221-7B00-1C27-B891-351F16071C32}"/>
              </a:ext>
            </a:extLst>
          </p:cNvPr>
          <p:cNvSpPr txBox="1"/>
          <p:nvPr/>
        </p:nvSpPr>
        <p:spPr>
          <a:xfrm>
            <a:off x="2885915" y="5920766"/>
            <a:ext cx="431528" cy="246221"/>
          </a:xfrm>
          <a:prstGeom prst="rect">
            <a:avLst/>
          </a:prstGeom>
          <a:noFill/>
          <a:ln>
            <a:noFill/>
          </a:ln>
        </p:spPr>
        <p:txBody>
          <a:bodyPr wrap="none" rtlCol="0">
            <a:spAutoFit/>
          </a:bodyPr>
          <a:lstStyle/>
          <a:p>
            <a:r>
              <a:rPr lang="en-US" sz="1000" dirty="0" err="1"/>
              <a:t>Sexp</a:t>
            </a:r>
            <a:endParaRPr lang="en-US" sz="1000" dirty="0"/>
          </a:p>
        </p:txBody>
      </p:sp>
      <p:sp>
        <p:nvSpPr>
          <p:cNvPr id="170" name="TextBox 169">
            <a:extLst>
              <a:ext uri="{FF2B5EF4-FFF2-40B4-BE49-F238E27FC236}">
                <a16:creationId xmlns:a16="http://schemas.microsoft.com/office/drawing/2014/main" id="{36E1E9C3-2A00-9484-91B8-A3E0B8262139}"/>
              </a:ext>
            </a:extLst>
          </p:cNvPr>
          <p:cNvSpPr txBox="1"/>
          <p:nvPr/>
        </p:nvSpPr>
        <p:spPr>
          <a:xfrm>
            <a:off x="2828371" y="5056087"/>
            <a:ext cx="450764" cy="246221"/>
          </a:xfrm>
          <a:prstGeom prst="rect">
            <a:avLst/>
          </a:prstGeom>
          <a:noFill/>
          <a:ln>
            <a:noFill/>
          </a:ln>
        </p:spPr>
        <p:txBody>
          <a:bodyPr wrap="none" rtlCol="0">
            <a:spAutoFit/>
          </a:bodyPr>
          <a:lstStyle/>
          <a:p>
            <a:r>
              <a:rPr lang="en-US" sz="1000" dirty="0" err="1"/>
              <a:t>Dexp</a:t>
            </a:r>
            <a:endParaRPr lang="en-US" sz="1000" dirty="0"/>
          </a:p>
        </p:txBody>
      </p:sp>
      <p:sp>
        <p:nvSpPr>
          <p:cNvPr id="171" name="TextBox 170">
            <a:extLst>
              <a:ext uri="{FF2B5EF4-FFF2-40B4-BE49-F238E27FC236}">
                <a16:creationId xmlns:a16="http://schemas.microsoft.com/office/drawing/2014/main" id="{698EEDC3-73AD-6726-5043-65EE20BE8206}"/>
              </a:ext>
            </a:extLst>
          </p:cNvPr>
          <p:cNvSpPr txBox="1"/>
          <p:nvPr/>
        </p:nvSpPr>
        <p:spPr>
          <a:xfrm>
            <a:off x="3590199" y="4885008"/>
            <a:ext cx="646331" cy="246221"/>
          </a:xfrm>
          <a:prstGeom prst="rect">
            <a:avLst/>
          </a:prstGeom>
          <a:noFill/>
          <a:ln>
            <a:noFill/>
          </a:ln>
        </p:spPr>
        <p:txBody>
          <a:bodyPr wrap="none" rtlCol="0">
            <a:spAutoFit/>
          </a:bodyPr>
          <a:lstStyle/>
          <a:p>
            <a:r>
              <a:rPr lang="en-US" sz="1000" dirty="0"/>
              <a:t>DexpEq0</a:t>
            </a:r>
          </a:p>
        </p:txBody>
      </p:sp>
      <p:grpSp>
        <p:nvGrpSpPr>
          <p:cNvPr id="172" name="Group 171">
            <a:extLst>
              <a:ext uri="{FF2B5EF4-FFF2-40B4-BE49-F238E27FC236}">
                <a16:creationId xmlns:a16="http://schemas.microsoft.com/office/drawing/2014/main" id="{AD5BA39B-1291-01E9-6CCB-D29A4B92D57E}"/>
              </a:ext>
            </a:extLst>
          </p:cNvPr>
          <p:cNvGrpSpPr/>
          <p:nvPr/>
        </p:nvGrpSpPr>
        <p:grpSpPr>
          <a:xfrm>
            <a:off x="2126638" y="3181467"/>
            <a:ext cx="94129" cy="59864"/>
            <a:chOff x="7278523" y="-130057"/>
            <a:chExt cx="446054" cy="254526"/>
          </a:xfrm>
        </p:grpSpPr>
        <p:cxnSp>
          <p:nvCxnSpPr>
            <p:cNvPr id="173" name="Straight Connector 172">
              <a:extLst>
                <a:ext uri="{FF2B5EF4-FFF2-40B4-BE49-F238E27FC236}">
                  <a16:creationId xmlns:a16="http://schemas.microsoft.com/office/drawing/2014/main" id="{D5772FCC-2522-C56D-75DB-6119208A8E9E}"/>
                </a:ext>
              </a:extLst>
            </p:cNvPr>
            <p:cNvCxnSpPr>
              <a:cxnSpLocks/>
            </p:cNvCxnSpPr>
            <p:nvPr/>
          </p:nvCxnSpPr>
          <p:spPr>
            <a:xfrm>
              <a:off x="7278523" y="-130057"/>
              <a:ext cx="217817" cy="25452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FC3311FD-EF89-6F9D-02C6-1F67393C9DBF}"/>
                </a:ext>
              </a:extLst>
            </p:cNvPr>
            <p:cNvCxnSpPr>
              <a:cxnSpLocks/>
            </p:cNvCxnSpPr>
            <p:nvPr/>
          </p:nvCxnSpPr>
          <p:spPr>
            <a:xfrm flipV="1">
              <a:off x="7495454" y="-130057"/>
              <a:ext cx="229123" cy="25452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75" name="Group 174">
            <a:extLst>
              <a:ext uri="{FF2B5EF4-FFF2-40B4-BE49-F238E27FC236}">
                <a16:creationId xmlns:a16="http://schemas.microsoft.com/office/drawing/2014/main" id="{7ECB6E53-63E4-5619-58D7-B4F9FAD45164}"/>
              </a:ext>
            </a:extLst>
          </p:cNvPr>
          <p:cNvGrpSpPr/>
          <p:nvPr/>
        </p:nvGrpSpPr>
        <p:grpSpPr>
          <a:xfrm>
            <a:off x="2124764" y="4051655"/>
            <a:ext cx="94129" cy="59864"/>
            <a:chOff x="7278523" y="-130057"/>
            <a:chExt cx="446054" cy="254526"/>
          </a:xfrm>
        </p:grpSpPr>
        <p:cxnSp>
          <p:nvCxnSpPr>
            <p:cNvPr id="176" name="Straight Connector 175">
              <a:extLst>
                <a:ext uri="{FF2B5EF4-FFF2-40B4-BE49-F238E27FC236}">
                  <a16:creationId xmlns:a16="http://schemas.microsoft.com/office/drawing/2014/main" id="{82D90538-D1AC-D7E1-FDC4-0CCBA6EF0424}"/>
                </a:ext>
              </a:extLst>
            </p:cNvPr>
            <p:cNvCxnSpPr>
              <a:cxnSpLocks/>
            </p:cNvCxnSpPr>
            <p:nvPr/>
          </p:nvCxnSpPr>
          <p:spPr>
            <a:xfrm>
              <a:off x="7278523" y="-130057"/>
              <a:ext cx="217817" cy="25452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916C5B53-2577-2B90-5A07-1E163CC39D36}"/>
                </a:ext>
              </a:extLst>
            </p:cNvPr>
            <p:cNvCxnSpPr>
              <a:cxnSpLocks/>
            </p:cNvCxnSpPr>
            <p:nvPr/>
          </p:nvCxnSpPr>
          <p:spPr>
            <a:xfrm flipV="1">
              <a:off x="7495454" y="-130057"/>
              <a:ext cx="229123" cy="25452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78" name="Group 177">
            <a:extLst>
              <a:ext uri="{FF2B5EF4-FFF2-40B4-BE49-F238E27FC236}">
                <a16:creationId xmlns:a16="http://schemas.microsoft.com/office/drawing/2014/main" id="{AC1B93A4-61C0-6FC9-3A55-D1326546B292}"/>
              </a:ext>
            </a:extLst>
          </p:cNvPr>
          <p:cNvGrpSpPr/>
          <p:nvPr/>
        </p:nvGrpSpPr>
        <p:grpSpPr>
          <a:xfrm>
            <a:off x="2128785" y="4911466"/>
            <a:ext cx="94129" cy="59864"/>
            <a:chOff x="7278523" y="-130057"/>
            <a:chExt cx="446054" cy="254526"/>
          </a:xfrm>
        </p:grpSpPr>
        <p:cxnSp>
          <p:nvCxnSpPr>
            <p:cNvPr id="179" name="Straight Connector 178">
              <a:extLst>
                <a:ext uri="{FF2B5EF4-FFF2-40B4-BE49-F238E27FC236}">
                  <a16:creationId xmlns:a16="http://schemas.microsoft.com/office/drawing/2014/main" id="{52C329D1-E8C8-DD72-A4CE-D8EE18D61D98}"/>
                </a:ext>
              </a:extLst>
            </p:cNvPr>
            <p:cNvCxnSpPr>
              <a:cxnSpLocks/>
            </p:cNvCxnSpPr>
            <p:nvPr/>
          </p:nvCxnSpPr>
          <p:spPr>
            <a:xfrm>
              <a:off x="7278523" y="-130057"/>
              <a:ext cx="217817" cy="25452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16592BF4-6DF3-722A-4529-01627EE0F7E4}"/>
                </a:ext>
              </a:extLst>
            </p:cNvPr>
            <p:cNvCxnSpPr>
              <a:cxnSpLocks/>
            </p:cNvCxnSpPr>
            <p:nvPr/>
          </p:nvCxnSpPr>
          <p:spPr>
            <a:xfrm flipV="1">
              <a:off x="7495454" y="-130057"/>
              <a:ext cx="229123" cy="25452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81" name="Group 180">
            <a:extLst>
              <a:ext uri="{FF2B5EF4-FFF2-40B4-BE49-F238E27FC236}">
                <a16:creationId xmlns:a16="http://schemas.microsoft.com/office/drawing/2014/main" id="{3E831D7A-3849-EF55-8EE7-FF0A5454A5DB}"/>
              </a:ext>
            </a:extLst>
          </p:cNvPr>
          <p:cNvGrpSpPr/>
          <p:nvPr/>
        </p:nvGrpSpPr>
        <p:grpSpPr>
          <a:xfrm>
            <a:off x="2141102" y="5768726"/>
            <a:ext cx="94129" cy="59864"/>
            <a:chOff x="7278523" y="-130057"/>
            <a:chExt cx="446054" cy="254526"/>
          </a:xfrm>
        </p:grpSpPr>
        <p:cxnSp>
          <p:nvCxnSpPr>
            <p:cNvPr id="182" name="Straight Connector 181">
              <a:extLst>
                <a:ext uri="{FF2B5EF4-FFF2-40B4-BE49-F238E27FC236}">
                  <a16:creationId xmlns:a16="http://schemas.microsoft.com/office/drawing/2014/main" id="{2159BA4B-A21F-5F5F-2F57-390A8B7119D9}"/>
                </a:ext>
              </a:extLst>
            </p:cNvPr>
            <p:cNvCxnSpPr>
              <a:cxnSpLocks/>
            </p:cNvCxnSpPr>
            <p:nvPr/>
          </p:nvCxnSpPr>
          <p:spPr>
            <a:xfrm>
              <a:off x="7278523" y="-130057"/>
              <a:ext cx="217817" cy="25452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9ED39253-8380-3A0D-85F0-2372FC8235B1}"/>
                </a:ext>
              </a:extLst>
            </p:cNvPr>
            <p:cNvCxnSpPr>
              <a:cxnSpLocks/>
            </p:cNvCxnSpPr>
            <p:nvPr/>
          </p:nvCxnSpPr>
          <p:spPr>
            <a:xfrm flipV="1">
              <a:off x="7495454" y="-130057"/>
              <a:ext cx="229123" cy="25452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84" name="TextBox 183">
            <a:extLst>
              <a:ext uri="{FF2B5EF4-FFF2-40B4-BE49-F238E27FC236}">
                <a16:creationId xmlns:a16="http://schemas.microsoft.com/office/drawing/2014/main" id="{E383ECCB-B27C-4198-508C-AED12866E103}"/>
              </a:ext>
            </a:extLst>
          </p:cNvPr>
          <p:cNvSpPr txBox="1"/>
          <p:nvPr/>
        </p:nvSpPr>
        <p:spPr>
          <a:xfrm>
            <a:off x="1441361" y="2766013"/>
            <a:ext cx="1807290" cy="338554"/>
          </a:xfrm>
          <a:prstGeom prst="rect">
            <a:avLst/>
          </a:prstGeom>
          <a:noFill/>
          <a:ln>
            <a:noFill/>
          </a:ln>
        </p:spPr>
        <p:txBody>
          <a:bodyPr wrap="none" rtlCol="0">
            <a:spAutoFit/>
          </a:bodyPr>
          <a:lstStyle/>
          <a:p>
            <a:r>
              <a:rPr lang="en-US" sz="1600" dirty="0" err="1"/>
              <a:t>MetaData</a:t>
            </a:r>
            <a:r>
              <a:rPr lang="en-US" sz="1600" dirty="0"/>
              <a:t> Counters</a:t>
            </a:r>
          </a:p>
        </p:txBody>
      </p:sp>
      <p:sp>
        <p:nvSpPr>
          <p:cNvPr id="185" name="TextBox 184">
            <a:extLst>
              <a:ext uri="{FF2B5EF4-FFF2-40B4-BE49-F238E27FC236}">
                <a16:creationId xmlns:a16="http://schemas.microsoft.com/office/drawing/2014/main" id="{D7814034-903C-76C9-4BA6-E4364CEE0304}"/>
              </a:ext>
            </a:extLst>
          </p:cNvPr>
          <p:cNvSpPr txBox="1"/>
          <p:nvPr/>
        </p:nvSpPr>
        <p:spPr>
          <a:xfrm>
            <a:off x="704402" y="756748"/>
            <a:ext cx="1300356" cy="338554"/>
          </a:xfrm>
          <a:prstGeom prst="rect">
            <a:avLst/>
          </a:prstGeom>
          <a:noFill/>
          <a:ln>
            <a:noFill/>
          </a:ln>
        </p:spPr>
        <p:txBody>
          <a:bodyPr wrap="none" rtlCol="0">
            <a:spAutoFit/>
          </a:bodyPr>
          <a:lstStyle/>
          <a:p>
            <a:r>
              <a:rPr lang="en-US" sz="1600" dirty="0"/>
              <a:t>BCD Add/Sub</a:t>
            </a:r>
          </a:p>
        </p:txBody>
      </p:sp>
      <p:grpSp>
        <p:nvGrpSpPr>
          <p:cNvPr id="265" name="Group 264">
            <a:extLst>
              <a:ext uri="{FF2B5EF4-FFF2-40B4-BE49-F238E27FC236}">
                <a16:creationId xmlns:a16="http://schemas.microsoft.com/office/drawing/2014/main" id="{70A32EA3-8F32-3671-D51C-9721D7FF930F}"/>
              </a:ext>
            </a:extLst>
          </p:cNvPr>
          <p:cNvGrpSpPr/>
          <p:nvPr/>
        </p:nvGrpSpPr>
        <p:grpSpPr>
          <a:xfrm>
            <a:off x="6267284" y="2174394"/>
            <a:ext cx="455894" cy="1908907"/>
            <a:chOff x="5992156" y="2174394"/>
            <a:chExt cx="455894" cy="1908907"/>
          </a:xfrm>
        </p:grpSpPr>
        <p:grpSp>
          <p:nvGrpSpPr>
            <p:cNvPr id="2" name="Group 1">
              <a:extLst>
                <a:ext uri="{FF2B5EF4-FFF2-40B4-BE49-F238E27FC236}">
                  <a16:creationId xmlns:a16="http://schemas.microsoft.com/office/drawing/2014/main" id="{15F39077-BB38-1874-1137-0425F825A7AF}"/>
                </a:ext>
              </a:extLst>
            </p:cNvPr>
            <p:cNvGrpSpPr/>
            <p:nvPr/>
          </p:nvGrpSpPr>
          <p:grpSpPr>
            <a:xfrm>
              <a:off x="6103970" y="2270490"/>
              <a:ext cx="229232" cy="1708467"/>
              <a:chOff x="6099006" y="1296524"/>
              <a:chExt cx="737556" cy="1708467"/>
            </a:xfrm>
          </p:grpSpPr>
          <p:sp>
            <p:nvSpPr>
              <p:cNvPr id="36" name="Rectangle 35">
                <a:extLst>
                  <a:ext uri="{FF2B5EF4-FFF2-40B4-BE49-F238E27FC236}">
                    <a16:creationId xmlns:a16="http://schemas.microsoft.com/office/drawing/2014/main" id="{98EE4494-47B2-B054-30F1-EC688BB6404C}"/>
                  </a:ext>
                </a:extLst>
              </p:cNvPr>
              <p:cNvSpPr/>
              <p:nvPr/>
            </p:nvSpPr>
            <p:spPr>
              <a:xfrm>
                <a:off x="6100089" y="2529101"/>
                <a:ext cx="734446" cy="24622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9" name="Rectangle 38">
                <a:extLst>
                  <a:ext uri="{FF2B5EF4-FFF2-40B4-BE49-F238E27FC236}">
                    <a16:creationId xmlns:a16="http://schemas.microsoft.com/office/drawing/2014/main" id="{E5A71A5D-2FFA-8788-FC0C-FC5F4080C7C1}"/>
                  </a:ext>
                </a:extLst>
              </p:cNvPr>
              <p:cNvSpPr/>
              <p:nvPr/>
            </p:nvSpPr>
            <p:spPr>
              <a:xfrm>
                <a:off x="6102118" y="2778314"/>
                <a:ext cx="734444" cy="2266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0" name="Rectangle 39">
                <a:extLst>
                  <a:ext uri="{FF2B5EF4-FFF2-40B4-BE49-F238E27FC236}">
                    <a16:creationId xmlns:a16="http://schemas.microsoft.com/office/drawing/2014/main" id="{93A4C667-4B12-B359-67BF-6A5D82D72BC7}"/>
                  </a:ext>
                </a:extLst>
              </p:cNvPr>
              <p:cNvSpPr/>
              <p:nvPr/>
            </p:nvSpPr>
            <p:spPr>
              <a:xfrm>
                <a:off x="6099416" y="2282075"/>
                <a:ext cx="734446" cy="24622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1" name="Rectangle 40">
                <a:extLst>
                  <a:ext uri="{FF2B5EF4-FFF2-40B4-BE49-F238E27FC236}">
                    <a16:creationId xmlns:a16="http://schemas.microsoft.com/office/drawing/2014/main" id="{7A9546C2-4382-A6C0-38CE-05A774B1F9C5}"/>
                  </a:ext>
                </a:extLst>
              </p:cNvPr>
              <p:cNvSpPr/>
              <p:nvPr/>
            </p:nvSpPr>
            <p:spPr>
              <a:xfrm>
                <a:off x="6099251" y="2035781"/>
                <a:ext cx="734446" cy="24622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3" name="Rectangle 42">
                <a:extLst>
                  <a:ext uri="{FF2B5EF4-FFF2-40B4-BE49-F238E27FC236}">
                    <a16:creationId xmlns:a16="http://schemas.microsoft.com/office/drawing/2014/main" id="{0D2F54C5-D0F6-C22B-29AF-9737F84F0CD4}"/>
                  </a:ext>
                </a:extLst>
              </p:cNvPr>
              <p:cNvSpPr/>
              <p:nvPr/>
            </p:nvSpPr>
            <p:spPr>
              <a:xfrm>
                <a:off x="6099251" y="1789484"/>
                <a:ext cx="734446" cy="24622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4" name="Rectangle 43">
                <a:extLst>
                  <a:ext uri="{FF2B5EF4-FFF2-40B4-BE49-F238E27FC236}">
                    <a16:creationId xmlns:a16="http://schemas.microsoft.com/office/drawing/2014/main" id="{6AB0EC7E-6ACC-8A24-EB34-6D5E03DD9F93}"/>
                  </a:ext>
                </a:extLst>
              </p:cNvPr>
              <p:cNvSpPr/>
              <p:nvPr/>
            </p:nvSpPr>
            <p:spPr>
              <a:xfrm>
                <a:off x="6099006" y="1296524"/>
                <a:ext cx="734446" cy="24622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2" name="Rectangle 41">
                <a:extLst>
                  <a:ext uri="{FF2B5EF4-FFF2-40B4-BE49-F238E27FC236}">
                    <a16:creationId xmlns:a16="http://schemas.microsoft.com/office/drawing/2014/main" id="{0FE105F8-2875-DA6C-9597-20C8568B3859}"/>
                  </a:ext>
                </a:extLst>
              </p:cNvPr>
              <p:cNvSpPr/>
              <p:nvPr/>
            </p:nvSpPr>
            <p:spPr>
              <a:xfrm>
                <a:off x="6101297" y="1542818"/>
                <a:ext cx="734446" cy="24622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186" name="Rectangle 185">
              <a:extLst>
                <a:ext uri="{FF2B5EF4-FFF2-40B4-BE49-F238E27FC236}">
                  <a16:creationId xmlns:a16="http://schemas.microsoft.com/office/drawing/2014/main" id="{371BF5BC-46E5-FE24-88EC-1A29EA601F21}"/>
                </a:ext>
              </a:extLst>
            </p:cNvPr>
            <p:cNvSpPr/>
            <p:nvPr/>
          </p:nvSpPr>
          <p:spPr>
            <a:xfrm>
              <a:off x="5992156" y="2174394"/>
              <a:ext cx="455894" cy="190890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187" name="TextBox 186">
            <a:extLst>
              <a:ext uri="{FF2B5EF4-FFF2-40B4-BE49-F238E27FC236}">
                <a16:creationId xmlns:a16="http://schemas.microsoft.com/office/drawing/2014/main" id="{2F018112-D8FB-461B-1245-F916501FF432}"/>
              </a:ext>
            </a:extLst>
          </p:cNvPr>
          <p:cNvSpPr txBox="1"/>
          <p:nvPr/>
        </p:nvSpPr>
        <p:spPr>
          <a:xfrm>
            <a:off x="5380055" y="2935824"/>
            <a:ext cx="663964" cy="246221"/>
          </a:xfrm>
          <a:prstGeom prst="rect">
            <a:avLst/>
          </a:prstGeom>
          <a:noFill/>
          <a:ln>
            <a:noFill/>
          </a:ln>
        </p:spPr>
        <p:txBody>
          <a:bodyPr wrap="none" rtlCol="0">
            <a:spAutoFit/>
          </a:bodyPr>
          <a:lstStyle/>
          <a:p>
            <a:r>
              <a:rPr lang="en-US" sz="1000" dirty="0" err="1"/>
              <a:t>StatBitEn</a:t>
            </a:r>
            <a:endParaRPr lang="en-US" sz="1000" dirty="0"/>
          </a:p>
        </p:txBody>
      </p:sp>
      <p:sp>
        <p:nvSpPr>
          <p:cNvPr id="188" name="TextBox 187">
            <a:extLst>
              <a:ext uri="{FF2B5EF4-FFF2-40B4-BE49-F238E27FC236}">
                <a16:creationId xmlns:a16="http://schemas.microsoft.com/office/drawing/2014/main" id="{38272A3B-4D0F-6AE7-B534-55EA8AC9FF2F}"/>
              </a:ext>
            </a:extLst>
          </p:cNvPr>
          <p:cNvSpPr txBox="1"/>
          <p:nvPr/>
        </p:nvSpPr>
        <p:spPr>
          <a:xfrm>
            <a:off x="5343558" y="3210248"/>
            <a:ext cx="696024" cy="246221"/>
          </a:xfrm>
          <a:prstGeom prst="rect">
            <a:avLst/>
          </a:prstGeom>
          <a:noFill/>
          <a:ln>
            <a:noFill/>
          </a:ln>
        </p:spPr>
        <p:txBody>
          <a:bodyPr wrap="none" rtlCol="0">
            <a:spAutoFit/>
          </a:bodyPr>
          <a:lstStyle/>
          <a:p>
            <a:r>
              <a:rPr lang="en-US" sz="1000" dirty="0" err="1"/>
              <a:t>StatBitVal</a:t>
            </a:r>
            <a:endParaRPr lang="en-US" sz="1000" dirty="0"/>
          </a:p>
        </p:txBody>
      </p:sp>
      <p:grpSp>
        <p:nvGrpSpPr>
          <p:cNvPr id="286" name="Group 285">
            <a:extLst>
              <a:ext uri="{FF2B5EF4-FFF2-40B4-BE49-F238E27FC236}">
                <a16:creationId xmlns:a16="http://schemas.microsoft.com/office/drawing/2014/main" id="{65370312-612B-C6ED-A354-F23899E95B82}"/>
              </a:ext>
            </a:extLst>
          </p:cNvPr>
          <p:cNvGrpSpPr/>
          <p:nvPr/>
        </p:nvGrpSpPr>
        <p:grpSpPr>
          <a:xfrm>
            <a:off x="8905920" y="1880001"/>
            <a:ext cx="790883" cy="697834"/>
            <a:chOff x="5945683" y="4966784"/>
            <a:chExt cx="790883" cy="697834"/>
          </a:xfrm>
        </p:grpSpPr>
        <p:sp>
          <p:nvSpPr>
            <p:cNvPr id="58" name="Rectangle 57">
              <a:extLst>
                <a:ext uri="{FF2B5EF4-FFF2-40B4-BE49-F238E27FC236}">
                  <a16:creationId xmlns:a16="http://schemas.microsoft.com/office/drawing/2014/main" id="{EE804064-6954-4C0E-CD6F-DDCBBAC3703A}"/>
                </a:ext>
              </a:extLst>
            </p:cNvPr>
            <p:cNvSpPr/>
            <p:nvPr/>
          </p:nvSpPr>
          <p:spPr>
            <a:xfrm>
              <a:off x="5945683" y="4967417"/>
              <a:ext cx="790883" cy="6972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9" name="TextBox 58">
              <a:extLst>
                <a:ext uri="{FF2B5EF4-FFF2-40B4-BE49-F238E27FC236}">
                  <a16:creationId xmlns:a16="http://schemas.microsoft.com/office/drawing/2014/main" id="{23F5A049-1FAB-B701-EB09-87894D65AC9C}"/>
                </a:ext>
              </a:extLst>
            </p:cNvPr>
            <p:cNvSpPr txBox="1"/>
            <p:nvPr/>
          </p:nvSpPr>
          <p:spPr>
            <a:xfrm>
              <a:off x="5954726" y="5192906"/>
              <a:ext cx="742511" cy="246221"/>
            </a:xfrm>
            <a:prstGeom prst="rect">
              <a:avLst/>
            </a:prstGeom>
            <a:noFill/>
            <a:ln>
              <a:noFill/>
            </a:ln>
          </p:spPr>
          <p:txBody>
            <a:bodyPr wrap="none" rtlCol="0">
              <a:spAutoFit/>
            </a:bodyPr>
            <a:lstStyle/>
            <a:p>
              <a:r>
                <a:rPr lang="en-US" sz="1000" dirty="0"/>
                <a:t>Reset Sync</a:t>
              </a:r>
            </a:p>
          </p:txBody>
        </p:sp>
        <p:grpSp>
          <p:nvGrpSpPr>
            <p:cNvPr id="189" name="Group 188">
              <a:extLst>
                <a:ext uri="{FF2B5EF4-FFF2-40B4-BE49-F238E27FC236}">
                  <a16:creationId xmlns:a16="http://schemas.microsoft.com/office/drawing/2014/main" id="{4C6D2304-5B35-8292-6D7A-78080E9A5C48}"/>
                </a:ext>
              </a:extLst>
            </p:cNvPr>
            <p:cNvGrpSpPr/>
            <p:nvPr/>
          </p:nvGrpSpPr>
          <p:grpSpPr>
            <a:xfrm>
              <a:off x="6061544" y="4966784"/>
              <a:ext cx="94129" cy="59864"/>
              <a:chOff x="7278523" y="-130057"/>
              <a:chExt cx="446054" cy="254526"/>
            </a:xfrm>
          </p:grpSpPr>
          <p:cxnSp>
            <p:nvCxnSpPr>
              <p:cNvPr id="190" name="Straight Connector 189">
                <a:extLst>
                  <a:ext uri="{FF2B5EF4-FFF2-40B4-BE49-F238E27FC236}">
                    <a16:creationId xmlns:a16="http://schemas.microsoft.com/office/drawing/2014/main" id="{6A1B7BEA-4AD7-454D-3690-F5C66EB8F637}"/>
                  </a:ext>
                </a:extLst>
              </p:cNvPr>
              <p:cNvCxnSpPr>
                <a:cxnSpLocks/>
              </p:cNvCxnSpPr>
              <p:nvPr/>
            </p:nvCxnSpPr>
            <p:spPr>
              <a:xfrm>
                <a:off x="7278523" y="-130057"/>
                <a:ext cx="217817" cy="25452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6B850196-8943-B42F-2D2C-D1C344D47DC1}"/>
                  </a:ext>
                </a:extLst>
              </p:cNvPr>
              <p:cNvCxnSpPr>
                <a:cxnSpLocks/>
              </p:cNvCxnSpPr>
              <p:nvPr/>
            </p:nvCxnSpPr>
            <p:spPr>
              <a:xfrm flipV="1">
                <a:off x="7495454" y="-130057"/>
                <a:ext cx="229123" cy="25452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cxnSp>
        <p:nvCxnSpPr>
          <p:cNvPr id="194" name="Straight Arrow Connector 193">
            <a:extLst>
              <a:ext uri="{FF2B5EF4-FFF2-40B4-BE49-F238E27FC236}">
                <a16:creationId xmlns:a16="http://schemas.microsoft.com/office/drawing/2014/main" id="{E8E0CBD7-65D0-C9BD-652E-6CF3F047533A}"/>
              </a:ext>
            </a:extLst>
          </p:cNvPr>
          <p:cNvCxnSpPr>
            <a:cxnSpLocks/>
          </p:cNvCxnSpPr>
          <p:nvPr/>
        </p:nvCxnSpPr>
        <p:spPr>
          <a:xfrm>
            <a:off x="8177364" y="2424013"/>
            <a:ext cx="728556"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95" name="Straight Arrow Connector 194">
            <a:extLst>
              <a:ext uri="{FF2B5EF4-FFF2-40B4-BE49-F238E27FC236}">
                <a16:creationId xmlns:a16="http://schemas.microsoft.com/office/drawing/2014/main" id="{6D66A03C-6667-3F84-EB80-DA91F9AF4140}"/>
              </a:ext>
            </a:extLst>
          </p:cNvPr>
          <p:cNvCxnSpPr>
            <a:cxnSpLocks/>
          </p:cNvCxnSpPr>
          <p:nvPr/>
        </p:nvCxnSpPr>
        <p:spPr>
          <a:xfrm>
            <a:off x="9696803" y="1956611"/>
            <a:ext cx="753259"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96" name="Straight Arrow Connector 195">
            <a:extLst>
              <a:ext uri="{FF2B5EF4-FFF2-40B4-BE49-F238E27FC236}">
                <a16:creationId xmlns:a16="http://schemas.microsoft.com/office/drawing/2014/main" id="{F6B9C4F9-4CE4-08E1-E379-A30E4AE9ED16}"/>
              </a:ext>
            </a:extLst>
          </p:cNvPr>
          <p:cNvCxnSpPr>
            <a:cxnSpLocks/>
          </p:cNvCxnSpPr>
          <p:nvPr/>
        </p:nvCxnSpPr>
        <p:spPr>
          <a:xfrm>
            <a:off x="9696803" y="2122596"/>
            <a:ext cx="753259"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97" name="Straight Arrow Connector 196">
            <a:extLst>
              <a:ext uri="{FF2B5EF4-FFF2-40B4-BE49-F238E27FC236}">
                <a16:creationId xmlns:a16="http://schemas.microsoft.com/office/drawing/2014/main" id="{7A014F55-FD78-900F-01F6-06722FA53369}"/>
              </a:ext>
            </a:extLst>
          </p:cNvPr>
          <p:cNvCxnSpPr>
            <a:cxnSpLocks/>
          </p:cNvCxnSpPr>
          <p:nvPr/>
        </p:nvCxnSpPr>
        <p:spPr>
          <a:xfrm>
            <a:off x="9696803" y="2312641"/>
            <a:ext cx="753259"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1BD0F19E-6E7E-D076-B5B1-2BA516FCECC9}"/>
              </a:ext>
            </a:extLst>
          </p:cNvPr>
          <p:cNvCxnSpPr>
            <a:cxnSpLocks/>
          </p:cNvCxnSpPr>
          <p:nvPr/>
        </p:nvCxnSpPr>
        <p:spPr>
          <a:xfrm>
            <a:off x="9696803" y="2470895"/>
            <a:ext cx="753259"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1ABEC83B-5474-8849-4329-8D7D36096EBC}"/>
              </a:ext>
            </a:extLst>
          </p:cNvPr>
          <p:cNvCxnSpPr>
            <a:cxnSpLocks/>
          </p:cNvCxnSpPr>
          <p:nvPr/>
        </p:nvCxnSpPr>
        <p:spPr>
          <a:xfrm>
            <a:off x="6815138" y="4869918"/>
            <a:ext cx="395788"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0" name="Straight Arrow Connector 199">
            <a:extLst>
              <a:ext uri="{FF2B5EF4-FFF2-40B4-BE49-F238E27FC236}">
                <a16:creationId xmlns:a16="http://schemas.microsoft.com/office/drawing/2014/main" id="{341BFC5F-ADD6-8918-B437-D0197437D1DC}"/>
              </a:ext>
            </a:extLst>
          </p:cNvPr>
          <p:cNvCxnSpPr>
            <a:cxnSpLocks/>
          </p:cNvCxnSpPr>
          <p:nvPr/>
        </p:nvCxnSpPr>
        <p:spPr>
          <a:xfrm>
            <a:off x="6815520" y="5020721"/>
            <a:ext cx="403427"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1" name="Straight Arrow Connector 200">
            <a:extLst>
              <a:ext uri="{FF2B5EF4-FFF2-40B4-BE49-F238E27FC236}">
                <a16:creationId xmlns:a16="http://schemas.microsoft.com/office/drawing/2014/main" id="{9F9A45F8-AE77-FC57-1CC5-EF92028E839E}"/>
              </a:ext>
            </a:extLst>
          </p:cNvPr>
          <p:cNvCxnSpPr>
            <a:cxnSpLocks/>
          </p:cNvCxnSpPr>
          <p:nvPr/>
        </p:nvCxnSpPr>
        <p:spPr>
          <a:xfrm>
            <a:off x="6815510" y="5173121"/>
            <a:ext cx="419479"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02" name="TextBox 201">
            <a:extLst>
              <a:ext uri="{FF2B5EF4-FFF2-40B4-BE49-F238E27FC236}">
                <a16:creationId xmlns:a16="http://schemas.microsoft.com/office/drawing/2014/main" id="{02C57259-B1F7-605C-2AB0-3B00220E14FE}"/>
              </a:ext>
            </a:extLst>
          </p:cNvPr>
          <p:cNvSpPr txBox="1"/>
          <p:nvPr/>
        </p:nvSpPr>
        <p:spPr>
          <a:xfrm>
            <a:off x="7783367" y="1906000"/>
            <a:ext cx="468398" cy="246221"/>
          </a:xfrm>
          <a:prstGeom prst="rect">
            <a:avLst/>
          </a:prstGeom>
          <a:noFill/>
          <a:ln>
            <a:noFill/>
          </a:ln>
        </p:spPr>
        <p:txBody>
          <a:bodyPr wrap="none" rtlCol="0">
            <a:spAutoFit/>
          </a:bodyPr>
          <a:lstStyle/>
          <a:p>
            <a:r>
              <a:rPr lang="en-US" sz="1000" dirty="0" err="1"/>
              <a:t>ClrXA</a:t>
            </a:r>
            <a:endParaRPr lang="en-US" sz="1000" dirty="0"/>
          </a:p>
        </p:txBody>
      </p:sp>
      <p:sp>
        <p:nvSpPr>
          <p:cNvPr id="203" name="TextBox 202">
            <a:extLst>
              <a:ext uri="{FF2B5EF4-FFF2-40B4-BE49-F238E27FC236}">
                <a16:creationId xmlns:a16="http://schemas.microsoft.com/office/drawing/2014/main" id="{BCD516FF-77F9-8570-FDAE-2DE8D901DE34}"/>
              </a:ext>
            </a:extLst>
          </p:cNvPr>
          <p:cNvSpPr txBox="1"/>
          <p:nvPr/>
        </p:nvSpPr>
        <p:spPr>
          <a:xfrm>
            <a:off x="7793002" y="2302304"/>
            <a:ext cx="463588" cy="246221"/>
          </a:xfrm>
          <a:prstGeom prst="rect">
            <a:avLst/>
          </a:prstGeom>
          <a:noFill/>
          <a:ln>
            <a:noFill/>
          </a:ln>
        </p:spPr>
        <p:txBody>
          <a:bodyPr wrap="none" rtlCol="0">
            <a:spAutoFit/>
          </a:bodyPr>
          <a:lstStyle/>
          <a:p>
            <a:r>
              <a:rPr lang="en-US" sz="1000" dirty="0" err="1"/>
              <a:t>ClrYA</a:t>
            </a:r>
            <a:endParaRPr lang="en-US" sz="1000" dirty="0"/>
          </a:p>
        </p:txBody>
      </p:sp>
      <p:sp>
        <p:nvSpPr>
          <p:cNvPr id="204" name="TextBox 203">
            <a:extLst>
              <a:ext uri="{FF2B5EF4-FFF2-40B4-BE49-F238E27FC236}">
                <a16:creationId xmlns:a16="http://schemas.microsoft.com/office/drawing/2014/main" id="{98D775BB-9546-8C42-F855-67526FABFFA5}"/>
              </a:ext>
            </a:extLst>
          </p:cNvPr>
          <p:cNvSpPr txBox="1"/>
          <p:nvPr/>
        </p:nvSpPr>
        <p:spPr>
          <a:xfrm>
            <a:off x="10387894" y="1832547"/>
            <a:ext cx="394660" cy="246221"/>
          </a:xfrm>
          <a:prstGeom prst="rect">
            <a:avLst/>
          </a:prstGeom>
          <a:noFill/>
          <a:ln>
            <a:noFill/>
          </a:ln>
        </p:spPr>
        <p:txBody>
          <a:bodyPr wrap="none" rtlCol="0">
            <a:spAutoFit/>
          </a:bodyPr>
          <a:lstStyle/>
          <a:p>
            <a:r>
              <a:rPr lang="en-US" sz="1000" dirty="0" err="1"/>
              <a:t>ClrX</a:t>
            </a:r>
            <a:endParaRPr lang="en-US" sz="1000" dirty="0"/>
          </a:p>
        </p:txBody>
      </p:sp>
      <p:sp>
        <p:nvSpPr>
          <p:cNvPr id="205" name="TextBox 204">
            <a:extLst>
              <a:ext uri="{FF2B5EF4-FFF2-40B4-BE49-F238E27FC236}">
                <a16:creationId xmlns:a16="http://schemas.microsoft.com/office/drawing/2014/main" id="{50353CB6-9965-49A1-A9D2-713AA9510F6D}"/>
              </a:ext>
            </a:extLst>
          </p:cNvPr>
          <p:cNvSpPr txBox="1"/>
          <p:nvPr/>
        </p:nvSpPr>
        <p:spPr>
          <a:xfrm>
            <a:off x="10386053" y="1995428"/>
            <a:ext cx="465192" cy="246221"/>
          </a:xfrm>
          <a:prstGeom prst="rect">
            <a:avLst/>
          </a:prstGeom>
          <a:noFill/>
          <a:ln>
            <a:noFill/>
          </a:ln>
        </p:spPr>
        <p:txBody>
          <a:bodyPr wrap="none" rtlCol="0">
            <a:spAutoFit/>
          </a:bodyPr>
          <a:lstStyle/>
          <a:p>
            <a:r>
              <a:rPr lang="en-US" sz="1000" dirty="0" err="1"/>
              <a:t>ClrXB</a:t>
            </a:r>
            <a:endParaRPr lang="en-US" sz="1000" dirty="0"/>
          </a:p>
        </p:txBody>
      </p:sp>
      <p:sp>
        <p:nvSpPr>
          <p:cNvPr id="206" name="TextBox 205">
            <a:extLst>
              <a:ext uri="{FF2B5EF4-FFF2-40B4-BE49-F238E27FC236}">
                <a16:creationId xmlns:a16="http://schemas.microsoft.com/office/drawing/2014/main" id="{F9C5956B-B48F-4D23-81D3-F7E0E9B32593}"/>
              </a:ext>
            </a:extLst>
          </p:cNvPr>
          <p:cNvSpPr txBox="1"/>
          <p:nvPr/>
        </p:nvSpPr>
        <p:spPr>
          <a:xfrm>
            <a:off x="10390177" y="2187074"/>
            <a:ext cx="389850" cy="246221"/>
          </a:xfrm>
          <a:prstGeom prst="rect">
            <a:avLst/>
          </a:prstGeom>
          <a:noFill/>
          <a:ln>
            <a:noFill/>
          </a:ln>
        </p:spPr>
        <p:txBody>
          <a:bodyPr wrap="none" rtlCol="0">
            <a:spAutoFit/>
          </a:bodyPr>
          <a:lstStyle/>
          <a:p>
            <a:r>
              <a:rPr lang="en-US" sz="1000" dirty="0" err="1"/>
              <a:t>ClrY</a:t>
            </a:r>
            <a:endParaRPr lang="en-US" sz="1000" dirty="0"/>
          </a:p>
        </p:txBody>
      </p:sp>
      <p:sp>
        <p:nvSpPr>
          <p:cNvPr id="207" name="TextBox 206">
            <a:extLst>
              <a:ext uri="{FF2B5EF4-FFF2-40B4-BE49-F238E27FC236}">
                <a16:creationId xmlns:a16="http://schemas.microsoft.com/office/drawing/2014/main" id="{D3F78153-C5FC-E6E2-31B8-F5DE463A75FB}"/>
              </a:ext>
            </a:extLst>
          </p:cNvPr>
          <p:cNvSpPr txBox="1"/>
          <p:nvPr/>
        </p:nvSpPr>
        <p:spPr>
          <a:xfrm>
            <a:off x="10387894" y="2345200"/>
            <a:ext cx="460382" cy="246221"/>
          </a:xfrm>
          <a:prstGeom prst="rect">
            <a:avLst/>
          </a:prstGeom>
          <a:noFill/>
          <a:ln>
            <a:noFill/>
          </a:ln>
        </p:spPr>
        <p:txBody>
          <a:bodyPr wrap="none" rtlCol="0">
            <a:spAutoFit/>
          </a:bodyPr>
          <a:lstStyle/>
          <a:p>
            <a:r>
              <a:rPr lang="en-US" sz="1000" dirty="0" err="1"/>
              <a:t>ClrYB</a:t>
            </a:r>
            <a:endParaRPr lang="en-US" sz="1000" dirty="0"/>
          </a:p>
        </p:txBody>
      </p:sp>
      <p:cxnSp>
        <p:nvCxnSpPr>
          <p:cNvPr id="210" name="Straight Arrow Connector 209">
            <a:extLst>
              <a:ext uri="{FF2B5EF4-FFF2-40B4-BE49-F238E27FC236}">
                <a16:creationId xmlns:a16="http://schemas.microsoft.com/office/drawing/2014/main" id="{9A36FF66-F840-723D-356D-6AB27CB597BF}"/>
              </a:ext>
            </a:extLst>
          </p:cNvPr>
          <p:cNvCxnSpPr>
            <a:cxnSpLocks/>
          </p:cNvCxnSpPr>
          <p:nvPr/>
        </p:nvCxnSpPr>
        <p:spPr>
          <a:xfrm>
            <a:off x="6815499" y="5325521"/>
            <a:ext cx="411469"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211" name="Group 210">
            <a:extLst>
              <a:ext uri="{FF2B5EF4-FFF2-40B4-BE49-F238E27FC236}">
                <a16:creationId xmlns:a16="http://schemas.microsoft.com/office/drawing/2014/main" id="{2567D4F6-ABEB-0760-5DA0-ED3D53763FC5}"/>
              </a:ext>
            </a:extLst>
          </p:cNvPr>
          <p:cNvGrpSpPr/>
          <p:nvPr/>
        </p:nvGrpSpPr>
        <p:grpSpPr>
          <a:xfrm>
            <a:off x="6088112" y="4637418"/>
            <a:ext cx="94129" cy="59864"/>
            <a:chOff x="7278523" y="-130057"/>
            <a:chExt cx="446054" cy="254526"/>
          </a:xfrm>
        </p:grpSpPr>
        <p:cxnSp>
          <p:nvCxnSpPr>
            <p:cNvPr id="212" name="Straight Connector 211">
              <a:extLst>
                <a:ext uri="{FF2B5EF4-FFF2-40B4-BE49-F238E27FC236}">
                  <a16:creationId xmlns:a16="http://schemas.microsoft.com/office/drawing/2014/main" id="{9E32CCAE-D9D5-661D-1F27-0ACA811BF7B2}"/>
                </a:ext>
              </a:extLst>
            </p:cNvPr>
            <p:cNvCxnSpPr>
              <a:cxnSpLocks/>
            </p:cNvCxnSpPr>
            <p:nvPr/>
          </p:nvCxnSpPr>
          <p:spPr>
            <a:xfrm>
              <a:off x="7278523" y="-130057"/>
              <a:ext cx="217817" cy="25452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69D662E8-B6F0-A836-D0D3-81A935FA5D6B}"/>
                </a:ext>
              </a:extLst>
            </p:cNvPr>
            <p:cNvCxnSpPr>
              <a:cxnSpLocks/>
            </p:cNvCxnSpPr>
            <p:nvPr/>
          </p:nvCxnSpPr>
          <p:spPr>
            <a:xfrm flipV="1">
              <a:off x="7495454" y="-130057"/>
              <a:ext cx="229123" cy="25452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14" name="Straight Arrow Connector 213">
            <a:extLst>
              <a:ext uri="{FF2B5EF4-FFF2-40B4-BE49-F238E27FC236}">
                <a16:creationId xmlns:a16="http://schemas.microsoft.com/office/drawing/2014/main" id="{C9B70108-2EB1-49F1-8460-6B136DFF2644}"/>
              </a:ext>
            </a:extLst>
          </p:cNvPr>
          <p:cNvCxnSpPr>
            <a:cxnSpLocks/>
          </p:cNvCxnSpPr>
          <p:nvPr/>
        </p:nvCxnSpPr>
        <p:spPr>
          <a:xfrm>
            <a:off x="5553845" y="4918335"/>
            <a:ext cx="422762"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15" name="Straight Arrow Connector 214">
            <a:extLst>
              <a:ext uri="{FF2B5EF4-FFF2-40B4-BE49-F238E27FC236}">
                <a16:creationId xmlns:a16="http://schemas.microsoft.com/office/drawing/2014/main" id="{CA50E179-8D84-5626-9F06-2A78DE418E2C}"/>
              </a:ext>
            </a:extLst>
          </p:cNvPr>
          <p:cNvCxnSpPr>
            <a:cxnSpLocks/>
          </p:cNvCxnSpPr>
          <p:nvPr/>
        </p:nvCxnSpPr>
        <p:spPr>
          <a:xfrm>
            <a:off x="5553845" y="5316919"/>
            <a:ext cx="425443"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16" name="TextBox 215">
            <a:extLst>
              <a:ext uri="{FF2B5EF4-FFF2-40B4-BE49-F238E27FC236}">
                <a16:creationId xmlns:a16="http://schemas.microsoft.com/office/drawing/2014/main" id="{0E30CFB6-2156-6E30-B145-528ADE6965A1}"/>
              </a:ext>
            </a:extLst>
          </p:cNvPr>
          <p:cNvSpPr txBox="1"/>
          <p:nvPr/>
        </p:nvSpPr>
        <p:spPr>
          <a:xfrm>
            <a:off x="5109152" y="4784119"/>
            <a:ext cx="500458" cy="246221"/>
          </a:xfrm>
          <a:prstGeom prst="rect">
            <a:avLst/>
          </a:prstGeom>
          <a:noFill/>
          <a:ln>
            <a:noFill/>
          </a:ln>
        </p:spPr>
        <p:txBody>
          <a:bodyPr wrap="none" rtlCol="0">
            <a:spAutoFit/>
          </a:bodyPr>
          <a:lstStyle/>
          <a:p>
            <a:r>
              <a:rPr lang="en-US" sz="1000" dirty="0" err="1"/>
              <a:t>NxtPh</a:t>
            </a:r>
            <a:endParaRPr lang="en-US" sz="1000" dirty="0"/>
          </a:p>
        </p:txBody>
      </p:sp>
      <p:sp>
        <p:nvSpPr>
          <p:cNvPr id="217" name="TextBox 216">
            <a:extLst>
              <a:ext uri="{FF2B5EF4-FFF2-40B4-BE49-F238E27FC236}">
                <a16:creationId xmlns:a16="http://schemas.microsoft.com/office/drawing/2014/main" id="{2D3503E1-039D-161D-FE55-4B7B8C0F8B83}"/>
              </a:ext>
            </a:extLst>
          </p:cNvPr>
          <p:cNvSpPr txBox="1"/>
          <p:nvPr/>
        </p:nvSpPr>
        <p:spPr>
          <a:xfrm>
            <a:off x="5083465" y="5184229"/>
            <a:ext cx="546945" cy="246221"/>
          </a:xfrm>
          <a:prstGeom prst="rect">
            <a:avLst/>
          </a:prstGeom>
          <a:noFill/>
          <a:ln>
            <a:noFill/>
          </a:ln>
        </p:spPr>
        <p:txBody>
          <a:bodyPr wrap="none" rtlCol="0">
            <a:spAutoFit/>
          </a:bodyPr>
          <a:lstStyle/>
          <a:p>
            <a:r>
              <a:rPr lang="en-US" sz="1000" dirty="0" err="1"/>
              <a:t>KeyEnt</a:t>
            </a:r>
            <a:endParaRPr lang="en-US" sz="1000" dirty="0"/>
          </a:p>
        </p:txBody>
      </p:sp>
      <p:sp>
        <p:nvSpPr>
          <p:cNvPr id="218" name="TextBox 217">
            <a:extLst>
              <a:ext uri="{FF2B5EF4-FFF2-40B4-BE49-F238E27FC236}">
                <a16:creationId xmlns:a16="http://schemas.microsoft.com/office/drawing/2014/main" id="{4FF4031C-A246-25FF-1DC3-9BCFAA92F657}"/>
              </a:ext>
            </a:extLst>
          </p:cNvPr>
          <p:cNvSpPr txBox="1"/>
          <p:nvPr/>
        </p:nvSpPr>
        <p:spPr>
          <a:xfrm>
            <a:off x="7168407" y="5208555"/>
            <a:ext cx="731290" cy="246221"/>
          </a:xfrm>
          <a:prstGeom prst="rect">
            <a:avLst/>
          </a:prstGeom>
          <a:noFill/>
          <a:ln>
            <a:noFill/>
          </a:ln>
        </p:spPr>
        <p:txBody>
          <a:bodyPr wrap="none" rtlCol="0">
            <a:spAutoFit/>
          </a:bodyPr>
          <a:lstStyle/>
          <a:p>
            <a:r>
              <a:rPr lang="en-US" sz="1000" dirty="0" err="1"/>
              <a:t>MultDivPh</a:t>
            </a:r>
            <a:endParaRPr lang="en-US" sz="1000" dirty="0"/>
          </a:p>
        </p:txBody>
      </p:sp>
      <p:sp>
        <p:nvSpPr>
          <p:cNvPr id="219" name="TextBox 218">
            <a:extLst>
              <a:ext uri="{FF2B5EF4-FFF2-40B4-BE49-F238E27FC236}">
                <a16:creationId xmlns:a16="http://schemas.microsoft.com/office/drawing/2014/main" id="{18B298B9-19E9-C43A-A0E4-CE317325DE09}"/>
              </a:ext>
            </a:extLst>
          </p:cNvPr>
          <p:cNvSpPr txBox="1"/>
          <p:nvPr/>
        </p:nvSpPr>
        <p:spPr>
          <a:xfrm>
            <a:off x="7162545" y="5045430"/>
            <a:ext cx="514885" cy="246221"/>
          </a:xfrm>
          <a:prstGeom prst="rect">
            <a:avLst/>
          </a:prstGeom>
          <a:noFill/>
          <a:ln>
            <a:noFill/>
          </a:ln>
        </p:spPr>
        <p:txBody>
          <a:bodyPr wrap="none" rtlCol="0">
            <a:spAutoFit/>
          </a:bodyPr>
          <a:lstStyle/>
          <a:p>
            <a:r>
              <a:rPr lang="en-US" sz="1000" dirty="0" err="1"/>
              <a:t>OprPh</a:t>
            </a:r>
            <a:endParaRPr lang="en-US" sz="1000" dirty="0"/>
          </a:p>
        </p:txBody>
      </p:sp>
      <p:sp>
        <p:nvSpPr>
          <p:cNvPr id="220" name="TextBox 219">
            <a:extLst>
              <a:ext uri="{FF2B5EF4-FFF2-40B4-BE49-F238E27FC236}">
                <a16:creationId xmlns:a16="http://schemas.microsoft.com/office/drawing/2014/main" id="{433D240D-4E3B-0895-011F-88B00FC5E9BA}"/>
              </a:ext>
            </a:extLst>
          </p:cNvPr>
          <p:cNvSpPr txBox="1"/>
          <p:nvPr/>
        </p:nvSpPr>
        <p:spPr>
          <a:xfrm>
            <a:off x="7162546" y="4747070"/>
            <a:ext cx="513282" cy="246221"/>
          </a:xfrm>
          <a:prstGeom prst="rect">
            <a:avLst/>
          </a:prstGeom>
          <a:noFill/>
          <a:ln>
            <a:noFill/>
          </a:ln>
        </p:spPr>
        <p:txBody>
          <a:bodyPr wrap="none" rtlCol="0">
            <a:spAutoFit/>
          </a:bodyPr>
          <a:lstStyle/>
          <a:p>
            <a:r>
              <a:rPr lang="en-US" sz="1000" dirty="0"/>
              <a:t>EoPh1</a:t>
            </a:r>
          </a:p>
        </p:txBody>
      </p:sp>
      <p:sp>
        <p:nvSpPr>
          <p:cNvPr id="221" name="TextBox 220">
            <a:extLst>
              <a:ext uri="{FF2B5EF4-FFF2-40B4-BE49-F238E27FC236}">
                <a16:creationId xmlns:a16="http://schemas.microsoft.com/office/drawing/2014/main" id="{E8BE3017-644D-8888-CF5A-E58397D532D4}"/>
              </a:ext>
            </a:extLst>
          </p:cNvPr>
          <p:cNvSpPr txBox="1"/>
          <p:nvPr/>
        </p:nvSpPr>
        <p:spPr>
          <a:xfrm>
            <a:off x="7162546" y="4893895"/>
            <a:ext cx="535724" cy="246221"/>
          </a:xfrm>
          <a:prstGeom prst="rect">
            <a:avLst/>
          </a:prstGeom>
          <a:noFill/>
          <a:ln>
            <a:noFill/>
          </a:ln>
        </p:spPr>
        <p:txBody>
          <a:bodyPr wrap="none" rtlCol="0">
            <a:spAutoFit/>
          </a:bodyPr>
          <a:lstStyle/>
          <a:p>
            <a:r>
              <a:rPr lang="en-US" sz="1000" dirty="0"/>
              <a:t>Op2Ph</a:t>
            </a:r>
          </a:p>
        </p:txBody>
      </p:sp>
      <p:sp>
        <p:nvSpPr>
          <p:cNvPr id="222" name="TextBox 221">
            <a:extLst>
              <a:ext uri="{FF2B5EF4-FFF2-40B4-BE49-F238E27FC236}">
                <a16:creationId xmlns:a16="http://schemas.microsoft.com/office/drawing/2014/main" id="{BB218EDB-6082-7CDD-B044-49A8138BB018}"/>
              </a:ext>
            </a:extLst>
          </p:cNvPr>
          <p:cNvSpPr txBox="1"/>
          <p:nvPr/>
        </p:nvSpPr>
        <p:spPr>
          <a:xfrm>
            <a:off x="2141619" y="219571"/>
            <a:ext cx="649537" cy="369332"/>
          </a:xfrm>
          <a:prstGeom prst="rect">
            <a:avLst/>
          </a:prstGeom>
          <a:noFill/>
          <a:ln>
            <a:noFill/>
          </a:ln>
        </p:spPr>
        <p:txBody>
          <a:bodyPr wrap="none" rtlCol="0">
            <a:spAutoFit/>
          </a:bodyPr>
          <a:lstStyle/>
          <a:p>
            <a:r>
              <a:rPr lang="en-US" dirty="0"/>
              <a:t>Arith</a:t>
            </a:r>
          </a:p>
        </p:txBody>
      </p:sp>
      <p:grpSp>
        <p:nvGrpSpPr>
          <p:cNvPr id="3" name="Group 2">
            <a:extLst>
              <a:ext uri="{FF2B5EF4-FFF2-40B4-BE49-F238E27FC236}">
                <a16:creationId xmlns:a16="http://schemas.microsoft.com/office/drawing/2014/main" id="{5D0DED5A-DA42-3F20-A3A7-31E5578DC8B9}"/>
              </a:ext>
            </a:extLst>
          </p:cNvPr>
          <p:cNvGrpSpPr/>
          <p:nvPr/>
        </p:nvGrpSpPr>
        <p:grpSpPr>
          <a:xfrm>
            <a:off x="8073695" y="2879757"/>
            <a:ext cx="3489951" cy="3636610"/>
            <a:chOff x="8434127" y="2017753"/>
            <a:chExt cx="3489951" cy="3636610"/>
          </a:xfrm>
        </p:grpSpPr>
        <p:grpSp>
          <p:nvGrpSpPr>
            <p:cNvPr id="151" name="Group 150">
              <a:extLst>
                <a:ext uri="{FF2B5EF4-FFF2-40B4-BE49-F238E27FC236}">
                  <a16:creationId xmlns:a16="http://schemas.microsoft.com/office/drawing/2014/main" id="{237C9CBD-1BC6-A32F-7C43-1D0AD6C88C92}"/>
                </a:ext>
              </a:extLst>
            </p:cNvPr>
            <p:cNvGrpSpPr/>
            <p:nvPr/>
          </p:nvGrpSpPr>
          <p:grpSpPr>
            <a:xfrm>
              <a:off x="9545879" y="3369236"/>
              <a:ext cx="588520" cy="262235"/>
              <a:chOff x="4264771" y="3023936"/>
              <a:chExt cx="861278" cy="352927"/>
            </a:xfrm>
          </p:grpSpPr>
          <p:sp>
            <p:nvSpPr>
              <p:cNvPr id="249" name="Oval 248">
                <a:extLst>
                  <a:ext uri="{FF2B5EF4-FFF2-40B4-BE49-F238E27FC236}">
                    <a16:creationId xmlns:a16="http://schemas.microsoft.com/office/drawing/2014/main" id="{CFF40367-9E18-0D62-45EC-22C62B6FD018}"/>
                  </a:ext>
                </a:extLst>
              </p:cNvPr>
              <p:cNvSpPr/>
              <p:nvPr/>
            </p:nvSpPr>
            <p:spPr>
              <a:xfrm>
                <a:off x="4264771" y="3023936"/>
                <a:ext cx="861278" cy="35292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sp>
            <p:nvSpPr>
              <p:cNvPr id="250" name="TextBox 249">
                <a:extLst>
                  <a:ext uri="{FF2B5EF4-FFF2-40B4-BE49-F238E27FC236}">
                    <a16:creationId xmlns:a16="http://schemas.microsoft.com/office/drawing/2014/main" id="{D13EBEAC-97D3-B140-87D6-CF464A6D9BF5}"/>
                  </a:ext>
                </a:extLst>
              </p:cNvPr>
              <p:cNvSpPr txBox="1"/>
              <p:nvPr/>
            </p:nvSpPr>
            <p:spPr>
              <a:xfrm>
                <a:off x="4317002" y="3070828"/>
                <a:ext cx="765245" cy="289954"/>
              </a:xfrm>
              <a:prstGeom prst="rect">
                <a:avLst/>
              </a:prstGeom>
              <a:noFill/>
              <a:ln>
                <a:noFill/>
              </a:ln>
            </p:spPr>
            <p:txBody>
              <a:bodyPr wrap="none" rtlCol="0">
                <a:spAutoFit/>
              </a:bodyPr>
              <a:lstStyle/>
              <a:p>
                <a:r>
                  <a:rPr lang="en-US" sz="800" dirty="0"/>
                  <a:t>EOP1PH</a:t>
                </a:r>
              </a:p>
            </p:txBody>
          </p:sp>
        </p:grpSp>
        <p:grpSp>
          <p:nvGrpSpPr>
            <p:cNvPr id="152" name="Group 151">
              <a:extLst>
                <a:ext uri="{FF2B5EF4-FFF2-40B4-BE49-F238E27FC236}">
                  <a16:creationId xmlns:a16="http://schemas.microsoft.com/office/drawing/2014/main" id="{FB548689-500F-BD8D-E266-7F857E56741A}"/>
                </a:ext>
              </a:extLst>
            </p:cNvPr>
            <p:cNvGrpSpPr/>
            <p:nvPr/>
          </p:nvGrpSpPr>
          <p:grpSpPr>
            <a:xfrm>
              <a:off x="9574294" y="4028733"/>
              <a:ext cx="548086" cy="262235"/>
              <a:chOff x="4697724" y="4259179"/>
              <a:chExt cx="802105" cy="352927"/>
            </a:xfrm>
          </p:grpSpPr>
          <p:sp>
            <p:nvSpPr>
              <p:cNvPr id="247" name="Oval 246">
                <a:extLst>
                  <a:ext uri="{FF2B5EF4-FFF2-40B4-BE49-F238E27FC236}">
                    <a16:creationId xmlns:a16="http://schemas.microsoft.com/office/drawing/2014/main" id="{F47CCB27-32FD-5EF4-A907-F7204466DC89}"/>
                  </a:ext>
                </a:extLst>
              </p:cNvPr>
              <p:cNvSpPr/>
              <p:nvPr/>
            </p:nvSpPr>
            <p:spPr>
              <a:xfrm>
                <a:off x="4697724" y="4259179"/>
                <a:ext cx="802105" cy="35292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p>
            </p:txBody>
          </p:sp>
          <p:sp>
            <p:nvSpPr>
              <p:cNvPr id="248" name="TextBox 247">
                <a:extLst>
                  <a:ext uri="{FF2B5EF4-FFF2-40B4-BE49-F238E27FC236}">
                    <a16:creationId xmlns:a16="http://schemas.microsoft.com/office/drawing/2014/main" id="{23FA2307-58E3-DA62-1894-1BBA96792AEB}"/>
                  </a:ext>
                </a:extLst>
              </p:cNvPr>
              <p:cNvSpPr txBox="1"/>
              <p:nvPr/>
            </p:nvSpPr>
            <p:spPr>
              <a:xfrm>
                <a:off x="4766551" y="4308160"/>
                <a:ext cx="692519" cy="289954"/>
              </a:xfrm>
              <a:prstGeom prst="rect">
                <a:avLst/>
              </a:prstGeom>
              <a:noFill/>
              <a:ln>
                <a:noFill/>
              </a:ln>
            </p:spPr>
            <p:txBody>
              <a:bodyPr wrap="none" rtlCol="0">
                <a:spAutoFit/>
              </a:bodyPr>
              <a:lstStyle/>
              <a:p>
                <a:r>
                  <a:rPr lang="en-US" sz="800" dirty="0"/>
                  <a:t>OP2PH</a:t>
                </a:r>
              </a:p>
            </p:txBody>
          </p:sp>
        </p:grpSp>
        <p:grpSp>
          <p:nvGrpSpPr>
            <p:cNvPr id="153" name="Group 152">
              <a:extLst>
                <a:ext uri="{FF2B5EF4-FFF2-40B4-BE49-F238E27FC236}">
                  <a16:creationId xmlns:a16="http://schemas.microsoft.com/office/drawing/2014/main" id="{5DA2ACB6-67BD-E9AC-0E0F-B8A1789DDAC0}"/>
                </a:ext>
              </a:extLst>
            </p:cNvPr>
            <p:cNvGrpSpPr/>
            <p:nvPr/>
          </p:nvGrpSpPr>
          <p:grpSpPr>
            <a:xfrm>
              <a:off x="9567488" y="4645501"/>
              <a:ext cx="548088" cy="304008"/>
              <a:chOff x="4809607" y="5646749"/>
              <a:chExt cx="802106" cy="409146"/>
            </a:xfrm>
          </p:grpSpPr>
          <p:sp>
            <p:nvSpPr>
              <p:cNvPr id="245" name="Oval 244">
                <a:extLst>
                  <a:ext uri="{FF2B5EF4-FFF2-40B4-BE49-F238E27FC236}">
                    <a16:creationId xmlns:a16="http://schemas.microsoft.com/office/drawing/2014/main" id="{DA40D5F4-F88F-4851-8BC6-31A578507E25}"/>
                  </a:ext>
                </a:extLst>
              </p:cNvPr>
              <p:cNvSpPr/>
              <p:nvPr/>
            </p:nvSpPr>
            <p:spPr>
              <a:xfrm>
                <a:off x="4809607" y="5646749"/>
                <a:ext cx="802106" cy="40914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p>
            </p:txBody>
          </p:sp>
          <p:sp>
            <p:nvSpPr>
              <p:cNvPr id="246" name="TextBox 245">
                <a:extLst>
                  <a:ext uri="{FF2B5EF4-FFF2-40B4-BE49-F238E27FC236}">
                    <a16:creationId xmlns:a16="http://schemas.microsoft.com/office/drawing/2014/main" id="{0508EB1F-88C7-84D6-89C9-ACF033A0C2C2}"/>
                  </a:ext>
                </a:extLst>
              </p:cNvPr>
              <p:cNvSpPr txBox="1"/>
              <p:nvPr/>
            </p:nvSpPr>
            <p:spPr>
              <a:xfrm>
                <a:off x="4868448" y="5714745"/>
                <a:ext cx="699560" cy="289953"/>
              </a:xfrm>
              <a:prstGeom prst="rect">
                <a:avLst/>
              </a:prstGeom>
              <a:noFill/>
              <a:ln>
                <a:noFill/>
              </a:ln>
            </p:spPr>
            <p:txBody>
              <a:bodyPr wrap="none" rtlCol="0">
                <a:spAutoFit/>
              </a:bodyPr>
              <a:lstStyle/>
              <a:p>
                <a:r>
                  <a:rPr lang="en-US" sz="800" dirty="0"/>
                  <a:t>OPRPH</a:t>
                </a:r>
              </a:p>
            </p:txBody>
          </p:sp>
        </p:grpSp>
        <p:grpSp>
          <p:nvGrpSpPr>
            <p:cNvPr id="154" name="Group 153">
              <a:extLst>
                <a:ext uri="{FF2B5EF4-FFF2-40B4-BE49-F238E27FC236}">
                  <a16:creationId xmlns:a16="http://schemas.microsoft.com/office/drawing/2014/main" id="{368D5D5E-E8A9-03D2-34EF-45195EA97390}"/>
                </a:ext>
              </a:extLst>
            </p:cNvPr>
            <p:cNvGrpSpPr/>
            <p:nvPr/>
          </p:nvGrpSpPr>
          <p:grpSpPr>
            <a:xfrm>
              <a:off x="9557827" y="5357488"/>
              <a:ext cx="694421" cy="296875"/>
              <a:chOff x="9048349" y="3779422"/>
              <a:chExt cx="869155" cy="399546"/>
            </a:xfrm>
          </p:grpSpPr>
          <p:sp>
            <p:nvSpPr>
              <p:cNvPr id="243" name="Oval 242">
                <a:extLst>
                  <a:ext uri="{FF2B5EF4-FFF2-40B4-BE49-F238E27FC236}">
                    <a16:creationId xmlns:a16="http://schemas.microsoft.com/office/drawing/2014/main" id="{65371D8C-0719-D771-B335-B1937862360B}"/>
                  </a:ext>
                </a:extLst>
              </p:cNvPr>
              <p:cNvSpPr/>
              <p:nvPr/>
            </p:nvSpPr>
            <p:spPr>
              <a:xfrm>
                <a:off x="9074087" y="3779422"/>
                <a:ext cx="802104" cy="39954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sp>
            <p:nvSpPr>
              <p:cNvPr id="244" name="TextBox 243">
                <a:extLst>
                  <a:ext uri="{FF2B5EF4-FFF2-40B4-BE49-F238E27FC236}">
                    <a16:creationId xmlns:a16="http://schemas.microsoft.com/office/drawing/2014/main" id="{324EAC5F-4638-877B-91C8-7EA4E43C3ADB}"/>
                  </a:ext>
                </a:extLst>
              </p:cNvPr>
              <p:cNvSpPr txBox="1"/>
              <p:nvPr/>
            </p:nvSpPr>
            <p:spPr>
              <a:xfrm>
                <a:off x="9048349" y="3849346"/>
                <a:ext cx="869155" cy="289953"/>
              </a:xfrm>
              <a:prstGeom prst="rect">
                <a:avLst/>
              </a:prstGeom>
              <a:noFill/>
              <a:ln>
                <a:noFill/>
              </a:ln>
            </p:spPr>
            <p:txBody>
              <a:bodyPr wrap="none" rtlCol="0">
                <a:spAutoFit/>
              </a:bodyPr>
              <a:lstStyle/>
              <a:p>
                <a:r>
                  <a:rPr lang="en-US" sz="800" dirty="0"/>
                  <a:t>MULTDIVPH</a:t>
                </a:r>
              </a:p>
            </p:txBody>
          </p:sp>
        </p:grpSp>
        <p:cxnSp>
          <p:nvCxnSpPr>
            <p:cNvPr id="155" name="Straight Arrow Connector 154">
              <a:extLst>
                <a:ext uri="{FF2B5EF4-FFF2-40B4-BE49-F238E27FC236}">
                  <a16:creationId xmlns:a16="http://schemas.microsoft.com/office/drawing/2014/main" id="{B8206F6C-F56F-8D92-CAC7-266B218EA807}"/>
                </a:ext>
              </a:extLst>
            </p:cNvPr>
            <p:cNvCxnSpPr>
              <a:cxnSpLocks/>
              <a:stCxn id="239" idx="4"/>
              <a:endCxn id="249" idx="0"/>
            </p:cNvCxnSpPr>
            <p:nvPr/>
          </p:nvCxnSpPr>
          <p:spPr>
            <a:xfrm flipH="1">
              <a:off x="9840139" y="3014223"/>
              <a:ext cx="1" cy="355013"/>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E88EFBC0-FB4B-D648-A960-8428EF2B41E9}"/>
                </a:ext>
              </a:extLst>
            </p:cNvPr>
            <p:cNvCxnSpPr>
              <a:cxnSpLocks/>
              <a:stCxn id="249" idx="4"/>
              <a:endCxn id="247" idx="0"/>
            </p:cNvCxnSpPr>
            <p:nvPr/>
          </p:nvCxnSpPr>
          <p:spPr>
            <a:xfrm>
              <a:off x="9840139" y="3631471"/>
              <a:ext cx="8200" cy="39726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57" name="Straight Arrow Connector 156">
              <a:extLst>
                <a:ext uri="{FF2B5EF4-FFF2-40B4-BE49-F238E27FC236}">
                  <a16:creationId xmlns:a16="http://schemas.microsoft.com/office/drawing/2014/main" id="{76F889E7-3594-5C40-2BC8-74DFBE50E1D7}"/>
                </a:ext>
              </a:extLst>
            </p:cNvPr>
            <p:cNvCxnSpPr>
              <a:cxnSpLocks/>
              <a:stCxn id="247" idx="4"/>
              <a:endCxn id="245" idx="0"/>
            </p:cNvCxnSpPr>
            <p:nvPr/>
          </p:nvCxnSpPr>
          <p:spPr>
            <a:xfrm flipH="1">
              <a:off x="9841529" y="4290969"/>
              <a:ext cx="6810" cy="35453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58" name="TextBox 157">
              <a:extLst>
                <a:ext uri="{FF2B5EF4-FFF2-40B4-BE49-F238E27FC236}">
                  <a16:creationId xmlns:a16="http://schemas.microsoft.com/office/drawing/2014/main" id="{90DE2DA1-45FE-9EFF-DA80-55E62487E7E6}"/>
                </a:ext>
              </a:extLst>
            </p:cNvPr>
            <p:cNvSpPr txBox="1"/>
            <p:nvPr/>
          </p:nvSpPr>
          <p:spPr>
            <a:xfrm>
              <a:off x="9849381" y="3090455"/>
              <a:ext cx="744114" cy="215444"/>
            </a:xfrm>
            <a:prstGeom prst="rect">
              <a:avLst/>
            </a:prstGeom>
            <a:noFill/>
            <a:ln>
              <a:noFill/>
            </a:ln>
          </p:spPr>
          <p:txBody>
            <a:bodyPr wrap="none" rtlCol="0">
              <a:spAutoFit/>
            </a:bodyPr>
            <a:lstStyle/>
            <a:p>
              <a:r>
                <a:rPr lang="en-US" sz="800" dirty="0"/>
                <a:t>“Ent” (</a:t>
              </a:r>
              <a:r>
                <a:rPr lang="en-US" sz="800" dirty="0" err="1"/>
                <a:t>NxtPh</a:t>
              </a:r>
              <a:r>
                <a:rPr lang="en-US" sz="800" dirty="0"/>
                <a:t>)</a:t>
              </a:r>
            </a:p>
          </p:txBody>
        </p:sp>
        <p:sp>
          <p:nvSpPr>
            <p:cNvPr id="164" name="TextBox 163">
              <a:extLst>
                <a:ext uri="{FF2B5EF4-FFF2-40B4-BE49-F238E27FC236}">
                  <a16:creationId xmlns:a16="http://schemas.microsoft.com/office/drawing/2014/main" id="{C7C4D734-14D5-A353-A904-A53423E57878}"/>
                </a:ext>
              </a:extLst>
            </p:cNvPr>
            <p:cNvSpPr txBox="1"/>
            <p:nvPr/>
          </p:nvSpPr>
          <p:spPr>
            <a:xfrm>
              <a:off x="9863153" y="3734972"/>
              <a:ext cx="931665" cy="215444"/>
            </a:xfrm>
            <a:prstGeom prst="rect">
              <a:avLst/>
            </a:prstGeom>
            <a:noFill/>
            <a:ln>
              <a:noFill/>
            </a:ln>
          </p:spPr>
          <p:txBody>
            <a:bodyPr wrap="none" rtlCol="0">
              <a:spAutoFit/>
            </a:bodyPr>
            <a:lstStyle/>
            <a:p>
              <a:r>
                <a:rPr lang="en-US" sz="800" dirty="0"/>
                <a:t>“0-9, -, .” (</a:t>
              </a:r>
              <a:r>
                <a:rPr lang="en-US" sz="800" dirty="0" err="1"/>
                <a:t>KeyEnt</a:t>
              </a:r>
              <a:r>
                <a:rPr lang="en-US" sz="800" dirty="0"/>
                <a:t>)</a:t>
              </a:r>
            </a:p>
          </p:txBody>
        </p:sp>
        <p:sp>
          <p:nvSpPr>
            <p:cNvPr id="192" name="TextBox 191">
              <a:extLst>
                <a:ext uri="{FF2B5EF4-FFF2-40B4-BE49-F238E27FC236}">
                  <a16:creationId xmlns:a16="http://schemas.microsoft.com/office/drawing/2014/main" id="{6FFC4A31-8D0A-A8A4-1903-99D1B5724F6A}"/>
                </a:ext>
              </a:extLst>
            </p:cNvPr>
            <p:cNvSpPr txBox="1"/>
            <p:nvPr/>
          </p:nvSpPr>
          <p:spPr>
            <a:xfrm>
              <a:off x="9790607" y="4325892"/>
              <a:ext cx="737702" cy="215444"/>
            </a:xfrm>
            <a:prstGeom prst="rect">
              <a:avLst/>
            </a:prstGeom>
            <a:noFill/>
            <a:ln>
              <a:noFill/>
            </a:ln>
          </p:spPr>
          <p:txBody>
            <a:bodyPr wrap="none" rtlCol="0">
              <a:spAutoFit/>
            </a:bodyPr>
            <a:lstStyle/>
            <a:p>
              <a:r>
                <a:rPr lang="en-US" sz="800" dirty="0"/>
                <a:t>“+, -” (</a:t>
              </a:r>
              <a:r>
                <a:rPr lang="en-US" sz="800" dirty="0" err="1"/>
                <a:t>NxtPh</a:t>
              </a:r>
              <a:r>
                <a:rPr lang="en-US" sz="800" dirty="0"/>
                <a:t>)</a:t>
              </a:r>
            </a:p>
          </p:txBody>
        </p:sp>
        <p:sp>
          <p:nvSpPr>
            <p:cNvPr id="193" name="TextBox 192">
              <a:extLst>
                <a:ext uri="{FF2B5EF4-FFF2-40B4-BE49-F238E27FC236}">
                  <a16:creationId xmlns:a16="http://schemas.microsoft.com/office/drawing/2014/main" id="{BE34A785-B428-442F-E99F-077FD9C0DF9E}"/>
                </a:ext>
              </a:extLst>
            </p:cNvPr>
            <p:cNvSpPr txBox="1"/>
            <p:nvPr/>
          </p:nvSpPr>
          <p:spPr>
            <a:xfrm>
              <a:off x="10878599" y="4134435"/>
              <a:ext cx="1045479" cy="215444"/>
            </a:xfrm>
            <a:prstGeom prst="rect">
              <a:avLst/>
            </a:prstGeom>
            <a:noFill/>
            <a:ln>
              <a:noFill/>
            </a:ln>
          </p:spPr>
          <p:txBody>
            <a:bodyPr wrap="none" rtlCol="0">
              <a:spAutoFit/>
            </a:bodyPr>
            <a:lstStyle/>
            <a:p>
              <a:r>
                <a:rPr lang="en-US" sz="800" dirty="0"/>
                <a:t>“*, /” (</a:t>
              </a:r>
              <a:r>
                <a:rPr lang="en-US" sz="800" dirty="0" err="1"/>
                <a:t>NxtPh</a:t>
              </a:r>
              <a:r>
                <a:rPr lang="en-US" sz="800" dirty="0"/>
                <a:t>, </a:t>
              </a:r>
              <a:r>
                <a:rPr lang="en-US" sz="800" dirty="0" err="1"/>
                <a:t>NxtPh</a:t>
              </a:r>
              <a:r>
                <a:rPr lang="en-US" sz="800" dirty="0"/>
                <a:t>)</a:t>
              </a:r>
            </a:p>
          </p:txBody>
        </p:sp>
        <p:sp>
          <p:nvSpPr>
            <p:cNvPr id="208" name="Freeform: Shape 207">
              <a:extLst>
                <a:ext uri="{FF2B5EF4-FFF2-40B4-BE49-F238E27FC236}">
                  <a16:creationId xmlns:a16="http://schemas.microsoft.com/office/drawing/2014/main" id="{2E934542-3C6B-3EC3-1164-57962BE519A6}"/>
                </a:ext>
              </a:extLst>
            </p:cNvPr>
            <p:cNvSpPr/>
            <p:nvPr/>
          </p:nvSpPr>
          <p:spPr>
            <a:xfrm>
              <a:off x="10015790" y="2730589"/>
              <a:ext cx="328052" cy="268295"/>
            </a:xfrm>
            <a:custGeom>
              <a:avLst/>
              <a:gdLst>
                <a:gd name="connsiteX0" fmla="*/ 0 w 480093"/>
                <a:gd name="connsiteY0" fmla="*/ 96253 h 361082"/>
                <a:gd name="connsiteX1" fmla="*/ 248653 w 480093"/>
                <a:gd name="connsiteY1" fmla="*/ 0 h 361082"/>
                <a:gd name="connsiteX2" fmla="*/ 441158 w 480093"/>
                <a:gd name="connsiteY2" fmla="*/ 96253 h 361082"/>
                <a:gd name="connsiteX3" fmla="*/ 457200 w 480093"/>
                <a:gd name="connsiteY3" fmla="*/ 272716 h 361082"/>
                <a:gd name="connsiteX4" fmla="*/ 184484 w 480093"/>
                <a:gd name="connsiteY4" fmla="*/ 360947 h 361082"/>
                <a:gd name="connsiteX5" fmla="*/ 32084 w 480093"/>
                <a:gd name="connsiteY5" fmla="*/ 288758 h 361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093" h="361082">
                  <a:moveTo>
                    <a:pt x="0" y="96253"/>
                  </a:moveTo>
                  <a:cubicBezTo>
                    <a:pt x="87563" y="48126"/>
                    <a:pt x="175127" y="0"/>
                    <a:pt x="248653" y="0"/>
                  </a:cubicBezTo>
                  <a:cubicBezTo>
                    <a:pt x="322179" y="0"/>
                    <a:pt x="406400" y="50800"/>
                    <a:pt x="441158" y="96253"/>
                  </a:cubicBezTo>
                  <a:cubicBezTo>
                    <a:pt x="475916" y="141706"/>
                    <a:pt x="499979" y="228600"/>
                    <a:pt x="457200" y="272716"/>
                  </a:cubicBezTo>
                  <a:cubicBezTo>
                    <a:pt x="414421" y="316832"/>
                    <a:pt x="255337" y="358273"/>
                    <a:pt x="184484" y="360947"/>
                  </a:cubicBezTo>
                  <a:cubicBezTo>
                    <a:pt x="113631" y="363621"/>
                    <a:pt x="72857" y="326189"/>
                    <a:pt x="32084" y="288758"/>
                  </a:cubicBezTo>
                </a:path>
              </a:pathLst>
            </a:custGeom>
            <a:noFill/>
            <a:ln w="9525">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09" name="TextBox 208">
              <a:extLst>
                <a:ext uri="{FF2B5EF4-FFF2-40B4-BE49-F238E27FC236}">
                  <a16:creationId xmlns:a16="http://schemas.microsoft.com/office/drawing/2014/main" id="{1FFDCF22-56CF-2A92-DF04-B0A6788C1FCF}"/>
                </a:ext>
              </a:extLst>
            </p:cNvPr>
            <p:cNvSpPr txBox="1"/>
            <p:nvPr/>
          </p:nvSpPr>
          <p:spPr>
            <a:xfrm>
              <a:off x="10297133" y="2757199"/>
              <a:ext cx="851515" cy="215444"/>
            </a:xfrm>
            <a:prstGeom prst="rect">
              <a:avLst/>
            </a:prstGeom>
            <a:noFill/>
            <a:ln>
              <a:noFill/>
            </a:ln>
          </p:spPr>
          <p:txBody>
            <a:bodyPr wrap="none" rtlCol="0">
              <a:spAutoFit/>
            </a:bodyPr>
            <a:lstStyle/>
            <a:p>
              <a:r>
                <a:rPr lang="en-US" sz="800" dirty="0"/>
                <a:t>“0-9, .” (</a:t>
              </a:r>
              <a:r>
                <a:rPr lang="en-US" sz="800" dirty="0" err="1"/>
                <a:t>KeyEnt</a:t>
              </a:r>
              <a:r>
                <a:rPr lang="en-US" sz="800" dirty="0"/>
                <a:t>)</a:t>
              </a:r>
            </a:p>
          </p:txBody>
        </p:sp>
        <p:sp>
          <p:nvSpPr>
            <p:cNvPr id="223" name="Freeform: Shape 222">
              <a:extLst>
                <a:ext uri="{FF2B5EF4-FFF2-40B4-BE49-F238E27FC236}">
                  <a16:creationId xmlns:a16="http://schemas.microsoft.com/office/drawing/2014/main" id="{43FC5D9F-4714-1288-3099-0E6209AFC9D8}"/>
                </a:ext>
              </a:extLst>
            </p:cNvPr>
            <p:cNvSpPr/>
            <p:nvPr/>
          </p:nvSpPr>
          <p:spPr>
            <a:xfrm flipH="1">
              <a:off x="9244249" y="4051496"/>
              <a:ext cx="358197" cy="268229"/>
            </a:xfrm>
            <a:custGeom>
              <a:avLst/>
              <a:gdLst>
                <a:gd name="connsiteX0" fmla="*/ 0 w 480093"/>
                <a:gd name="connsiteY0" fmla="*/ 96253 h 361082"/>
                <a:gd name="connsiteX1" fmla="*/ 248653 w 480093"/>
                <a:gd name="connsiteY1" fmla="*/ 0 h 361082"/>
                <a:gd name="connsiteX2" fmla="*/ 441158 w 480093"/>
                <a:gd name="connsiteY2" fmla="*/ 96253 h 361082"/>
                <a:gd name="connsiteX3" fmla="*/ 457200 w 480093"/>
                <a:gd name="connsiteY3" fmla="*/ 272716 h 361082"/>
                <a:gd name="connsiteX4" fmla="*/ 184484 w 480093"/>
                <a:gd name="connsiteY4" fmla="*/ 360947 h 361082"/>
                <a:gd name="connsiteX5" fmla="*/ 32084 w 480093"/>
                <a:gd name="connsiteY5" fmla="*/ 288758 h 361082"/>
                <a:gd name="connsiteX0" fmla="*/ 44116 w 524209"/>
                <a:gd name="connsiteY0" fmla="*/ 96253 h 360994"/>
                <a:gd name="connsiteX1" fmla="*/ 292769 w 524209"/>
                <a:gd name="connsiteY1" fmla="*/ 0 h 360994"/>
                <a:gd name="connsiteX2" fmla="*/ 485274 w 524209"/>
                <a:gd name="connsiteY2" fmla="*/ 96253 h 360994"/>
                <a:gd name="connsiteX3" fmla="*/ 501316 w 524209"/>
                <a:gd name="connsiteY3" fmla="*/ 272716 h 360994"/>
                <a:gd name="connsiteX4" fmla="*/ 228600 w 524209"/>
                <a:gd name="connsiteY4" fmla="*/ 360947 h 360994"/>
                <a:gd name="connsiteX5" fmla="*/ 0 w 524209"/>
                <a:gd name="connsiteY5" fmla="*/ 216368 h 360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209" h="360994">
                  <a:moveTo>
                    <a:pt x="44116" y="96253"/>
                  </a:moveTo>
                  <a:cubicBezTo>
                    <a:pt x="131679" y="48126"/>
                    <a:pt x="219243" y="0"/>
                    <a:pt x="292769" y="0"/>
                  </a:cubicBezTo>
                  <a:cubicBezTo>
                    <a:pt x="366295" y="0"/>
                    <a:pt x="450516" y="50800"/>
                    <a:pt x="485274" y="96253"/>
                  </a:cubicBezTo>
                  <a:cubicBezTo>
                    <a:pt x="520032" y="141706"/>
                    <a:pt x="544095" y="228600"/>
                    <a:pt x="501316" y="272716"/>
                  </a:cubicBezTo>
                  <a:cubicBezTo>
                    <a:pt x="458537" y="316832"/>
                    <a:pt x="299453" y="358273"/>
                    <a:pt x="228600" y="360947"/>
                  </a:cubicBezTo>
                  <a:cubicBezTo>
                    <a:pt x="157747" y="363621"/>
                    <a:pt x="40773" y="253799"/>
                    <a:pt x="0" y="216368"/>
                  </a:cubicBezTo>
                </a:path>
              </a:pathLst>
            </a:custGeom>
            <a:noFill/>
            <a:ln w="635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224" name="TextBox 223">
              <a:extLst>
                <a:ext uri="{FF2B5EF4-FFF2-40B4-BE49-F238E27FC236}">
                  <a16:creationId xmlns:a16="http://schemas.microsoft.com/office/drawing/2014/main" id="{4176B934-59B5-E5B3-2F0D-732FFDCDDCB5}"/>
                </a:ext>
              </a:extLst>
            </p:cNvPr>
            <p:cNvSpPr txBox="1"/>
            <p:nvPr/>
          </p:nvSpPr>
          <p:spPr>
            <a:xfrm>
              <a:off x="8463193" y="4084549"/>
              <a:ext cx="851515" cy="215444"/>
            </a:xfrm>
            <a:prstGeom prst="rect">
              <a:avLst/>
            </a:prstGeom>
            <a:noFill/>
            <a:ln>
              <a:noFill/>
            </a:ln>
          </p:spPr>
          <p:txBody>
            <a:bodyPr wrap="none" rtlCol="0">
              <a:spAutoFit/>
            </a:bodyPr>
            <a:lstStyle/>
            <a:p>
              <a:r>
                <a:rPr lang="en-US" sz="800" dirty="0"/>
                <a:t>“0-9, .” (</a:t>
              </a:r>
              <a:r>
                <a:rPr lang="en-US" sz="800" dirty="0" err="1"/>
                <a:t>KeyEnt</a:t>
              </a:r>
              <a:r>
                <a:rPr lang="en-US" sz="800" dirty="0"/>
                <a:t>)</a:t>
              </a:r>
            </a:p>
          </p:txBody>
        </p:sp>
        <p:sp>
          <p:nvSpPr>
            <p:cNvPr id="225" name="Freeform: Shape 224">
              <a:extLst>
                <a:ext uri="{FF2B5EF4-FFF2-40B4-BE49-F238E27FC236}">
                  <a16:creationId xmlns:a16="http://schemas.microsoft.com/office/drawing/2014/main" id="{A1164AB6-3CA8-C46C-A30C-9FFE3B0F0A7C}"/>
                </a:ext>
              </a:extLst>
            </p:cNvPr>
            <p:cNvSpPr/>
            <p:nvPr/>
          </p:nvSpPr>
          <p:spPr>
            <a:xfrm>
              <a:off x="8734683" y="2797517"/>
              <a:ext cx="172396" cy="601948"/>
            </a:xfrm>
            <a:custGeom>
              <a:avLst/>
              <a:gdLst>
                <a:gd name="connsiteX0" fmla="*/ 0 w 753978"/>
                <a:gd name="connsiteY0" fmla="*/ 810126 h 810126"/>
                <a:gd name="connsiteX1" fmla="*/ 168442 w 753978"/>
                <a:gd name="connsiteY1" fmla="*/ 304800 h 810126"/>
                <a:gd name="connsiteX2" fmla="*/ 737936 w 753978"/>
                <a:gd name="connsiteY2" fmla="*/ 0 h 810126"/>
                <a:gd name="connsiteX3" fmla="*/ 737936 w 753978"/>
                <a:gd name="connsiteY3" fmla="*/ 0 h 810126"/>
                <a:gd name="connsiteX4" fmla="*/ 753978 w 753978"/>
                <a:gd name="connsiteY4" fmla="*/ 0 h 8101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978" h="810126">
                  <a:moveTo>
                    <a:pt x="0" y="810126"/>
                  </a:moveTo>
                  <a:cubicBezTo>
                    <a:pt x="22726" y="624973"/>
                    <a:pt x="45453" y="439821"/>
                    <a:pt x="168442" y="304800"/>
                  </a:cubicBezTo>
                  <a:cubicBezTo>
                    <a:pt x="291431" y="169779"/>
                    <a:pt x="737936" y="0"/>
                    <a:pt x="737936" y="0"/>
                  </a:cubicBezTo>
                  <a:lnTo>
                    <a:pt x="737936" y="0"/>
                  </a:lnTo>
                  <a:lnTo>
                    <a:pt x="753978" y="0"/>
                  </a:lnTo>
                </a:path>
              </a:pathLst>
            </a:custGeom>
            <a:noFill/>
            <a:ln w="9525">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26" name="TextBox 225">
              <a:extLst>
                <a:ext uri="{FF2B5EF4-FFF2-40B4-BE49-F238E27FC236}">
                  <a16:creationId xmlns:a16="http://schemas.microsoft.com/office/drawing/2014/main" id="{BFDBEF33-3104-E942-267C-8612A4EC66B1}"/>
                </a:ext>
              </a:extLst>
            </p:cNvPr>
            <p:cNvSpPr txBox="1"/>
            <p:nvPr/>
          </p:nvSpPr>
          <p:spPr>
            <a:xfrm>
              <a:off x="8439207" y="2957641"/>
              <a:ext cx="385042" cy="215444"/>
            </a:xfrm>
            <a:prstGeom prst="rect">
              <a:avLst/>
            </a:prstGeom>
            <a:noFill/>
            <a:ln>
              <a:noFill/>
            </a:ln>
          </p:spPr>
          <p:txBody>
            <a:bodyPr wrap="none" rtlCol="0">
              <a:spAutoFit/>
            </a:bodyPr>
            <a:lstStyle/>
            <a:p>
              <a:r>
                <a:rPr lang="en-US" sz="800" dirty="0"/>
                <a:t>“</a:t>
              </a:r>
              <a:r>
                <a:rPr lang="en-US" sz="800" dirty="0" err="1"/>
                <a:t>Clr</a:t>
              </a:r>
              <a:r>
                <a:rPr lang="en-US" sz="800" dirty="0"/>
                <a:t>”</a:t>
              </a:r>
            </a:p>
          </p:txBody>
        </p:sp>
        <p:sp>
          <p:nvSpPr>
            <p:cNvPr id="227" name="TextBox 226">
              <a:extLst>
                <a:ext uri="{FF2B5EF4-FFF2-40B4-BE49-F238E27FC236}">
                  <a16:creationId xmlns:a16="http://schemas.microsoft.com/office/drawing/2014/main" id="{BF1B2F19-B32A-3578-6884-A71C0C9B4AF8}"/>
                </a:ext>
              </a:extLst>
            </p:cNvPr>
            <p:cNvSpPr txBox="1"/>
            <p:nvPr/>
          </p:nvSpPr>
          <p:spPr>
            <a:xfrm>
              <a:off x="8434127" y="3331299"/>
              <a:ext cx="582211" cy="215444"/>
            </a:xfrm>
            <a:prstGeom prst="rect">
              <a:avLst/>
            </a:prstGeom>
            <a:noFill/>
            <a:ln>
              <a:noFill/>
            </a:ln>
          </p:spPr>
          <p:txBody>
            <a:bodyPr wrap="none" rtlCol="0">
              <a:spAutoFit/>
            </a:bodyPr>
            <a:lstStyle/>
            <a:p>
              <a:r>
                <a:rPr lang="en-US" sz="800" dirty="0"/>
                <a:t>Any State</a:t>
              </a:r>
            </a:p>
          </p:txBody>
        </p:sp>
        <p:sp>
          <p:nvSpPr>
            <p:cNvPr id="228" name="TextBox 227">
              <a:extLst>
                <a:ext uri="{FF2B5EF4-FFF2-40B4-BE49-F238E27FC236}">
                  <a16:creationId xmlns:a16="http://schemas.microsoft.com/office/drawing/2014/main" id="{8EC10D57-99A5-6296-1749-6939B049E6FB}"/>
                </a:ext>
              </a:extLst>
            </p:cNvPr>
            <p:cNvSpPr txBox="1"/>
            <p:nvPr/>
          </p:nvSpPr>
          <p:spPr>
            <a:xfrm>
              <a:off x="9329912" y="2534298"/>
              <a:ext cx="931665" cy="215444"/>
            </a:xfrm>
            <a:prstGeom prst="rect">
              <a:avLst/>
            </a:prstGeom>
            <a:noFill/>
            <a:ln>
              <a:noFill/>
            </a:ln>
          </p:spPr>
          <p:txBody>
            <a:bodyPr wrap="none" rtlCol="0">
              <a:spAutoFit/>
            </a:bodyPr>
            <a:lstStyle/>
            <a:p>
              <a:r>
                <a:rPr lang="en-US" sz="800" dirty="0"/>
                <a:t>“0-9, -, .” (</a:t>
              </a:r>
              <a:r>
                <a:rPr lang="en-US" sz="800" dirty="0" err="1"/>
                <a:t>KeyEnt</a:t>
              </a:r>
              <a:r>
                <a:rPr lang="en-US" sz="800" dirty="0"/>
                <a:t>)</a:t>
              </a:r>
            </a:p>
          </p:txBody>
        </p:sp>
        <p:cxnSp>
          <p:nvCxnSpPr>
            <p:cNvPr id="229" name="Straight Arrow Connector 228">
              <a:extLst>
                <a:ext uri="{FF2B5EF4-FFF2-40B4-BE49-F238E27FC236}">
                  <a16:creationId xmlns:a16="http://schemas.microsoft.com/office/drawing/2014/main" id="{ADB09618-7A19-16BC-DC70-8219A17B17D4}"/>
                </a:ext>
              </a:extLst>
            </p:cNvPr>
            <p:cNvCxnSpPr>
              <a:cxnSpLocks/>
              <a:endCxn id="239" idx="1"/>
            </p:cNvCxnSpPr>
            <p:nvPr/>
          </p:nvCxnSpPr>
          <p:spPr>
            <a:xfrm>
              <a:off x="9305548" y="2678567"/>
              <a:ext cx="374541" cy="111824"/>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30" name="TextBox 229">
              <a:extLst>
                <a:ext uri="{FF2B5EF4-FFF2-40B4-BE49-F238E27FC236}">
                  <a16:creationId xmlns:a16="http://schemas.microsoft.com/office/drawing/2014/main" id="{F1B3CEDF-FF71-4FF7-8D5F-E0DE9CD6C2C3}"/>
                </a:ext>
              </a:extLst>
            </p:cNvPr>
            <p:cNvSpPr txBox="1"/>
            <p:nvPr/>
          </p:nvSpPr>
          <p:spPr>
            <a:xfrm>
              <a:off x="9149251" y="2326308"/>
              <a:ext cx="740908" cy="215444"/>
            </a:xfrm>
            <a:prstGeom prst="rect">
              <a:avLst/>
            </a:prstGeom>
            <a:noFill/>
            <a:ln>
              <a:noFill/>
            </a:ln>
          </p:spPr>
          <p:txBody>
            <a:bodyPr wrap="none" rtlCol="0">
              <a:spAutoFit/>
            </a:bodyPr>
            <a:lstStyle/>
            <a:p>
              <a:r>
                <a:rPr lang="en-US" sz="800" dirty="0"/>
                <a:t>Virtual States</a:t>
              </a:r>
            </a:p>
          </p:txBody>
        </p:sp>
        <p:grpSp>
          <p:nvGrpSpPr>
            <p:cNvPr id="231" name="Group 230">
              <a:extLst>
                <a:ext uri="{FF2B5EF4-FFF2-40B4-BE49-F238E27FC236}">
                  <a16:creationId xmlns:a16="http://schemas.microsoft.com/office/drawing/2014/main" id="{00EFB920-B710-AAF7-862E-9B433EDC8AF1}"/>
                </a:ext>
              </a:extLst>
            </p:cNvPr>
            <p:cNvGrpSpPr/>
            <p:nvPr/>
          </p:nvGrpSpPr>
          <p:grpSpPr>
            <a:xfrm>
              <a:off x="8867088" y="2517646"/>
              <a:ext cx="458521" cy="363476"/>
              <a:chOff x="3566392" y="867111"/>
              <a:chExt cx="671029" cy="352927"/>
            </a:xfrm>
          </p:grpSpPr>
          <p:sp>
            <p:nvSpPr>
              <p:cNvPr id="241" name="Oval 240">
                <a:extLst>
                  <a:ext uri="{FF2B5EF4-FFF2-40B4-BE49-F238E27FC236}">
                    <a16:creationId xmlns:a16="http://schemas.microsoft.com/office/drawing/2014/main" id="{6C580153-2217-7F8B-87B7-A62083222AC5}"/>
                  </a:ext>
                </a:extLst>
              </p:cNvPr>
              <p:cNvSpPr/>
              <p:nvPr/>
            </p:nvSpPr>
            <p:spPr>
              <a:xfrm>
                <a:off x="3566392" y="867111"/>
                <a:ext cx="662493" cy="352927"/>
              </a:xfrm>
              <a:prstGeom prst="ellips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sp>
            <p:nvSpPr>
              <p:cNvPr id="242" name="TextBox 241">
                <a:extLst>
                  <a:ext uri="{FF2B5EF4-FFF2-40B4-BE49-F238E27FC236}">
                    <a16:creationId xmlns:a16="http://schemas.microsoft.com/office/drawing/2014/main" id="{7C842044-AEBC-5A88-C892-5D391D32568E}"/>
                  </a:ext>
                </a:extLst>
              </p:cNvPr>
              <p:cNvSpPr txBox="1"/>
              <p:nvPr/>
            </p:nvSpPr>
            <p:spPr>
              <a:xfrm>
                <a:off x="3568360" y="868694"/>
                <a:ext cx="669061" cy="328728"/>
              </a:xfrm>
              <a:prstGeom prst="rect">
                <a:avLst/>
              </a:prstGeom>
              <a:noFill/>
              <a:ln>
                <a:noFill/>
              </a:ln>
            </p:spPr>
            <p:txBody>
              <a:bodyPr wrap="none" rtlCol="0">
                <a:spAutoFit/>
              </a:bodyPr>
              <a:lstStyle/>
              <a:p>
                <a:pPr algn="ctr"/>
                <a:r>
                  <a:rPr lang="en-US" sz="800" dirty="0"/>
                  <a:t>IDLE</a:t>
                </a:r>
              </a:p>
              <a:p>
                <a:pPr algn="ctr"/>
                <a:r>
                  <a:rPr lang="en-US" sz="800" dirty="0"/>
                  <a:t>(DSKY)</a:t>
                </a:r>
              </a:p>
            </p:txBody>
          </p:sp>
        </p:grpSp>
        <p:grpSp>
          <p:nvGrpSpPr>
            <p:cNvPr id="232" name="Group 231">
              <a:extLst>
                <a:ext uri="{FF2B5EF4-FFF2-40B4-BE49-F238E27FC236}">
                  <a16:creationId xmlns:a16="http://schemas.microsoft.com/office/drawing/2014/main" id="{778084A6-4951-6CEB-6C06-3F11EBB67C6D}"/>
                </a:ext>
              </a:extLst>
            </p:cNvPr>
            <p:cNvGrpSpPr/>
            <p:nvPr/>
          </p:nvGrpSpPr>
          <p:grpSpPr>
            <a:xfrm>
              <a:off x="9600170" y="2751987"/>
              <a:ext cx="473206" cy="262235"/>
              <a:chOff x="4639239" y="1182496"/>
              <a:chExt cx="692520" cy="352927"/>
            </a:xfrm>
          </p:grpSpPr>
          <p:sp>
            <p:nvSpPr>
              <p:cNvPr id="239" name="Oval 238">
                <a:extLst>
                  <a:ext uri="{FF2B5EF4-FFF2-40B4-BE49-F238E27FC236}">
                    <a16:creationId xmlns:a16="http://schemas.microsoft.com/office/drawing/2014/main" id="{C1901933-6BF6-5A0D-C9C6-2218D6446258}"/>
                  </a:ext>
                </a:extLst>
              </p:cNvPr>
              <p:cNvSpPr/>
              <p:nvPr/>
            </p:nvSpPr>
            <p:spPr>
              <a:xfrm>
                <a:off x="4659176" y="1182496"/>
                <a:ext cx="662493" cy="352927"/>
              </a:xfrm>
              <a:prstGeom prst="ellips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sp>
            <p:nvSpPr>
              <p:cNvPr id="240" name="TextBox 239">
                <a:extLst>
                  <a:ext uri="{FF2B5EF4-FFF2-40B4-BE49-F238E27FC236}">
                    <a16:creationId xmlns:a16="http://schemas.microsoft.com/office/drawing/2014/main" id="{C6FFCADD-644E-F0A4-5F5D-38EEAD12EEF6}"/>
                  </a:ext>
                </a:extLst>
              </p:cNvPr>
              <p:cNvSpPr txBox="1"/>
              <p:nvPr/>
            </p:nvSpPr>
            <p:spPr>
              <a:xfrm>
                <a:off x="4639239" y="1225270"/>
                <a:ext cx="692520" cy="289954"/>
              </a:xfrm>
              <a:prstGeom prst="rect">
                <a:avLst/>
              </a:prstGeom>
              <a:noFill/>
              <a:ln>
                <a:noFill/>
              </a:ln>
            </p:spPr>
            <p:txBody>
              <a:bodyPr wrap="none" rtlCol="0">
                <a:spAutoFit/>
              </a:bodyPr>
              <a:lstStyle/>
              <a:p>
                <a:r>
                  <a:rPr lang="en-US" sz="800" dirty="0"/>
                  <a:t>OP1PH</a:t>
                </a:r>
              </a:p>
            </p:txBody>
          </p:sp>
        </p:grpSp>
        <p:grpSp>
          <p:nvGrpSpPr>
            <p:cNvPr id="233" name="Group 232">
              <a:extLst>
                <a:ext uri="{FF2B5EF4-FFF2-40B4-BE49-F238E27FC236}">
                  <a16:creationId xmlns:a16="http://schemas.microsoft.com/office/drawing/2014/main" id="{ECEF8A96-855F-6562-46B8-E76AD273496A}"/>
                </a:ext>
              </a:extLst>
            </p:cNvPr>
            <p:cNvGrpSpPr/>
            <p:nvPr/>
          </p:nvGrpSpPr>
          <p:grpSpPr>
            <a:xfrm>
              <a:off x="10490901" y="4604074"/>
              <a:ext cx="548088" cy="304008"/>
              <a:chOff x="4809607" y="5646749"/>
              <a:chExt cx="802106" cy="409146"/>
            </a:xfrm>
          </p:grpSpPr>
          <p:sp>
            <p:nvSpPr>
              <p:cNvPr id="237" name="Oval 236">
                <a:extLst>
                  <a:ext uri="{FF2B5EF4-FFF2-40B4-BE49-F238E27FC236}">
                    <a16:creationId xmlns:a16="http://schemas.microsoft.com/office/drawing/2014/main" id="{4F7AF893-870E-12BF-3B00-1C12BA6032AC}"/>
                  </a:ext>
                </a:extLst>
              </p:cNvPr>
              <p:cNvSpPr/>
              <p:nvPr/>
            </p:nvSpPr>
            <p:spPr>
              <a:xfrm>
                <a:off x="4809607" y="5646749"/>
                <a:ext cx="802106" cy="40914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p>
            </p:txBody>
          </p:sp>
          <p:sp>
            <p:nvSpPr>
              <p:cNvPr id="238" name="TextBox 237">
                <a:extLst>
                  <a:ext uri="{FF2B5EF4-FFF2-40B4-BE49-F238E27FC236}">
                    <a16:creationId xmlns:a16="http://schemas.microsoft.com/office/drawing/2014/main" id="{360C7074-A3A1-0B3F-A6E7-233E3780F767}"/>
                  </a:ext>
                </a:extLst>
              </p:cNvPr>
              <p:cNvSpPr txBox="1"/>
              <p:nvPr/>
            </p:nvSpPr>
            <p:spPr>
              <a:xfrm>
                <a:off x="4868784" y="5715669"/>
                <a:ext cx="699560" cy="289953"/>
              </a:xfrm>
              <a:prstGeom prst="rect">
                <a:avLst/>
              </a:prstGeom>
              <a:noFill/>
              <a:ln>
                <a:noFill/>
              </a:ln>
            </p:spPr>
            <p:txBody>
              <a:bodyPr wrap="none" rtlCol="0">
                <a:spAutoFit/>
              </a:bodyPr>
              <a:lstStyle/>
              <a:p>
                <a:r>
                  <a:rPr lang="en-US" sz="800" dirty="0"/>
                  <a:t>OPRPH</a:t>
                </a:r>
              </a:p>
            </p:txBody>
          </p:sp>
        </p:grpSp>
        <p:cxnSp>
          <p:nvCxnSpPr>
            <p:cNvPr id="234" name="Straight Arrow Connector 233">
              <a:extLst>
                <a:ext uri="{FF2B5EF4-FFF2-40B4-BE49-F238E27FC236}">
                  <a16:creationId xmlns:a16="http://schemas.microsoft.com/office/drawing/2014/main" id="{643F9D73-85AC-44C9-B187-8E228770701B}"/>
                </a:ext>
              </a:extLst>
            </p:cNvPr>
            <p:cNvCxnSpPr>
              <a:cxnSpLocks/>
              <a:stCxn id="237" idx="3"/>
            </p:cNvCxnSpPr>
            <p:nvPr/>
          </p:nvCxnSpPr>
          <p:spPr>
            <a:xfrm flipH="1">
              <a:off x="9820602" y="4863561"/>
              <a:ext cx="750565" cy="50816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35" name="Freeform: Shape 234">
              <a:extLst>
                <a:ext uri="{FF2B5EF4-FFF2-40B4-BE49-F238E27FC236}">
                  <a16:creationId xmlns:a16="http://schemas.microsoft.com/office/drawing/2014/main" id="{F514E396-E249-4BD2-2276-1C6EBF90481F}"/>
                </a:ext>
              </a:extLst>
            </p:cNvPr>
            <p:cNvSpPr/>
            <p:nvPr/>
          </p:nvSpPr>
          <p:spPr>
            <a:xfrm>
              <a:off x="10083352" y="3923880"/>
              <a:ext cx="851515" cy="689830"/>
            </a:xfrm>
            <a:custGeom>
              <a:avLst/>
              <a:gdLst>
                <a:gd name="connsiteX0" fmla="*/ 0 w 1664043"/>
                <a:gd name="connsiteY0" fmla="*/ 214183 h 980302"/>
                <a:gd name="connsiteX1" fmla="*/ 90616 w 1664043"/>
                <a:gd name="connsiteY1" fmla="*/ 156519 h 980302"/>
                <a:gd name="connsiteX2" fmla="*/ 131805 w 1664043"/>
                <a:gd name="connsiteY2" fmla="*/ 131805 h 980302"/>
                <a:gd name="connsiteX3" fmla="*/ 172994 w 1664043"/>
                <a:gd name="connsiteY3" fmla="*/ 123567 h 980302"/>
                <a:gd name="connsiteX4" fmla="*/ 329513 w 1664043"/>
                <a:gd name="connsiteY4" fmla="*/ 65902 h 980302"/>
                <a:gd name="connsiteX5" fmla="*/ 395416 w 1664043"/>
                <a:gd name="connsiteY5" fmla="*/ 57665 h 980302"/>
                <a:gd name="connsiteX6" fmla="*/ 659027 w 1664043"/>
                <a:gd name="connsiteY6" fmla="*/ 0 h 980302"/>
                <a:gd name="connsiteX7" fmla="*/ 972065 w 1664043"/>
                <a:gd name="connsiteY7" fmla="*/ 16475 h 980302"/>
                <a:gd name="connsiteX8" fmla="*/ 1046205 w 1664043"/>
                <a:gd name="connsiteY8" fmla="*/ 32951 h 980302"/>
                <a:gd name="connsiteX9" fmla="*/ 1178011 w 1664043"/>
                <a:gd name="connsiteY9" fmla="*/ 49427 h 980302"/>
                <a:gd name="connsiteX10" fmla="*/ 1293340 w 1664043"/>
                <a:gd name="connsiteY10" fmla="*/ 98854 h 980302"/>
                <a:gd name="connsiteX11" fmla="*/ 1383957 w 1664043"/>
                <a:gd name="connsiteY11" fmla="*/ 164756 h 980302"/>
                <a:gd name="connsiteX12" fmla="*/ 1466335 w 1664043"/>
                <a:gd name="connsiteY12" fmla="*/ 230659 h 980302"/>
                <a:gd name="connsiteX13" fmla="*/ 1598140 w 1664043"/>
                <a:gd name="connsiteY13" fmla="*/ 403654 h 980302"/>
                <a:gd name="connsiteX14" fmla="*/ 1614616 w 1664043"/>
                <a:gd name="connsiteY14" fmla="*/ 436605 h 980302"/>
                <a:gd name="connsiteX15" fmla="*/ 1631092 w 1664043"/>
                <a:gd name="connsiteY15" fmla="*/ 634313 h 980302"/>
                <a:gd name="connsiteX16" fmla="*/ 1647567 w 1664043"/>
                <a:gd name="connsiteY16" fmla="*/ 782594 h 980302"/>
                <a:gd name="connsiteX17" fmla="*/ 1664043 w 1664043"/>
                <a:gd name="connsiteY17" fmla="*/ 980302 h 980302"/>
                <a:gd name="connsiteX0" fmla="*/ 0 w 1647858"/>
                <a:gd name="connsiteY0" fmla="*/ 214183 h 1121659"/>
                <a:gd name="connsiteX1" fmla="*/ 90616 w 1647858"/>
                <a:gd name="connsiteY1" fmla="*/ 156519 h 1121659"/>
                <a:gd name="connsiteX2" fmla="*/ 131805 w 1647858"/>
                <a:gd name="connsiteY2" fmla="*/ 131805 h 1121659"/>
                <a:gd name="connsiteX3" fmla="*/ 172994 w 1647858"/>
                <a:gd name="connsiteY3" fmla="*/ 123567 h 1121659"/>
                <a:gd name="connsiteX4" fmla="*/ 329513 w 1647858"/>
                <a:gd name="connsiteY4" fmla="*/ 65902 h 1121659"/>
                <a:gd name="connsiteX5" fmla="*/ 395416 w 1647858"/>
                <a:gd name="connsiteY5" fmla="*/ 57665 h 1121659"/>
                <a:gd name="connsiteX6" fmla="*/ 659027 w 1647858"/>
                <a:gd name="connsiteY6" fmla="*/ 0 h 1121659"/>
                <a:gd name="connsiteX7" fmla="*/ 972065 w 1647858"/>
                <a:gd name="connsiteY7" fmla="*/ 16475 h 1121659"/>
                <a:gd name="connsiteX8" fmla="*/ 1046205 w 1647858"/>
                <a:gd name="connsiteY8" fmla="*/ 32951 h 1121659"/>
                <a:gd name="connsiteX9" fmla="*/ 1178011 w 1647858"/>
                <a:gd name="connsiteY9" fmla="*/ 49427 h 1121659"/>
                <a:gd name="connsiteX10" fmla="*/ 1293340 w 1647858"/>
                <a:gd name="connsiteY10" fmla="*/ 98854 h 1121659"/>
                <a:gd name="connsiteX11" fmla="*/ 1383957 w 1647858"/>
                <a:gd name="connsiteY11" fmla="*/ 164756 h 1121659"/>
                <a:gd name="connsiteX12" fmla="*/ 1466335 w 1647858"/>
                <a:gd name="connsiteY12" fmla="*/ 230659 h 1121659"/>
                <a:gd name="connsiteX13" fmla="*/ 1598140 w 1647858"/>
                <a:gd name="connsiteY13" fmla="*/ 403654 h 1121659"/>
                <a:gd name="connsiteX14" fmla="*/ 1614616 w 1647858"/>
                <a:gd name="connsiteY14" fmla="*/ 436605 h 1121659"/>
                <a:gd name="connsiteX15" fmla="*/ 1631092 w 1647858"/>
                <a:gd name="connsiteY15" fmla="*/ 634313 h 1121659"/>
                <a:gd name="connsiteX16" fmla="*/ 1647567 w 1647858"/>
                <a:gd name="connsiteY16" fmla="*/ 782594 h 1121659"/>
                <a:gd name="connsiteX17" fmla="*/ 1584488 w 1647858"/>
                <a:gd name="connsiteY17" fmla="*/ 1121659 h 1121659"/>
                <a:gd name="connsiteX0" fmla="*/ 0 w 1647743"/>
                <a:gd name="connsiteY0" fmla="*/ 214183 h 1021877"/>
                <a:gd name="connsiteX1" fmla="*/ 90616 w 1647743"/>
                <a:gd name="connsiteY1" fmla="*/ 156519 h 1021877"/>
                <a:gd name="connsiteX2" fmla="*/ 131805 w 1647743"/>
                <a:gd name="connsiteY2" fmla="*/ 131805 h 1021877"/>
                <a:gd name="connsiteX3" fmla="*/ 172994 w 1647743"/>
                <a:gd name="connsiteY3" fmla="*/ 123567 h 1021877"/>
                <a:gd name="connsiteX4" fmla="*/ 329513 w 1647743"/>
                <a:gd name="connsiteY4" fmla="*/ 65902 h 1021877"/>
                <a:gd name="connsiteX5" fmla="*/ 395416 w 1647743"/>
                <a:gd name="connsiteY5" fmla="*/ 57665 h 1021877"/>
                <a:gd name="connsiteX6" fmla="*/ 659027 w 1647743"/>
                <a:gd name="connsiteY6" fmla="*/ 0 h 1021877"/>
                <a:gd name="connsiteX7" fmla="*/ 972065 w 1647743"/>
                <a:gd name="connsiteY7" fmla="*/ 16475 h 1021877"/>
                <a:gd name="connsiteX8" fmla="*/ 1046205 w 1647743"/>
                <a:gd name="connsiteY8" fmla="*/ 32951 h 1021877"/>
                <a:gd name="connsiteX9" fmla="*/ 1178011 w 1647743"/>
                <a:gd name="connsiteY9" fmla="*/ 49427 h 1021877"/>
                <a:gd name="connsiteX10" fmla="*/ 1293340 w 1647743"/>
                <a:gd name="connsiteY10" fmla="*/ 98854 h 1021877"/>
                <a:gd name="connsiteX11" fmla="*/ 1383957 w 1647743"/>
                <a:gd name="connsiteY11" fmla="*/ 164756 h 1021877"/>
                <a:gd name="connsiteX12" fmla="*/ 1466335 w 1647743"/>
                <a:gd name="connsiteY12" fmla="*/ 230659 h 1021877"/>
                <a:gd name="connsiteX13" fmla="*/ 1598140 w 1647743"/>
                <a:gd name="connsiteY13" fmla="*/ 403654 h 1021877"/>
                <a:gd name="connsiteX14" fmla="*/ 1614616 w 1647743"/>
                <a:gd name="connsiteY14" fmla="*/ 436605 h 1021877"/>
                <a:gd name="connsiteX15" fmla="*/ 1631092 w 1647743"/>
                <a:gd name="connsiteY15" fmla="*/ 634313 h 1021877"/>
                <a:gd name="connsiteX16" fmla="*/ 1647567 w 1647743"/>
                <a:gd name="connsiteY16" fmla="*/ 782594 h 1021877"/>
                <a:gd name="connsiteX17" fmla="*/ 1533863 w 1647743"/>
                <a:gd name="connsiteY17" fmla="*/ 1021877 h 1021877"/>
                <a:gd name="connsiteX0" fmla="*/ 0 w 1631488"/>
                <a:gd name="connsiteY0" fmla="*/ 214183 h 1021877"/>
                <a:gd name="connsiteX1" fmla="*/ 90616 w 1631488"/>
                <a:gd name="connsiteY1" fmla="*/ 156519 h 1021877"/>
                <a:gd name="connsiteX2" fmla="*/ 131805 w 1631488"/>
                <a:gd name="connsiteY2" fmla="*/ 131805 h 1021877"/>
                <a:gd name="connsiteX3" fmla="*/ 172994 w 1631488"/>
                <a:gd name="connsiteY3" fmla="*/ 123567 h 1021877"/>
                <a:gd name="connsiteX4" fmla="*/ 329513 w 1631488"/>
                <a:gd name="connsiteY4" fmla="*/ 65902 h 1021877"/>
                <a:gd name="connsiteX5" fmla="*/ 395416 w 1631488"/>
                <a:gd name="connsiteY5" fmla="*/ 57665 h 1021877"/>
                <a:gd name="connsiteX6" fmla="*/ 659027 w 1631488"/>
                <a:gd name="connsiteY6" fmla="*/ 0 h 1021877"/>
                <a:gd name="connsiteX7" fmla="*/ 972065 w 1631488"/>
                <a:gd name="connsiteY7" fmla="*/ 16475 h 1021877"/>
                <a:gd name="connsiteX8" fmla="*/ 1046205 w 1631488"/>
                <a:gd name="connsiteY8" fmla="*/ 32951 h 1021877"/>
                <a:gd name="connsiteX9" fmla="*/ 1178011 w 1631488"/>
                <a:gd name="connsiteY9" fmla="*/ 49427 h 1021877"/>
                <a:gd name="connsiteX10" fmla="*/ 1293340 w 1631488"/>
                <a:gd name="connsiteY10" fmla="*/ 98854 h 1021877"/>
                <a:gd name="connsiteX11" fmla="*/ 1383957 w 1631488"/>
                <a:gd name="connsiteY11" fmla="*/ 164756 h 1021877"/>
                <a:gd name="connsiteX12" fmla="*/ 1466335 w 1631488"/>
                <a:gd name="connsiteY12" fmla="*/ 230659 h 1021877"/>
                <a:gd name="connsiteX13" fmla="*/ 1598140 w 1631488"/>
                <a:gd name="connsiteY13" fmla="*/ 403654 h 1021877"/>
                <a:gd name="connsiteX14" fmla="*/ 1614616 w 1631488"/>
                <a:gd name="connsiteY14" fmla="*/ 436605 h 1021877"/>
                <a:gd name="connsiteX15" fmla="*/ 1631092 w 1631488"/>
                <a:gd name="connsiteY15" fmla="*/ 634313 h 1021877"/>
                <a:gd name="connsiteX16" fmla="*/ 1596942 w 1631488"/>
                <a:gd name="connsiteY16" fmla="*/ 815854 h 1021877"/>
                <a:gd name="connsiteX17" fmla="*/ 1533863 w 1631488"/>
                <a:gd name="connsiteY17" fmla="*/ 1021877 h 1021877"/>
                <a:gd name="connsiteX0" fmla="*/ 0 w 1633301"/>
                <a:gd name="connsiteY0" fmla="*/ 214183 h 1021877"/>
                <a:gd name="connsiteX1" fmla="*/ 90616 w 1633301"/>
                <a:gd name="connsiteY1" fmla="*/ 156519 h 1021877"/>
                <a:gd name="connsiteX2" fmla="*/ 131805 w 1633301"/>
                <a:gd name="connsiteY2" fmla="*/ 131805 h 1021877"/>
                <a:gd name="connsiteX3" fmla="*/ 172994 w 1633301"/>
                <a:gd name="connsiteY3" fmla="*/ 123567 h 1021877"/>
                <a:gd name="connsiteX4" fmla="*/ 329513 w 1633301"/>
                <a:gd name="connsiteY4" fmla="*/ 65902 h 1021877"/>
                <a:gd name="connsiteX5" fmla="*/ 395416 w 1633301"/>
                <a:gd name="connsiteY5" fmla="*/ 57665 h 1021877"/>
                <a:gd name="connsiteX6" fmla="*/ 659027 w 1633301"/>
                <a:gd name="connsiteY6" fmla="*/ 0 h 1021877"/>
                <a:gd name="connsiteX7" fmla="*/ 972065 w 1633301"/>
                <a:gd name="connsiteY7" fmla="*/ 16475 h 1021877"/>
                <a:gd name="connsiteX8" fmla="*/ 1046205 w 1633301"/>
                <a:gd name="connsiteY8" fmla="*/ 32951 h 1021877"/>
                <a:gd name="connsiteX9" fmla="*/ 1178011 w 1633301"/>
                <a:gd name="connsiteY9" fmla="*/ 49427 h 1021877"/>
                <a:gd name="connsiteX10" fmla="*/ 1293340 w 1633301"/>
                <a:gd name="connsiteY10" fmla="*/ 98854 h 1021877"/>
                <a:gd name="connsiteX11" fmla="*/ 1383957 w 1633301"/>
                <a:gd name="connsiteY11" fmla="*/ 164756 h 1021877"/>
                <a:gd name="connsiteX12" fmla="*/ 1466335 w 1633301"/>
                <a:gd name="connsiteY12" fmla="*/ 230659 h 1021877"/>
                <a:gd name="connsiteX13" fmla="*/ 1598140 w 1633301"/>
                <a:gd name="connsiteY13" fmla="*/ 403654 h 1021877"/>
                <a:gd name="connsiteX14" fmla="*/ 1614616 w 1633301"/>
                <a:gd name="connsiteY14" fmla="*/ 436605 h 1021877"/>
                <a:gd name="connsiteX15" fmla="*/ 1631092 w 1633301"/>
                <a:gd name="connsiteY15" fmla="*/ 634313 h 1021877"/>
                <a:gd name="connsiteX16" fmla="*/ 1633103 w 1633301"/>
                <a:gd name="connsiteY16" fmla="*/ 824170 h 1021877"/>
                <a:gd name="connsiteX17" fmla="*/ 1533863 w 1633301"/>
                <a:gd name="connsiteY17" fmla="*/ 1021877 h 1021877"/>
                <a:gd name="connsiteX0" fmla="*/ 0 w 1633351"/>
                <a:gd name="connsiteY0" fmla="*/ 214183 h 1021877"/>
                <a:gd name="connsiteX1" fmla="*/ 90616 w 1633351"/>
                <a:gd name="connsiteY1" fmla="*/ 156519 h 1021877"/>
                <a:gd name="connsiteX2" fmla="*/ 131805 w 1633351"/>
                <a:gd name="connsiteY2" fmla="*/ 131805 h 1021877"/>
                <a:gd name="connsiteX3" fmla="*/ 172994 w 1633351"/>
                <a:gd name="connsiteY3" fmla="*/ 123567 h 1021877"/>
                <a:gd name="connsiteX4" fmla="*/ 329513 w 1633351"/>
                <a:gd name="connsiteY4" fmla="*/ 65902 h 1021877"/>
                <a:gd name="connsiteX5" fmla="*/ 395416 w 1633351"/>
                <a:gd name="connsiteY5" fmla="*/ 57665 h 1021877"/>
                <a:gd name="connsiteX6" fmla="*/ 659027 w 1633351"/>
                <a:gd name="connsiteY6" fmla="*/ 0 h 1021877"/>
                <a:gd name="connsiteX7" fmla="*/ 972065 w 1633351"/>
                <a:gd name="connsiteY7" fmla="*/ 16475 h 1021877"/>
                <a:gd name="connsiteX8" fmla="*/ 1046205 w 1633351"/>
                <a:gd name="connsiteY8" fmla="*/ 32951 h 1021877"/>
                <a:gd name="connsiteX9" fmla="*/ 1178011 w 1633351"/>
                <a:gd name="connsiteY9" fmla="*/ 49427 h 1021877"/>
                <a:gd name="connsiteX10" fmla="*/ 1293340 w 1633351"/>
                <a:gd name="connsiteY10" fmla="*/ 98854 h 1021877"/>
                <a:gd name="connsiteX11" fmla="*/ 1383957 w 1633351"/>
                <a:gd name="connsiteY11" fmla="*/ 164756 h 1021877"/>
                <a:gd name="connsiteX12" fmla="*/ 1466335 w 1633351"/>
                <a:gd name="connsiteY12" fmla="*/ 230659 h 1021877"/>
                <a:gd name="connsiteX13" fmla="*/ 1598140 w 1633351"/>
                <a:gd name="connsiteY13" fmla="*/ 403654 h 1021877"/>
                <a:gd name="connsiteX14" fmla="*/ 1614616 w 1633351"/>
                <a:gd name="connsiteY14" fmla="*/ 436605 h 1021877"/>
                <a:gd name="connsiteX15" fmla="*/ 1631092 w 1633351"/>
                <a:gd name="connsiteY15" fmla="*/ 634313 h 1021877"/>
                <a:gd name="connsiteX16" fmla="*/ 1560781 w 1633351"/>
                <a:gd name="connsiteY16" fmla="*/ 982158 h 1021877"/>
                <a:gd name="connsiteX17" fmla="*/ 1533863 w 1633351"/>
                <a:gd name="connsiteY17" fmla="*/ 1021877 h 1021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33351" h="1021877">
                  <a:moveTo>
                    <a:pt x="0" y="214183"/>
                  </a:moveTo>
                  <a:cubicBezTo>
                    <a:pt x="66681" y="160838"/>
                    <a:pt x="13825" y="198405"/>
                    <a:pt x="90616" y="156519"/>
                  </a:cubicBezTo>
                  <a:cubicBezTo>
                    <a:pt x="104672" y="148852"/>
                    <a:pt x="116939" y="137752"/>
                    <a:pt x="131805" y="131805"/>
                  </a:cubicBezTo>
                  <a:cubicBezTo>
                    <a:pt x="144805" y="126605"/>
                    <a:pt x="159264" y="126313"/>
                    <a:pt x="172994" y="123567"/>
                  </a:cubicBezTo>
                  <a:cubicBezTo>
                    <a:pt x="237575" y="94865"/>
                    <a:pt x="259135" y="81541"/>
                    <a:pt x="329513" y="65902"/>
                  </a:cubicBezTo>
                  <a:cubicBezTo>
                    <a:pt x="351124" y="61100"/>
                    <a:pt x="373448" y="60411"/>
                    <a:pt x="395416" y="57665"/>
                  </a:cubicBezTo>
                  <a:cubicBezTo>
                    <a:pt x="597574" y="-94"/>
                    <a:pt x="508685" y="13668"/>
                    <a:pt x="659027" y="0"/>
                  </a:cubicBezTo>
                  <a:cubicBezTo>
                    <a:pt x="763373" y="5492"/>
                    <a:pt x="867951" y="7614"/>
                    <a:pt x="972065" y="16475"/>
                  </a:cubicBezTo>
                  <a:cubicBezTo>
                    <a:pt x="997290" y="18622"/>
                    <a:pt x="1021207" y="28951"/>
                    <a:pt x="1046205" y="32951"/>
                  </a:cubicBezTo>
                  <a:cubicBezTo>
                    <a:pt x="1089926" y="39947"/>
                    <a:pt x="1134076" y="43935"/>
                    <a:pt x="1178011" y="49427"/>
                  </a:cubicBezTo>
                  <a:cubicBezTo>
                    <a:pt x="1216454" y="65903"/>
                    <a:pt x="1256848" y="78418"/>
                    <a:pt x="1293340" y="98854"/>
                  </a:cubicBezTo>
                  <a:cubicBezTo>
                    <a:pt x="1325927" y="117103"/>
                    <a:pt x="1354248" y="142121"/>
                    <a:pt x="1383957" y="164756"/>
                  </a:cubicBezTo>
                  <a:cubicBezTo>
                    <a:pt x="1411929" y="186068"/>
                    <a:pt x="1441469" y="205793"/>
                    <a:pt x="1466335" y="230659"/>
                  </a:cubicBezTo>
                  <a:cubicBezTo>
                    <a:pt x="1527308" y="291632"/>
                    <a:pt x="1557859" y="334602"/>
                    <a:pt x="1598140" y="403654"/>
                  </a:cubicBezTo>
                  <a:cubicBezTo>
                    <a:pt x="1604328" y="414261"/>
                    <a:pt x="1609124" y="425621"/>
                    <a:pt x="1614616" y="436605"/>
                  </a:cubicBezTo>
                  <a:cubicBezTo>
                    <a:pt x="1619761" y="503488"/>
                    <a:pt x="1640064" y="543388"/>
                    <a:pt x="1631092" y="634313"/>
                  </a:cubicBezTo>
                  <a:cubicBezTo>
                    <a:pt x="1622120" y="725238"/>
                    <a:pt x="1556651" y="932599"/>
                    <a:pt x="1560781" y="982158"/>
                  </a:cubicBezTo>
                  <a:cubicBezTo>
                    <a:pt x="1566273" y="1048061"/>
                    <a:pt x="1528371" y="955974"/>
                    <a:pt x="1533863" y="1021877"/>
                  </a:cubicBezTo>
                </a:path>
              </a:pathLst>
            </a:custGeom>
            <a:noFill/>
            <a:ln w="635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36" name="TextBox 235">
              <a:extLst>
                <a:ext uri="{FF2B5EF4-FFF2-40B4-BE49-F238E27FC236}">
                  <a16:creationId xmlns:a16="http://schemas.microsoft.com/office/drawing/2014/main" id="{3C5A5719-A729-EA10-0F56-2AAE6BD8EE54}"/>
                </a:ext>
              </a:extLst>
            </p:cNvPr>
            <p:cNvSpPr txBox="1"/>
            <p:nvPr/>
          </p:nvSpPr>
          <p:spPr>
            <a:xfrm>
              <a:off x="10219241" y="5032183"/>
              <a:ext cx="478016" cy="215444"/>
            </a:xfrm>
            <a:prstGeom prst="rect">
              <a:avLst/>
            </a:prstGeom>
            <a:noFill/>
            <a:ln>
              <a:noFill/>
            </a:ln>
          </p:spPr>
          <p:txBody>
            <a:bodyPr wrap="none" rtlCol="0">
              <a:spAutoFit/>
            </a:bodyPr>
            <a:lstStyle/>
            <a:p>
              <a:r>
                <a:rPr lang="en-US" sz="800" dirty="0"/>
                <a:t>Always</a:t>
              </a:r>
            </a:p>
          </p:txBody>
        </p:sp>
        <p:sp>
          <p:nvSpPr>
            <p:cNvPr id="282" name="TextBox 281">
              <a:extLst>
                <a:ext uri="{FF2B5EF4-FFF2-40B4-BE49-F238E27FC236}">
                  <a16:creationId xmlns:a16="http://schemas.microsoft.com/office/drawing/2014/main" id="{0429895E-2534-47C6-5FB2-8368C874BCBE}"/>
                </a:ext>
              </a:extLst>
            </p:cNvPr>
            <p:cNvSpPr txBox="1"/>
            <p:nvPr/>
          </p:nvSpPr>
          <p:spPr>
            <a:xfrm>
              <a:off x="9002742" y="2017753"/>
              <a:ext cx="1560171" cy="276999"/>
            </a:xfrm>
            <a:prstGeom prst="rect">
              <a:avLst/>
            </a:prstGeom>
            <a:noFill/>
            <a:ln>
              <a:noFill/>
            </a:ln>
          </p:spPr>
          <p:txBody>
            <a:bodyPr wrap="none" rtlCol="0">
              <a:spAutoFit/>
            </a:bodyPr>
            <a:lstStyle/>
            <a:p>
              <a:r>
                <a:rPr lang="en-US" sz="1200" dirty="0"/>
                <a:t>Op Phase Tracking SM</a:t>
              </a:r>
            </a:p>
          </p:txBody>
        </p:sp>
      </p:grpSp>
      <p:cxnSp>
        <p:nvCxnSpPr>
          <p:cNvPr id="299" name="Straight Connector 298">
            <a:extLst>
              <a:ext uri="{FF2B5EF4-FFF2-40B4-BE49-F238E27FC236}">
                <a16:creationId xmlns:a16="http://schemas.microsoft.com/office/drawing/2014/main" id="{B885F462-403F-B61D-E7D1-E0E9202E1BCC}"/>
              </a:ext>
            </a:extLst>
          </p:cNvPr>
          <p:cNvCxnSpPr>
            <a:cxnSpLocks/>
          </p:cNvCxnSpPr>
          <p:nvPr/>
        </p:nvCxnSpPr>
        <p:spPr>
          <a:xfrm flipV="1">
            <a:off x="6869111" y="3640309"/>
            <a:ext cx="1520910" cy="964410"/>
          </a:xfrm>
          <a:prstGeom prst="line">
            <a:avLst/>
          </a:prstGeom>
          <a:ln>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1" name="Straight Connector 300">
            <a:extLst>
              <a:ext uri="{FF2B5EF4-FFF2-40B4-BE49-F238E27FC236}">
                <a16:creationId xmlns:a16="http://schemas.microsoft.com/office/drawing/2014/main" id="{8E26FB8D-3723-3161-2E8A-76AD980F81B9}"/>
              </a:ext>
            </a:extLst>
          </p:cNvPr>
          <p:cNvCxnSpPr>
            <a:cxnSpLocks/>
          </p:cNvCxnSpPr>
          <p:nvPr/>
        </p:nvCxnSpPr>
        <p:spPr>
          <a:xfrm>
            <a:off x="6875876" y="5577162"/>
            <a:ext cx="2155829" cy="719364"/>
          </a:xfrm>
          <a:prstGeom prst="line">
            <a:avLst/>
          </a:prstGeom>
          <a:ln>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66A1130E-05B1-5955-2F8B-56A522A23D6F}"/>
              </a:ext>
            </a:extLst>
          </p:cNvPr>
          <p:cNvCxnSpPr>
            <a:cxnSpLocks/>
          </p:cNvCxnSpPr>
          <p:nvPr/>
        </p:nvCxnSpPr>
        <p:spPr>
          <a:xfrm flipV="1">
            <a:off x="2418850" y="1830099"/>
            <a:ext cx="325522" cy="356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A3F4F282-7B6A-F887-6A66-A3EF56BFDB48}"/>
              </a:ext>
            </a:extLst>
          </p:cNvPr>
          <p:cNvSpPr txBox="1"/>
          <p:nvPr/>
        </p:nvSpPr>
        <p:spPr>
          <a:xfrm>
            <a:off x="1849595" y="1630807"/>
            <a:ext cx="562975" cy="400110"/>
          </a:xfrm>
          <a:prstGeom prst="rect">
            <a:avLst/>
          </a:prstGeom>
          <a:noFill/>
          <a:ln w="12700">
            <a:solidFill>
              <a:schemeClr val="tx1"/>
            </a:solidFill>
          </a:ln>
        </p:spPr>
        <p:txBody>
          <a:bodyPr wrap="square" rtlCol="0">
            <a:spAutoFit/>
          </a:bodyPr>
          <a:lstStyle/>
          <a:p>
            <a:pPr algn="ctr"/>
            <a:r>
              <a:rPr lang="en-US" sz="1000" dirty="0"/>
              <a:t>10’s </a:t>
            </a:r>
            <a:r>
              <a:rPr lang="en-US" sz="1000" dirty="0" err="1"/>
              <a:t>Compl</a:t>
            </a:r>
            <a:endParaRPr lang="en-US" sz="1000" dirty="0"/>
          </a:p>
        </p:txBody>
      </p:sp>
      <p:sp>
        <p:nvSpPr>
          <p:cNvPr id="49" name="TextBox 48">
            <a:extLst>
              <a:ext uri="{FF2B5EF4-FFF2-40B4-BE49-F238E27FC236}">
                <a16:creationId xmlns:a16="http://schemas.microsoft.com/office/drawing/2014/main" id="{AD18C37A-4F77-D793-3AF6-E7F9EAC964CE}"/>
              </a:ext>
            </a:extLst>
          </p:cNvPr>
          <p:cNvSpPr txBox="1"/>
          <p:nvPr/>
        </p:nvSpPr>
        <p:spPr>
          <a:xfrm>
            <a:off x="3509519" y="972573"/>
            <a:ext cx="402674" cy="1015663"/>
          </a:xfrm>
          <a:prstGeom prst="rect">
            <a:avLst/>
          </a:prstGeom>
          <a:noFill/>
          <a:ln w="12700">
            <a:solidFill>
              <a:schemeClr val="tx1"/>
            </a:solidFill>
          </a:ln>
        </p:spPr>
        <p:txBody>
          <a:bodyPr wrap="none" rtlCol="0">
            <a:spAutoFit/>
          </a:bodyPr>
          <a:lstStyle/>
          <a:p>
            <a:pPr algn="ctr"/>
            <a:endParaRPr lang="en-US" sz="1000" dirty="0"/>
          </a:p>
          <a:p>
            <a:pPr algn="ctr"/>
            <a:endParaRPr lang="en-US" sz="1000" dirty="0"/>
          </a:p>
          <a:p>
            <a:pPr algn="ctr"/>
            <a:r>
              <a:rPr lang="en-US" sz="1000" dirty="0"/>
              <a:t>BCD</a:t>
            </a:r>
          </a:p>
          <a:p>
            <a:pPr algn="ctr"/>
            <a:r>
              <a:rPr lang="en-US" sz="1000" dirty="0"/>
              <a:t>Fix</a:t>
            </a:r>
          </a:p>
          <a:p>
            <a:pPr algn="ctr"/>
            <a:endParaRPr lang="en-US" sz="1000" dirty="0"/>
          </a:p>
          <a:p>
            <a:pPr algn="ctr"/>
            <a:endParaRPr lang="en-US" sz="1000" dirty="0"/>
          </a:p>
        </p:txBody>
      </p:sp>
      <p:cxnSp>
        <p:nvCxnSpPr>
          <p:cNvPr id="51" name="Straight Arrow Connector 50">
            <a:extLst>
              <a:ext uri="{FF2B5EF4-FFF2-40B4-BE49-F238E27FC236}">
                <a16:creationId xmlns:a16="http://schemas.microsoft.com/office/drawing/2014/main" id="{C0CB89B0-927C-878A-76B4-B771C0C1A61D}"/>
              </a:ext>
            </a:extLst>
          </p:cNvPr>
          <p:cNvCxnSpPr>
            <a:cxnSpLocks/>
            <a:endCxn id="49" idx="1"/>
          </p:cNvCxnSpPr>
          <p:nvPr/>
        </p:nvCxnSpPr>
        <p:spPr>
          <a:xfrm flipV="1">
            <a:off x="3088960" y="1480405"/>
            <a:ext cx="420559" cy="749"/>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EEC3EFD-159F-CE75-157A-77CB5051A8C2}"/>
              </a:ext>
            </a:extLst>
          </p:cNvPr>
          <p:cNvCxnSpPr>
            <a:cxnSpLocks/>
          </p:cNvCxnSpPr>
          <p:nvPr/>
        </p:nvCxnSpPr>
        <p:spPr>
          <a:xfrm>
            <a:off x="2971236" y="766785"/>
            <a:ext cx="121452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5223D56-B299-7157-40CB-31268202C9CE}"/>
              </a:ext>
            </a:extLst>
          </p:cNvPr>
          <p:cNvCxnSpPr>
            <a:cxnSpLocks/>
          </p:cNvCxnSpPr>
          <p:nvPr/>
        </p:nvCxnSpPr>
        <p:spPr>
          <a:xfrm>
            <a:off x="4185764" y="766624"/>
            <a:ext cx="0" cy="46384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D57A7B59-0FA1-8948-DA7C-87CA3DFF04CE}"/>
              </a:ext>
            </a:extLst>
          </p:cNvPr>
          <p:cNvSpPr txBox="1"/>
          <p:nvPr/>
        </p:nvSpPr>
        <p:spPr>
          <a:xfrm>
            <a:off x="9087853" y="1469449"/>
            <a:ext cx="443648" cy="338554"/>
          </a:xfrm>
          <a:prstGeom prst="rect">
            <a:avLst/>
          </a:prstGeom>
          <a:noFill/>
          <a:ln>
            <a:noFill/>
          </a:ln>
        </p:spPr>
        <p:txBody>
          <a:bodyPr wrap="none" rtlCol="0">
            <a:spAutoFit/>
          </a:bodyPr>
          <a:lstStyle/>
          <a:p>
            <a:r>
              <a:rPr lang="en-US" sz="1600" dirty="0" err="1"/>
              <a:t>Rst</a:t>
            </a:r>
            <a:endParaRPr lang="en-US" sz="1600" dirty="0"/>
          </a:p>
        </p:txBody>
      </p:sp>
      <p:sp>
        <p:nvSpPr>
          <p:cNvPr id="112" name="TextBox 111">
            <a:extLst>
              <a:ext uri="{FF2B5EF4-FFF2-40B4-BE49-F238E27FC236}">
                <a16:creationId xmlns:a16="http://schemas.microsoft.com/office/drawing/2014/main" id="{5EF5A84E-D7AF-C560-9C4C-3D8BE5CC37D0}"/>
              </a:ext>
            </a:extLst>
          </p:cNvPr>
          <p:cNvSpPr txBox="1"/>
          <p:nvPr/>
        </p:nvSpPr>
        <p:spPr>
          <a:xfrm>
            <a:off x="5880345" y="4246866"/>
            <a:ext cx="994183" cy="338554"/>
          </a:xfrm>
          <a:prstGeom prst="rect">
            <a:avLst/>
          </a:prstGeom>
          <a:noFill/>
          <a:ln>
            <a:noFill/>
          </a:ln>
        </p:spPr>
        <p:txBody>
          <a:bodyPr wrap="none" rtlCol="0">
            <a:spAutoFit/>
          </a:bodyPr>
          <a:lstStyle/>
          <a:p>
            <a:r>
              <a:rPr lang="en-US" sz="1600" dirty="0"/>
              <a:t>Phase SM</a:t>
            </a:r>
          </a:p>
        </p:txBody>
      </p:sp>
      <p:sp>
        <p:nvSpPr>
          <p:cNvPr id="113" name="Rectangle 112">
            <a:extLst>
              <a:ext uri="{FF2B5EF4-FFF2-40B4-BE49-F238E27FC236}">
                <a16:creationId xmlns:a16="http://schemas.microsoft.com/office/drawing/2014/main" id="{D715A896-066F-B110-9570-096473FE249B}"/>
              </a:ext>
            </a:extLst>
          </p:cNvPr>
          <p:cNvSpPr/>
          <p:nvPr/>
        </p:nvSpPr>
        <p:spPr>
          <a:xfrm>
            <a:off x="288759" y="612910"/>
            <a:ext cx="4703106" cy="6020498"/>
          </a:xfrm>
          <a:prstGeom prst="rect">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5" name="Rectangle 254">
            <a:extLst>
              <a:ext uri="{FF2B5EF4-FFF2-40B4-BE49-F238E27FC236}">
                <a16:creationId xmlns:a16="http://schemas.microsoft.com/office/drawing/2014/main" id="{61BEFEE8-F77B-F559-6A9F-3D22BB2438CC}"/>
              </a:ext>
            </a:extLst>
          </p:cNvPr>
          <p:cNvSpPr/>
          <p:nvPr/>
        </p:nvSpPr>
        <p:spPr>
          <a:xfrm>
            <a:off x="5101745" y="1385166"/>
            <a:ext cx="6537264" cy="5248231"/>
          </a:xfrm>
          <a:prstGeom prst="rect">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6" name="TextBox 255">
            <a:extLst>
              <a:ext uri="{FF2B5EF4-FFF2-40B4-BE49-F238E27FC236}">
                <a16:creationId xmlns:a16="http://schemas.microsoft.com/office/drawing/2014/main" id="{C654F06A-9813-779D-A820-E07B6ADFF707}"/>
              </a:ext>
            </a:extLst>
          </p:cNvPr>
          <p:cNvSpPr txBox="1"/>
          <p:nvPr/>
        </p:nvSpPr>
        <p:spPr>
          <a:xfrm>
            <a:off x="7592652" y="963288"/>
            <a:ext cx="1169423" cy="369332"/>
          </a:xfrm>
          <a:prstGeom prst="rect">
            <a:avLst/>
          </a:prstGeom>
          <a:noFill/>
          <a:ln>
            <a:noFill/>
          </a:ln>
        </p:spPr>
        <p:txBody>
          <a:bodyPr wrap="none" rtlCol="0">
            <a:spAutoFit/>
          </a:bodyPr>
          <a:lstStyle/>
          <a:p>
            <a:r>
              <a:rPr lang="en-US" dirty="0" err="1"/>
              <a:t>StatPhsRst</a:t>
            </a:r>
            <a:endParaRPr lang="en-US" dirty="0"/>
          </a:p>
        </p:txBody>
      </p:sp>
      <p:cxnSp>
        <p:nvCxnSpPr>
          <p:cNvPr id="277" name="Straight Arrow Connector 276">
            <a:extLst>
              <a:ext uri="{FF2B5EF4-FFF2-40B4-BE49-F238E27FC236}">
                <a16:creationId xmlns:a16="http://schemas.microsoft.com/office/drawing/2014/main" id="{1DF2F759-FC5D-BC5F-DBEF-3D6BFBCC1B8F}"/>
              </a:ext>
            </a:extLst>
          </p:cNvPr>
          <p:cNvCxnSpPr/>
          <p:nvPr/>
        </p:nvCxnSpPr>
        <p:spPr>
          <a:xfrm>
            <a:off x="5978892" y="2794295"/>
            <a:ext cx="291086"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78" name="TextBox 277">
            <a:extLst>
              <a:ext uri="{FF2B5EF4-FFF2-40B4-BE49-F238E27FC236}">
                <a16:creationId xmlns:a16="http://schemas.microsoft.com/office/drawing/2014/main" id="{276A2BF0-D66A-E692-B1B2-B8CF159094E6}"/>
              </a:ext>
            </a:extLst>
          </p:cNvPr>
          <p:cNvSpPr txBox="1"/>
          <p:nvPr/>
        </p:nvSpPr>
        <p:spPr>
          <a:xfrm>
            <a:off x="5164335" y="2680120"/>
            <a:ext cx="931665" cy="246221"/>
          </a:xfrm>
          <a:prstGeom prst="rect">
            <a:avLst/>
          </a:prstGeom>
          <a:noFill/>
          <a:ln>
            <a:noFill/>
          </a:ln>
        </p:spPr>
        <p:txBody>
          <a:bodyPr wrap="none" rtlCol="0">
            <a:spAutoFit/>
          </a:bodyPr>
          <a:lstStyle/>
          <a:p>
            <a:r>
              <a:rPr lang="en-US" sz="1000" dirty="0" err="1"/>
              <a:t>StatBitSel</a:t>
            </a:r>
            <a:r>
              <a:rPr lang="en-US" sz="1000" dirty="0"/>
              <a:t>[2:0]</a:t>
            </a:r>
          </a:p>
        </p:txBody>
      </p:sp>
      <p:cxnSp>
        <p:nvCxnSpPr>
          <p:cNvPr id="259" name="Straight Arrow Connector 258">
            <a:extLst>
              <a:ext uri="{FF2B5EF4-FFF2-40B4-BE49-F238E27FC236}">
                <a16:creationId xmlns:a16="http://schemas.microsoft.com/office/drawing/2014/main" id="{4316DB00-3C89-9EF2-A5DB-39050F11502E}"/>
              </a:ext>
            </a:extLst>
          </p:cNvPr>
          <p:cNvCxnSpPr/>
          <p:nvPr/>
        </p:nvCxnSpPr>
        <p:spPr>
          <a:xfrm>
            <a:off x="2968978" y="769902"/>
            <a:ext cx="0" cy="397369"/>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268" name="Group 267">
            <a:extLst>
              <a:ext uri="{FF2B5EF4-FFF2-40B4-BE49-F238E27FC236}">
                <a16:creationId xmlns:a16="http://schemas.microsoft.com/office/drawing/2014/main" id="{AD44B0ED-B5D9-F542-1E31-E4AECC063B62}"/>
              </a:ext>
            </a:extLst>
          </p:cNvPr>
          <p:cNvGrpSpPr/>
          <p:nvPr/>
        </p:nvGrpSpPr>
        <p:grpSpPr>
          <a:xfrm>
            <a:off x="2748381" y="946148"/>
            <a:ext cx="351869" cy="1088010"/>
            <a:chOff x="2748381" y="946148"/>
            <a:chExt cx="351869" cy="1088010"/>
          </a:xfrm>
        </p:grpSpPr>
        <p:grpSp>
          <p:nvGrpSpPr>
            <p:cNvPr id="145" name="Group 144">
              <a:extLst>
                <a:ext uri="{FF2B5EF4-FFF2-40B4-BE49-F238E27FC236}">
                  <a16:creationId xmlns:a16="http://schemas.microsoft.com/office/drawing/2014/main" id="{F24E95D5-8BE5-D9C6-F228-1B8FFC7DBCCB}"/>
                </a:ext>
              </a:extLst>
            </p:cNvPr>
            <p:cNvGrpSpPr/>
            <p:nvPr/>
          </p:nvGrpSpPr>
          <p:grpSpPr>
            <a:xfrm>
              <a:off x="2748381" y="946148"/>
              <a:ext cx="340970" cy="1088010"/>
              <a:chOff x="6096000" y="187779"/>
              <a:chExt cx="536121" cy="927637"/>
            </a:xfrm>
          </p:grpSpPr>
          <p:cxnSp>
            <p:nvCxnSpPr>
              <p:cNvPr id="33" name="Straight Connector 32">
                <a:extLst>
                  <a:ext uri="{FF2B5EF4-FFF2-40B4-BE49-F238E27FC236}">
                    <a16:creationId xmlns:a16="http://schemas.microsoft.com/office/drawing/2014/main" id="{37638B5C-7CB1-8699-F19D-D446A766DA43}"/>
                  </a:ext>
                </a:extLst>
              </p:cNvPr>
              <p:cNvCxnSpPr>
                <a:cxnSpLocks/>
              </p:cNvCxnSpPr>
              <p:nvPr/>
            </p:nvCxnSpPr>
            <p:spPr>
              <a:xfrm>
                <a:off x="6097909" y="759417"/>
                <a:ext cx="0" cy="35546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5932C30-7740-0A11-438C-64A717D3152D}"/>
                  </a:ext>
                </a:extLst>
              </p:cNvPr>
              <p:cNvCxnSpPr>
                <a:cxnSpLocks/>
              </p:cNvCxnSpPr>
              <p:nvPr/>
            </p:nvCxnSpPr>
            <p:spPr>
              <a:xfrm>
                <a:off x="6096000" y="191146"/>
                <a:ext cx="0" cy="35546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EC0F6E12-719D-8401-21F8-D91545186A97}"/>
                  </a:ext>
                </a:extLst>
              </p:cNvPr>
              <p:cNvCxnSpPr>
                <a:cxnSpLocks/>
              </p:cNvCxnSpPr>
              <p:nvPr/>
            </p:nvCxnSpPr>
            <p:spPr>
              <a:xfrm flipH="1">
                <a:off x="6101923" y="646533"/>
                <a:ext cx="163424" cy="11494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63F28A9-3C2A-0D09-74BB-09D787D884E5}"/>
                  </a:ext>
                </a:extLst>
              </p:cNvPr>
              <p:cNvCxnSpPr>
                <a:cxnSpLocks/>
              </p:cNvCxnSpPr>
              <p:nvPr/>
            </p:nvCxnSpPr>
            <p:spPr>
              <a:xfrm flipH="1" flipV="1">
                <a:off x="6096000" y="542441"/>
                <a:ext cx="172898" cy="104092"/>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7489A211-6DC3-25F6-608D-B86482B35D65}"/>
                  </a:ext>
                </a:extLst>
              </p:cNvPr>
              <p:cNvCxnSpPr>
                <a:cxnSpLocks/>
              </p:cNvCxnSpPr>
              <p:nvPr/>
            </p:nvCxnSpPr>
            <p:spPr>
              <a:xfrm>
                <a:off x="6629583" y="470807"/>
                <a:ext cx="0" cy="327644"/>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6" name="Straight Connector 115">
                <a:extLst>
                  <a:ext uri="{FF2B5EF4-FFF2-40B4-BE49-F238E27FC236}">
                    <a16:creationId xmlns:a16="http://schemas.microsoft.com/office/drawing/2014/main" id="{36A9C69C-6533-6C8E-576F-3E2E2CAFFF1B}"/>
                  </a:ext>
                </a:extLst>
              </p:cNvPr>
              <p:cNvCxnSpPr>
                <a:cxnSpLocks/>
              </p:cNvCxnSpPr>
              <p:nvPr/>
            </p:nvCxnSpPr>
            <p:spPr>
              <a:xfrm flipV="1">
                <a:off x="6096000" y="795618"/>
                <a:ext cx="534820" cy="31979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B839C678-DBDA-349E-5E54-00ACC982206F}"/>
                  </a:ext>
                </a:extLst>
              </p:cNvPr>
              <p:cNvCxnSpPr>
                <a:cxnSpLocks/>
              </p:cNvCxnSpPr>
              <p:nvPr/>
            </p:nvCxnSpPr>
            <p:spPr>
              <a:xfrm>
                <a:off x="6096000" y="187779"/>
                <a:ext cx="536121" cy="28575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62" name="TextBox 261">
              <a:extLst>
                <a:ext uri="{FF2B5EF4-FFF2-40B4-BE49-F238E27FC236}">
                  <a16:creationId xmlns:a16="http://schemas.microsoft.com/office/drawing/2014/main" id="{E777B1CB-4497-ACE4-1897-B69F46BAEFC0}"/>
                </a:ext>
              </a:extLst>
            </p:cNvPr>
            <p:cNvSpPr txBox="1"/>
            <p:nvPr/>
          </p:nvSpPr>
          <p:spPr>
            <a:xfrm>
              <a:off x="2812992" y="1311877"/>
              <a:ext cx="287258" cy="338554"/>
            </a:xfrm>
            <a:prstGeom prst="rect">
              <a:avLst/>
            </a:prstGeom>
            <a:noFill/>
            <a:ln>
              <a:noFill/>
            </a:ln>
          </p:spPr>
          <p:txBody>
            <a:bodyPr wrap="none" rtlCol="0">
              <a:spAutoFit/>
            </a:bodyPr>
            <a:lstStyle/>
            <a:p>
              <a:r>
                <a:rPr lang="en-US" sz="1600" dirty="0"/>
                <a:t>+</a:t>
              </a:r>
            </a:p>
          </p:txBody>
        </p:sp>
        <p:sp>
          <p:nvSpPr>
            <p:cNvPr id="267" name="TextBox 266">
              <a:extLst>
                <a:ext uri="{FF2B5EF4-FFF2-40B4-BE49-F238E27FC236}">
                  <a16:creationId xmlns:a16="http://schemas.microsoft.com/office/drawing/2014/main" id="{98DBB486-CBBD-A1D8-4454-8A0292816BD7}"/>
                </a:ext>
              </a:extLst>
            </p:cNvPr>
            <p:cNvSpPr txBox="1"/>
            <p:nvPr/>
          </p:nvSpPr>
          <p:spPr>
            <a:xfrm>
              <a:off x="2794099" y="1097418"/>
              <a:ext cx="282450" cy="246221"/>
            </a:xfrm>
            <a:prstGeom prst="rect">
              <a:avLst/>
            </a:prstGeom>
            <a:noFill/>
            <a:ln>
              <a:noFill/>
            </a:ln>
          </p:spPr>
          <p:txBody>
            <a:bodyPr wrap="none" rtlCol="0">
              <a:spAutoFit/>
            </a:bodyPr>
            <a:lstStyle/>
            <a:p>
              <a:r>
                <a:rPr lang="en-US" sz="1000" dirty="0"/>
                <a:t>Ci</a:t>
              </a:r>
            </a:p>
          </p:txBody>
        </p:sp>
      </p:grpSp>
    </p:spTree>
    <p:extLst>
      <p:ext uri="{BB962C8B-B14F-4D97-AF65-F5344CB8AC3E}">
        <p14:creationId xmlns:p14="http://schemas.microsoft.com/office/powerpoint/2010/main" val="7091075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2E897489-3377-9665-B6CE-23F8DEE16A33}"/>
              </a:ext>
            </a:extLst>
          </p:cNvPr>
          <p:cNvGrpSpPr/>
          <p:nvPr/>
        </p:nvGrpSpPr>
        <p:grpSpPr>
          <a:xfrm>
            <a:off x="4882315" y="3645884"/>
            <a:ext cx="1942167" cy="2734206"/>
            <a:chOff x="508706" y="305570"/>
            <a:chExt cx="1942167" cy="2734206"/>
          </a:xfrm>
        </p:grpSpPr>
        <p:sp>
          <p:nvSpPr>
            <p:cNvPr id="10" name="TextBox 9">
              <a:extLst>
                <a:ext uri="{FF2B5EF4-FFF2-40B4-BE49-F238E27FC236}">
                  <a16:creationId xmlns:a16="http://schemas.microsoft.com/office/drawing/2014/main" id="{2CD6377A-303C-AC30-DC78-C3818D92C1C9}"/>
                </a:ext>
              </a:extLst>
            </p:cNvPr>
            <p:cNvSpPr txBox="1"/>
            <p:nvPr/>
          </p:nvSpPr>
          <p:spPr>
            <a:xfrm>
              <a:off x="834886" y="477482"/>
              <a:ext cx="287258" cy="2554545"/>
            </a:xfrm>
            <a:prstGeom prst="rect">
              <a:avLst/>
            </a:prstGeom>
            <a:noFill/>
            <a:ln>
              <a:noFill/>
            </a:ln>
          </p:spPr>
          <p:txBody>
            <a:bodyPr wrap="none" rtlCol="0">
              <a:spAutoFit/>
            </a:bodyPr>
            <a:lstStyle/>
            <a:p>
              <a:r>
                <a:rPr lang="en-US" sz="800" dirty="0"/>
                <a:t>0</a:t>
              </a:r>
            </a:p>
            <a:p>
              <a:r>
                <a:rPr lang="en-US" sz="800" dirty="0"/>
                <a:t>1</a:t>
              </a:r>
            </a:p>
            <a:p>
              <a:r>
                <a:rPr lang="en-US" sz="800" dirty="0"/>
                <a:t>2</a:t>
              </a:r>
            </a:p>
            <a:p>
              <a:r>
                <a:rPr lang="en-US" sz="800" dirty="0"/>
                <a:t>3</a:t>
              </a:r>
            </a:p>
            <a:p>
              <a:r>
                <a:rPr lang="en-US" sz="800" dirty="0"/>
                <a:t>4</a:t>
              </a:r>
            </a:p>
            <a:p>
              <a:r>
                <a:rPr lang="en-US" sz="800" dirty="0"/>
                <a:t>5</a:t>
              </a:r>
            </a:p>
            <a:p>
              <a:r>
                <a:rPr lang="en-US" sz="800" dirty="0"/>
                <a:t>6</a:t>
              </a:r>
            </a:p>
            <a:p>
              <a:r>
                <a:rPr lang="en-US" sz="800" dirty="0"/>
                <a:t>7</a:t>
              </a:r>
            </a:p>
            <a:p>
              <a:r>
                <a:rPr lang="en-US" sz="800" dirty="0"/>
                <a:t>8</a:t>
              </a:r>
            </a:p>
            <a:p>
              <a:r>
                <a:rPr lang="en-US" sz="800" dirty="0"/>
                <a:t>9</a:t>
              </a:r>
            </a:p>
            <a:p>
              <a:r>
                <a:rPr lang="en-US" sz="800" dirty="0"/>
                <a:t>10</a:t>
              </a:r>
            </a:p>
            <a:p>
              <a:r>
                <a:rPr lang="en-US" sz="800" dirty="0"/>
                <a:t>11</a:t>
              </a:r>
            </a:p>
            <a:p>
              <a:r>
                <a:rPr lang="en-US" sz="800" dirty="0"/>
                <a:t>12</a:t>
              </a:r>
            </a:p>
            <a:p>
              <a:r>
                <a:rPr lang="en-US" sz="800" dirty="0"/>
                <a:t>13</a:t>
              </a:r>
            </a:p>
            <a:p>
              <a:r>
                <a:rPr lang="en-US" sz="800" dirty="0"/>
                <a:t>14</a:t>
              </a:r>
            </a:p>
            <a:p>
              <a:r>
                <a:rPr lang="en-US" sz="800" dirty="0"/>
                <a:t>15</a:t>
              </a:r>
            </a:p>
            <a:p>
              <a:r>
                <a:rPr lang="en-US" sz="800" dirty="0"/>
                <a:t>16</a:t>
              </a:r>
            </a:p>
            <a:p>
              <a:r>
                <a:rPr lang="en-US" sz="800" dirty="0"/>
                <a:t>17</a:t>
              </a:r>
            </a:p>
            <a:p>
              <a:r>
                <a:rPr lang="en-US" sz="800" dirty="0"/>
                <a:t>18</a:t>
              </a:r>
            </a:p>
            <a:p>
              <a:r>
                <a:rPr lang="en-US" sz="800" dirty="0"/>
                <a:t>19</a:t>
              </a:r>
            </a:p>
          </p:txBody>
        </p:sp>
        <p:sp>
          <p:nvSpPr>
            <p:cNvPr id="11" name="TextBox 10">
              <a:extLst>
                <a:ext uri="{FF2B5EF4-FFF2-40B4-BE49-F238E27FC236}">
                  <a16:creationId xmlns:a16="http://schemas.microsoft.com/office/drawing/2014/main" id="{469A3B8C-53E8-639B-43A8-F1906CAA2310}"/>
                </a:ext>
              </a:extLst>
            </p:cNvPr>
            <p:cNvSpPr txBox="1"/>
            <p:nvPr/>
          </p:nvSpPr>
          <p:spPr>
            <a:xfrm>
              <a:off x="1609405" y="480961"/>
              <a:ext cx="247184" cy="2554545"/>
            </a:xfrm>
            <a:prstGeom prst="rect">
              <a:avLst/>
            </a:prstGeom>
            <a:noFill/>
            <a:ln>
              <a:noFill/>
            </a:ln>
          </p:spPr>
          <p:txBody>
            <a:bodyPr wrap="none" rtlCol="0">
              <a:spAutoFit/>
            </a:bodyPr>
            <a:lstStyle/>
            <a:p>
              <a:r>
                <a:rPr lang="en-US" sz="800" dirty="0"/>
                <a:t>0</a:t>
              </a:r>
            </a:p>
            <a:p>
              <a:r>
                <a:rPr lang="en-US" sz="800" dirty="0"/>
                <a:t>1</a:t>
              </a:r>
            </a:p>
            <a:p>
              <a:r>
                <a:rPr lang="en-US" sz="800" dirty="0"/>
                <a:t>2</a:t>
              </a:r>
            </a:p>
            <a:p>
              <a:r>
                <a:rPr lang="en-US" sz="800" dirty="0"/>
                <a:t>3</a:t>
              </a:r>
            </a:p>
            <a:p>
              <a:r>
                <a:rPr lang="en-US" sz="800" dirty="0"/>
                <a:t>4</a:t>
              </a:r>
            </a:p>
            <a:p>
              <a:r>
                <a:rPr lang="en-US" sz="800" dirty="0"/>
                <a:t>5</a:t>
              </a:r>
            </a:p>
            <a:p>
              <a:r>
                <a:rPr lang="en-US" sz="800" dirty="0"/>
                <a:t>6</a:t>
              </a:r>
            </a:p>
            <a:p>
              <a:r>
                <a:rPr lang="en-US" sz="800" dirty="0"/>
                <a:t>7</a:t>
              </a:r>
            </a:p>
            <a:p>
              <a:r>
                <a:rPr lang="en-US" sz="800" dirty="0"/>
                <a:t>8</a:t>
              </a:r>
            </a:p>
            <a:p>
              <a:r>
                <a:rPr lang="en-US" sz="800" dirty="0"/>
                <a:t>9</a:t>
              </a:r>
            </a:p>
            <a:p>
              <a:r>
                <a:rPr lang="en-US" sz="800" dirty="0"/>
                <a:t>A</a:t>
              </a:r>
            </a:p>
            <a:p>
              <a:r>
                <a:rPr lang="en-US" sz="800" dirty="0"/>
                <a:t>B</a:t>
              </a:r>
            </a:p>
            <a:p>
              <a:r>
                <a:rPr lang="en-US" sz="800" dirty="0"/>
                <a:t>C</a:t>
              </a:r>
            </a:p>
            <a:p>
              <a:r>
                <a:rPr lang="en-US" sz="800" dirty="0"/>
                <a:t>D</a:t>
              </a:r>
            </a:p>
            <a:p>
              <a:r>
                <a:rPr lang="en-US" sz="800" dirty="0"/>
                <a:t>E</a:t>
              </a:r>
            </a:p>
            <a:p>
              <a:r>
                <a:rPr lang="en-US" sz="800" dirty="0"/>
                <a:t>F</a:t>
              </a:r>
            </a:p>
            <a:p>
              <a:r>
                <a:rPr lang="en-US" sz="800" dirty="0"/>
                <a:t>0</a:t>
              </a:r>
            </a:p>
            <a:p>
              <a:r>
                <a:rPr lang="en-US" sz="800" dirty="0"/>
                <a:t>1</a:t>
              </a:r>
            </a:p>
            <a:p>
              <a:r>
                <a:rPr lang="en-US" sz="800" dirty="0"/>
                <a:t>2</a:t>
              </a:r>
            </a:p>
            <a:p>
              <a:r>
                <a:rPr lang="en-US" sz="800" dirty="0"/>
                <a:t>3</a:t>
              </a:r>
            </a:p>
          </p:txBody>
        </p:sp>
        <p:sp>
          <p:nvSpPr>
            <p:cNvPr id="12" name="TextBox 11">
              <a:extLst>
                <a:ext uri="{FF2B5EF4-FFF2-40B4-BE49-F238E27FC236}">
                  <a16:creationId xmlns:a16="http://schemas.microsoft.com/office/drawing/2014/main" id="{4CFEED81-DC95-B5F4-342E-108A5DAB1AD4}"/>
                </a:ext>
              </a:extLst>
            </p:cNvPr>
            <p:cNvSpPr txBox="1"/>
            <p:nvPr/>
          </p:nvSpPr>
          <p:spPr>
            <a:xfrm>
              <a:off x="508706" y="305570"/>
              <a:ext cx="712054" cy="215444"/>
            </a:xfrm>
            <a:prstGeom prst="rect">
              <a:avLst/>
            </a:prstGeom>
            <a:noFill/>
            <a:ln>
              <a:noFill/>
            </a:ln>
          </p:spPr>
          <p:txBody>
            <a:bodyPr wrap="none" rtlCol="0">
              <a:spAutoFit/>
            </a:bodyPr>
            <a:lstStyle/>
            <a:p>
              <a:r>
                <a:rPr lang="en-US" sz="800" dirty="0"/>
                <a:t>Op1+Op2+Ci</a:t>
              </a:r>
            </a:p>
          </p:txBody>
        </p:sp>
        <p:cxnSp>
          <p:nvCxnSpPr>
            <p:cNvPr id="13" name="Straight Connector 12">
              <a:extLst>
                <a:ext uri="{FF2B5EF4-FFF2-40B4-BE49-F238E27FC236}">
                  <a16:creationId xmlns:a16="http://schemas.microsoft.com/office/drawing/2014/main" id="{C3DBE9BC-AA75-C3E5-712F-3D8645258503}"/>
                </a:ext>
              </a:extLst>
            </p:cNvPr>
            <p:cNvCxnSpPr>
              <a:cxnSpLocks/>
            </p:cNvCxnSpPr>
            <p:nvPr/>
          </p:nvCxnSpPr>
          <p:spPr>
            <a:xfrm>
              <a:off x="601195" y="519428"/>
              <a:ext cx="176907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72D3C3A-950C-6BD2-1D9E-83E061486E3A}"/>
                </a:ext>
              </a:extLst>
            </p:cNvPr>
            <p:cNvSpPr txBox="1"/>
            <p:nvPr/>
          </p:nvSpPr>
          <p:spPr>
            <a:xfrm>
              <a:off x="1243791" y="308175"/>
              <a:ext cx="707245" cy="215444"/>
            </a:xfrm>
            <a:prstGeom prst="rect">
              <a:avLst/>
            </a:prstGeom>
            <a:noFill/>
            <a:ln>
              <a:noFill/>
            </a:ln>
          </p:spPr>
          <p:txBody>
            <a:bodyPr wrap="none" rtlCol="0">
              <a:spAutoFit/>
            </a:bodyPr>
            <a:lstStyle/>
            <a:p>
              <a:r>
                <a:rPr lang="en-US" sz="800" dirty="0"/>
                <a:t>Co        Sum1</a:t>
              </a:r>
            </a:p>
          </p:txBody>
        </p:sp>
        <p:sp>
          <p:nvSpPr>
            <p:cNvPr id="15" name="TextBox 14">
              <a:extLst>
                <a:ext uri="{FF2B5EF4-FFF2-40B4-BE49-F238E27FC236}">
                  <a16:creationId xmlns:a16="http://schemas.microsoft.com/office/drawing/2014/main" id="{6D5B8875-8241-34AD-DFA0-3A777E23ACB6}"/>
                </a:ext>
              </a:extLst>
            </p:cNvPr>
            <p:cNvSpPr txBox="1"/>
            <p:nvPr/>
          </p:nvSpPr>
          <p:spPr>
            <a:xfrm>
              <a:off x="1276277" y="480961"/>
              <a:ext cx="235962" cy="2554545"/>
            </a:xfrm>
            <a:prstGeom prst="rect">
              <a:avLst/>
            </a:prstGeom>
            <a:noFill/>
            <a:ln>
              <a:noFill/>
            </a:ln>
          </p:spPr>
          <p:txBody>
            <a:bodyPr wrap="none" rtlCol="0">
              <a:spAutoFit/>
            </a:bodyPr>
            <a:lstStyle/>
            <a:p>
              <a:r>
                <a:rPr lang="en-US" sz="800" dirty="0"/>
                <a:t>0</a:t>
              </a:r>
            </a:p>
            <a:p>
              <a:r>
                <a:rPr lang="en-US" sz="800" dirty="0"/>
                <a:t>0</a:t>
              </a:r>
            </a:p>
            <a:p>
              <a:r>
                <a:rPr lang="en-US" sz="800" dirty="0"/>
                <a:t>0</a:t>
              </a:r>
            </a:p>
            <a:p>
              <a:r>
                <a:rPr lang="en-US" sz="800" dirty="0"/>
                <a:t>0</a:t>
              </a:r>
            </a:p>
            <a:p>
              <a:r>
                <a:rPr lang="en-US" sz="800" dirty="0"/>
                <a:t>0</a:t>
              </a:r>
            </a:p>
            <a:p>
              <a:r>
                <a:rPr lang="en-US" sz="800" dirty="0"/>
                <a:t>0</a:t>
              </a:r>
            </a:p>
            <a:p>
              <a:r>
                <a:rPr lang="en-US" sz="800" dirty="0"/>
                <a:t>0</a:t>
              </a:r>
            </a:p>
            <a:p>
              <a:r>
                <a:rPr lang="en-US" sz="800" dirty="0"/>
                <a:t>0</a:t>
              </a:r>
            </a:p>
            <a:p>
              <a:r>
                <a:rPr lang="en-US" sz="800" dirty="0"/>
                <a:t>0</a:t>
              </a:r>
            </a:p>
            <a:p>
              <a:r>
                <a:rPr lang="en-US" sz="800" dirty="0"/>
                <a:t>0</a:t>
              </a:r>
            </a:p>
            <a:p>
              <a:r>
                <a:rPr lang="en-US" sz="800" dirty="0"/>
                <a:t>0</a:t>
              </a:r>
            </a:p>
            <a:p>
              <a:r>
                <a:rPr lang="en-US" sz="800" dirty="0"/>
                <a:t>0</a:t>
              </a:r>
            </a:p>
            <a:p>
              <a:r>
                <a:rPr lang="en-US" sz="800" dirty="0"/>
                <a:t>0</a:t>
              </a:r>
            </a:p>
            <a:p>
              <a:r>
                <a:rPr lang="en-US" sz="800" dirty="0"/>
                <a:t>0</a:t>
              </a:r>
            </a:p>
            <a:p>
              <a:r>
                <a:rPr lang="en-US" sz="800" dirty="0"/>
                <a:t>0</a:t>
              </a:r>
            </a:p>
            <a:p>
              <a:r>
                <a:rPr lang="en-US" sz="800" dirty="0"/>
                <a:t>0</a:t>
              </a:r>
            </a:p>
            <a:p>
              <a:r>
                <a:rPr lang="en-US" sz="800" dirty="0"/>
                <a:t>1</a:t>
              </a:r>
            </a:p>
            <a:p>
              <a:r>
                <a:rPr lang="en-US" sz="800" dirty="0"/>
                <a:t>1</a:t>
              </a:r>
            </a:p>
            <a:p>
              <a:r>
                <a:rPr lang="en-US" sz="800" dirty="0"/>
                <a:t>1</a:t>
              </a:r>
            </a:p>
            <a:p>
              <a:r>
                <a:rPr lang="en-US" sz="800" dirty="0"/>
                <a:t>1</a:t>
              </a:r>
            </a:p>
          </p:txBody>
        </p:sp>
        <p:sp>
          <p:nvSpPr>
            <p:cNvPr id="16" name="TextBox 15">
              <a:extLst>
                <a:ext uri="{FF2B5EF4-FFF2-40B4-BE49-F238E27FC236}">
                  <a16:creationId xmlns:a16="http://schemas.microsoft.com/office/drawing/2014/main" id="{0B86783A-A931-9C1E-821A-927F83927A60}"/>
                </a:ext>
              </a:extLst>
            </p:cNvPr>
            <p:cNvSpPr txBox="1"/>
            <p:nvPr/>
          </p:nvSpPr>
          <p:spPr>
            <a:xfrm>
              <a:off x="2162975" y="485231"/>
              <a:ext cx="235962" cy="2554545"/>
            </a:xfrm>
            <a:prstGeom prst="rect">
              <a:avLst/>
            </a:prstGeom>
            <a:noFill/>
            <a:ln>
              <a:noFill/>
            </a:ln>
          </p:spPr>
          <p:txBody>
            <a:bodyPr wrap="none" rtlCol="0">
              <a:spAutoFit/>
            </a:bodyPr>
            <a:lstStyle/>
            <a:p>
              <a:r>
                <a:rPr lang="en-US" sz="800" dirty="0"/>
                <a:t>0</a:t>
              </a:r>
            </a:p>
            <a:p>
              <a:r>
                <a:rPr lang="en-US" sz="800" dirty="0"/>
                <a:t>1</a:t>
              </a:r>
            </a:p>
            <a:p>
              <a:r>
                <a:rPr lang="en-US" sz="800" dirty="0"/>
                <a:t>2</a:t>
              </a:r>
            </a:p>
            <a:p>
              <a:r>
                <a:rPr lang="en-US" sz="800" dirty="0"/>
                <a:t>3</a:t>
              </a:r>
            </a:p>
            <a:p>
              <a:r>
                <a:rPr lang="en-US" sz="800" dirty="0"/>
                <a:t>4</a:t>
              </a:r>
            </a:p>
            <a:p>
              <a:r>
                <a:rPr lang="en-US" sz="800" dirty="0"/>
                <a:t>5</a:t>
              </a:r>
            </a:p>
            <a:p>
              <a:r>
                <a:rPr lang="en-US" sz="800" dirty="0"/>
                <a:t>6</a:t>
              </a:r>
            </a:p>
            <a:p>
              <a:r>
                <a:rPr lang="en-US" sz="800" dirty="0"/>
                <a:t>7</a:t>
              </a:r>
            </a:p>
            <a:p>
              <a:r>
                <a:rPr lang="en-US" sz="800" dirty="0"/>
                <a:t>8</a:t>
              </a:r>
            </a:p>
            <a:p>
              <a:r>
                <a:rPr lang="en-US" sz="800" dirty="0"/>
                <a:t>9</a:t>
              </a:r>
            </a:p>
            <a:p>
              <a:r>
                <a:rPr lang="en-US" sz="800" dirty="0"/>
                <a:t>0</a:t>
              </a:r>
            </a:p>
            <a:p>
              <a:r>
                <a:rPr lang="en-US" sz="800" dirty="0"/>
                <a:t>1</a:t>
              </a:r>
            </a:p>
            <a:p>
              <a:r>
                <a:rPr lang="en-US" sz="800" dirty="0"/>
                <a:t>2</a:t>
              </a:r>
            </a:p>
            <a:p>
              <a:r>
                <a:rPr lang="en-US" sz="800" dirty="0"/>
                <a:t>3</a:t>
              </a:r>
            </a:p>
            <a:p>
              <a:r>
                <a:rPr lang="en-US" sz="800" dirty="0"/>
                <a:t>4</a:t>
              </a:r>
            </a:p>
            <a:p>
              <a:r>
                <a:rPr lang="en-US" sz="800" dirty="0"/>
                <a:t>5</a:t>
              </a:r>
            </a:p>
            <a:p>
              <a:r>
                <a:rPr lang="en-US" sz="800" dirty="0"/>
                <a:t>6</a:t>
              </a:r>
            </a:p>
            <a:p>
              <a:r>
                <a:rPr lang="en-US" sz="800" dirty="0"/>
                <a:t>7</a:t>
              </a:r>
            </a:p>
            <a:p>
              <a:r>
                <a:rPr lang="en-US" sz="800" dirty="0"/>
                <a:t>8</a:t>
              </a:r>
            </a:p>
            <a:p>
              <a:r>
                <a:rPr lang="en-US" sz="800" dirty="0"/>
                <a:t>9</a:t>
              </a:r>
            </a:p>
          </p:txBody>
        </p:sp>
        <p:sp>
          <p:nvSpPr>
            <p:cNvPr id="17" name="TextBox 16">
              <a:extLst>
                <a:ext uri="{FF2B5EF4-FFF2-40B4-BE49-F238E27FC236}">
                  <a16:creationId xmlns:a16="http://schemas.microsoft.com/office/drawing/2014/main" id="{FC1EC6DC-926F-7A6A-4253-208FE7795A51}"/>
                </a:ext>
              </a:extLst>
            </p:cNvPr>
            <p:cNvSpPr txBox="1"/>
            <p:nvPr/>
          </p:nvSpPr>
          <p:spPr>
            <a:xfrm>
              <a:off x="1947658" y="485231"/>
              <a:ext cx="235962" cy="2554545"/>
            </a:xfrm>
            <a:prstGeom prst="rect">
              <a:avLst/>
            </a:prstGeom>
            <a:noFill/>
            <a:ln>
              <a:noFill/>
            </a:ln>
          </p:spPr>
          <p:txBody>
            <a:bodyPr wrap="none" rtlCol="0">
              <a:spAutoFit/>
            </a:bodyPr>
            <a:lstStyle/>
            <a:p>
              <a:r>
                <a:rPr lang="en-US" sz="800" dirty="0"/>
                <a:t>0</a:t>
              </a:r>
            </a:p>
            <a:p>
              <a:r>
                <a:rPr lang="en-US" sz="800" dirty="0"/>
                <a:t>0</a:t>
              </a:r>
            </a:p>
            <a:p>
              <a:r>
                <a:rPr lang="en-US" sz="800" dirty="0"/>
                <a:t>0</a:t>
              </a:r>
            </a:p>
            <a:p>
              <a:r>
                <a:rPr lang="en-US" sz="800" dirty="0"/>
                <a:t>0</a:t>
              </a:r>
            </a:p>
            <a:p>
              <a:r>
                <a:rPr lang="en-US" sz="800" dirty="0"/>
                <a:t>0</a:t>
              </a:r>
            </a:p>
            <a:p>
              <a:r>
                <a:rPr lang="en-US" sz="800" dirty="0"/>
                <a:t>0</a:t>
              </a:r>
            </a:p>
            <a:p>
              <a:r>
                <a:rPr lang="en-US" sz="800" dirty="0"/>
                <a:t>0</a:t>
              </a:r>
            </a:p>
            <a:p>
              <a:r>
                <a:rPr lang="en-US" sz="800" dirty="0"/>
                <a:t>0</a:t>
              </a:r>
            </a:p>
            <a:p>
              <a:r>
                <a:rPr lang="en-US" sz="800" dirty="0"/>
                <a:t>0</a:t>
              </a:r>
            </a:p>
            <a:p>
              <a:r>
                <a:rPr lang="en-US" sz="800" dirty="0"/>
                <a:t>0</a:t>
              </a:r>
            </a:p>
            <a:p>
              <a:r>
                <a:rPr lang="en-US" sz="800" dirty="0"/>
                <a:t>1</a:t>
              </a:r>
            </a:p>
            <a:p>
              <a:r>
                <a:rPr lang="en-US" sz="800" dirty="0"/>
                <a:t>1</a:t>
              </a:r>
            </a:p>
            <a:p>
              <a:r>
                <a:rPr lang="en-US" sz="800" dirty="0"/>
                <a:t>1</a:t>
              </a:r>
            </a:p>
            <a:p>
              <a:r>
                <a:rPr lang="en-US" sz="800" dirty="0"/>
                <a:t>1</a:t>
              </a:r>
            </a:p>
            <a:p>
              <a:r>
                <a:rPr lang="en-US" sz="800" dirty="0"/>
                <a:t>1</a:t>
              </a:r>
            </a:p>
            <a:p>
              <a:r>
                <a:rPr lang="en-US" sz="800" dirty="0"/>
                <a:t>1</a:t>
              </a:r>
            </a:p>
            <a:p>
              <a:r>
                <a:rPr lang="en-US" sz="800" dirty="0"/>
                <a:t>1</a:t>
              </a:r>
            </a:p>
            <a:p>
              <a:r>
                <a:rPr lang="en-US" sz="800" dirty="0"/>
                <a:t>1</a:t>
              </a:r>
            </a:p>
            <a:p>
              <a:r>
                <a:rPr lang="en-US" sz="800" dirty="0"/>
                <a:t>1</a:t>
              </a:r>
            </a:p>
            <a:p>
              <a:r>
                <a:rPr lang="en-US" sz="800" dirty="0"/>
                <a:t>1</a:t>
              </a:r>
            </a:p>
          </p:txBody>
        </p:sp>
        <p:sp>
          <p:nvSpPr>
            <p:cNvPr id="18" name="TextBox 17">
              <a:extLst>
                <a:ext uri="{FF2B5EF4-FFF2-40B4-BE49-F238E27FC236}">
                  <a16:creationId xmlns:a16="http://schemas.microsoft.com/office/drawing/2014/main" id="{0E9EB19A-14D8-C370-01D4-6AAF754189A9}"/>
                </a:ext>
              </a:extLst>
            </p:cNvPr>
            <p:cNvSpPr txBox="1"/>
            <p:nvPr/>
          </p:nvSpPr>
          <p:spPr>
            <a:xfrm>
              <a:off x="1944003" y="306904"/>
              <a:ext cx="506870" cy="215444"/>
            </a:xfrm>
            <a:prstGeom prst="rect">
              <a:avLst/>
            </a:prstGeom>
            <a:noFill/>
            <a:ln>
              <a:noFill/>
            </a:ln>
          </p:spPr>
          <p:txBody>
            <a:bodyPr wrap="none" rtlCol="0">
              <a:spAutoFit/>
            </a:bodyPr>
            <a:lstStyle/>
            <a:p>
              <a:r>
                <a:rPr lang="en-US" sz="800" dirty="0"/>
                <a:t>C   SUM</a:t>
              </a:r>
            </a:p>
          </p:txBody>
        </p:sp>
      </p:grpSp>
      <p:grpSp>
        <p:nvGrpSpPr>
          <p:cNvPr id="92" name="Group 91">
            <a:extLst>
              <a:ext uri="{FF2B5EF4-FFF2-40B4-BE49-F238E27FC236}">
                <a16:creationId xmlns:a16="http://schemas.microsoft.com/office/drawing/2014/main" id="{2950CD9B-86DD-2A98-6632-A90E6E643D53}"/>
              </a:ext>
            </a:extLst>
          </p:cNvPr>
          <p:cNvGrpSpPr/>
          <p:nvPr/>
        </p:nvGrpSpPr>
        <p:grpSpPr>
          <a:xfrm>
            <a:off x="7067988" y="3804719"/>
            <a:ext cx="4350377" cy="2400855"/>
            <a:chOff x="4674519" y="3483309"/>
            <a:chExt cx="4350377" cy="2400855"/>
          </a:xfrm>
        </p:grpSpPr>
        <p:cxnSp>
          <p:nvCxnSpPr>
            <p:cNvPr id="19" name="Straight Arrow Connector 18">
              <a:extLst>
                <a:ext uri="{FF2B5EF4-FFF2-40B4-BE49-F238E27FC236}">
                  <a16:creationId xmlns:a16="http://schemas.microsoft.com/office/drawing/2014/main" id="{6FBCD22A-74BB-5C75-24E4-8CB81BD1B3CB}"/>
                </a:ext>
              </a:extLst>
            </p:cNvPr>
            <p:cNvCxnSpPr>
              <a:cxnSpLocks/>
            </p:cNvCxnSpPr>
            <p:nvPr/>
          </p:nvCxnSpPr>
          <p:spPr>
            <a:xfrm>
              <a:off x="5777909" y="4305976"/>
              <a:ext cx="1750898"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B9BB47B-A3B8-56EE-5DA8-BA095BEB03B4}"/>
                </a:ext>
              </a:extLst>
            </p:cNvPr>
            <p:cNvSpPr txBox="1"/>
            <p:nvPr/>
          </p:nvSpPr>
          <p:spPr>
            <a:xfrm>
              <a:off x="5742197" y="5340441"/>
              <a:ext cx="250390" cy="246221"/>
            </a:xfrm>
            <a:prstGeom prst="rect">
              <a:avLst/>
            </a:prstGeom>
            <a:noFill/>
            <a:ln>
              <a:noFill/>
            </a:ln>
          </p:spPr>
          <p:txBody>
            <a:bodyPr wrap="none" rtlCol="0">
              <a:spAutoFit/>
            </a:bodyPr>
            <a:lstStyle/>
            <a:p>
              <a:r>
                <a:rPr lang="en-US" sz="1000" dirty="0"/>
                <a:t>9</a:t>
              </a:r>
            </a:p>
          </p:txBody>
        </p:sp>
        <p:cxnSp>
          <p:nvCxnSpPr>
            <p:cNvPr id="21" name="Straight Connector 20">
              <a:extLst>
                <a:ext uri="{FF2B5EF4-FFF2-40B4-BE49-F238E27FC236}">
                  <a16:creationId xmlns:a16="http://schemas.microsoft.com/office/drawing/2014/main" id="{DFD96D68-FC5D-34EB-EE28-999260DEF7F4}"/>
                </a:ext>
              </a:extLst>
            </p:cNvPr>
            <p:cNvCxnSpPr>
              <a:cxnSpLocks/>
            </p:cNvCxnSpPr>
            <p:nvPr/>
          </p:nvCxnSpPr>
          <p:spPr>
            <a:xfrm flipH="1" flipV="1">
              <a:off x="5902379" y="4305976"/>
              <a:ext cx="2548" cy="104152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8AF9172-976D-5CC4-C351-8DDFF183A06E}"/>
                </a:ext>
              </a:extLst>
            </p:cNvPr>
            <p:cNvCxnSpPr>
              <a:cxnSpLocks/>
            </p:cNvCxnSpPr>
            <p:nvPr/>
          </p:nvCxnSpPr>
          <p:spPr>
            <a:xfrm>
              <a:off x="7868360" y="4606615"/>
              <a:ext cx="653992"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4A61CEF5-4EC1-0A1B-E302-FFE1559A152D}"/>
                </a:ext>
              </a:extLst>
            </p:cNvPr>
            <p:cNvSpPr txBox="1"/>
            <p:nvPr/>
          </p:nvSpPr>
          <p:spPr>
            <a:xfrm>
              <a:off x="8444137" y="4483504"/>
              <a:ext cx="434734" cy="246221"/>
            </a:xfrm>
            <a:prstGeom prst="rect">
              <a:avLst/>
            </a:prstGeom>
            <a:noFill/>
            <a:ln>
              <a:noFill/>
            </a:ln>
          </p:spPr>
          <p:txBody>
            <a:bodyPr wrap="none" rtlCol="0">
              <a:spAutoFit/>
            </a:bodyPr>
            <a:lstStyle/>
            <a:p>
              <a:r>
                <a:rPr lang="en-US" sz="1000" dirty="0"/>
                <a:t>SUM</a:t>
              </a:r>
            </a:p>
          </p:txBody>
        </p:sp>
        <p:cxnSp>
          <p:nvCxnSpPr>
            <p:cNvPr id="24" name="Straight Arrow Connector 23">
              <a:extLst>
                <a:ext uri="{FF2B5EF4-FFF2-40B4-BE49-F238E27FC236}">
                  <a16:creationId xmlns:a16="http://schemas.microsoft.com/office/drawing/2014/main" id="{BC492F3F-F09D-D815-C560-38EC66DFD37E}"/>
                </a:ext>
              </a:extLst>
            </p:cNvPr>
            <p:cNvCxnSpPr>
              <a:cxnSpLocks/>
            </p:cNvCxnSpPr>
            <p:nvPr/>
          </p:nvCxnSpPr>
          <p:spPr>
            <a:xfrm>
              <a:off x="7765694" y="5088168"/>
              <a:ext cx="274464"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37C295E-60B9-C9DE-3787-ADF8C7E9D336}"/>
                </a:ext>
              </a:extLst>
            </p:cNvPr>
            <p:cNvCxnSpPr>
              <a:cxnSpLocks/>
            </p:cNvCxnSpPr>
            <p:nvPr/>
          </p:nvCxnSpPr>
          <p:spPr>
            <a:xfrm>
              <a:off x="7765694" y="4877017"/>
              <a:ext cx="0" cy="21115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83F4CF6B-3F12-91D1-F9FC-7F14945C8A40}"/>
                </a:ext>
              </a:extLst>
            </p:cNvPr>
            <p:cNvSpPr txBox="1"/>
            <p:nvPr/>
          </p:nvSpPr>
          <p:spPr>
            <a:xfrm>
              <a:off x="8444136" y="5058460"/>
              <a:ext cx="580760" cy="246221"/>
            </a:xfrm>
            <a:prstGeom prst="rect">
              <a:avLst/>
            </a:prstGeom>
            <a:noFill/>
            <a:ln>
              <a:noFill/>
            </a:ln>
          </p:spPr>
          <p:txBody>
            <a:bodyPr wrap="square" rtlCol="0">
              <a:spAutoFit/>
            </a:bodyPr>
            <a:lstStyle/>
            <a:p>
              <a:r>
                <a:rPr lang="en-US" sz="1000" dirty="0" err="1"/>
                <a:t>CarryO</a:t>
              </a:r>
              <a:endParaRPr lang="en-US" sz="1000" dirty="0"/>
            </a:p>
          </p:txBody>
        </p:sp>
        <p:cxnSp>
          <p:nvCxnSpPr>
            <p:cNvPr id="27" name="Straight Arrow Connector 26">
              <a:extLst>
                <a:ext uri="{FF2B5EF4-FFF2-40B4-BE49-F238E27FC236}">
                  <a16:creationId xmlns:a16="http://schemas.microsoft.com/office/drawing/2014/main" id="{0C71837C-9AD2-9C77-902F-8C92EABA1499}"/>
                </a:ext>
              </a:extLst>
            </p:cNvPr>
            <p:cNvCxnSpPr>
              <a:cxnSpLocks/>
            </p:cNvCxnSpPr>
            <p:nvPr/>
          </p:nvCxnSpPr>
          <p:spPr>
            <a:xfrm>
              <a:off x="5014278" y="3984676"/>
              <a:ext cx="418316"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51471064-173B-8116-FE53-7AD7B3238A64}"/>
                </a:ext>
              </a:extLst>
            </p:cNvPr>
            <p:cNvCxnSpPr>
              <a:cxnSpLocks/>
            </p:cNvCxnSpPr>
            <p:nvPr/>
          </p:nvCxnSpPr>
          <p:spPr>
            <a:xfrm>
              <a:off x="5014278" y="4640895"/>
              <a:ext cx="418316"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E1B16285-7983-F695-AF22-FC7A59A53EAE}"/>
                </a:ext>
              </a:extLst>
            </p:cNvPr>
            <p:cNvGrpSpPr/>
            <p:nvPr/>
          </p:nvGrpSpPr>
          <p:grpSpPr>
            <a:xfrm>
              <a:off x="5436070" y="3764413"/>
              <a:ext cx="371290" cy="1088010"/>
              <a:chOff x="3668687" y="706982"/>
              <a:chExt cx="371290" cy="1088010"/>
            </a:xfrm>
          </p:grpSpPr>
          <p:grpSp>
            <p:nvGrpSpPr>
              <p:cNvPr id="30" name="Group 29">
                <a:extLst>
                  <a:ext uri="{FF2B5EF4-FFF2-40B4-BE49-F238E27FC236}">
                    <a16:creationId xmlns:a16="http://schemas.microsoft.com/office/drawing/2014/main" id="{4372C893-E3DD-72A5-7571-AF030F85513B}"/>
                  </a:ext>
                </a:extLst>
              </p:cNvPr>
              <p:cNvGrpSpPr/>
              <p:nvPr/>
            </p:nvGrpSpPr>
            <p:grpSpPr>
              <a:xfrm>
                <a:off x="3668687" y="706982"/>
                <a:ext cx="340970" cy="1088010"/>
                <a:chOff x="6096000" y="187779"/>
                <a:chExt cx="536121" cy="927637"/>
              </a:xfrm>
            </p:grpSpPr>
            <p:cxnSp>
              <p:nvCxnSpPr>
                <p:cNvPr id="35" name="Straight Connector 34">
                  <a:extLst>
                    <a:ext uri="{FF2B5EF4-FFF2-40B4-BE49-F238E27FC236}">
                      <a16:creationId xmlns:a16="http://schemas.microsoft.com/office/drawing/2014/main" id="{92DCDA6C-47BC-5A16-738E-95ECBDCDB5EB}"/>
                    </a:ext>
                  </a:extLst>
                </p:cNvPr>
                <p:cNvCxnSpPr>
                  <a:cxnSpLocks/>
                </p:cNvCxnSpPr>
                <p:nvPr/>
              </p:nvCxnSpPr>
              <p:spPr>
                <a:xfrm>
                  <a:off x="6097909" y="735677"/>
                  <a:ext cx="5" cy="37920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899110D-28A1-2FA6-A483-BFE27392ABBA}"/>
                    </a:ext>
                  </a:extLst>
                </p:cNvPr>
                <p:cNvCxnSpPr>
                  <a:cxnSpLocks/>
                </p:cNvCxnSpPr>
                <p:nvPr/>
              </p:nvCxnSpPr>
              <p:spPr>
                <a:xfrm>
                  <a:off x="6096000" y="191146"/>
                  <a:ext cx="1904" cy="37495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C622DC3-A7FB-98D1-6629-75C33431FAF8}"/>
                    </a:ext>
                  </a:extLst>
                </p:cNvPr>
                <p:cNvCxnSpPr>
                  <a:cxnSpLocks/>
                </p:cNvCxnSpPr>
                <p:nvPr/>
              </p:nvCxnSpPr>
              <p:spPr>
                <a:xfrm flipH="1">
                  <a:off x="6097909" y="651592"/>
                  <a:ext cx="133844" cy="8408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2997DC0-BCD4-7301-ECF6-3384508D707E}"/>
                    </a:ext>
                  </a:extLst>
                </p:cNvPr>
                <p:cNvCxnSpPr>
                  <a:cxnSpLocks/>
                </p:cNvCxnSpPr>
                <p:nvPr/>
              </p:nvCxnSpPr>
              <p:spPr>
                <a:xfrm>
                  <a:off x="6630855" y="470807"/>
                  <a:ext cx="0" cy="327644"/>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AE87A065-3A70-CFE9-87B8-46E733FC0585}"/>
                    </a:ext>
                  </a:extLst>
                </p:cNvPr>
                <p:cNvCxnSpPr>
                  <a:cxnSpLocks/>
                </p:cNvCxnSpPr>
                <p:nvPr/>
              </p:nvCxnSpPr>
              <p:spPr>
                <a:xfrm flipV="1">
                  <a:off x="6096000" y="795618"/>
                  <a:ext cx="534820" cy="31979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EB6F8FD-3C0C-95CA-6301-A07BD3B746AD}"/>
                    </a:ext>
                  </a:extLst>
                </p:cNvPr>
                <p:cNvCxnSpPr>
                  <a:cxnSpLocks/>
                </p:cNvCxnSpPr>
                <p:nvPr/>
              </p:nvCxnSpPr>
              <p:spPr>
                <a:xfrm>
                  <a:off x="6096000" y="187779"/>
                  <a:ext cx="536121" cy="28575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1" name="TextBox 30">
                <a:extLst>
                  <a:ext uri="{FF2B5EF4-FFF2-40B4-BE49-F238E27FC236}">
                    <a16:creationId xmlns:a16="http://schemas.microsoft.com/office/drawing/2014/main" id="{B8A347F5-8070-33B8-F117-70419E34026E}"/>
                  </a:ext>
                </a:extLst>
              </p:cNvPr>
              <p:cNvSpPr txBox="1"/>
              <p:nvPr/>
            </p:nvSpPr>
            <p:spPr>
              <a:xfrm>
                <a:off x="3721572" y="1071749"/>
                <a:ext cx="287258" cy="338554"/>
              </a:xfrm>
              <a:prstGeom prst="rect">
                <a:avLst/>
              </a:prstGeom>
              <a:noFill/>
              <a:ln>
                <a:noFill/>
              </a:ln>
            </p:spPr>
            <p:txBody>
              <a:bodyPr wrap="none" rtlCol="0">
                <a:spAutoFit/>
              </a:bodyPr>
              <a:lstStyle/>
              <a:p>
                <a:r>
                  <a:rPr lang="en-US" sz="1600" dirty="0"/>
                  <a:t>+</a:t>
                </a:r>
              </a:p>
            </p:txBody>
          </p:sp>
          <p:sp>
            <p:nvSpPr>
              <p:cNvPr id="32" name="TextBox 31">
                <a:extLst>
                  <a:ext uri="{FF2B5EF4-FFF2-40B4-BE49-F238E27FC236}">
                    <a16:creationId xmlns:a16="http://schemas.microsoft.com/office/drawing/2014/main" id="{87CCDDA9-7ABF-4788-F5C7-565A33C54742}"/>
                  </a:ext>
                </a:extLst>
              </p:cNvPr>
              <p:cNvSpPr txBox="1"/>
              <p:nvPr/>
            </p:nvSpPr>
            <p:spPr>
              <a:xfrm>
                <a:off x="3719055" y="871665"/>
                <a:ext cx="282450" cy="246221"/>
              </a:xfrm>
              <a:prstGeom prst="rect">
                <a:avLst/>
              </a:prstGeom>
              <a:noFill/>
              <a:ln>
                <a:noFill/>
              </a:ln>
            </p:spPr>
            <p:txBody>
              <a:bodyPr wrap="none" rtlCol="0">
                <a:spAutoFit/>
              </a:bodyPr>
              <a:lstStyle/>
              <a:p>
                <a:r>
                  <a:rPr lang="en-US" sz="1000" dirty="0"/>
                  <a:t>Ci</a:t>
                </a:r>
              </a:p>
            </p:txBody>
          </p:sp>
          <p:sp>
            <p:nvSpPr>
              <p:cNvPr id="33" name="TextBox 32">
                <a:extLst>
                  <a:ext uri="{FF2B5EF4-FFF2-40B4-BE49-F238E27FC236}">
                    <a16:creationId xmlns:a16="http://schemas.microsoft.com/office/drawing/2014/main" id="{7183ABA6-5348-C34D-FDED-0CBBB57A75FA}"/>
                  </a:ext>
                </a:extLst>
              </p:cNvPr>
              <p:cNvSpPr txBox="1"/>
              <p:nvPr/>
            </p:nvSpPr>
            <p:spPr>
              <a:xfrm>
                <a:off x="3719055" y="1326734"/>
                <a:ext cx="320922" cy="246221"/>
              </a:xfrm>
              <a:prstGeom prst="rect">
                <a:avLst/>
              </a:prstGeom>
              <a:noFill/>
              <a:ln>
                <a:noFill/>
              </a:ln>
            </p:spPr>
            <p:txBody>
              <a:bodyPr wrap="none" rtlCol="0">
                <a:spAutoFit/>
              </a:bodyPr>
              <a:lstStyle/>
              <a:p>
                <a:r>
                  <a:rPr lang="en-US" sz="1000" dirty="0"/>
                  <a:t>Co</a:t>
                </a:r>
              </a:p>
            </p:txBody>
          </p:sp>
          <p:cxnSp>
            <p:nvCxnSpPr>
              <p:cNvPr id="34" name="Straight Connector 33">
                <a:extLst>
                  <a:ext uri="{FF2B5EF4-FFF2-40B4-BE49-F238E27FC236}">
                    <a16:creationId xmlns:a16="http://schemas.microsoft.com/office/drawing/2014/main" id="{5521FF02-11DE-4F3D-D3D8-7709D5DEBD3B}"/>
                  </a:ext>
                </a:extLst>
              </p:cNvPr>
              <p:cNvCxnSpPr>
                <a:cxnSpLocks/>
              </p:cNvCxnSpPr>
              <p:nvPr/>
            </p:nvCxnSpPr>
            <p:spPr>
              <a:xfrm flipH="1" flipV="1">
                <a:off x="3669897" y="1150708"/>
                <a:ext cx="85125" cy="10027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19EF90FE-D224-D052-0808-81C948103E94}"/>
                </a:ext>
              </a:extLst>
            </p:cNvPr>
            <p:cNvGrpSpPr/>
            <p:nvPr/>
          </p:nvGrpSpPr>
          <p:grpSpPr>
            <a:xfrm>
              <a:off x="7528829" y="4052206"/>
              <a:ext cx="371290" cy="1088010"/>
              <a:chOff x="3668687" y="706982"/>
              <a:chExt cx="371290" cy="1088010"/>
            </a:xfrm>
          </p:grpSpPr>
          <p:grpSp>
            <p:nvGrpSpPr>
              <p:cNvPr id="42" name="Group 41">
                <a:extLst>
                  <a:ext uri="{FF2B5EF4-FFF2-40B4-BE49-F238E27FC236}">
                    <a16:creationId xmlns:a16="http://schemas.microsoft.com/office/drawing/2014/main" id="{FD53CD01-AAF7-BC17-69F1-C57CAF04A87E}"/>
                  </a:ext>
                </a:extLst>
              </p:cNvPr>
              <p:cNvGrpSpPr/>
              <p:nvPr/>
            </p:nvGrpSpPr>
            <p:grpSpPr>
              <a:xfrm>
                <a:off x="3668687" y="706982"/>
                <a:ext cx="340970" cy="1088010"/>
                <a:chOff x="6096000" y="187779"/>
                <a:chExt cx="536121" cy="927637"/>
              </a:xfrm>
            </p:grpSpPr>
            <p:cxnSp>
              <p:nvCxnSpPr>
                <p:cNvPr id="47" name="Straight Connector 46">
                  <a:extLst>
                    <a:ext uri="{FF2B5EF4-FFF2-40B4-BE49-F238E27FC236}">
                      <a16:creationId xmlns:a16="http://schemas.microsoft.com/office/drawing/2014/main" id="{D1E8BA4A-B1EF-128F-910B-419E1E0CE4C1}"/>
                    </a:ext>
                  </a:extLst>
                </p:cNvPr>
                <p:cNvCxnSpPr>
                  <a:cxnSpLocks/>
                </p:cNvCxnSpPr>
                <p:nvPr/>
              </p:nvCxnSpPr>
              <p:spPr>
                <a:xfrm>
                  <a:off x="6097909" y="735677"/>
                  <a:ext cx="5" cy="37920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9F527736-BD40-BD72-5366-9803A95098E4}"/>
                    </a:ext>
                  </a:extLst>
                </p:cNvPr>
                <p:cNvCxnSpPr>
                  <a:cxnSpLocks/>
                </p:cNvCxnSpPr>
                <p:nvPr/>
              </p:nvCxnSpPr>
              <p:spPr>
                <a:xfrm>
                  <a:off x="6096000" y="191146"/>
                  <a:ext cx="1904" cy="37495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8CB49A0-CE9D-51EC-6CE1-056CD259622C}"/>
                    </a:ext>
                  </a:extLst>
                </p:cNvPr>
                <p:cNvCxnSpPr>
                  <a:cxnSpLocks/>
                </p:cNvCxnSpPr>
                <p:nvPr/>
              </p:nvCxnSpPr>
              <p:spPr>
                <a:xfrm flipH="1">
                  <a:off x="6097909" y="651592"/>
                  <a:ext cx="133844" cy="8408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981C029-FA3C-7058-DA05-C5C614C34E34}"/>
                    </a:ext>
                  </a:extLst>
                </p:cNvPr>
                <p:cNvCxnSpPr>
                  <a:cxnSpLocks/>
                </p:cNvCxnSpPr>
                <p:nvPr/>
              </p:nvCxnSpPr>
              <p:spPr>
                <a:xfrm>
                  <a:off x="6630855" y="470807"/>
                  <a:ext cx="0" cy="327644"/>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E87FAF89-1CF4-B072-05BB-76698724DE6B}"/>
                    </a:ext>
                  </a:extLst>
                </p:cNvPr>
                <p:cNvCxnSpPr>
                  <a:cxnSpLocks/>
                </p:cNvCxnSpPr>
                <p:nvPr/>
              </p:nvCxnSpPr>
              <p:spPr>
                <a:xfrm flipV="1">
                  <a:off x="6096000" y="795618"/>
                  <a:ext cx="534820" cy="31979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3E3BB682-6E8C-B959-09D5-7AAAEFAC6FEF}"/>
                    </a:ext>
                  </a:extLst>
                </p:cNvPr>
                <p:cNvCxnSpPr>
                  <a:cxnSpLocks/>
                </p:cNvCxnSpPr>
                <p:nvPr/>
              </p:nvCxnSpPr>
              <p:spPr>
                <a:xfrm>
                  <a:off x="6096000" y="187779"/>
                  <a:ext cx="536121" cy="28575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3" name="TextBox 42">
                <a:extLst>
                  <a:ext uri="{FF2B5EF4-FFF2-40B4-BE49-F238E27FC236}">
                    <a16:creationId xmlns:a16="http://schemas.microsoft.com/office/drawing/2014/main" id="{A5242975-98D5-5374-AB00-9F6AEC03173E}"/>
                  </a:ext>
                </a:extLst>
              </p:cNvPr>
              <p:cNvSpPr txBox="1"/>
              <p:nvPr/>
            </p:nvSpPr>
            <p:spPr>
              <a:xfrm>
                <a:off x="3721572" y="1071749"/>
                <a:ext cx="287258" cy="338554"/>
              </a:xfrm>
              <a:prstGeom prst="rect">
                <a:avLst/>
              </a:prstGeom>
              <a:noFill/>
              <a:ln>
                <a:noFill/>
              </a:ln>
            </p:spPr>
            <p:txBody>
              <a:bodyPr wrap="none" rtlCol="0">
                <a:spAutoFit/>
              </a:bodyPr>
              <a:lstStyle/>
              <a:p>
                <a:r>
                  <a:rPr lang="en-US" sz="1600" dirty="0"/>
                  <a:t>+</a:t>
                </a:r>
              </a:p>
            </p:txBody>
          </p:sp>
          <p:sp>
            <p:nvSpPr>
              <p:cNvPr id="44" name="TextBox 43">
                <a:extLst>
                  <a:ext uri="{FF2B5EF4-FFF2-40B4-BE49-F238E27FC236}">
                    <a16:creationId xmlns:a16="http://schemas.microsoft.com/office/drawing/2014/main" id="{2E690BE7-919C-DC71-91EB-F4CFBEF4F6EC}"/>
                  </a:ext>
                </a:extLst>
              </p:cNvPr>
              <p:cNvSpPr txBox="1"/>
              <p:nvPr/>
            </p:nvSpPr>
            <p:spPr>
              <a:xfrm>
                <a:off x="3719055" y="871665"/>
                <a:ext cx="282450" cy="246221"/>
              </a:xfrm>
              <a:prstGeom prst="rect">
                <a:avLst/>
              </a:prstGeom>
              <a:noFill/>
              <a:ln>
                <a:noFill/>
              </a:ln>
            </p:spPr>
            <p:txBody>
              <a:bodyPr wrap="none" rtlCol="0">
                <a:spAutoFit/>
              </a:bodyPr>
              <a:lstStyle/>
              <a:p>
                <a:r>
                  <a:rPr lang="en-US" sz="1000" dirty="0"/>
                  <a:t>Ci</a:t>
                </a:r>
              </a:p>
            </p:txBody>
          </p:sp>
          <p:sp>
            <p:nvSpPr>
              <p:cNvPr id="45" name="TextBox 44">
                <a:extLst>
                  <a:ext uri="{FF2B5EF4-FFF2-40B4-BE49-F238E27FC236}">
                    <a16:creationId xmlns:a16="http://schemas.microsoft.com/office/drawing/2014/main" id="{C82E1E94-828A-A8D4-FA94-9D4223F105A4}"/>
                  </a:ext>
                </a:extLst>
              </p:cNvPr>
              <p:cNvSpPr txBox="1"/>
              <p:nvPr/>
            </p:nvSpPr>
            <p:spPr>
              <a:xfrm>
                <a:off x="3719055" y="1326734"/>
                <a:ext cx="320922" cy="246221"/>
              </a:xfrm>
              <a:prstGeom prst="rect">
                <a:avLst/>
              </a:prstGeom>
              <a:noFill/>
              <a:ln>
                <a:noFill/>
              </a:ln>
            </p:spPr>
            <p:txBody>
              <a:bodyPr wrap="none" rtlCol="0">
                <a:spAutoFit/>
              </a:bodyPr>
              <a:lstStyle/>
              <a:p>
                <a:r>
                  <a:rPr lang="en-US" sz="1000" dirty="0"/>
                  <a:t>Co</a:t>
                </a:r>
              </a:p>
            </p:txBody>
          </p:sp>
          <p:cxnSp>
            <p:nvCxnSpPr>
              <p:cNvPr id="46" name="Straight Connector 45">
                <a:extLst>
                  <a:ext uri="{FF2B5EF4-FFF2-40B4-BE49-F238E27FC236}">
                    <a16:creationId xmlns:a16="http://schemas.microsoft.com/office/drawing/2014/main" id="{2B38C65D-9838-BC2E-547C-B77461E58AE5}"/>
                  </a:ext>
                </a:extLst>
              </p:cNvPr>
              <p:cNvCxnSpPr>
                <a:cxnSpLocks/>
              </p:cNvCxnSpPr>
              <p:nvPr/>
            </p:nvCxnSpPr>
            <p:spPr>
              <a:xfrm flipH="1" flipV="1">
                <a:off x="3669897" y="1150708"/>
                <a:ext cx="85125" cy="10027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53" name="TextBox 52">
              <a:extLst>
                <a:ext uri="{FF2B5EF4-FFF2-40B4-BE49-F238E27FC236}">
                  <a16:creationId xmlns:a16="http://schemas.microsoft.com/office/drawing/2014/main" id="{29C04443-9699-82F6-042C-60B69BE63A82}"/>
                </a:ext>
              </a:extLst>
            </p:cNvPr>
            <p:cNvSpPr txBox="1"/>
            <p:nvPr/>
          </p:nvSpPr>
          <p:spPr>
            <a:xfrm>
              <a:off x="4674519" y="3850151"/>
              <a:ext cx="402674" cy="246221"/>
            </a:xfrm>
            <a:prstGeom prst="rect">
              <a:avLst/>
            </a:prstGeom>
            <a:noFill/>
            <a:ln>
              <a:noFill/>
            </a:ln>
          </p:spPr>
          <p:txBody>
            <a:bodyPr wrap="none" rtlCol="0">
              <a:spAutoFit/>
            </a:bodyPr>
            <a:lstStyle/>
            <a:p>
              <a:r>
                <a:rPr lang="en-US" sz="1000" dirty="0"/>
                <a:t>Op1</a:t>
              </a:r>
            </a:p>
          </p:txBody>
        </p:sp>
        <p:sp>
          <p:nvSpPr>
            <p:cNvPr id="54" name="TextBox 53">
              <a:extLst>
                <a:ext uri="{FF2B5EF4-FFF2-40B4-BE49-F238E27FC236}">
                  <a16:creationId xmlns:a16="http://schemas.microsoft.com/office/drawing/2014/main" id="{97880DEB-6648-DABF-933C-2B0133773957}"/>
                </a:ext>
              </a:extLst>
            </p:cNvPr>
            <p:cNvSpPr txBox="1"/>
            <p:nvPr/>
          </p:nvSpPr>
          <p:spPr>
            <a:xfrm>
              <a:off x="4674519" y="4509306"/>
              <a:ext cx="402674" cy="246221"/>
            </a:xfrm>
            <a:prstGeom prst="rect">
              <a:avLst/>
            </a:prstGeom>
            <a:noFill/>
            <a:ln>
              <a:noFill/>
            </a:ln>
          </p:spPr>
          <p:txBody>
            <a:bodyPr wrap="none" rtlCol="0">
              <a:spAutoFit/>
            </a:bodyPr>
            <a:lstStyle/>
            <a:p>
              <a:r>
                <a:rPr lang="en-US" sz="1000" dirty="0"/>
                <a:t>Op2</a:t>
              </a:r>
            </a:p>
          </p:txBody>
        </p:sp>
        <p:cxnSp>
          <p:nvCxnSpPr>
            <p:cNvPr id="55" name="Straight Arrow Connector 54">
              <a:extLst>
                <a:ext uri="{FF2B5EF4-FFF2-40B4-BE49-F238E27FC236}">
                  <a16:creationId xmlns:a16="http://schemas.microsoft.com/office/drawing/2014/main" id="{33544712-25C6-2383-3AB6-57719E563E1E}"/>
                </a:ext>
              </a:extLst>
            </p:cNvPr>
            <p:cNvCxnSpPr>
              <a:cxnSpLocks/>
              <a:endCxn id="32" idx="0"/>
            </p:cNvCxnSpPr>
            <p:nvPr/>
          </p:nvCxnSpPr>
          <p:spPr>
            <a:xfrm>
              <a:off x="5627663" y="3596050"/>
              <a:ext cx="0" cy="33304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9D65092-CF95-91F9-A10E-7A2685C5DA44}"/>
                </a:ext>
              </a:extLst>
            </p:cNvPr>
            <p:cNvCxnSpPr/>
            <p:nvPr/>
          </p:nvCxnSpPr>
          <p:spPr>
            <a:xfrm flipH="1">
              <a:off x="5014278" y="3596050"/>
              <a:ext cx="613385"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EA1E7F75-1EBE-6304-DE2C-8222B870E663}"/>
                </a:ext>
              </a:extLst>
            </p:cNvPr>
            <p:cNvSpPr txBox="1"/>
            <p:nvPr/>
          </p:nvSpPr>
          <p:spPr>
            <a:xfrm>
              <a:off x="4784852" y="3483309"/>
              <a:ext cx="282450" cy="246221"/>
            </a:xfrm>
            <a:prstGeom prst="rect">
              <a:avLst/>
            </a:prstGeom>
            <a:noFill/>
            <a:ln>
              <a:noFill/>
            </a:ln>
          </p:spPr>
          <p:txBody>
            <a:bodyPr wrap="none" rtlCol="0">
              <a:spAutoFit/>
            </a:bodyPr>
            <a:lstStyle/>
            <a:p>
              <a:r>
                <a:rPr lang="en-US" sz="1000" dirty="0"/>
                <a:t>Ci</a:t>
              </a:r>
            </a:p>
          </p:txBody>
        </p:sp>
        <p:sp>
          <p:nvSpPr>
            <p:cNvPr id="58" name="Flowchart: Stored Data 185">
              <a:extLst>
                <a:ext uri="{FF2B5EF4-FFF2-40B4-BE49-F238E27FC236}">
                  <a16:creationId xmlns:a16="http://schemas.microsoft.com/office/drawing/2014/main" id="{007D1BC1-C064-AD62-1B3C-B8EECA0C892A}"/>
                </a:ext>
              </a:extLst>
            </p:cNvPr>
            <p:cNvSpPr/>
            <p:nvPr/>
          </p:nvSpPr>
          <p:spPr>
            <a:xfrm flipH="1">
              <a:off x="8000883" y="5037881"/>
              <a:ext cx="241878" cy="287381"/>
            </a:xfrm>
            <a:custGeom>
              <a:avLst/>
              <a:gdLst>
                <a:gd name="csX0" fmla="*/ 1667 w 10000"/>
                <a:gd name="csY0" fmla="*/ 0 h 10000"/>
                <a:gd name="csX1" fmla="*/ 10000 w 10000"/>
                <a:gd name="csY1" fmla="*/ 0 h 10000"/>
                <a:gd name="csX2" fmla="*/ 8333 w 10000"/>
                <a:gd name="csY2" fmla="*/ 5000 h 10000"/>
                <a:gd name="csX3" fmla="*/ 10000 w 10000"/>
                <a:gd name="csY3" fmla="*/ 10000 h 10000"/>
                <a:gd name="csX4" fmla="*/ 1667 w 10000"/>
                <a:gd name="csY4" fmla="*/ 10000 h 10000"/>
                <a:gd name="csX5" fmla="*/ 0 w 10000"/>
                <a:gd name="csY5" fmla="*/ 5000 h 10000"/>
                <a:gd name="csX6" fmla="*/ 1667 w 10000"/>
                <a:gd name="csY6" fmla="*/ 0 h 10000"/>
                <a:gd name="csX0" fmla="*/ 2633 w 10966"/>
                <a:gd name="csY0" fmla="*/ 0 h 10000"/>
                <a:gd name="csX1" fmla="*/ 10966 w 10966"/>
                <a:gd name="csY1" fmla="*/ 0 h 10000"/>
                <a:gd name="csX2" fmla="*/ 9299 w 10966"/>
                <a:gd name="csY2" fmla="*/ 5000 h 10000"/>
                <a:gd name="csX3" fmla="*/ 10966 w 10966"/>
                <a:gd name="csY3" fmla="*/ 10000 h 10000"/>
                <a:gd name="csX4" fmla="*/ 2633 w 10966"/>
                <a:gd name="csY4" fmla="*/ 10000 h 10000"/>
                <a:gd name="csX5" fmla="*/ 0 w 10966"/>
                <a:gd name="csY5" fmla="*/ 5000 h 10000"/>
                <a:gd name="csX6" fmla="*/ 2633 w 10966"/>
                <a:gd name="csY6" fmla="*/ 0 h 10000"/>
                <a:gd name="csX0" fmla="*/ 3760 w 12093"/>
                <a:gd name="csY0" fmla="*/ 0 h 10000"/>
                <a:gd name="csX1" fmla="*/ 12093 w 12093"/>
                <a:gd name="csY1" fmla="*/ 0 h 10000"/>
                <a:gd name="csX2" fmla="*/ 10426 w 12093"/>
                <a:gd name="csY2" fmla="*/ 5000 h 10000"/>
                <a:gd name="csX3" fmla="*/ 12093 w 12093"/>
                <a:gd name="csY3" fmla="*/ 10000 h 10000"/>
                <a:gd name="csX4" fmla="*/ 3760 w 12093"/>
                <a:gd name="csY4" fmla="*/ 10000 h 10000"/>
                <a:gd name="csX5" fmla="*/ 0 w 12093"/>
                <a:gd name="csY5" fmla="*/ 5000 h 10000"/>
                <a:gd name="csX6" fmla="*/ 3760 w 12093"/>
                <a:gd name="csY6" fmla="*/ 0 h 10000"/>
                <a:gd name="csX0" fmla="*/ 3760 w 12093"/>
                <a:gd name="csY0" fmla="*/ 0 h 10000"/>
                <a:gd name="csX1" fmla="*/ 12093 w 12093"/>
                <a:gd name="csY1" fmla="*/ 0 h 10000"/>
                <a:gd name="csX2" fmla="*/ 9138 w 12093"/>
                <a:gd name="csY2" fmla="*/ 4888 h 10000"/>
                <a:gd name="csX3" fmla="*/ 12093 w 12093"/>
                <a:gd name="csY3" fmla="*/ 10000 h 10000"/>
                <a:gd name="csX4" fmla="*/ 3760 w 12093"/>
                <a:gd name="csY4" fmla="*/ 10000 h 10000"/>
                <a:gd name="csX5" fmla="*/ 0 w 12093"/>
                <a:gd name="csY5" fmla="*/ 5000 h 10000"/>
                <a:gd name="csX6" fmla="*/ 3760 w 12093"/>
                <a:gd name="csY6" fmla="*/ 0 h 10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093" h="10000">
                  <a:moveTo>
                    <a:pt x="3760" y="0"/>
                  </a:moveTo>
                  <a:lnTo>
                    <a:pt x="12093" y="0"/>
                  </a:lnTo>
                  <a:cubicBezTo>
                    <a:pt x="11172" y="0"/>
                    <a:pt x="9138" y="2127"/>
                    <a:pt x="9138" y="4888"/>
                  </a:cubicBezTo>
                  <a:cubicBezTo>
                    <a:pt x="9138" y="7649"/>
                    <a:pt x="11172" y="10000"/>
                    <a:pt x="12093" y="10000"/>
                  </a:cubicBezTo>
                  <a:lnTo>
                    <a:pt x="3760" y="10000"/>
                  </a:lnTo>
                  <a:cubicBezTo>
                    <a:pt x="2839" y="10000"/>
                    <a:pt x="0" y="7761"/>
                    <a:pt x="0" y="5000"/>
                  </a:cubicBezTo>
                  <a:cubicBezTo>
                    <a:pt x="0" y="2239"/>
                    <a:pt x="2839" y="0"/>
                    <a:pt x="3760"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59" name="Straight Connector 58">
              <a:extLst>
                <a:ext uri="{FF2B5EF4-FFF2-40B4-BE49-F238E27FC236}">
                  <a16:creationId xmlns:a16="http://schemas.microsoft.com/office/drawing/2014/main" id="{6FFE591E-096D-8AAF-5044-BCFF7138A9C6}"/>
                </a:ext>
              </a:extLst>
            </p:cNvPr>
            <p:cNvCxnSpPr>
              <a:cxnSpLocks/>
            </p:cNvCxnSpPr>
            <p:nvPr/>
          </p:nvCxnSpPr>
          <p:spPr>
            <a:xfrm>
              <a:off x="5652659" y="4615375"/>
              <a:ext cx="0" cy="1268789"/>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EDEECAB5-C211-2EF7-A215-2736E6B34482}"/>
                </a:ext>
              </a:extLst>
            </p:cNvPr>
            <p:cNvCxnSpPr>
              <a:cxnSpLocks/>
            </p:cNvCxnSpPr>
            <p:nvPr/>
          </p:nvCxnSpPr>
          <p:spPr>
            <a:xfrm>
              <a:off x="5652569" y="5884164"/>
              <a:ext cx="2126696"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DF2AA3C3-E25F-3307-64F4-8CF2C29E53AB}"/>
                </a:ext>
              </a:extLst>
            </p:cNvPr>
            <p:cNvCxnSpPr>
              <a:cxnSpLocks/>
            </p:cNvCxnSpPr>
            <p:nvPr/>
          </p:nvCxnSpPr>
          <p:spPr>
            <a:xfrm>
              <a:off x="7779265" y="5272344"/>
              <a:ext cx="267671"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5BFB9DD2-47B4-4966-C0D3-BF4636E99E2F}"/>
                </a:ext>
              </a:extLst>
            </p:cNvPr>
            <p:cNvCxnSpPr>
              <a:cxnSpLocks/>
            </p:cNvCxnSpPr>
            <p:nvPr/>
          </p:nvCxnSpPr>
          <p:spPr>
            <a:xfrm>
              <a:off x="7779265" y="5272344"/>
              <a:ext cx="0" cy="6118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B20D4FAE-E8DF-74FB-D5FE-442BB55C1008}"/>
                </a:ext>
              </a:extLst>
            </p:cNvPr>
            <p:cNvCxnSpPr>
              <a:stCxn id="58" idx="5"/>
            </p:cNvCxnSpPr>
            <p:nvPr/>
          </p:nvCxnSpPr>
          <p:spPr>
            <a:xfrm flipV="1">
              <a:off x="8242761" y="5181571"/>
              <a:ext cx="279591" cy="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64" name="Group 63">
              <a:extLst>
                <a:ext uri="{FF2B5EF4-FFF2-40B4-BE49-F238E27FC236}">
                  <a16:creationId xmlns:a16="http://schemas.microsoft.com/office/drawing/2014/main" id="{43A08FD1-E22D-B74C-725A-40227B6FB31F}"/>
                </a:ext>
              </a:extLst>
            </p:cNvPr>
            <p:cNvGrpSpPr/>
            <p:nvPr/>
          </p:nvGrpSpPr>
          <p:grpSpPr>
            <a:xfrm>
              <a:off x="5902379" y="4502966"/>
              <a:ext cx="1626428" cy="1381198"/>
              <a:chOff x="4134996" y="1445535"/>
              <a:chExt cx="1626428" cy="1381198"/>
            </a:xfrm>
          </p:grpSpPr>
          <p:sp>
            <p:nvSpPr>
              <p:cNvPr id="65" name="TextBox 64">
                <a:extLst>
                  <a:ext uri="{FF2B5EF4-FFF2-40B4-BE49-F238E27FC236}">
                    <a16:creationId xmlns:a16="http://schemas.microsoft.com/office/drawing/2014/main" id="{B7F0487A-9937-DBE0-11CD-0DCD3F09FC3F}"/>
                  </a:ext>
                </a:extLst>
              </p:cNvPr>
              <p:cNvSpPr txBox="1"/>
              <p:nvPr/>
            </p:nvSpPr>
            <p:spPr>
              <a:xfrm>
                <a:off x="4225204" y="1445535"/>
                <a:ext cx="982961" cy="246221"/>
              </a:xfrm>
              <a:prstGeom prst="rect">
                <a:avLst/>
              </a:prstGeom>
              <a:noFill/>
              <a:ln>
                <a:noFill/>
              </a:ln>
            </p:spPr>
            <p:txBody>
              <a:bodyPr wrap="none" rtlCol="0">
                <a:spAutoFit/>
              </a:bodyPr>
              <a:lstStyle/>
              <a:p>
                <a:r>
                  <a:rPr lang="en-US" sz="1000" dirty="0"/>
                  <a:t>BCD Correction</a:t>
                </a:r>
              </a:p>
            </p:txBody>
          </p:sp>
          <p:grpSp>
            <p:nvGrpSpPr>
              <p:cNvPr id="66" name="Group 65">
                <a:extLst>
                  <a:ext uri="{FF2B5EF4-FFF2-40B4-BE49-F238E27FC236}">
                    <a16:creationId xmlns:a16="http://schemas.microsoft.com/office/drawing/2014/main" id="{47B20853-2B8C-DABC-2FA3-33EDAB3F6BDD}"/>
                  </a:ext>
                </a:extLst>
              </p:cNvPr>
              <p:cNvGrpSpPr/>
              <p:nvPr/>
            </p:nvGrpSpPr>
            <p:grpSpPr>
              <a:xfrm>
                <a:off x="4134996" y="1485903"/>
                <a:ext cx="1626428" cy="1340830"/>
                <a:chOff x="4134996" y="1485903"/>
                <a:chExt cx="1626428" cy="1340830"/>
              </a:xfrm>
            </p:grpSpPr>
            <p:grpSp>
              <p:nvGrpSpPr>
                <p:cNvPr id="67" name="Group 66">
                  <a:extLst>
                    <a:ext uri="{FF2B5EF4-FFF2-40B4-BE49-F238E27FC236}">
                      <a16:creationId xmlns:a16="http://schemas.microsoft.com/office/drawing/2014/main" id="{2869B82F-52D2-5E44-988A-90395779E8CE}"/>
                    </a:ext>
                  </a:extLst>
                </p:cNvPr>
                <p:cNvGrpSpPr/>
                <p:nvPr/>
              </p:nvGrpSpPr>
              <p:grpSpPr>
                <a:xfrm>
                  <a:off x="4410874" y="2224872"/>
                  <a:ext cx="248786" cy="246221"/>
                  <a:chOff x="4410874" y="2224872"/>
                  <a:chExt cx="248786" cy="246221"/>
                </a:xfrm>
              </p:grpSpPr>
              <p:sp>
                <p:nvSpPr>
                  <p:cNvPr id="86" name="Rectangle 85">
                    <a:extLst>
                      <a:ext uri="{FF2B5EF4-FFF2-40B4-BE49-F238E27FC236}">
                        <a16:creationId xmlns:a16="http://schemas.microsoft.com/office/drawing/2014/main" id="{6BFBFFFD-61F7-406F-98EC-EAC78DCE250A}"/>
                      </a:ext>
                    </a:extLst>
                  </p:cNvPr>
                  <p:cNvSpPr/>
                  <p:nvPr/>
                </p:nvSpPr>
                <p:spPr>
                  <a:xfrm>
                    <a:off x="4418943" y="2247250"/>
                    <a:ext cx="239273" cy="19974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87" name="TextBox 86">
                    <a:extLst>
                      <a:ext uri="{FF2B5EF4-FFF2-40B4-BE49-F238E27FC236}">
                        <a16:creationId xmlns:a16="http://schemas.microsoft.com/office/drawing/2014/main" id="{8946354D-FBEB-9BB1-7BF6-3BE6FD077184}"/>
                      </a:ext>
                    </a:extLst>
                  </p:cNvPr>
                  <p:cNvSpPr txBox="1"/>
                  <p:nvPr/>
                </p:nvSpPr>
                <p:spPr>
                  <a:xfrm>
                    <a:off x="4410874" y="2224872"/>
                    <a:ext cx="248786" cy="246221"/>
                  </a:xfrm>
                  <a:prstGeom prst="rect">
                    <a:avLst/>
                  </a:prstGeom>
                  <a:noFill/>
                  <a:ln w="9525">
                    <a:noFill/>
                  </a:ln>
                </p:spPr>
                <p:txBody>
                  <a:bodyPr wrap="none" rtlCol="0">
                    <a:spAutoFit/>
                  </a:bodyPr>
                  <a:lstStyle/>
                  <a:p>
                    <a:r>
                      <a:rPr lang="en-US" sz="1000" dirty="0"/>
                      <a:t>&gt;</a:t>
                    </a:r>
                  </a:p>
                </p:txBody>
              </p:sp>
            </p:grpSp>
            <p:cxnSp>
              <p:nvCxnSpPr>
                <p:cNvPr id="68" name="Straight Arrow Connector 67">
                  <a:extLst>
                    <a:ext uri="{FF2B5EF4-FFF2-40B4-BE49-F238E27FC236}">
                      <a16:creationId xmlns:a16="http://schemas.microsoft.com/office/drawing/2014/main" id="{8B15D25D-6099-D8FF-78BA-7BDCD704CBD3}"/>
                    </a:ext>
                  </a:extLst>
                </p:cNvPr>
                <p:cNvCxnSpPr/>
                <p:nvPr/>
              </p:nvCxnSpPr>
              <p:spPr>
                <a:xfrm>
                  <a:off x="4134996" y="2401463"/>
                  <a:ext cx="278675"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9" name="Flowchart: Manual Operation 68">
                  <a:extLst>
                    <a:ext uri="{FF2B5EF4-FFF2-40B4-BE49-F238E27FC236}">
                      <a16:creationId xmlns:a16="http://schemas.microsoft.com/office/drawing/2014/main" id="{96013600-7102-4881-AE5A-F56D63E174BC}"/>
                    </a:ext>
                  </a:extLst>
                </p:cNvPr>
                <p:cNvSpPr/>
                <p:nvPr/>
              </p:nvSpPr>
              <p:spPr>
                <a:xfrm rot="16200000">
                  <a:off x="5046612" y="1779934"/>
                  <a:ext cx="549493" cy="232371"/>
                </a:xfrm>
                <a:prstGeom prst="flowChartManualOperation">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70" name="Group 69">
                  <a:extLst>
                    <a:ext uri="{FF2B5EF4-FFF2-40B4-BE49-F238E27FC236}">
                      <a16:creationId xmlns:a16="http://schemas.microsoft.com/office/drawing/2014/main" id="{A10EF526-9C65-EE03-F506-47A54BA0BB0F}"/>
                    </a:ext>
                  </a:extLst>
                </p:cNvPr>
                <p:cNvGrpSpPr/>
                <p:nvPr/>
              </p:nvGrpSpPr>
              <p:grpSpPr>
                <a:xfrm>
                  <a:off x="4753215" y="1618870"/>
                  <a:ext cx="447349" cy="246221"/>
                  <a:chOff x="4753215" y="1554702"/>
                  <a:chExt cx="447349" cy="246221"/>
                </a:xfrm>
              </p:grpSpPr>
              <p:cxnSp>
                <p:nvCxnSpPr>
                  <p:cNvPr id="84" name="Straight Arrow Connector 83">
                    <a:extLst>
                      <a:ext uri="{FF2B5EF4-FFF2-40B4-BE49-F238E27FC236}">
                        <a16:creationId xmlns:a16="http://schemas.microsoft.com/office/drawing/2014/main" id="{99B3602D-354E-E6F3-5031-2D8639F03D57}"/>
                      </a:ext>
                    </a:extLst>
                  </p:cNvPr>
                  <p:cNvCxnSpPr>
                    <a:cxnSpLocks/>
                  </p:cNvCxnSpPr>
                  <p:nvPr/>
                </p:nvCxnSpPr>
                <p:spPr>
                  <a:xfrm>
                    <a:off x="4934928" y="1684643"/>
                    <a:ext cx="265636" cy="1764"/>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42B52BC7-5FE0-B7BB-9AAE-C97F6C237D67}"/>
                      </a:ext>
                    </a:extLst>
                  </p:cNvPr>
                  <p:cNvSpPr txBox="1"/>
                  <p:nvPr/>
                </p:nvSpPr>
                <p:spPr>
                  <a:xfrm>
                    <a:off x="4753215" y="1554702"/>
                    <a:ext cx="250390" cy="246221"/>
                  </a:xfrm>
                  <a:prstGeom prst="rect">
                    <a:avLst/>
                  </a:prstGeom>
                  <a:noFill/>
                  <a:ln>
                    <a:noFill/>
                  </a:ln>
                </p:spPr>
                <p:txBody>
                  <a:bodyPr wrap="none" rtlCol="0">
                    <a:spAutoFit/>
                  </a:bodyPr>
                  <a:lstStyle/>
                  <a:p>
                    <a:r>
                      <a:rPr lang="en-US" sz="1000" dirty="0"/>
                      <a:t>0</a:t>
                    </a:r>
                  </a:p>
                </p:txBody>
              </p:sp>
            </p:grpSp>
            <p:cxnSp>
              <p:nvCxnSpPr>
                <p:cNvPr id="71" name="Straight Arrow Connector 70">
                  <a:extLst>
                    <a:ext uri="{FF2B5EF4-FFF2-40B4-BE49-F238E27FC236}">
                      <a16:creationId xmlns:a16="http://schemas.microsoft.com/office/drawing/2014/main" id="{3EFB1E21-F1A1-75D6-CED7-3A1F09686AC0}"/>
                    </a:ext>
                  </a:extLst>
                </p:cNvPr>
                <p:cNvCxnSpPr>
                  <a:cxnSpLocks/>
                </p:cNvCxnSpPr>
                <p:nvPr/>
              </p:nvCxnSpPr>
              <p:spPr>
                <a:xfrm>
                  <a:off x="5436158" y="1908102"/>
                  <a:ext cx="325266"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CB316AFC-C557-74F1-6E41-DC284462670D}"/>
                    </a:ext>
                  </a:extLst>
                </p:cNvPr>
                <p:cNvCxnSpPr>
                  <a:cxnSpLocks/>
                </p:cNvCxnSpPr>
                <p:nvPr/>
              </p:nvCxnSpPr>
              <p:spPr>
                <a:xfrm>
                  <a:off x="5151769" y="2446994"/>
                  <a:ext cx="201674"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3" name="Group 72">
                  <a:extLst>
                    <a:ext uri="{FF2B5EF4-FFF2-40B4-BE49-F238E27FC236}">
                      <a16:creationId xmlns:a16="http://schemas.microsoft.com/office/drawing/2014/main" id="{6E12F87E-4AF0-B5B4-F9B8-FD0CB6FE3B43}"/>
                    </a:ext>
                  </a:extLst>
                </p:cNvPr>
                <p:cNvGrpSpPr/>
                <p:nvPr/>
              </p:nvGrpSpPr>
              <p:grpSpPr>
                <a:xfrm>
                  <a:off x="4761237" y="1913827"/>
                  <a:ext cx="447349" cy="246221"/>
                  <a:chOff x="4753215" y="1554702"/>
                  <a:chExt cx="447349" cy="246221"/>
                </a:xfrm>
              </p:grpSpPr>
              <p:cxnSp>
                <p:nvCxnSpPr>
                  <p:cNvPr id="82" name="Straight Arrow Connector 81">
                    <a:extLst>
                      <a:ext uri="{FF2B5EF4-FFF2-40B4-BE49-F238E27FC236}">
                        <a16:creationId xmlns:a16="http://schemas.microsoft.com/office/drawing/2014/main" id="{CF91DAF7-B144-037D-DE98-857B54F78D2B}"/>
                      </a:ext>
                    </a:extLst>
                  </p:cNvPr>
                  <p:cNvCxnSpPr>
                    <a:cxnSpLocks/>
                  </p:cNvCxnSpPr>
                  <p:nvPr/>
                </p:nvCxnSpPr>
                <p:spPr>
                  <a:xfrm>
                    <a:off x="4934928" y="1684643"/>
                    <a:ext cx="265636" cy="1764"/>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E1F1DEF-946B-2799-A735-57183B2CE2A5}"/>
                      </a:ext>
                    </a:extLst>
                  </p:cNvPr>
                  <p:cNvSpPr txBox="1"/>
                  <p:nvPr/>
                </p:nvSpPr>
                <p:spPr>
                  <a:xfrm>
                    <a:off x="4753215" y="1554702"/>
                    <a:ext cx="250390" cy="246221"/>
                  </a:xfrm>
                  <a:prstGeom prst="rect">
                    <a:avLst/>
                  </a:prstGeom>
                  <a:noFill/>
                  <a:ln>
                    <a:noFill/>
                  </a:ln>
                </p:spPr>
                <p:txBody>
                  <a:bodyPr wrap="none" rtlCol="0">
                    <a:spAutoFit/>
                  </a:bodyPr>
                  <a:lstStyle/>
                  <a:p>
                    <a:r>
                      <a:rPr lang="en-US" sz="1000" dirty="0"/>
                      <a:t>6</a:t>
                    </a:r>
                  </a:p>
                </p:txBody>
              </p:sp>
            </p:grpSp>
            <p:cxnSp>
              <p:nvCxnSpPr>
                <p:cNvPr id="74" name="Straight Arrow Connector 73">
                  <a:extLst>
                    <a:ext uri="{FF2B5EF4-FFF2-40B4-BE49-F238E27FC236}">
                      <a16:creationId xmlns:a16="http://schemas.microsoft.com/office/drawing/2014/main" id="{0DF75E47-FADA-152B-6398-71226CFB644E}"/>
                    </a:ext>
                  </a:extLst>
                </p:cNvPr>
                <p:cNvCxnSpPr>
                  <a:cxnSpLocks/>
                </p:cNvCxnSpPr>
                <p:nvPr/>
              </p:nvCxnSpPr>
              <p:spPr>
                <a:xfrm flipV="1">
                  <a:off x="5353443" y="2099875"/>
                  <a:ext cx="0" cy="347119"/>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E46ED9BD-9F1A-364B-5605-380B79BD51F1}"/>
                    </a:ext>
                  </a:extLst>
                </p:cNvPr>
                <p:cNvCxnSpPr/>
                <p:nvPr/>
              </p:nvCxnSpPr>
              <p:spPr>
                <a:xfrm>
                  <a:off x="4134996" y="2290070"/>
                  <a:ext cx="278675"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8C00661A-530E-080B-4B54-66AE17E7C303}"/>
                    </a:ext>
                  </a:extLst>
                </p:cNvPr>
                <p:cNvSpPr txBox="1"/>
                <p:nvPr/>
              </p:nvSpPr>
              <p:spPr>
                <a:xfrm>
                  <a:off x="5138041" y="1907627"/>
                  <a:ext cx="250390" cy="246221"/>
                </a:xfrm>
                <a:prstGeom prst="rect">
                  <a:avLst/>
                </a:prstGeom>
                <a:noFill/>
                <a:ln>
                  <a:noFill/>
                </a:ln>
              </p:spPr>
              <p:txBody>
                <a:bodyPr wrap="none" rtlCol="0">
                  <a:spAutoFit/>
                </a:bodyPr>
                <a:lstStyle/>
                <a:p>
                  <a:r>
                    <a:rPr lang="en-US" sz="1000" dirty="0"/>
                    <a:t>1</a:t>
                  </a:r>
                </a:p>
              </p:txBody>
            </p:sp>
            <p:sp>
              <p:nvSpPr>
                <p:cNvPr id="77" name="Rectangle 76">
                  <a:extLst>
                    <a:ext uri="{FF2B5EF4-FFF2-40B4-BE49-F238E27FC236}">
                      <a16:creationId xmlns:a16="http://schemas.microsoft.com/office/drawing/2014/main" id="{15B6C7F6-7B49-3F99-F031-C2811320AF6A}"/>
                    </a:ext>
                  </a:extLst>
                </p:cNvPr>
                <p:cNvSpPr/>
                <p:nvPr/>
              </p:nvSpPr>
              <p:spPr>
                <a:xfrm>
                  <a:off x="4275359" y="1485903"/>
                  <a:ext cx="1236352" cy="1186328"/>
                </a:xfrm>
                <a:prstGeom prst="rect">
                  <a:avLst/>
                </a:prstGeom>
                <a:no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8" name="Flowchart: Stored Data 185">
                  <a:extLst>
                    <a:ext uri="{FF2B5EF4-FFF2-40B4-BE49-F238E27FC236}">
                      <a16:creationId xmlns:a16="http://schemas.microsoft.com/office/drawing/2014/main" id="{BAC86C1E-A829-2058-0D58-3848CB658272}"/>
                    </a:ext>
                  </a:extLst>
                </p:cNvPr>
                <p:cNvSpPr/>
                <p:nvPr/>
              </p:nvSpPr>
              <p:spPr>
                <a:xfrm flipH="1">
                  <a:off x="4909890" y="2283790"/>
                  <a:ext cx="241878" cy="327154"/>
                </a:xfrm>
                <a:custGeom>
                  <a:avLst/>
                  <a:gdLst>
                    <a:gd name="csX0" fmla="*/ 1667 w 10000"/>
                    <a:gd name="csY0" fmla="*/ 0 h 10000"/>
                    <a:gd name="csX1" fmla="*/ 10000 w 10000"/>
                    <a:gd name="csY1" fmla="*/ 0 h 10000"/>
                    <a:gd name="csX2" fmla="*/ 8333 w 10000"/>
                    <a:gd name="csY2" fmla="*/ 5000 h 10000"/>
                    <a:gd name="csX3" fmla="*/ 10000 w 10000"/>
                    <a:gd name="csY3" fmla="*/ 10000 h 10000"/>
                    <a:gd name="csX4" fmla="*/ 1667 w 10000"/>
                    <a:gd name="csY4" fmla="*/ 10000 h 10000"/>
                    <a:gd name="csX5" fmla="*/ 0 w 10000"/>
                    <a:gd name="csY5" fmla="*/ 5000 h 10000"/>
                    <a:gd name="csX6" fmla="*/ 1667 w 10000"/>
                    <a:gd name="csY6" fmla="*/ 0 h 10000"/>
                    <a:gd name="csX0" fmla="*/ 2633 w 10966"/>
                    <a:gd name="csY0" fmla="*/ 0 h 10000"/>
                    <a:gd name="csX1" fmla="*/ 10966 w 10966"/>
                    <a:gd name="csY1" fmla="*/ 0 h 10000"/>
                    <a:gd name="csX2" fmla="*/ 9299 w 10966"/>
                    <a:gd name="csY2" fmla="*/ 5000 h 10000"/>
                    <a:gd name="csX3" fmla="*/ 10966 w 10966"/>
                    <a:gd name="csY3" fmla="*/ 10000 h 10000"/>
                    <a:gd name="csX4" fmla="*/ 2633 w 10966"/>
                    <a:gd name="csY4" fmla="*/ 10000 h 10000"/>
                    <a:gd name="csX5" fmla="*/ 0 w 10966"/>
                    <a:gd name="csY5" fmla="*/ 5000 h 10000"/>
                    <a:gd name="csX6" fmla="*/ 2633 w 10966"/>
                    <a:gd name="csY6" fmla="*/ 0 h 10000"/>
                    <a:gd name="csX0" fmla="*/ 3760 w 12093"/>
                    <a:gd name="csY0" fmla="*/ 0 h 10000"/>
                    <a:gd name="csX1" fmla="*/ 12093 w 12093"/>
                    <a:gd name="csY1" fmla="*/ 0 h 10000"/>
                    <a:gd name="csX2" fmla="*/ 10426 w 12093"/>
                    <a:gd name="csY2" fmla="*/ 5000 h 10000"/>
                    <a:gd name="csX3" fmla="*/ 12093 w 12093"/>
                    <a:gd name="csY3" fmla="*/ 10000 h 10000"/>
                    <a:gd name="csX4" fmla="*/ 3760 w 12093"/>
                    <a:gd name="csY4" fmla="*/ 10000 h 10000"/>
                    <a:gd name="csX5" fmla="*/ 0 w 12093"/>
                    <a:gd name="csY5" fmla="*/ 5000 h 10000"/>
                    <a:gd name="csX6" fmla="*/ 3760 w 12093"/>
                    <a:gd name="csY6" fmla="*/ 0 h 10000"/>
                    <a:gd name="csX0" fmla="*/ 3760 w 12093"/>
                    <a:gd name="csY0" fmla="*/ 0 h 10000"/>
                    <a:gd name="csX1" fmla="*/ 12093 w 12093"/>
                    <a:gd name="csY1" fmla="*/ 0 h 10000"/>
                    <a:gd name="csX2" fmla="*/ 9138 w 12093"/>
                    <a:gd name="csY2" fmla="*/ 4888 h 10000"/>
                    <a:gd name="csX3" fmla="*/ 12093 w 12093"/>
                    <a:gd name="csY3" fmla="*/ 10000 h 10000"/>
                    <a:gd name="csX4" fmla="*/ 3760 w 12093"/>
                    <a:gd name="csY4" fmla="*/ 10000 h 10000"/>
                    <a:gd name="csX5" fmla="*/ 0 w 12093"/>
                    <a:gd name="csY5" fmla="*/ 5000 h 10000"/>
                    <a:gd name="csX6" fmla="*/ 3760 w 12093"/>
                    <a:gd name="csY6" fmla="*/ 0 h 10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093" h="10000">
                      <a:moveTo>
                        <a:pt x="3760" y="0"/>
                      </a:moveTo>
                      <a:lnTo>
                        <a:pt x="12093" y="0"/>
                      </a:lnTo>
                      <a:cubicBezTo>
                        <a:pt x="11172" y="0"/>
                        <a:pt x="9138" y="2127"/>
                        <a:pt x="9138" y="4888"/>
                      </a:cubicBezTo>
                      <a:cubicBezTo>
                        <a:pt x="9138" y="7649"/>
                        <a:pt x="11172" y="10000"/>
                        <a:pt x="12093" y="10000"/>
                      </a:cubicBezTo>
                      <a:lnTo>
                        <a:pt x="3760" y="10000"/>
                      </a:lnTo>
                      <a:cubicBezTo>
                        <a:pt x="2839" y="10000"/>
                        <a:pt x="0" y="7761"/>
                        <a:pt x="0" y="5000"/>
                      </a:cubicBezTo>
                      <a:cubicBezTo>
                        <a:pt x="0" y="2239"/>
                        <a:pt x="2839" y="0"/>
                        <a:pt x="3760"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79" name="Straight Arrow Connector 78">
                  <a:extLst>
                    <a:ext uri="{FF2B5EF4-FFF2-40B4-BE49-F238E27FC236}">
                      <a16:creationId xmlns:a16="http://schemas.microsoft.com/office/drawing/2014/main" id="{3DC30F30-FC06-63D2-25A2-72055C49122B}"/>
                    </a:ext>
                  </a:extLst>
                </p:cNvPr>
                <p:cNvCxnSpPr>
                  <a:cxnSpLocks/>
                </p:cNvCxnSpPr>
                <p:nvPr/>
              </p:nvCxnSpPr>
              <p:spPr>
                <a:xfrm>
                  <a:off x="4668057" y="2558970"/>
                  <a:ext cx="282918"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80" name="Straight Connector 79">
                  <a:extLst>
                    <a:ext uri="{FF2B5EF4-FFF2-40B4-BE49-F238E27FC236}">
                      <a16:creationId xmlns:a16="http://schemas.microsoft.com/office/drawing/2014/main" id="{C750150C-35F7-B546-33B0-F9847D069648}"/>
                    </a:ext>
                  </a:extLst>
                </p:cNvPr>
                <p:cNvCxnSpPr>
                  <a:cxnSpLocks/>
                </p:cNvCxnSpPr>
                <p:nvPr/>
              </p:nvCxnSpPr>
              <p:spPr>
                <a:xfrm>
                  <a:off x="4671419" y="2558970"/>
                  <a:ext cx="0" cy="2677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CCC9DB71-3667-D095-1DDC-9137F06C5E3B}"/>
                    </a:ext>
                  </a:extLst>
                </p:cNvPr>
                <p:cNvCxnSpPr>
                  <a:cxnSpLocks/>
                </p:cNvCxnSpPr>
                <p:nvPr/>
              </p:nvCxnSpPr>
              <p:spPr>
                <a:xfrm>
                  <a:off x="4658216" y="2344325"/>
                  <a:ext cx="297575" cy="173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sp>
          <p:nvSpPr>
            <p:cNvPr id="88" name="TextBox 87">
              <a:extLst>
                <a:ext uri="{FF2B5EF4-FFF2-40B4-BE49-F238E27FC236}">
                  <a16:creationId xmlns:a16="http://schemas.microsoft.com/office/drawing/2014/main" id="{C8F4F505-B0E7-1BF1-A822-474A14F40A32}"/>
                </a:ext>
              </a:extLst>
            </p:cNvPr>
            <p:cNvSpPr txBox="1"/>
            <p:nvPr/>
          </p:nvSpPr>
          <p:spPr>
            <a:xfrm>
              <a:off x="5724184" y="4106756"/>
              <a:ext cx="756938" cy="246221"/>
            </a:xfrm>
            <a:prstGeom prst="rect">
              <a:avLst/>
            </a:prstGeom>
            <a:noFill/>
            <a:ln>
              <a:noFill/>
            </a:ln>
          </p:spPr>
          <p:txBody>
            <a:bodyPr wrap="none" rtlCol="0">
              <a:spAutoFit/>
            </a:bodyPr>
            <a:lstStyle/>
            <a:p>
              <a:r>
                <a:rPr lang="en-US" sz="1000" dirty="0"/>
                <a:t>Sum1(R16)</a:t>
              </a:r>
            </a:p>
          </p:txBody>
        </p:sp>
        <p:sp>
          <p:nvSpPr>
            <p:cNvPr id="90" name="TextBox 89">
              <a:extLst>
                <a:ext uri="{FF2B5EF4-FFF2-40B4-BE49-F238E27FC236}">
                  <a16:creationId xmlns:a16="http://schemas.microsoft.com/office/drawing/2014/main" id="{EC5D50B4-9A66-1F29-1880-5CAB648889A4}"/>
                </a:ext>
              </a:extLst>
            </p:cNvPr>
            <p:cNvSpPr txBox="1"/>
            <p:nvPr/>
          </p:nvSpPr>
          <p:spPr>
            <a:xfrm>
              <a:off x="7804195" y="4405313"/>
              <a:ext cx="756938" cy="246221"/>
            </a:xfrm>
            <a:prstGeom prst="rect">
              <a:avLst/>
            </a:prstGeom>
            <a:noFill/>
            <a:ln>
              <a:noFill/>
            </a:ln>
          </p:spPr>
          <p:txBody>
            <a:bodyPr wrap="none" rtlCol="0">
              <a:spAutoFit/>
            </a:bodyPr>
            <a:lstStyle/>
            <a:p>
              <a:r>
                <a:rPr lang="en-US" sz="1000" dirty="0"/>
                <a:t>Sum2(R10)</a:t>
              </a:r>
            </a:p>
          </p:txBody>
        </p:sp>
      </p:grpSp>
      <p:sp>
        <p:nvSpPr>
          <p:cNvPr id="93" name="TextBox 92">
            <a:extLst>
              <a:ext uri="{FF2B5EF4-FFF2-40B4-BE49-F238E27FC236}">
                <a16:creationId xmlns:a16="http://schemas.microsoft.com/office/drawing/2014/main" id="{D2809C54-3489-2C43-7381-09A0A7C7D9F5}"/>
              </a:ext>
            </a:extLst>
          </p:cNvPr>
          <p:cNvSpPr txBox="1"/>
          <p:nvPr/>
        </p:nvSpPr>
        <p:spPr>
          <a:xfrm>
            <a:off x="4404078" y="416698"/>
            <a:ext cx="1842171" cy="461665"/>
          </a:xfrm>
          <a:prstGeom prst="rect">
            <a:avLst/>
          </a:prstGeom>
          <a:noFill/>
          <a:ln>
            <a:noFill/>
          </a:ln>
        </p:spPr>
        <p:txBody>
          <a:bodyPr wrap="none" rtlCol="0">
            <a:spAutoFit/>
          </a:bodyPr>
          <a:lstStyle/>
          <a:p>
            <a:r>
              <a:rPr lang="en-US" sz="2400" dirty="0"/>
              <a:t>BCD Addition</a:t>
            </a:r>
          </a:p>
        </p:txBody>
      </p:sp>
      <p:graphicFrame>
        <p:nvGraphicFramePr>
          <p:cNvPr id="94" name="Object 93">
            <a:extLst>
              <a:ext uri="{FF2B5EF4-FFF2-40B4-BE49-F238E27FC236}">
                <a16:creationId xmlns:a16="http://schemas.microsoft.com/office/drawing/2014/main" id="{13BDF87D-7F60-C6C0-CF86-13071419D69F}"/>
              </a:ext>
            </a:extLst>
          </p:cNvPr>
          <p:cNvGraphicFramePr>
            <a:graphicFrameLocks noChangeAspect="1"/>
          </p:cNvGraphicFramePr>
          <p:nvPr>
            <p:extLst>
              <p:ext uri="{D42A27DB-BD31-4B8C-83A1-F6EECF244321}">
                <p14:modId xmlns:p14="http://schemas.microsoft.com/office/powerpoint/2010/main" val="3464311595"/>
              </p:ext>
            </p:extLst>
          </p:nvPr>
        </p:nvGraphicFramePr>
        <p:xfrm>
          <a:off x="6407961" y="1788557"/>
          <a:ext cx="4183063" cy="1104900"/>
        </p:xfrm>
        <a:graphic>
          <a:graphicData uri="http://schemas.openxmlformats.org/presentationml/2006/ole">
            <mc:AlternateContent xmlns:mc="http://schemas.openxmlformats.org/markup-compatibility/2006">
              <mc:Choice xmlns:v="urn:schemas-microsoft-com:vml" Requires="v">
                <p:oleObj name="Worksheet" r:id="rId2" imgW="4183446" imgH="1104935" progId="Excel.Sheet.12">
                  <p:embed/>
                </p:oleObj>
              </mc:Choice>
              <mc:Fallback>
                <p:oleObj name="Worksheet" r:id="rId2" imgW="4183446" imgH="1104935" progId="Excel.Sheet.12">
                  <p:embed/>
                  <p:pic>
                    <p:nvPicPr>
                      <p:cNvPr id="0" name=""/>
                      <p:cNvPicPr/>
                      <p:nvPr/>
                    </p:nvPicPr>
                    <p:blipFill>
                      <a:blip r:embed="rId3"/>
                      <a:stretch>
                        <a:fillRect/>
                      </a:stretch>
                    </p:blipFill>
                    <p:spPr>
                      <a:xfrm>
                        <a:off x="6407961" y="1788557"/>
                        <a:ext cx="4183063" cy="1104900"/>
                      </a:xfrm>
                      <a:prstGeom prst="rect">
                        <a:avLst/>
                      </a:prstGeom>
                    </p:spPr>
                  </p:pic>
                </p:oleObj>
              </mc:Fallback>
            </mc:AlternateContent>
          </a:graphicData>
        </a:graphic>
      </p:graphicFrame>
      <p:grpSp>
        <p:nvGrpSpPr>
          <p:cNvPr id="246" name="Group 245">
            <a:extLst>
              <a:ext uri="{FF2B5EF4-FFF2-40B4-BE49-F238E27FC236}">
                <a16:creationId xmlns:a16="http://schemas.microsoft.com/office/drawing/2014/main" id="{3CD948E1-95E2-F0B5-1669-E77667C51C59}"/>
              </a:ext>
            </a:extLst>
          </p:cNvPr>
          <p:cNvGrpSpPr/>
          <p:nvPr/>
        </p:nvGrpSpPr>
        <p:grpSpPr>
          <a:xfrm>
            <a:off x="680126" y="1154354"/>
            <a:ext cx="1988436" cy="4590760"/>
            <a:chOff x="680126" y="1154354"/>
            <a:chExt cx="1988436" cy="4590760"/>
          </a:xfrm>
        </p:grpSpPr>
        <p:sp>
          <p:nvSpPr>
            <p:cNvPr id="4" name="TextBox 3">
              <a:extLst>
                <a:ext uri="{FF2B5EF4-FFF2-40B4-BE49-F238E27FC236}">
                  <a16:creationId xmlns:a16="http://schemas.microsoft.com/office/drawing/2014/main" id="{25DFBC64-17B4-5C6B-B809-223B6046D26B}"/>
                </a:ext>
              </a:extLst>
            </p:cNvPr>
            <p:cNvSpPr txBox="1"/>
            <p:nvPr/>
          </p:nvSpPr>
          <p:spPr>
            <a:xfrm>
              <a:off x="735514" y="4066204"/>
              <a:ext cx="1829347" cy="1631216"/>
            </a:xfrm>
            <a:prstGeom prst="rect">
              <a:avLst/>
            </a:prstGeom>
            <a:noFill/>
            <a:ln>
              <a:noFill/>
            </a:ln>
          </p:spPr>
          <p:txBody>
            <a:bodyPr wrap="none" rtlCol="0">
              <a:spAutoFit/>
            </a:bodyPr>
            <a:lstStyle/>
            <a:p>
              <a:r>
                <a:rPr lang="en-US" sz="1000" dirty="0"/>
                <a:t>A+B; A, B in {0..9] BCD</a:t>
              </a:r>
            </a:p>
            <a:p>
              <a:r>
                <a:rPr lang="en-US" sz="1000" dirty="0"/>
                <a:t>Sum in [0..15]Hex -&gt; [0..18]BCD</a:t>
              </a:r>
            </a:p>
            <a:p>
              <a:endParaRPr lang="en-US" sz="1000" dirty="0"/>
            </a:p>
            <a:p>
              <a:r>
                <a:rPr lang="en-US" sz="1000" dirty="0"/>
                <a:t>   7</a:t>
              </a:r>
            </a:p>
            <a:p>
              <a:r>
                <a:rPr lang="en-US" sz="1000" dirty="0"/>
                <a:t>+ 5</a:t>
              </a:r>
            </a:p>
            <a:p>
              <a:r>
                <a:rPr lang="en-US" sz="1000" dirty="0"/>
                <a:t>-----</a:t>
              </a:r>
            </a:p>
            <a:p>
              <a:r>
                <a:rPr lang="en-US" sz="1000" dirty="0"/>
                <a:t>0xC         If Sum&gt;9 Then</a:t>
              </a:r>
            </a:p>
            <a:p>
              <a:r>
                <a:rPr lang="en-US" sz="1000" dirty="0"/>
                <a:t>+  6             Add 6 to Sum</a:t>
              </a:r>
            </a:p>
            <a:p>
              <a:r>
                <a:rPr lang="en-US" sz="1000" dirty="0"/>
                <a:t>-----</a:t>
              </a:r>
            </a:p>
            <a:p>
              <a:r>
                <a:rPr lang="en-US" sz="1000" dirty="0"/>
                <a:t>12 </a:t>
              </a:r>
              <a:r>
                <a:rPr lang="en-US" sz="1000" dirty="0" err="1"/>
                <a:t>bcd</a:t>
              </a:r>
              <a:endParaRPr lang="en-US" sz="1000" dirty="0"/>
            </a:p>
          </p:txBody>
        </p:sp>
        <p:grpSp>
          <p:nvGrpSpPr>
            <p:cNvPr id="144" name="Group 143">
              <a:extLst>
                <a:ext uri="{FF2B5EF4-FFF2-40B4-BE49-F238E27FC236}">
                  <a16:creationId xmlns:a16="http://schemas.microsoft.com/office/drawing/2014/main" id="{E9CC9B6E-55D5-A7F8-2AC4-CDDDA44BEB19}"/>
                </a:ext>
              </a:extLst>
            </p:cNvPr>
            <p:cNvGrpSpPr>
              <a:grpSpLocks noChangeAspect="1"/>
            </p:cNvGrpSpPr>
            <p:nvPr/>
          </p:nvGrpSpPr>
          <p:grpSpPr>
            <a:xfrm>
              <a:off x="847920" y="1154354"/>
              <a:ext cx="1696662" cy="2692370"/>
              <a:chOff x="3668845" y="914756"/>
              <a:chExt cx="2118212" cy="3361316"/>
            </a:xfrm>
          </p:grpSpPr>
          <p:grpSp>
            <p:nvGrpSpPr>
              <p:cNvPr id="3" name="Group 2">
                <a:extLst>
                  <a:ext uri="{FF2B5EF4-FFF2-40B4-BE49-F238E27FC236}">
                    <a16:creationId xmlns:a16="http://schemas.microsoft.com/office/drawing/2014/main" id="{58AE0E62-52A7-E33E-D1BA-80F9A694CA6B}"/>
                  </a:ext>
                </a:extLst>
              </p:cNvPr>
              <p:cNvGrpSpPr/>
              <p:nvPr/>
            </p:nvGrpSpPr>
            <p:grpSpPr>
              <a:xfrm>
                <a:off x="4237713" y="1543733"/>
                <a:ext cx="709527" cy="2732339"/>
                <a:chOff x="5526843" y="1731816"/>
                <a:chExt cx="712033" cy="2741990"/>
              </a:xfrm>
            </p:grpSpPr>
            <p:sp>
              <p:nvSpPr>
                <p:cNvPr id="101" name="Cylinder 100">
                  <a:extLst>
                    <a:ext uri="{FF2B5EF4-FFF2-40B4-BE49-F238E27FC236}">
                      <a16:creationId xmlns:a16="http://schemas.microsoft.com/office/drawing/2014/main" id="{D7EA18B2-8ECE-BDD7-FC33-5F0B85457F36}"/>
                    </a:ext>
                  </a:extLst>
                </p:cNvPr>
                <p:cNvSpPr/>
                <p:nvPr/>
              </p:nvSpPr>
              <p:spPr>
                <a:xfrm rot="16200000">
                  <a:off x="4545850" y="2718260"/>
                  <a:ext cx="2679469" cy="706582"/>
                </a:xfrm>
                <a:prstGeom prst="can">
                  <a:avLst>
                    <a:gd name="adj" fmla="val 500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p>
              </p:txBody>
            </p:sp>
            <p:sp>
              <p:nvSpPr>
                <p:cNvPr id="102" name="TextBox 101">
                  <a:extLst>
                    <a:ext uri="{FF2B5EF4-FFF2-40B4-BE49-F238E27FC236}">
                      <a16:creationId xmlns:a16="http://schemas.microsoft.com/office/drawing/2014/main" id="{92EFC51C-F815-2172-3496-9C6881AD6078}"/>
                    </a:ext>
                  </a:extLst>
                </p:cNvPr>
                <p:cNvSpPr txBox="1"/>
                <p:nvPr/>
              </p:nvSpPr>
              <p:spPr>
                <a:xfrm flipH="1">
                  <a:off x="5836978" y="1774906"/>
                  <a:ext cx="273909" cy="260866"/>
                </a:xfrm>
                <a:prstGeom prst="rect">
                  <a:avLst/>
                </a:prstGeom>
                <a:noFill/>
                <a:ln>
                  <a:noFill/>
                </a:ln>
              </p:spPr>
              <p:txBody>
                <a:bodyPr wrap="none" rtlCol="0">
                  <a:spAutoFit/>
                </a:bodyPr>
                <a:lstStyle/>
                <a:p>
                  <a:r>
                    <a:rPr lang="en-US" sz="900" dirty="0"/>
                    <a:t>0</a:t>
                  </a:r>
                </a:p>
              </p:txBody>
            </p:sp>
            <p:sp>
              <p:nvSpPr>
                <p:cNvPr id="103" name="TextBox 102">
                  <a:extLst>
                    <a:ext uri="{FF2B5EF4-FFF2-40B4-BE49-F238E27FC236}">
                      <a16:creationId xmlns:a16="http://schemas.microsoft.com/office/drawing/2014/main" id="{0BBDE45A-0E4B-2737-BA4C-F411D13DF679}"/>
                    </a:ext>
                  </a:extLst>
                </p:cNvPr>
                <p:cNvSpPr txBox="1"/>
                <p:nvPr/>
              </p:nvSpPr>
              <p:spPr>
                <a:xfrm flipH="1">
                  <a:off x="5895858" y="2079831"/>
                  <a:ext cx="273909" cy="260866"/>
                </a:xfrm>
                <a:prstGeom prst="rect">
                  <a:avLst/>
                </a:prstGeom>
                <a:noFill/>
                <a:ln>
                  <a:noFill/>
                </a:ln>
              </p:spPr>
              <p:txBody>
                <a:bodyPr wrap="none" rtlCol="0">
                  <a:spAutoFit/>
                </a:bodyPr>
                <a:lstStyle/>
                <a:p>
                  <a:r>
                    <a:rPr lang="en-US" sz="900" dirty="0"/>
                    <a:t>1</a:t>
                  </a:r>
                </a:p>
              </p:txBody>
            </p:sp>
            <p:sp>
              <p:nvSpPr>
                <p:cNvPr id="104" name="TextBox 103">
                  <a:extLst>
                    <a:ext uri="{FF2B5EF4-FFF2-40B4-BE49-F238E27FC236}">
                      <a16:creationId xmlns:a16="http://schemas.microsoft.com/office/drawing/2014/main" id="{57E52A6C-36B3-7699-4279-6A5B9142F1FA}"/>
                    </a:ext>
                  </a:extLst>
                </p:cNvPr>
                <p:cNvSpPr txBox="1"/>
                <p:nvPr/>
              </p:nvSpPr>
              <p:spPr>
                <a:xfrm flipH="1">
                  <a:off x="5926084" y="2448634"/>
                  <a:ext cx="273909" cy="260866"/>
                </a:xfrm>
                <a:prstGeom prst="rect">
                  <a:avLst/>
                </a:prstGeom>
                <a:noFill/>
                <a:ln>
                  <a:noFill/>
                </a:ln>
              </p:spPr>
              <p:txBody>
                <a:bodyPr wrap="none" rtlCol="0">
                  <a:spAutoFit/>
                </a:bodyPr>
                <a:lstStyle/>
                <a:p>
                  <a:r>
                    <a:rPr lang="en-US" sz="900" dirty="0"/>
                    <a:t>2</a:t>
                  </a:r>
                </a:p>
              </p:txBody>
            </p:sp>
            <p:sp>
              <p:nvSpPr>
                <p:cNvPr id="105" name="TextBox 104">
                  <a:extLst>
                    <a:ext uri="{FF2B5EF4-FFF2-40B4-BE49-F238E27FC236}">
                      <a16:creationId xmlns:a16="http://schemas.microsoft.com/office/drawing/2014/main" id="{94AE6B1D-406D-ACAE-424A-C8FEA02BC835}"/>
                    </a:ext>
                  </a:extLst>
                </p:cNvPr>
                <p:cNvSpPr txBox="1"/>
                <p:nvPr/>
              </p:nvSpPr>
              <p:spPr>
                <a:xfrm flipH="1">
                  <a:off x="5927547" y="2813372"/>
                  <a:ext cx="273909" cy="260866"/>
                </a:xfrm>
                <a:prstGeom prst="rect">
                  <a:avLst/>
                </a:prstGeom>
                <a:noFill/>
                <a:ln>
                  <a:noFill/>
                </a:ln>
              </p:spPr>
              <p:txBody>
                <a:bodyPr wrap="none" rtlCol="0">
                  <a:spAutoFit/>
                </a:bodyPr>
                <a:lstStyle/>
                <a:p>
                  <a:r>
                    <a:rPr lang="en-US" sz="900" dirty="0"/>
                    <a:t>3</a:t>
                  </a:r>
                </a:p>
              </p:txBody>
            </p:sp>
            <p:sp>
              <p:nvSpPr>
                <p:cNvPr id="106" name="TextBox 105">
                  <a:extLst>
                    <a:ext uri="{FF2B5EF4-FFF2-40B4-BE49-F238E27FC236}">
                      <a16:creationId xmlns:a16="http://schemas.microsoft.com/office/drawing/2014/main" id="{ABDC8E17-B5DB-CA37-A8C6-7A7A2B096AE1}"/>
                    </a:ext>
                  </a:extLst>
                </p:cNvPr>
                <p:cNvSpPr txBox="1"/>
                <p:nvPr/>
              </p:nvSpPr>
              <p:spPr>
                <a:xfrm flipH="1">
                  <a:off x="5929284" y="3150255"/>
                  <a:ext cx="273909" cy="260866"/>
                </a:xfrm>
                <a:prstGeom prst="rect">
                  <a:avLst/>
                </a:prstGeom>
                <a:noFill/>
                <a:ln>
                  <a:noFill/>
                </a:ln>
              </p:spPr>
              <p:txBody>
                <a:bodyPr wrap="none" rtlCol="0">
                  <a:spAutoFit/>
                </a:bodyPr>
                <a:lstStyle/>
                <a:p>
                  <a:r>
                    <a:rPr lang="en-US" sz="900" dirty="0"/>
                    <a:t>4</a:t>
                  </a:r>
                </a:p>
              </p:txBody>
            </p:sp>
            <p:sp>
              <p:nvSpPr>
                <p:cNvPr id="107" name="TextBox 106">
                  <a:extLst>
                    <a:ext uri="{FF2B5EF4-FFF2-40B4-BE49-F238E27FC236}">
                      <a16:creationId xmlns:a16="http://schemas.microsoft.com/office/drawing/2014/main" id="{813EB6EE-69AC-7A7E-13BC-24C2D09BD541}"/>
                    </a:ext>
                  </a:extLst>
                </p:cNvPr>
                <p:cNvSpPr txBox="1"/>
                <p:nvPr/>
              </p:nvSpPr>
              <p:spPr>
                <a:xfrm flipH="1">
                  <a:off x="5910429" y="3512266"/>
                  <a:ext cx="273909" cy="260866"/>
                </a:xfrm>
                <a:prstGeom prst="rect">
                  <a:avLst/>
                </a:prstGeom>
                <a:noFill/>
                <a:ln>
                  <a:noFill/>
                </a:ln>
              </p:spPr>
              <p:txBody>
                <a:bodyPr wrap="none" rtlCol="0">
                  <a:spAutoFit/>
                </a:bodyPr>
                <a:lstStyle/>
                <a:p>
                  <a:r>
                    <a:rPr lang="en-US" sz="900" dirty="0"/>
                    <a:t>5</a:t>
                  </a:r>
                </a:p>
              </p:txBody>
            </p:sp>
            <p:sp>
              <p:nvSpPr>
                <p:cNvPr id="108" name="TextBox 107">
                  <a:extLst>
                    <a:ext uri="{FF2B5EF4-FFF2-40B4-BE49-F238E27FC236}">
                      <a16:creationId xmlns:a16="http://schemas.microsoft.com/office/drawing/2014/main" id="{EA75EDA8-3BE6-E0B7-A234-64B7A4BA750C}"/>
                    </a:ext>
                  </a:extLst>
                </p:cNvPr>
                <p:cNvSpPr txBox="1"/>
                <p:nvPr/>
              </p:nvSpPr>
              <p:spPr>
                <a:xfrm flipH="1">
                  <a:off x="5887870" y="3890034"/>
                  <a:ext cx="273909" cy="260866"/>
                </a:xfrm>
                <a:prstGeom prst="rect">
                  <a:avLst/>
                </a:prstGeom>
                <a:noFill/>
                <a:ln>
                  <a:noFill/>
                </a:ln>
              </p:spPr>
              <p:txBody>
                <a:bodyPr wrap="none" rtlCol="0">
                  <a:spAutoFit/>
                </a:bodyPr>
                <a:lstStyle/>
                <a:p>
                  <a:r>
                    <a:rPr lang="en-US" sz="900" dirty="0"/>
                    <a:t>6</a:t>
                  </a:r>
                </a:p>
              </p:txBody>
            </p:sp>
            <p:sp>
              <p:nvSpPr>
                <p:cNvPr id="109" name="TextBox 108">
                  <a:extLst>
                    <a:ext uri="{FF2B5EF4-FFF2-40B4-BE49-F238E27FC236}">
                      <a16:creationId xmlns:a16="http://schemas.microsoft.com/office/drawing/2014/main" id="{AD22B82E-2ACF-51E8-3E58-082AE1CC5AFA}"/>
                    </a:ext>
                  </a:extLst>
                </p:cNvPr>
                <p:cNvSpPr txBox="1"/>
                <p:nvPr/>
              </p:nvSpPr>
              <p:spPr>
                <a:xfrm flipH="1">
                  <a:off x="5832452" y="4212940"/>
                  <a:ext cx="273909" cy="260866"/>
                </a:xfrm>
                <a:prstGeom prst="rect">
                  <a:avLst/>
                </a:prstGeom>
                <a:noFill/>
                <a:ln>
                  <a:noFill/>
                </a:ln>
              </p:spPr>
              <p:txBody>
                <a:bodyPr wrap="none" rtlCol="0">
                  <a:spAutoFit/>
                </a:bodyPr>
                <a:lstStyle/>
                <a:p>
                  <a:r>
                    <a:rPr lang="en-US" sz="900" dirty="0"/>
                    <a:t>7</a:t>
                  </a:r>
                </a:p>
              </p:txBody>
            </p:sp>
            <p:sp>
              <p:nvSpPr>
                <p:cNvPr id="110" name="TextBox 109">
                  <a:extLst>
                    <a:ext uri="{FF2B5EF4-FFF2-40B4-BE49-F238E27FC236}">
                      <a16:creationId xmlns:a16="http://schemas.microsoft.com/office/drawing/2014/main" id="{B3CF922F-D11C-252D-3D0D-B11CE2C6FBEF}"/>
                    </a:ext>
                  </a:extLst>
                </p:cNvPr>
                <p:cNvSpPr txBox="1"/>
                <p:nvPr/>
              </p:nvSpPr>
              <p:spPr>
                <a:xfrm flipH="1">
                  <a:off x="5630057" y="4047369"/>
                  <a:ext cx="273909" cy="260866"/>
                </a:xfrm>
                <a:prstGeom prst="rect">
                  <a:avLst/>
                </a:prstGeom>
                <a:noFill/>
                <a:ln>
                  <a:noFill/>
                </a:ln>
              </p:spPr>
              <p:txBody>
                <a:bodyPr wrap="none" rtlCol="0">
                  <a:spAutoFit/>
                </a:bodyPr>
                <a:lstStyle/>
                <a:p>
                  <a:r>
                    <a:rPr lang="en-US" sz="900" dirty="0"/>
                    <a:t>8</a:t>
                  </a:r>
                </a:p>
              </p:txBody>
            </p:sp>
            <p:sp>
              <p:nvSpPr>
                <p:cNvPr id="111" name="TextBox 110">
                  <a:extLst>
                    <a:ext uri="{FF2B5EF4-FFF2-40B4-BE49-F238E27FC236}">
                      <a16:creationId xmlns:a16="http://schemas.microsoft.com/office/drawing/2014/main" id="{B6DB2E2C-EA9D-A0FD-F8AE-93635674ED42}"/>
                    </a:ext>
                  </a:extLst>
                </p:cNvPr>
                <p:cNvSpPr txBox="1"/>
                <p:nvPr/>
              </p:nvSpPr>
              <p:spPr>
                <a:xfrm flipH="1">
                  <a:off x="5651026" y="3735144"/>
                  <a:ext cx="273909" cy="260866"/>
                </a:xfrm>
                <a:prstGeom prst="rect">
                  <a:avLst/>
                </a:prstGeom>
                <a:noFill/>
                <a:ln>
                  <a:noFill/>
                </a:ln>
              </p:spPr>
              <p:txBody>
                <a:bodyPr wrap="none" rtlCol="0">
                  <a:spAutoFit/>
                </a:bodyPr>
                <a:lstStyle/>
                <a:p>
                  <a:r>
                    <a:rPr lang="en-US" sz="900" dirty="0"/>
                    <a:t>9</a:t>
                  </a:r>
                </a:p>
              </p:txBody>
            </p:sp>
            <p:sp>
              <p:nvSpPr>
                <p:cNvPr id="112" name="TextBox 111">
                  <a:extLst>
                    <a:ext uri="{FF2B5EF4-FFF2-40B4-BE49-F238E27FC236}">
                      <a16:creationId xmlns:a16="http://schemas.microsoft.com/office/drawing/2014/main" id="{ACEE724D-D74E-2D8D-DB31-8B9F190B59F9}"/>
                    </a:ext>
                  </a:extLst>
                </p:cNvPr>
                <p:cNvSpPr txBox="1"/>
                <p:nvPr/>
              </p:nvSpPr>
              <p:spPr>
                <a:xfrm flipH="1">
                  <a:off x="5618129" y="3381962"/>
                  <a:ext cx="284779" cy="260866"/>
                </a:xfrm>
                <a:prstGeom prst="rect">
                  <a:avLst/>
                </a:prstGeom>
                <a:noFill/>
                <a:ln>
                  <a:noFill/>
                </a:ln>
              </p:spPr>
              <p:txBody>
                <a:bodyPr wrap="none" rtlCol="0">
                  <a:spAutoFit/>
                </a:bodyPr>
                <a:lstStyle/>
                <a:p>
                  <a:r>
                    <a:rPr lang="en-US" sz="900" dirty="0"/>
                    <a:t>A</a:t>
                  </a:r>
                </a:p>
              </p:txBody>
            </p:sp>
            <p:sp>
              <p:nvSpPr>
                <p:cNvPr id="113" name="TextBox 112">
                  <a:extLst>
                    <a:ext uri="{FF2B5EF4-FFF2-40B4-BE49-F238E27FC236}">
                      <a16:creationId xmlns:a16="http://schemas.microsoft.com/office/drawing/2014/main" id="{9938F754-49AC-314E-DB24-5005C08039F7}"/>
                    </a:ext>
                  </a:extLst>
                </p:cNvPr>
                <p:cNvSpPr txBox="1"/>
                <p:nvPr/>
              </p:nvSpPr>
              <p:spPr>
                <a:xfrm flipH="1">
                  <a:off x="5590568" y="3076540"/>
                  <a:ext cx="279345" cy="260866"/>
                </a:xfrm>
                <a:prstGeom prst="rect">
                  <a:avLst/>
                </a:prstGeom>
                <a:noFill/>
                <a:ln>
                  <a:noFill/>
                </a:ln>
              </p:spPr>
              <p:txBody>
                <a:bodyPr wrap="none" rtlCol="0">
                  <a:spAutoFit/>
                </a:bodyPr>
                <a:lstStyle/>
                <a:p>
                  <a:r>
                    <a:rPr lang="en-US" sz="900" dirty="0"/>
                    <a:t>B</a:t>
                  </a:r>
                </a:p>
              </p:txBody>
            </p:sp>
            <p:sp>
              <p:nvSpPr>
                <p:cNvPr id="114" name="TextBox 113">
                  <a:extLst>
                    <a:ext uri="{FF2B5EF4-FFF2-40B4-BE49-F238E27FC236}">
                      <a16:creationId xmlns:a16="http://schemas.microsoft.com/office/drawing/2014/main" id="{28A6C111-A745-6AA3-61D9-59C7BFF59B01}"/>
                    </a:ext>
                  </a:extLst>
                </p:cNvPr>
                <p:cNvSpPr txBox="1"/>
                <p:nvPr/>
              </p:nvSpPr>
              <p:spPr>
                <a:xfrm flipH="1">
                  <a:off x="5607446" y="2742301"/>
                  <a:ext cx="277533" cy="260866"/>
                </a:xfrm>
                <a:prstGeom prst="rect">
                  <a:avLst/>
                </a:prstGeom>
                <a:noFill/>
                <a:ln>
                  <a:noFill/>
                </a:ln>
              </p:spPr>
              <p:txBody>
                <a:bodyPr wrap="none" rtlCol="0">
                  <a:spAutoFit/>
                </a:bodyPr>
                <a:lstStyle/>
                <a:p>
                  <a:r>
                    <a:rPr lang="en-US" sz="900" dirty="0"/>
                    <a:t>C</a:t>
                  </a:r>
                </a:p>
              </p:txBody>
            </p:sp>
            <p:sp>
              <p:nvSpPr>
                <p:cNvPr id="115" name="TextBox 114">
                  <a:extLst>
                    <a:ext uri="{FF2B5EF4-FFF2-40B4-BE49-F238E27FC236}">
                      <a16:creationId xmlns:a16="http://schemas.microsoft.com/office/drawing/2014/main" id="{14796757-332E-C965-51CB-61528589CE83}"/>
                    </a:ext>
                  </a:extLst>
                </p:cNvPr>
                <p:cNvSpPr txBox="1"/>
                <p:nvPr/>
              </p:nvSpPr>
              <p:spPr>
                <a:xfrm flipH="1">
                  <a:off x="5616972" y="2408243"/>
                  <a:ext cx="288402" cy="260866"/>
                </a:xfrm>
                <a:prstGeom prst="rect">
                  <a:avLst/>
                </a:prstGeom>
                <a:noFill/>
                <a:ln>
                  <a:noFill/>
                </a:ln>
              </p:spPr>
              <p:txBody>
                <a:bodyPr wrap="none" rtlCol="0">
                  <a:spAutoFit/>
                </a:bodyPr>
                <a:lstStyle/>
                <a:p>
                  <a:r>
                    <a:rPr lang="en-US" sz="900" dirty="0"/>
                    <a:t>D</a:t>
                  </a:r>
                </a:p>
              </p:txBody>
            </p:sp>
            <p:sp>
              <p:nvSpPr>
                <p:cNvPr id="116" name="TextBox 115">
                  <a:extLst>
                    <a:ext uri="{FF2B5EF4-FFF2-40B4-BE49-F238E27FC236}">
                      <a16:creationId xmlns:a16="http://schemas.microsoft.com/office/drawing/2014/main" id="{88A32E98-F9A5-3241-6F67-6EBFAF1B19E8}"/>
                    </a:ext>
                  </a:extLst>
                </p:cNvPr>
                <p:cNvSpPr txBox="1"/>
                <p:nvPr/>
              </p:nvSpPr>
              <p:spPr>
                <a:xfrm flipH="1">
                  <a:off x="5627581" y="2061088"/>
                  <a:ext cx="272099" cy="260866"/>
                </a:xfrm>
                <a:prstGeom prst="rect">
                  <a:avLst/>
                </a:prstGeom>
                <a:noFill/>
                <a:ln>
                  <a:noFill/>
                </a:ln>
              </p:spPr>
              <p:txBody>
                <a:bodyPr wrap="none" rtlCol="0">
                  <a:spAutoFit/>
                </a:bodyPr>
                <a:lstStyle/>
                <a:p>
                  <a:r>
                    <a:rPr lang="en-US" sz="900" dirty="0"/>
                    <a:t>E</a:t>
                  </a:r>
                </a:p>
              </p:txBody>
            </p:sp>
            <p:sp>
              <p:nvSpPr>
                <p:cNvPr id="117" name="TextBox 116">
                  <a:extLst>
                    <a:ext uri="{FF2B5EF4-FFF2-40B4-BE49-F238E27FC236}">
                      <a16:creationId xmlns:a16="http://schemas.microsoft.com/office/drawing/2014/main" id="{4A1A0058-776C-4559-2805-BBFD0136F035}"/>
                    </a:ext>
                  </a:extLst>
                </p:cNvPr>
                <p:cNvSpPr txBox="1"/>
                <p:nvPr/>
              </p:nvSpPr>
              <p:spPr>
                <a:xfrm flipH="1">
                  <a:off x="5616642" y="1752934"/>
                  <a:ext cx="268476" cy="260866"/>
                </a:xfrm>
                <a:prstGeom prst="rect">
                  <a:avLst/>
                </a:prstGeom>
                <a:noFill/>
                <a:ln>
                  <a:noFill/>
                </a:ln>
              </p:spPr>
              <p:txBody>
                <a:bodyPr wrap="none" rtlCol="0">
                  <a:spAutoFit/>
                </a:bodyPr>
                <a:lstStyle/>
                <a:p>
                  <a:r>
                    <a:rPr lang="en-US" sz="900" dirty="0"/>
                    <a:t>F</a:t>
                  </a:r>
                </a:p>
              </p:txBody>
            </p:sp>
            <p:cxnSp>
              <p:nvCxnSpPr>
                <p:cNvPr id="118" name="Straight Connector 117">
                  <a:extLst>
                    <a:ext uri="{FF2B5EF4-FFF2-40B4-BE49-F238E27FC236}">
                      <a16:creationId xmlns:a16="http://schemas.microsoft.com/office/drawing/2014/main" id="{B5D4FF45-D542-2E58-1F4D-2A80C6972E02}"/>
                    </a:ext>
                  </a:extLst>
                </p:cNvPr>
                <p:cNvCxnSpPr/>
                <p:nvPr/>
              </p:nvCxnSpPr>
              <p:spPr>
                <a:xfrm>
                  <a:off x="5885584" y="2745370"/>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7728AE67-B6E6-1197-68AD-A0B3667908F4}"/>
                    </a:ext>
                  </a:extLst>
                </p:cNvPr>
                <p:cNvCxnSpPr/>
                <p:nvPr/>
              </p:nvCxnSpPr>
              <p:spPr>
                <a:xfrm>
                  <a:off x="5857080" y="2376691"/>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76B79FD1-FE4D-133B-F50F-D8ED11CDF76F}"/>
                    </a:ext>
                  </a:extLst>
                </p:cNvPr>
                <p:cNvCxnSpPr/>
                <p:nvPr/>
              </p:nvCxnSpPr>
              <p:spPr>
                <a:xfrm>
                  <a:off x="5823736" y="2014422"/>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013711E1-EF5A-EB31-8F98-ECF94AD6AFC4}"/>
                    </a:ext>
                  </a:extLst>
                </p:cNvPr>
                <p:cNvCxnSpPr/>
                <p:nvPr/>
              </p:nvCxnSpPr>
              <p:spPr>
                <a:xfrm>
                  <a:off x="5885584" y="3105361"/>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4CD36B73-F2BF-E33F-DC5A-DC7ECCC1B0B3}"/>
                    </a:ext>
                  </a:extLst>
                </p:cNvPr>
                <p:cNvCxnSpPr/>
                <p:nvPr/>
              </p:nvCxnSpPr>
              <p:spPr>
                <a:xfrm>
                  <a:off x="5885584" y="3446724"/>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F74C41A0-1C03-DB5A-EE79-FEE471141143}"/>
                    </a:ext>
                  </a:extLst>
                </p:cNvPr>
                <p:cNvCxnSpPr/>
                <p:nvPr/>
              </p:nvCxnSpPr>
              <p:spPr>
                <a:xfrm>
                  <a:off x="5851766" y="3806363"/>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6A6601D9-4410-255B-5A25-037E1D84CB4F}"/>
                    </a:ext>
                  </a:extLst>
                </p:cNvPr>
                <p:cNvCxnSpPr/>
                <p:nvPr/>
              </p:nvCxnSpPr>
              <p:spPr>
                <a:xfrm>
                  <a:off x="5810479" y="4165065"/>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169F35AD-A8D4-167C-443B-F105D836E676}"/>
                    </a:ext>
                  </a:extLst>
                </p:cNvPr>
                <p:cNvCxnSpPr>
                  <a:cxnSpLocks/>
                </p:cNvCxnSpPr>
                <p:nvPr/>
              </p:nvCxnSpPr>
              <p:spPr>
                <a:xfrm>
                  <a:off x="5578048" y="4013145"/>
                  <a:ext cx="26686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A7716D86-CE7C-142E-7ED0-7B2B71B98E05}"/>
                    </a:ext>
                  </a:extLst>
                </p:cNvPr>
                <p:cNvCxnSpPr>
                  <a:cxnSpLocks/>
                </p:cNvCxnSpPr>
                <p:nvPr/>
              </p:nvCxnSpPr>
              <p:spPr>
                <a:xfrm>
                  <a:off x="5560867" y="3692945"/>
                  <a:ext cx="31042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E1B12CA0-ACB6-EFBE-C358-A89D5405BE25}"/>
                    </a:ext>
                  </a:extLst>
                </p:cNvPr>
                <p:cNvCxnSpPr/>
                <p:nvPr/>
              </p:nvCxnSpPr>
              <p:spPr>
                <a:xfrm>
                  <a:off x="5526843" y="3354590"/>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76EA6040-C6D8-3F3D-C767-56C9E0AA6CF0}"/>
                    </a:ext>
                  </a:extLst>
                </p:cNvPr>
                <p:cNvCxnSpPr/>
                <p:nvPr/>
              </p:nvCxnSpPr>
              <p:spPr>
                <a:xfrm>
                  <a:off x="5534578" y="3019123"/>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43195373-82C6-99DC-E00C-1CC425CF39F5}"/>
                    </a:ext>
                  </a:extLst>
                </p:cNvPr>
                <p:cNvCxnSpPr/>
                <p:nvPr/>
              </p:nvCxnSpPr>
              <p:spPr>
                <a:xfrm>
                  <a:off x="5526843" y="2692978"/>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E2DDF177-A603-A3D1-D233-85488BD24B0C}"/>
                    </a:ext>
                  </a:extLst>
                </p:cNvPr>
                <p:cNvCxnSpPr>
                  <a:cxnSpLocks/>
                </p:cNvCxnSpPr>
                <p:nvPr/>
              </p:nvCxnSpPr>
              <p:spPr>
                <a:xfrm>
                  <a:off x="5560867" y="2332088"/>
                  <a:ext cx="300175"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22C7F42A-31C1-5263-DF10-6178BC93144A}"/>
                    </a:ext>
                  </a:extLst>
                </p:cNvPr>
                <p:cNvCxnSpPr>
                  <a:cxnSpLocks/>
                </p:cNvCxnSpPr>
                <p:nvPr/>
              </p:nvCxnSpPr>
              <p:spPr>
                <a:xfrm>
                  <a:off x="5602638" y="2050819"/>
                  <a:ext cx="22109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74EFE861-EA74-F9DD-120C-8B6E4A45B783}"/>
                    </a:ext>
                  </a:extLst>
                </p:cNvPr>
                <p:cNvCxnSpPr>
                  <a:cxnSpLocks/>
                </p:cNvCxnSpPr>
                <p:nvPr/>
              </p:nvCxnSpPr>
              <p:spPr>
                <a:xfrm>
                  <a:off x="5667615" y="4346523"/>
                  <a:ext cx="101104"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6" name="Straight Arrow Connector 5">
                <a:extLst>
                  <a:ext uri="{FF2B5EF4-FFF2-40B4-BE49-F238E27FC236}">
                    <a16:creationId xmlns:a16="http://schemas.microsoft.com/office/drawing/2014/main" id="{F7755DD4-8A69-5298-86E3-3E8AC2ED2533}"/>
                  </a:ext>
                </a:extLst>
              </p:cNvPr>
              <p:cNvCxnSpPr>
                <a:cxnSpLocks/>
              </p:cNvCxnSpPr>
              <p:nvPr/>
            </p:nvCxnSpPr>
            <p:spPr>
              <a:xfrm flipH="1">
                <a:off x="4805225" y="2326272"/>
                <a:ext cx="506517"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8D23D512-29C0-B72C-64CB-D2383BEFC365}"/>
                  </a:ext>
                </a:extLst>
              </p:cNvPr>
              <p:cNvCxnSpPr>
                <a:cxnSpLocks/>
              </p:cNvCxnSpPr>
              <p:nvPr/>
            </p:nvCxnSpPr>
            <p:spPr>
              <a:xfrm>
                <a:off x="4020783" y="4122653"/>
                <a:ext cx="589462"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0F884775-B861-A1A0-B2F9-0208F1BB18BE}"/>
                  </a:ext>
                </a:extLst>
              </p:cNvPr>
              <p:cNvSpPr txBox="1"/>
              <p:nvPr/>
            </p:nvSpPr>
            <p:spPr>
              <a:xfrm>
                <a:off x="3861742" y="914756"/>
                <a:ext cx="1508746" cy="369332"/>
              </a:xfrm>
              <a:prstGeom prst="rect">
                <a:avLst/>
              </a:prstGeom>
              <a:noFill/>
              <a:ln>
                <a:noFill/>
              </a:ln>
            </p:spPr>
            <p:txBody>
              <a:bodyPr wrap="none" rtlCol="0">
                <a:spAutoFit/>
              </a:bodyPr>
              <a:lstStyle/>
              <a:p>
                <a:r>
                  <a:rPr lang="en-US" sz="900" dirty="0"/>
                  <a:t>Decimal addition translated </a:t>
                </a:r>
              </a:p>
              <a:p>
                <a:r>
                  <a:rPr lang="en-US" sz="900" dirty="0"/>
                  <a:t>to base 16 wheel: </a:t>
                </a:r>
              </a:p>
            </p:txBody>
          </p:sp>
          <p:cxnSp>
            <p:nvCxnSpPr>
              <p:cNvPr id="98" name="Straight Arrow Connector 97">
                <a:extLst>
                  <a:ext uri="{FF2B5EF4-FFF2-40B4-BE49-F238E27FC236}">
                    <a16:creationId xmlns:a16="http://schemas.microsoft.com/office/drawing/2014/main" id="{DB3A32BA-1DF5-8D44-3C0F-5A045A08C17C}"/>
                  </a:ext>
                </a:extLst>
              </p:cNvPr>
              <p:cNvCxnSpPr>
                <a:cxnSpLocks/>
              </p:cNvCxnSpPr>
              <p:nvPr/>
            </p:nvCxnSpPr>
            <p:spPr>
              <a:xfrm flipV="1">
                <a:off x="3970523" y="2664209"/>
                <a:ext cx="382857" cy="106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9E84BC95-0F3F-D9E4-C64F-FFCA402C9D39}"/>
                  </a:ext>
                </a:extLst>
              </p:cNvPr>
              <p:cNvSpPr txBox="1"/>
              <p:nvPr/>
            </p:nvSpPr>
            <p:spPr>
              <a:xfrm>
                <a:off x="3766718" y="3961805"/>
                <a:ext cx="250390" cy="246221"/>
              </a:xfrm>
              <a:prstGeom prst="rect">
                <a:avLst/>
              </a:prstGeom>
              <a:noFill/>
              <a:ln>
                <a:noFill/>
              </a:ln>
            </p:spPr>
            <p:txBody>
              <a:bodyPr wrap="none" rtlCol="0">
                <a:spAutoFit/>
              </a:bodyPr>
              <a:lstStyle/>
              <a:p>
                <a:r>
                  <a:rPr lang="en-US" sz="1000" dirty="0"/>
                  <a:t>7</a:t>
                </a:r>
              </a:p>
            </p:txBody>
          </p:sp>
          <p:sp>
            <p:nvSpPr>
              <p:cNvPr id="134" name="TextBox 133">
                <a:extLst>
                  <a:ext uri="{FF2B5EF4-FFF2-40B4-BE49-F238E27FC236}">
                    <a16:creationId xmlns:a16="http://schemas.microsoft.com/office/drawing/2014/main" id="{E5CB0260-B0D7-7EC7-2C7C-27EC1BEEFD4B}"/>
                  </a:ext>
                </a:extLst>
              </p:cNvPr>
              <p:cNvSpPr txBox="1"/>
              <p:nvPr/>
            </p:nvSpPr>
            <p:spPr>
              <a:xfrm>
                <a:off x="3668845" y="2492993"/>
                <a:ext cx="314510" cy="246221"/>
              </a:xfrm>
              <a:prstGeom prst="rect">
                <a:avLst/>
              </a:prstGeom>
              <a:noFill/>
              <a:ln>
                <a:noFill/>
              </a:ln>
            </p:spPr>
            <p:txBody>
              <a:bodyPr wrap="none" rtlCol="0">
                <a:spAutoFit/>
              </a:bodyPr>
              <a:lstStyle/>
              <a:p>
                <a:r>
                  <a:rPr lang="en-US" sz="1000" dirty="0"/>
                  <a:t>+5</a:t>
                </a:r>
              </a:p>
            </p:txBody>
          </p:sp>
          <p:sp>
            <p:nvSpPr>
              <p:cNvPr id="138" name="Freeform: Shape 137">
                <a:extLst>
                  <a:ext uri="{FF2B5EF4-FFF2-40B4-BE49-F238E27FC236}">
                    <a16:creationId xmlns:a16="http://schemas.microsoft.com/office/drawing/2014/main" id="{71281FA2-89C1-96A5-6D4F-C77A748F9AAE}"/>
                  </a:ext>
                </a:extLst>
              </p:cNvPr>
              <p:cNvSpPr/>
              <p:nvPr/>
            </p:nvSpPr>
            <p:spPr>
              <a:xfrm>
                <a:off x="4078572" y="2711938"/>
                <a:ext cx="126503" cy="1373447"/>
              </a:xfrm>
              <a:custGeom>
                <a:avLst/>
                <a:gdLst>
                  <a:gd name="csX0" fmla="*/ 126106 w 126106"/>
                  <a:gd name="csY0" fmla="*/ 1422400 h 1422400"/>
                  <a:gd name="csX1" fmla="*/ 94844 w 126106"/>
                  <a:gd name="csY1" fmla="*/ 1320800 h 1422400"/>
                  <a:gd name="csX2" fmla="*/ 87029 w 126106"/>
                  <a:gd name="csY2" fmla="*/ 1289539 h 1422400"/>
                  <a:gd name="csX3" fmla="*/ 79214 w 126106"/>
                  <a:gd name="csY3" fmla="*/ 1250462 h 1422400"/>
                  <a:gd name="csX4" fmla="*/ 63583 w 126106"/>
                  <a:gd name="csY4" fmla="*/ 1219200 h 1422400"/>
                  <a:gd name="csX5" fmla="*/ 40137 w 126106"/>
                  <a:gd name="csY5" fmla="*/ 1125416 h 1422400"/>
                  <a:gd name="csX6" fmla="*/ 8875 w 126106"/>
                  <a:gd name="csY6" fmla="*/ 930031 h 1422400"/>
                  <a:gd name="csX7" fmla="*/ 1060 w 126106"/>
                  <a:gd name="csY7" fmla="*/ 851877 h 1422400"/>
                  <a:gd name="csX8" fmla="*/ 1060 w 126106"/>
                  <a:gd name="csY8" fmla="*/ 0 h 142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6106" h="1422400">
                    <a:moveTo>
                      <a:pt x="126106" y="1422400"/>
                    </a:moveTo>
                    <a:cubicBezTo>
                      <a:pt x="108856" y="1370651"/>
                      <a:pt x="109961" y="1376230"/>
                      <a:pt x="94844" y="1320800"/>
                    </a:cubicBezTo>
                    <a:cubicBezTo>
                      <a:pt x="92018" y="1310437"/>
                      <a:pt x="89359" y="1300024"/>
                      <a:pt x="87029" y="1289539"/>
                    </a:cubicBezTo>
                    <a:cubicBezTo>
                      <a:pt x="84147" y="1276572"/>
                      <a:pt x="83415" y="1263064"/>
                      <a:pt x="79214" y="1250462"/>
                    </a:cubicBezTo>
                    <a:cubicBezTo>
                      <a:pt x="75530" y="1239409"/>
                      <a:pt x="68793" y="1229621"/>
                      <a:pt x="63583" y="1219200"/>
                    </a:cubicBezTo>
                    <a:cubicBezTo>
                      <a:pt x="24241" y="904490"/>
                      <a:pt x="81845" y="1308935"/>
                      <a:pt x="40137" y="1125416"/>
                    </a:cubicBezTo>
                    <a:cubicBezTo>
                      <a:pt x="37726" y="1114808"/>
                      <a:pt x="14090" y="974358"/>
                      <a:pt x="8875" y="930031"/>
                    </a:cubicBezTo>
                    <a:cubicBezTo>
                      <a:pt x="5816" y="904029"/>
                      <a:pt x="1280" y="878057"/>
                      <a:pt x="1060" y="851877"/>
                    </a:cubicBezTo>
                    <a:cubicBezTo>
                      <a:pt x="-1326" y="567928"/>
                      <a:pt x="1060" y="283959"/>
                      <a:pt x="1060" y="0"/>
                    </a:cubicBezTo>
                  </a:path>
                </a:pathLst>
              </a:custGeom>
              <a:noFill/>
              <a:ln>
                <a:solidFill>
                  <a:srgbClr val="0066FF"/>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Freeform: Shape 138">
                <a:extLst>
                  <a:ext uri="{FF2B5EF4-FFF2-40B4-BE49-F238E27FC236}">
                    <a16:creationId xmlns:a16="http://schemas.microsoft.com/office/drawing/2014/main" id="{DA806791-E4E8-36BE-0559-E0176A8A6E5C}"/>
                  </a:ext>
                </a:extLst>
              </p:cNvPr>
              <p:cNvSpPr/>
              <p:nvPr/>
            </p:nvSpPr>
            <p:spPr>
              <a:xfrm>
                <a:off x="4087446" y="1406769"/>
                <a:ext cx="969228" cy="1210778"/>
              </a:xfrm>
              <a:custGeom>
                <a:avLst/>
                <a:gdLst>
                  <a:gd name="csX0" fmla="*/ 0 w 969228"/>
                  <a:gd name="csY0" fmla="*/ 1242646 h 1242646"/>
                  <a:gd name="csX1" fmla="*/ 15631 w 969228"/>
                  <a:gd name="csY1" fmla="*/ 867508 h 1242646"/>
                  <a:gd name="csX2" fmla="*/ 31262 w 969228"/>
                  <a:gd name="csY2" fmla="*/ 719016 h 1242646"/>
                  <a:gd name="csX3" fmla="*/ 46892 w 969228"/>
                  <a:gd name="csY3" fmla="*/ 547077 h 1242646"/>
                  <a:gd name="csX4" fmla="*/ 54708 w 969228"/>
                  <a:gd name="csY4" fmla="*/ 523631 h 1242646"/>
                  <a:gd name="csX5" fmla="*/ 62523 w 969228"/>
                  <a:gd name="csY5" fmla="*/ 492369 h 1242646"/>
                  <a:gd name="csX6" fmla="*/ 70339 w 969228"/>
                  <a:gd name="csY6" fmla="*/ 414216 h 1242646"/>
                  <a:gd name="csX7" fmla="*/ 101600 w 969228"/>
                  <a:gd name="csY7" fmla="*/ 304800 h 1242646"/>
                  <a:gd name="csX8" fmla="*/ 109416 w 969228"/>
                  <a:gd name="csY8" fmla="*/ 265723 h 1242646"/>
                  <a:gd name="csX9" fmla="*/ 125046 w 969228"/>
                  <a:gd name="csY9" fmla="*/ 234462 h 1242646"/>
                  <a:gd name="csX10" fmla="*/ 171939 w 969228"/>
                  <a:gd name="csY10" fmla="*/ 93785 h 1242646"/>
                  <a:gd name="csX11" fmla="*/ 187569 w 969228"/>
                  <a:gd name="csY11" fmla="*/ 70339 h 1242646"/>
                  <a:gd name="csX12" fmla="*/ 218831 w 969228"/>
                  <a:gd name="csY12" fmla="*/ 46893 h 1242646"/>
                  <a:gd name="csX13" fmla="*/ 234462 w 969228"/>
                  <a:gd name="csY13" fmla="*/ 23446 h 1242646"/>
                  <a:gd name="csX14" fmla="*/ 390769 w 969228"/>
                  <a:gd name="csY14" fmla="*/ 0 h 1242646"/>
                  <a:gd name="csX15" fmla="*/ 609600 w 969228"/>
                  <a:gd name="csY15" fmla="*/ 15631 h 1242646"/>
                  <a:gd name="csX16" fmla="*/ 703385 w 969228"/>
                  <a:gd name="csY16" fmla="*/ 31262 h 1242646"/>
                  <a:gd name="csX17" fmla="*/ 765908 w 969228"/>
                  <a:gd name="csY17" fmla="*/ 78154 h 1242646"/>
                  <a:gd name="csX18" fmla="*/ 859692 w 969228"/>
                  <a:gd name="csY18" fmla="*/ 140677 h 1242646"/>
                  <a:gd name="csX19" fmla="*/ 883139 w 969228"/>
                  <a:gd name="csY19" fmla="*/ 156308 h 1242646"/>
                  <a:gd name="csX20" fmla="*/ 930031 w 969228"/>
                  <a:gd name="csY20" fmla="*/ 257908 h 1242646"/>
                  <a:gd name="csX21" fmla="*/ 961292 w 969228"/>
                  <a:gd name="csY21" fmla="*/ 320431 h 1242646"/>
                  <a:gd name="csX22" fmla="*/ 969108 w 969228"/>
                  <a:gd name="csY22" fmla="*/ 890954 h 12426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969228" h="1242646">
                    <a:moveTo>
                      <a:pt x="0" y="1242646"/>
                    </a:moveTo>
                    <a:cubicBezTo>
                      <a:pt x="5210" y="1117600"/>
                      <a:pt x="9483" y="992511"/>
                      <a:pt x="15631" y="867508"/>
                    </a:cubicBezTo>
                    <a:cubicBezTo>
                      <a:pt x="20042" y="777824"/>
                      <a:pt x="20017" y="786483"/>
                      <a:pt x="31262" y="719016"/>
                    </a:cubicBezTo>
                    <a:cubicBezTo>
                      <a:pt x="33749" y="686688"/>
                      <a:pt x="40283" y="586728"/>
                      <a:pt x="46892" y="547077"/>
                    </a:cubicBezTo>
                    <a:cubicBezTo>
                      <a:pt x="48246" y="538951"/>
                      <a:pt x="52445" y="531552"/>
                      <a:pt x="54708" y="523631"/>
                    </a:cubicBezTo>
                    <a:cubicBezTo>
                      <a:pt x="57659" y="513303"/>
                      <a:pt x="59918" y="502790"/>
                      <a:pt x="62523" y="492369"/>
                    </a:cubicBezTo>
                    <a:cubicBezTo>
                      <a:pt x="65128" y="466318"/>
                      <a:pt x="66035" y="440041"/>
                      <a:pt x="70339" y="414216"/>
                    </a:cubicBezTo>
                    <a:cubicBezTo>
                      <a:pt x="81497" y="347268"/>
                      <a:pt x="85671" y="363207"/>
                      <a:pt x="101600" y="304800"/>
                    </a:cubicBezTo>
                    <a:cubicBezTo>
                      <a:pt x="105095" y="291984"/>
                      <a:pt x="105215" y="278325"/>
                      <a:pt x="109416" y="265723"/>
                    </a:cubicBezTo>
                    <a:cubicBezTo>
                      <a:pt x="113100" y="254671"/>
                      <a:pt x="120955" y="245370"/>
                      <a:pt x="125046" y="234462"/>
                    </a:cubicBezTo>
                    <a:cubicBezTo>
                      <a:pt x="148727" y="171312"/>
                      <a:pt x="105916" y="192824"/>
                      <a:pt x="171939" y="93785"/>
                    </a:cubicBezTo>
                    <a:cubicBezTo>
                      <a:pt x="177149" y="85970"/>
                      <a:pt x="180927" y="76981"/>
                      <a:pt x="187569" y="70339"/>
                    </a:cubicBezTo>
                    <a:cubicBezTo>
                      <a:pt x="196780" y="61128"/>
                      <a:pt x="208410" y="54708"/>
                      <a:pt x="218831" y="46893"/>
                    </a:cubicBezTo>
                    <a:cubicBezTo>
                      <a:pt x="224041" y="39077"/>
                      <a:pt x="226251" y="28008"/>
                      <a:pt x="234462" y="23446"/>
                    </a:cubicBezTo>
                    <a:cubicBezTo>
                      <a:pt x="272571" y="2274"/>
                      <a:pt x="358481" y="2484"/>
                      <a:pt x="390769" y="0"/>
                    </a:cubicBezTo>
                    <a:cubicBezTo>
                      <a:pt x="463713" y="5210"/>
                      <a:pt x="536833" y="8354"/>
                      <a:pt x="609600" y="15631"/>
                    </a:cubicBezTo>
                    <a:cubicBezTo>
                      <a:pt x="641136" y="18785"/>
                      <a:pt x="673959" y="19492"/>
                      <a:pt x="703385" y="31262"/>
                    </a:cubicBezTo>
                    <a:cubicBezTo>
                      <a:pt x="727573" y="40937"/>
                      <a:pt x="744566" y="63215"/>
                      <a:pt x="765908" y="78154"/>
                    </a:cubicBezTo>
                    <a:cubicBezTo>
                      <a:pt x="796688" y="99700"/>
                      <a:pt x="828431" y="119836"/>
                      <a:pt x="859692" y="140677"/>
                    </a:cubicBezTo>
                    <a:lnTo>
                      <a:pt x="883139" y="156308"/>
                    </a:lnTo>
                    <a:cubicBezTo>
                      <a:pt x="898770" y="190175"/>
                      <a:pt x="914882" y="223823"/>
                      <a:pt x="930031" y="257908"/>
                    </a:cubicBezTo>
                    <a:cubicBezTo>
                      <a:pt x="955523" y="315265"/>
                      <a:pt x="933614" y="278912"/>
                      <a:pt x="961292" y="320431"/>
                    </a:cubicBezTo>
                    <a:cubicBezTo>
                      <a:pt x="970825" y="739837"/>
                      <a:pt x="969108" y="549653"/>
                      <a:pt x="969108" y="890954"/>
                    </a:cubicBezTo>
                  </a:path>
                </a:pathLst>
              </a:custGeom>
              <a:noFill/>
              <a:ln>
                <a:solidFill>
                  <a:srgbClr val="0066FF"/>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1" name="Straight Connector 140">
                <a:extLst>
                  <a:ext uri="{FF2B5EF4-FFF2-40B4-BE49-F238E27FC236}">
                    <a16:creationId xmlns:a16="http://schemas.microsoft.com/office/drawing/2014/main" id="{99AA2A1C-81AB-5B02-85A0-B08AAF5C47B1}"/>
                  </a:ext>
                </a:extLst>
              </p:cNvPr>
              <p:cNvCxnSpPr/>
              <p:nvPr/>
            </p:nvCxnSpPr>
            <p:spPr>
              <a:xfrm>
                <a:off x="4771215" y="1543733"/>
                <a:ext cx="380445"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2" name="TextBox 141">
                <a:extLst>
                  <a:ext uri="{FF2B5EF4-FFF2-40B4-BE49-F238E27FC236}">
                    <a16:creationId xmlns:a16="http://schemas.microsoft.com/office/drawing/2014/main" id="{B5132862-4CC4-7186-9ABF-6B4CDC5A31E1}"/>
                  </a:ext>
                </a:extLst>
              </p:cNvPr>
              <p:cNvSpPr txBox="1"/>
              <p:nvPr/>
            </p:nvSpPr>
            <p:spPr>
              <a:xfrm>
                <a:off x="5140726" y="1386140"/>
                <a:ext cx="646331" cy="246221"/>
              </a:xfrm>
              <a:prstGeom prst="rect">
                <a:avLst/>
              </a:prstGeom>
              <a:noFill/>
              <a:ln>
                <a:noFill/>
              </a:ln>
            </p:spPr>
            <p:txBody>
              <a:bodyPr wrap="none" rtlCol="0">
                <a:spAutoFit/>
              </a:bodyPr>
              <a:lstStyle/>
              <a:p>
                <a:r>
                  <a:rPr lang="en-US" sz="1000" dirty="0"/>
                  <a:t>Carry a 1</a:t>
                </a:r>
              </a:p>
            </p:txBody>
          </p:sp>
          <p:sp>
            <p:nvSpPr>
              <p:cNvPr id="143" name="TextBox 142">
                <a:extLst>
                  <a:ext uri="{FF2B5EF4-FFF2-40B4-BE49-F238E27FC236}">
                    <a16:creationId xmlns:a16="http://schemas.microsoft.com/office/drawing/2014/main" id="{8DB70301-E8E5-BDC7-1857-15F755B36BD4}"/>
                  </a:ext>
                </a:extLst>
              </p:cNvPr>
              <p:cNvSpPr txBox="1"/>
              <p:nvPr/>
            </p:nvSpPr>
            <p:spPr>
              <a:xfrm>
                <a:off x="5241421" y="2158942"/>
                <a:ext cx="316112" cy="246221"/>
              </a:xfrm>
              <a:prstGeom prst="rect">
                <a:avLst/>
              </a:prstGeom>
              <a:noFill/>
              <a:ln>
                <a:noFill/>
              </a:ln>
            </p:spPr>
            <p:txBody>
              <a:bodyPr wrap="none" rtlCol="0">
                <a:spAutoFit/>
              </a:bodyPr>
              <a:lstStyle/>
              <a:p>
                <a:r>
                  <a:rPr lang="en-US" sz="1000" dirty="0"/>
                  <a:t>12</a:t>
                </a:r>
              </a:p>
            </p:txBody>
          </p:sp>
        </p:grpSp>
        <p:sp>
          <p:nvSpPr>
            <p:cNvPr id="245" name="Rectangle 244">
              <a:extLst>
                <a:ext uri="{FF2B5EF4-FFF2-40B4-BE49-F238E27FC236}">
                  <a16:creationId xmlns:a16="http://schemas.microsoft.com/office/drawing/2014/main" id="{22BA0F2D-380C-F1F4-D356-D2D413417238}"/>
                </a:ext>
              </a:extLst>
            </p:cNvPr>
            <p:cNvSpPr/>
            <p:nvPr/>
          </p:nvSpPr>
          <p:spPr>
            <a:xfrm>
              <a:off x="680126" y="1154354"/>
              <a:ext cx="1988436" cy="45907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nvGrpSpPr>
          <p:cNvPr id="248" name="Group 247">
            <a:extLst>
              <a:ext uri="{FF2B5EF4-FFF2-40B4-BE49-F238E27FC236}">
                <a16:creationId xmlns:a16="http://schemas.microsoft.com/office/drawing/2014/main" id="{A7795849-51F8-FB0D-DFBE-49665219371D}"/>
              </a:ext>
            </a:extLst>
          </p:cNvPr>
          <p:cNvGrpSpPr/>
          <p:nvPr/>
        </p:nvGrpSpPr>
        <p:grpSpPr>
          <a:xfrm>
            <a:off x="2887104" y="1139405"/>
            <a:ext cx="1677473" cy="4605707"/>
            <a:chOff x="2887104" y="1139405"/>
            <a:chExt cx="1677473" cy="4605707"/>
          </a:xfrm>
        </p:grpSpPr>
        <p:sp>
          <p:nvSpPr>
            <p:cNvPr id="235" name="TextBox 234">
              <a:extLst>
                <a:ext uri="{FF2B5EF4-FFF2-40B4-BE49-F238E27FC236}">
                  <a16:creationId xmlns:a16="http://schemas.microsoft.com/office/drawing/2014/main" id="{44DBC81A-14AC-89C7-B394-948E81225147}"/>
                </a:ext>
              </a:extLst>
            </p:cNvPr>
            <p:cNvSpPr txBox="1"/>
            <p:nvPr/>
          </p:nvSpPr>
          <p:spPr>
            <a:xfrm>
              <a:off x="2960899" y="4518442"/>
              <a:ext cx="1476686" cy="1169551"/>
            </a:xfrm>
            <a:prstGeom prst="rect">
              <a:avLst/>
            </a:prstGeom>
            <a:noFill/>
            <a:ln>
              <a:noFill/>
            </a:ln>
          </p:spPr>
          <p:txBody>
            <a:bodyPr wrap="none" rtlCol="0">
              <a:spAutoFit/>
            </a:bodyPr>
            <a:lstStyle/>
            <a:p>
              <a:r>
                <a:rPr lang="en-US" sz="1000" dirty="0"/>
                <a:t>   9</a:t>
              </a:r>
            </a:p>
            <a:p>
              <a:r>
                <a:rPr lang="en-US" sz="1000" dirty="0"/>
                <a:t>+ 8</a:t>
              </a:r>
            </a:p>
            <a:p>
              <a:r>
                <a:rPr lang="en-US" sz="1000" dirty="0"/>
                <a:t>------</a:t>
              </a:r>
            </a:p>
            <a:p>
              <a:r>
                <a:rPr lang="en-US" sz="1000" dirty="0"/>
                <a:t>0x11        If Hex Rollover</a:t>
              </a:r>
            </a:p>
            <a:p>
              <a:r>
                <a:rPr lang="en-US" sz="1000" dirty="0"/>
                <a:t>  +  6            Add 6 to Sum</a:t>
              </a:r>
            </a:p>
            <a:p>
              <a:r>
                <a:rPr lang="en-US" sz="1000" dirty="0"/>
                <a:t>------</a:t>
              </a:r>
            </a:p>
            <a:p>
              <a:r>
                <a:rPr lang="en-US" sz="1000" dirty="0"/>
                <a:t>17 </a:t>
              </a:r>
              <a:r>
                <a:rPr lang="en-US" sz="1000" dirty="0" err="1"/>
                <a:t>bcd</a:t>
              </a:r>
              <a:endParaRPr lang="en-US" sz="1000" dirty="0"/>
            </a:p>
          </p:txBody>
        </p:sp>
        <p:grpSp>
          <p:nvGrpSpPr>
            <p:cNvPr id="241" name="Group 240">
              <a:extLst>
                <a:ext uri="{FF2B5EF4-FFF2-40B4-BE49-F238E27FC236}">
                  <a16:creationId xmlns:a16="http://schemas.microsoft.com/office/drawing/2014/main" id="{07F3189F-41DB-851F-05E5-ED4D3D2BB8F9}"/>
                </a:ext>
              </a:extLst>
            </p:cNvPr>
            <p:cNvGrpSpPr>
              <a:grpSpLocks noChangeAspect="1"/>
            </p:cNvGrpSpPr>
            <p:nvPr/>
          </p:nvGrpSpPr>
          <p:grpSpPr>
            <a:xfrm>
              <a:off x="2887104" y="1139405"/>
              <a:ext cx="1566866" cy="2695150"/>
              <a:chOff x="5106033" y="1168495"/>
              <a:chExt cx="1933327" cy="3325489"/>
            </a:xfrm>
          </p:grpSpPr>
          <p:grpSp>
            <p:nvGrpSpPr>
              <p:cNvPr id="191" name="Group 190">
                <a:extLst>
                  <a:ext uri="{FF2B5EF4-FFF2-40B4-BE49-F238E27FC236}">
                    <a16:creationId xmlns:a16="http://schemas.microsoft.com/office/drawing/2014/main" id="{2C432BF3-066A-AEDE-54A2-E537BBC849A4}"/>
                  </a:ext>
                </a:extLst>
              </p:cNvPr>
              <p:cNvGrpSpPr/>
              <p:nvPr/>
            </p:nvGrpSpPr>
            <p:grpSpPr>
              <a:xfrm>
                <a:off x="5534850" y="1761645"/>
                <a:ext cx="709527" cy="2732339"/>
                <a:chOff x="5526843" y="1731816"/>
                <a:chExt cx="712033" cy="2741990"/>
              </a:xfrm>
            </p:grpSpPr>
            <p:sp>
              <p:nvSpPr>
                <p:cNvPr id="203" name="Cylinder 202">
                  <a:extLst>
                    <a:ext uri="{FF2B5EF4-FFF2-40B4-BE49-F238E27FC236}">
                      <a16:creationId xmlns:a16="http://schemas.microsoft.com/office/drawing/2014/main" id="{E2D0A600-08A1-B470-AFEE-2926895472D0}"/>
                    </a:ext>
                  </a:extLst>
                </p:cNvPr>
                <p:cNvSpPr/>
                <p:nvPr/>
              </p:nvSpPr>
              <p:spPr>
                <a:xfrm rot="16200000">
                  <a:off x="4545850" y="2718260"/>
                  <a:ext cx="2679469" cy="706582"/>
                </a:xfrm>
                <a:prstGeom prst="can">
                  <a:avLst>
                    <a:gd name="adj" fmla="val 500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p>
              </p:txBody>
            </p:sp>
            <p:sp>
              <p:nvSpPr>
                <p:cNvPr id="204" name="TextBox 203">
                  <a:extLst>
                    <a:ext uri="{FF2B5EF4-FFF2-40B4-BE49-F238E27FC236}">
                      <a16:creationId xmlns:a16="http://schemas.microsoft.com/office/drawing/2014/main" id="{ACAC29AD-A131-F1F1-883F-A7AF42572005}"/>
                    </a:ext>
                  </a:extLst>
                </p:cNvPr>
                <p:cNvSpPr txBox="1"/>
                <p:nvPr/>
              </p:nvSpPr>
              <p:spPr>
                <a:xfrm flipH="1">
                  <a:off x="5836978" y="1774906"/>
                  <a:ext cx="273909" cy="260866"/>
                </a:xfrm>
                <a:prstGeom prst="rect">
                  <a:avLst/>
                </a:prstGeom>
                <a:noFill/>
                <a:ln>
                  <a:noFill/>
                </a:ln>
              </p:spPr>
              <p:txBody>
                <a:bodyPr wrap="none" rtlCol="0">
                  <a:spAutoFit/>
                </a:bodyPr>
                <a:lstStyle/>
                <a:p>
                  <a:r>
                    <a:rPr lang="en-US" sz="900" dirty="0"/>
                    <a:t>0</a:t>
                  </a:r>
                </a:p>
              </p:txBody>
            </p:sp>
            <p:sp>
              <p:nvSpPr>
                <p:cNvPr id="205" name="TextBox 204">
                  <a:extLst>
                    <a:ext uri="{FF2B5EF4-FFF2-40B4-BE49-F238E27FC236}">
                      <a16:creationId xmlns:a16="http://schemas.microsoft.com/office/drawing/2014/main" id="{E65BE409-7504-82EF-07CD-84925C193747}"/>
                    </a:ext>
                  </a:extLst>
                </p:cNvPr>
                <p:cNvSpPr txBox="1"/>
                <p:nvPr/>
              </p:nvSpPr>
              <p:spPr>
                <a:xfrm flipH="1">
                  <a:off x="5895858" y="2079831"/>
                  <a:ext cx="273909" cy="260866"/>
                </a:xfrm>
                <a:prstGeom prst="rect">
                  <a:avLst/>
                </a:prstGeom>
                <a:noFill/>
                <a:ln>
                  <a:noFill/>
                </a:ln>
              </p:spPr>
              <p:txBody>
                <a:bodyPr wrap="none" rtlCol="0">
                  <a:spAutoFit/>
                </a:bodyPr>
                <a:lstStyle/>
                <a:p>
                  <a:r>
                    <a:rPr lang="en-US" sz="900" dirty="0"/>
                    <a:t>1</a:t>
                  </a:r>
                </a:p>
              </p:txBody>
            </p:sp>
            <p:sp>
              <p:nvSpPr>
                <p:cNvPr id="206" name="TextBox 205">
                  <a:extLst>
                    <a:ext uri="{FF2B5EF4-FFF2-40B4-BE49-F238E27FC236}">
                      <a16:creationId xmlns:a16="http://schemas.microsoft.com/office/drawing/2014/main" id="{24D47CC1-7AA3-6175-75AC-F60DE2E0FD90}"/>
                    </a:ext>
                  </a:extLst>
                </p:cNvPr>
                <p:cNvSpPr txBox="1"/>
                <p:nvPr/>
              </p:nvSpPr>
              <p:spPr>
                <a:xfrm flipH="1">
                  <a:off x="5926084" y="2448634"/>
                  <a:ext cx="273909" cy="260866"/>
                </a:xfrm>
                <a:prstGeom prst="rect">
                  <a:avLst/>
                </a:prstGeom>
                <a:noFill/>
                <a:ln>
                  <a:noFill/>
                </a:ln>
              </p:spPr>
              <p:txBody>
                <a:bodyPr wrap="none" rtlCol="0">
                  <a:spAutoFit/>
                </a:bodyPr>
                <a:lstStyle/>
                <a:p>
                  <a:r>
                    <a:rPr lang="en-US" sz="900" dirty="0"/>
                    <a:t>2</a:t>
                  </a:r>
                </a:p>
              </p:txBody>
            </p:sp>
            <p:sp>
              <p:nvSpPr>
                <p:cNvPr id="207" name="TextBox 206">
                  <a:extLst>
                    <a:ext uri="{FF2B5EF4-FFF2-40B4-BE49-F238E27FC236}">
                      <a16:creationId xmlns:a16="http://schemas.microsoft.com/office/drawing/2014/main" id="{61F76548-55FF-1E77-A4F0-45EE8ED3C5F4}"/>
                    </a:ext>
                  </a:extLst>
                </p:cNvPr>
                <p:cNvSpPr txBox="1"/>
                <p:nvPr/>
              </p:nvSpPr>
              <p:spPr>
                <a:xfrm flipH="1">
                  <a:off x="5927547" y="2813372"/>
                  <a:ext cx="273909" cy="260866"/>
                </a:xfrm>
                <a:prstGeom prst="rect">
                  <a:avLst/>
                </a:prstGeom>
                <a:noFill/>
                <a:ln>
                  <a:noFill/>
                </a:ln>
              </p:spPr>
              <p:txBody>
                <a:bodyPr wrap="none" rtlCol="0">
                  <a:spAutoFit/>
                </a:bodyPr>
                <a:lstStyle/>
                <a:p>
                  <a:r>
                    <a:rPr lang="en-US" sz="900" dirty="0"/>
                    <a:t>3</a:t>
                  </a:r>
                </a:p>
              </p:txBody>
            </p:sp>
            <p:sp>
              <p:nvSpPr>
                <p:cNvPr id="208" name="TextBox 207">
                  <a:extLst>
                    <a:ext uri="{FF2B5EF4-FFF2-40B4-BE49-F238E27FC236}">
                      <a16:creationId xmlns:a16="http://schemas.microsoft.com/office/drawing/2014/main" id="{4F850A30-87D4-9BD5-D2F4-E153AAE69700}"/>
                    </a:ext>
                  </a:extLst>
                </p:cNvPr>
                <p:cNvSpPr txBox="1"/>
                <p:nvPr/>
              </p:nvSpPr>
              <p:spPr>
                <a:xfrm flipH="1">
                  <a:off x="5929284" y="3150255"/>
                  <a:ext cx="273909" cy="260866"/>
                </a:xfrm>
                <a:prstGeom prst="rect">
                  <a:avLst/>
                </a:prstGeom>
                <a:noFill/>
                <a:ln>
                  <a:noFill/>
                </a:ln>
              </p:spPr>
              <p:txBody>
                <a:bodyPr wrap="none" rtlCol="0">
                  <a:spAutoFit/>
                </a:bodyPr>
                <a:lstStyle/>
                <a:p>
                  <a:r>
                    <a:rPr lang="en-US" sz="900" dirty="0"/>
                    <a:t>4</a:t>
                  </a:r>
                </a:p>
              </p:txBody>
            </p:sp>
            <p:sp>
              <p:nvSpPr>
                <p:cNvPr id="209" name="TextBox 208">
                  <a:extLst>
                    <a:ext uri="{FF2B5EF4-FFF2-40B4-BE49-F238E27FC236}">
                      <a16:creationId xmlns:a16="http://schemas.microsoft.com/office/drawing/2014/main" id="{6258C3A3-4798-B3AD-F644-6928AE50E04E}"/>
                    </a:ext>
                  </a:extLst>
                </p:cNvPr>
                <p:cNvSpPr txBox="1"/>
                <p:nvPr/>
              </p:nvSpPr>
              <p:spPr>
                <a:xfrm flipH="1">
                  <a:off x="5910429" y="3512266"/>
                  <a:ext cx="273909" cy="260866"/>
                </a:xfrm>
                <a:prstGeom prst="rect">
                  <a:avLst/>
                </a:prstGeom>
                <a:noFill/>
                <a:ln>
                  <a:noFill/>
                </a:ln>
              </p:spPr>
              <p:txBody>
                <a:bodyPr wrap="none" rtlCol="0">
                  <a:spAutoFit/>
                </a:bodyPr>
                <a:lstStyle/>
                <a:p>
                  <a:r>
                    <a:rPr lang="en-US" sz="900" dirty="0"/>
                    <a:t>5</a:t>
                  </a:r>
                </a:p>
              </p:txBody>
            </p:sp>
            <p:sp>
              <p:nvSpPr>
                <p:cNvPr id="210" name="TextBox 209">
                  <a:extLst>
                    <a:ext uri="{FF2B5EF4-FFF2-40B4-BE49-F238E27FC236}">
                      <a16:creationId xmlns:a16="http://schemas.microsoft.com/office/drawing/2014/main" id="{1740DD8D-D096-68BB-F067-3EE8A21D233A}"/>
                    </a:ext>
                  </a:extLst>
                </p:cNvPr>
                <p:cNvSpPr txBox="1"/>
                <p:nvPr/>
              </p:nvSpPr>
              <p:spPr>
                <a:xfrm flipH="1">
                  <a:off x="5887870" y="3890034"/>
                  <a:ext cx="273909" cy="260866"/>
                </a:xfrm>
                <a:prstGeom prst="rect">
                  <a:avLst/>
                </a:prstGeom>
                <a:noFill/>
                <a:ln>
                  <a:noFill/>
                </a:ln>
              </p:spPr>
              <p:txBody>
                <a:bodyPr wrap="none" rtlCol="0">
                  <a:spAutoFit/>
                </a:bodyPr>
                <a:lstStyle/>
                <a:p>
                  <a:r>
                    <a:rPr lang="en-US" sz="900" dirty="0"/>
                    <a:t>6</a:t>
                  </a:r>
                </a:p>
              </p:txBody>
            </p:sp>
            <p:sp>
              <p:nvSpPr>
                <p:cNvPr id="211" name="TextBox 210">
                  <a:extLst>
                    <a:ext uri="{FF2B5EF4-FFF2-40B4-BE49-F238E27FC236}">
                      <a16:creationId xmlns:a16="http://schemas.microsoft.com/office/drawing/2014/main" id="{95E49760-1E96-E209-0358-8E5A3C0C3718}"/>
                    </a:ext>
                  </a:extLst>
                </p:cNvPr>
                <p:cNvSpPr txBox="1"/>
                <p:nvPr/>
              </p:nvSpPr>
              <p:spPr>
                <a:xfrm flipH="1">
                  <a:off x="5832452" y="4212940"/>
                  <a:ext cx="273909" cy="260866"/>
                </a:xfrm>
                <a:prstGeom prst="rect">
                  <a:avLst/>
                </a:prstGeom>
                <a:noFill/>
                <a:ln>
                  <a:noFill/>
                </a:ln>
              </p:spPr>
              <p:txBody>
                <a:bodyPr wrap="none" rtlCol="0">
                  <a:spAutoFit/>
                </a:bodyPr>
                <a:lstStyle/>
                <a:p>
                  <a:r>
                    <a:rPr lang="en-US" sz="900" dirty="0"/>
                    <a:t>7</a:t>
                  </a:r>
                </a:p>
              </p:txBody>
            </p:sp>
            <p:sp>
              <p:nvSpPr>
                <p:cNvPr id="212" name="TextBox 211">
                  <a:extLst>
                    <a:ext uri="{FF2B5EF4-FFF2-40B4-BE49-F238E27FC236}">
                      <a16:creationId xmlns:a16="http://schemas.microsoft.com/office/drawing/2014/main" id="{004FB16A-A79E-DCF0-1284-C6EFE56C0249}"/>
                    </a:ext>
                  </a:extLst>
                </p:cNvPr>
                <p:cNvSpPr txBox="1"/>
                <p:nvPr/>
              </p:nvSpPr>
              <p:spPr>
                <a:xfrm flipH="1">
                  <a:off x="5630057" y="4047369"/>
                  <a:ext cx="273909" cy="260866"/>
                </a:xfrm>
                <a:prstGeom prst="rect">
                  <a:avLst/>
                </a:prstGeom>
                <a:noFill/>
                <a:ln>
                  <a:noFill/>
                </a:ln>
              </p:spPr>
              <p:txBody>
                <a:bodyPr wrap="none" rtlCol="0">
                  <a:spAutoFit/>
                </a:bodyPr>
                <a:lstStyle/>
                <a:p>
                  <a:r>
                    <a:rPr lang="en-US" sz="900" dirty="0"/>
                    <a:t>8</a:t>
                  </a:r>
                </a:p>
              </p:txBody>
            </p:sp>
            <p:sp>
              <p:nvSpPr>
                <p:cNvPr id="213" name="TextBox 212">
                  <a:extLst>
                    <a:ext uri="{FF2B5EF4-FFF2-40B4-BE49-F238E27FC236}">
                      <a16:creationId xmlns:a16="http://schemas.microsoft.com/office/drawing/2014/main" id="{7D361006-4114-416E-7404-ACA3BAFCA4D9}"/>
                    </a:ext>
                  </a:extLst>
                </p:cNvPr>
                <p:cNvSpPr txBox="1"/>
                <p:nvPr/>
              </p:nvSpPr>
              <p:spPr>
                <a:xfrm flipH="1">
                  <a:off x="5651026" y="3735144"/>
                  <a:ext cx="273909" cy="260866"/>
                </a:xfrm>
                <a:prstGeom prst="rect">
                  <a:avLst/>
                </a:prstGeom>
                <a:noFill/>
                <a:ln>
                  <a:noFill/>
                </a:ln>
              </p:spPr>
              <p:txBody>
                <a:bodyPr wrap="none" rtlCol="0">
                  <a:spAutoFit/>
                </a:bodyPr>
                <a:lstStyle/>
                <a:p>
                  <a:r>
                    <a:rPr lang="en-US" sz="900" dirty="0"/>
                    <a:t>9</a:t>
                  </a:r>
                </a:p>
              </p:txBody>
            </p:sp>
            <p:sp>
              <p:nvSpPr>
                <p:cNvPr id="214" name="TextBox 213">
                  <a:extLst>
                    <a:ext uri="{FF2B5EF4-FFF2-40B4-BE49-F238E27FC236}">
                      <a16:creationId xmlns:a16="http://schemas.microsoft.com/office/drawing/2014/main" id="{A19D49DE-0FE3-5B45-E28A-2E9E3FCAA3A1}"/>
                    </a:ext>
                  </a:extLst>
                </p:cNvPr>
                <p:cNvSpPr txBox="1"/>
                <p:nvPr/>
              </p:nvSpPr>
              <p:spPr>
                <a:xfrm flipH="1">
                  <a:off x="5618129" y="3381962"/>
                  <a:ext cx="284779" cy="260866"/>
                </a:xfrm>
                <a:prstGeom prst="rect">
                  <a:avLst/>
                </a:prstGeom>
                <a:noFill/>
                <a:ln>
                  <a:noFill/>
                </a:ln>
              </p:spPr>
              <p:txBody>
                <a:bodyPr wrap="none" rtlCol="0">
                  <a:spAutoFit/>
                </a:bodyPr>
                <a:lstStyle/>
                <a:p>
                  <a:r>
                    <a:rPr lang="en-US" sz="900" dirty="0"/>
                    <a:t>A</a:t>
                  </a:r>
                </a:p>
              </p:txBody>
            </p:sp>
            <p:sp>
              <p:nvSpPr>
                <p:cNvPr id="215" name="TextBox 214">
                  <a:extLst>
                    <a:ext uri="{FF2B5EF4-FFF2-40B4-BE49-F238E27FC236}">
                      <a16:creationId xmlns:a16="http://schemas.microsoft.com/office/drawing/2014/main" id="{34059F3B-A817-B3BD-7DBD-3E5B817B8EBD}"/>
                    </a:ext>
                  </a:extLst>
                </p:cNvPr>
                <p:cNvSpPr txBox="1"/>
                <p:nvPr/>
              </p:nvSpPr>
              <p:spPr>
                <a:xfrm flipH="1">
                  <a:off x="5590568" y="3076540"/>
                  <a:ext cx="279345" cy="260866"/>
                </a:xfrm>
                <a:prstGeom prst="rect">
                  <a:avLst/>
                </a:prstGeom>
                <a:noFill/>
                <a:ln>
                  <a:noFill/>
                </a:ln>
              </p:spPr>
              <p:txBody>
                <a:bodyPr wrap="none" rtlCol="0">
                  <a:spAutoFit/>
                </a:bodyPr>
                <a:lstStyle/>
                <a:p>
                  <a:r>
                    <a:rPr lang="en-US" sz="900" dirty="0"/>
                    <a:t>B</a:t>
                  </a:r>
                </a:p>
              </p:txBody>
            </p:sp>
            <p:sp>
              <p:nvSpPr>
                <p:cNvPr id="216" name="TextBox 215">
                  <a:extLst>
                    <a:ext uri="{FF2B5EF4-FFF2-40B4-BE49-F238E27FC236}">
                      <a16:creationId xmlns:a16="http://schemas.microsoft.com/office/drawing/2014/main" id="{3E2C8E20-31DB-84C4-9062-C9ED9539C4E9}"/>
                    </a:ext>
                  </a:extLst>
                </p:cNvPr>
                <p:cNvSpPr txBox="1"/>
                <p:nvPr/>
              </p:nvSpPr>
              <p:spPr>
                <a:xfrm flipH="1">
                  <a:off x="5607446" y="2742301"/>
                  <a:ext cx="277533" cy="260866"/>
                </a:xfrm>
                <a:prstGeom prst="rect">
                  <a:avLst/>
                </a:prstGeom>
                <a:noFill/>
                <a:ln>
                  <a:noFill/>
                </a:ln>
              </p:spPr>
              <p:txBody>
                <a:bodyPr wrap="none" rtlCol="0">
                  <a:spAutoFit/>
                </a:bodyPr>
                <a:lstStyle/>
                <a:p>
                  <a:r>
                    <a:rPr lang="en-US" sz="900" dirty="0"/>
                    <a:t>C</a:t>
                  </a:r>
                </a:p>
              </p:txBody>
            </p:sp>
            <p:sp>
              <p:nvSpPr>
                <p:cNvPr id="217" name="TextBox 216">
                  <a:extLst>
                    <a:ext uri="{FF2B5EF4-FFF2-40B4-BE49-F238E27FC236}">
                      <a16:creationId xmlns:a16="http://schemas.microsoft.com/office/drawing/2014/main" id="{9AEDCE00-BE9D-EAD3-40D5-91D0922CC7BE}"/>
                    </a:ext>
                  </a:extLst>
                </p:cNvPr>
                <p:cNvSpPr txBox="1"/>
                <p:nvPr/>
              </p:nvSpPr>
              <p:spPr>
                <a:xfrm flipH="1">
                  <a:off x="5616972" y="2408243"/>
                  <a:ext cx="288402" cy="260866"/>
                </a:xfrm>
                <a:prstGeom prst="rect">
                  <a:avLst/>
                </a:prstGeom>
                <a:noFill/>
                <a:ln>
                  <a:noFill/>
                </a:ln>
              </p:spPr>
              <p:txBody>
                <a:bodyPr wrap="none" rtlCol="0">
                  <a:spAutoFit/>
                </a:bodyPr>
                <a:lstStyle/>
                <a:p>
                  <a:r>
                    <a:rPr lang="en-US" sz="900" dirty="0"/>
                    <a:t>D</a:t>
                  </a:r>
                </a:p>
              </p:txBody>
            </p:sp>
            <p:sp>
              <p:nvSpPr>
                <p:cNvPr id="218" name="TextBox 217">
                  <a:extLst>
                    <a:ext uri="{FF2B5EF4-FFF2-40B4-BE49-F238E27FC236}">
                      <a16:creationId xmlns:a16="http://schemas.microsoft.com/office/drawing/2014/main" id="{52203FFF-7178-6B1D-8DAE-534B3BEF377F}"/>
                    </a:ext>
                  </a:extLst>
                </p:cNvPr>
                <p:cNvSpPr txBox="1"/>
                <p:nvPr/>
              </p:nvSpPr>
              <p:spPr>
                <a:xfrm flipH="1">
                  <a:off x="5627581" y="2061088"/>
                  <a:ext cx="272099" cy="260866"/>
                </a:xfrm>
                <a:prstGeom prst="rect">
                  <a:avLst/>
                </a:prstGeom>
                <a:noFill/>
                <a:ln>
                  <a:noFill/>
                </a:ln>
              </p:spPr>
              <p:txBody>
                <a:bodyPr wrap="none" rtlCol="0">
                  <a:spAutoFit/>
                </a:bodyPr>
                <a:lstStyle/>
                <a:p>
                  <a:r>
                    <a:rPr lang="en-US" sz="900" dirty="0"/>
                    <a:t>E</a:t>
                  </a:r>
                </a:p>
              </p:txBody>
            </p:sp>
            <p:sp>
              <p:nvSpPr>
                <p:cNvPr id="219" name="TextBox 218">
                  <a:extLst>
                    <a:ext uri="{FF2B5EF4-FFF2-40B4-BE49-F238E27FC236}">
                      <a16:creationId xmlns:a16="http://schemas.microsoft.com/office/drawing/2014/main" id="{B6A454DF-40F0-D37B-4184-C4142406ACEA}"/>
                    </a:ext>
                  </a:extLst>
                </p:cNvPr>
                <p:cNvSpPr txBox="1"/>
                <p:nvPr/>
              </p:nvSpPr>
              <p:spPr>
                <a:xfrm flipH="1">
                  <a:off x="5616642" y="1752934"/>
                  <a:ext cx="268476" cy="260866"/>
                </a:xfrm>
                <a:prstGeom prst="rect">
                  <a:avLst/>
                </a:prstGeom>
                <a:noFill/>
                <a:ln>
                  <a:noFill/>
                </a:ln>
              </p:spPr>
              <p:txBody>
                <a:bodyPr wrap="none" rtlCol="0">
                  <a:spAutoFit/>
                </a:bodyPr>
                <a:lstStyle/>
                <a:p>
                  <a:r>
                    <a:rPr lang="en-US" sz="900" dirty="0"/>
                    <a:t>F</a:t>
                  </a:r>
                </a:p>
              </p:txBody>
            </p:sp>
            <p:cxnSp>
              <p:nvCxnSpPr>
                <p:cNvPr id="220" name="Straight Connector 219">
                  <a:extLst>
                    <a:ext uri="{FF2B5EF4-FFF2-40B4-BE49-F238E27FC236}">
                      <a16:creationId xmlns:a16="http://schemas.microsoft.com/office/drawing/2014/main" id="{3B3BD780-16CF-852B-109D-13EACE46D803}"/>
                    </a:ext>
                  </a:extLst>
                </p:cNvPr>
                <p:cNvCxnSpPr/>
                <p:nvPr/>
              </p:nvCxnSpPr>
              <p:spPr>
                <a:xfrm>
                  <a:off x="5885584" y="2745370"/>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D0B10870-C366-7F5E-7067-B31DA4F71E84}"/>
                    </a:ext>
                  </a:extLst>
                </p:cNvPr>
                <p:cNvCxnSpPr/>
                <p:nvPr/>
              </p:nvCxnSpPr>
              <p:spPr>
                <a:xfrm>
                  <a:off x="5857080" y="2376691"/>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3A1DB1C9-98B8-CA29-6430-D5A03652534C}"/>
                    </a:ext>
                  </a:extLst>
                </p:cNvPr>
                <p:cNvCxnSpPr/>
                <p:nvPr/>
              </p:nvCxnSpPr>
              <p:spPr>
                <a:xfrm>
                  <a:off x="5823736" y="2014422"/>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F356D397-00DB-06DD-08FA-6A9C0ABD7A2A}"/>
                    </a:ext>
                  </a:extLst>
                </p:cNvPr>
                <p:cNvCxnSpPr/>
                <p:nvPr/>
              </p:nvCxnSpPr>
              <p:spPr>
                <a:xfrm>
                  <a:off x="5885584" y="3105361"/>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44A3266B-9DEC-8CB1-7A4E-EAFA5C1271F1}"/>
                    </a:ext>
                  </a:extLst>
                </p:cNvPr>
                <p:cNvCxnSpPr/>
                <p:nvPr/>
              </p:nvCxnSpPr>
              <p:spPr>
                <a:xfrm>
                  <a:off x="5885584" y="3446724"/>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8EF5C68E-E82F-756D-6443-C1C492165B52}"/>
                    </a:ext>
                  </a:extLst>
                </p:cNvPr>
                <p:cNvCxnSpPr/>
                <p:nvPr/>
              </p:nvCxnSpPr>
              <p:spPr>
                <a:xfrm>
                  <a:off x="5851766" y="3806363"/>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AA041F71-30D5-6859-4002-B8DFFCF553F0}"/>
                    </a:ext>
                  </a:extLst>
                </p:cNvPr>
                <p:cNvCxnSpPr/>
                <p:nvPr/>
              </p:nvCxnSpPr>
              <p:spPr>
                <a:xfrm>
                  <a:off x="5810479" y="4165065"/>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52A4BD2E-EE24-53F8-E749-7CFD8563861B}"/>
                    </a:ext>
                  </a:extLst>
                </p:cNvPr>
                <p:cNvCxnSpPr>
                  <a:cxnSpLocks/>
                </p:cNvCxnSpPr>
                <p:nvPr/>
              </p:nvCxnSpPr>
              <p:spPr>
                <a:xfrm>
                  <a:off x="5578048" y="4013145"/>
                  <a:ext cx="26686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8D76F6F7-E619-5212-B4B8-4A8D342739F5}"/>
                    </a:ext>
                  </a:extLst>
                </p:cNvPr>
                <p:cNvCxnSpPr>
                  <a:cxnSpLocks/>
                </p:cNvCxnSpPr>
                <p:nvPr/>
              </p:nvCxnSpPr>
              <p:spPr>
                <a:xfrm>
                  <a:off x="5560867" y="3692945"/>
                  <a:ext cx="31042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B0378114-9A55-B54A-806F-1664B37A35C9}"/>
                    </a:ext>
                  </a:extLst>
                </p:cNvPr>
                <p:cNvCxnSpPr/>
                <p:nvPr/>
              </p:nvCxnSpPr>
              <p:spPr>
                <a:xfrm>
                  <a:off x="5526843" y="3354590"/>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4B47092F-7A7A-1DC0-0F32-4933E49FAFE9}"/>
                    </a:ext>
                  </a:extLst>
                </p:cNvPr>
                <p:cNvCxnSpPr/>
                <p:nvPr/>
              </p:nvCxnSpPr>
              <p:spPr>
                <a:xfrm>
                  <a:off x="5534578" y="3019123"/>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FCF3124E-3609-C612-EEBF-8A45ADF68B49}"/>
                    </a:ext>
                  </a:extLst>
                </p:cNvPr>
                <p:cNvCxnSpPr/>
                <p:nvPr/>
              </p:nvCxnSpPr>
              <p:spPr>
                <a:xfrm>
                  <a:off x="5526843" y="2692978"/>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CCECC0C1-A7B3-F9C4-5415-26F14230BC93}"/>
                    </a:ext>
                  </a:extLst>
                </p:cNvPr>
                <p:cNvCxnSpPr>
                  <a:cxnSpLocks/>
                </p:cNvCxnSpPr>
                <p:nvPr/>
              </p:nvCxnSpPr>
              <p:spPr>
                <a:xfrm>
                  <a:off x="5560867" y="2332088"/>
                  <a:ext cx="300175"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6E3CF625-7F73-5E76-A49E-336A3708D895}"/>
                    </a:ext>
                  </a:extLst>
                </p:cNvPr>
                <p:cNvCxnSpPr>
                  <a:cxnSpLocks/>
                </p:cNvCxnSpPr>
                <p:nvPr/>
              </p:nvCxnSpPr>
              <p:spPr>
                <a:xfrm>
                  <a:off x="5602638" y="2050819"/>
                  <a:ext cx="22109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57F55149-3904-8F67-A495-6EF5B992EE4D}"/>
                    </a:ext>
                  </a:extLst>
                </p:cNvPr>
                <p:cNvCxnSpPr>
                  <a:cxnSpLocks/>
                </p:cNvCxnSpPr>
                <p:nvPr/>
              </p:nvCxnSpPr>
              <p:spPr>
                <a:xfrm>
                  <a:off x="5667615" y="4346523"/>
                  <a:ext cx="101104"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92" name="Straight Arrow Connector 191">
                <a:extLst>
                  <a:ext uri="{FF2B5EF4-FFF2-40B4-BE49-F238E27FC236}">
                    <a16:creationId xmlns:a16="http://schemas.microsoft.com/office/drawing/2014/main" id="{B450E1A4-0FA2-09B9-7C88-A47073B20CA6}"/>
                  </a:ext>
                </a:extLst>
              </p:cNvPr>
              <p:cNvCxnSpPr>
                <a:cxnSpLocks/>
              </p:cNvCxnSpPr>
              <p:nvPr/>
            </p:nvCxnSpPr>
            <p:spPr>
              <a:xfrm flipH="1">
                <a:off x="6040678" y="4341721"/>
                <a:ext cx="387655"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93" name="Straight Arrow Connector 192">
                <a:extLst>
                  <a:ext uri="{FF2B5EF4-FFF2-40B4-BE49-F238E27FC236}">
                    <a16:creationId xmlns:a16="http://schemas.microsoft.com/office/drawing/2014/main" id="{0BAE899F-822B-BE49-E406-968C5655326B}"/>
                  </a:ext>
                </a:extLst>
              </p:cNvPr>
              <p:cNvCxnSpPr>
                <a:cxnSpLocks/>
              </p:cNvCxnSpPr>
              <p:nvPr/>
            </p:nvCxnSpPr>
            <p:spPr>
              <a:xfrm>
                <a:off x="5325163" y="3887275"/>
                <a:ext cx="380061"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94" name="TextBox 193">
                <a:extLst>
                  <a:ext uri="{FF2B5EF4-FFF2-40B4-BE49-F238E27FC236}">
                    <a16:creationId xmlns:a16="http://schemas.microsoft.com/office/drawing/2014/main" id="{EDF0A4EE-C8DB-AB93-A8A9-EA59B9D982D7}"/>
                  </a:ext>
                </a:extLst>
              </p:cNvPr>
              <p:cNvSpPr txBox="1"/>
              <p:nvPr/>
            </p:nvSpPr>
            <p:spPr>
              <a:xfrm>
                <a:off x="5158879" y="1168495"/>
                <a:ext cx="1508746" cy="369332"/>
              </a:xfrm>
              <a:prstGeom prst="rect">
                <a:avLst/>
              </a:prstGeom>
              <a:noFill/>
              <a:ln>
                <a:noFill/>
              </a:ln>
            </p:spPr>
            <p:txBody>
              <a:bodyPr wrap="none" rtlCol="0">
                <a:spAutoFit/>
              </a:bodyPr>
              <a:lstStyle/>
              <a:p>
                <a:r>
                  <a:rPr lang="en-US" sz="900" dirty="0"/>
                  <a:t>Decimal addition translated </a:t>
                </a:r>
              </a:p>
              <a:p>
                <a:r>
                  <a:rPr lang="en-US" sz="900" dirty="0"/>
                  <a:t>to base 16 wheel: </a:t>
                </a:r>
              </a:p>
            </p:txBody>
          </p:sp>
          <p:cxnSp>
            <p:nvCxnSpPr>
              <p:cNvPr id="195" name="Straight Arrow Connector 194">
                <a:extLst>
                  <a:ext uri="{FF2B5EF4-FFF2-40B4-BE49-F238E27FC236}">
                    <a16:creationId xmlns:a16="http://schemas.microsoft.com/office/drawing/2014/main" id="{A16313AC-A178-3BE1-F118-0C5DD2319FBD}"/>
                  </a:ext>
                </a:extLst>
              </p:cNvPr>
              <p:cNvCxnSpPr>
                <a:cxnSpLocks/>
              </p:cNvCxnSpPr>
              <p:nvPr/>
            </p:nvCxnSpPr>
            <p:spPr>
              <a:xfrm flipH="1">
                <a:off x="6087568" y="2240878"/>
                <a:ext cx="398589"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96" name="TextBox 195">
                <a:extLst>
                  <a:ext uri="{FF2B5EF4-FFF2-40B4-BE49-F238E27FC236}">
                    <a16:creationId xmlns:a16="http://schemas.microsoft.com/office/drawing/2014/main" id="{CC8EECDD-07DA-E038-E0D6-4CAD87C51FE4}"/>
                  </a:ext>
                </a:extLst>
              </p:cNvPr>
              <p:cNvSpPr txBox="1"/>
              <p:nvPr/>
            </p:nvSpPr>
            <p:spPr>
              <a:xfrm>
                <a:off x="5106033" y="3764164"/>
                <a:ext cx="250390" cy="246221"/>
              </a:xfrm>
              <a:prstGeom prst="rect">
                <a:avLst/>
              </a:prstGeom>
              <a:noFill/>
              <a:ln>
                <a:noFill/>
              </a:ln>
            </p:spPr>
            <p:txBody>
              <a:bodyPr wrap="none" rtlCol="0">
                <a:spAutoFit/>
              </a:bodyPr>
              <a:lstStyle/>
              <a:p>
                <a:r>
                  <a:rPr lang="en-US" sz="1000" dirty="0"/>
                  <a:t>9</a:t>
                </a:r>
              </a:p>
            </p:txBody>
          </p:sp>
          <p:sp>
            <p:nvSpPr>
              <p:cNvPr id="197" name="TextBox 196">
                <a:extLst>
                  <a:ext uri="{FF2B5EF4-FFF2-40B4-BE49-F238E27FC236}">
                    <a16:creationId xmlns:a16="http://schemas.microsoft.com/office/drawing/2014/main" id="{8D501FD6-CE4A-5F9D-0748-898D0565CD51}"/>
                  </a:ext>
                </a:extLst>
              </p:cNvPr>
              <p:cNvSpPr txBox="1"/>
              <p:nvPr/>
            </p:nvSpPr>
            <p:spPr>
              <a:xfrm>
                <a:off x="6401683" y="2079896"/>
                <a:ext cx="314510" cy="246221"/>
              </a:xfrm>
              <a:prstGeom prst="rect">
                <a:avLst/>
              </a:prstGeom>
              <a:noFill/>
              <a:ln>
                <a:noFill/>
              </a:ln>
            </p:spPr>
            <p:txBody>
              <a:bodyPr wrap="none" rtlCol="0">
                <a:spAutoFit/>
              </a:bodyPr>
              <a:lstStyle/>
              <a:p>
                <a:r>
                  <a:rPr lang="en-US" sz="1000" dirty="0"/>
                  <a:t>+8</a:t>
                </a:r>
              </a:p>
            </p:txBody>
          </p:sp>
          <p:cxnSp>
            <p:nvCxnSpPr>
              <p:cNvPr id="200" name="Straight Connector 199">
                <a:extLst>
                  <a:ext uri="{FF2B5EF4-FFF2-40B4-BE49-F238E27FC236}">
                    <a16:creationId xmlns:a16="http://schemas.microsoft.com/office/drawing/2014/main" id="{C3FB62ED-E0EE-AE73-1652-017376D572A4}"/>
                  </a:ext>
                </a:extLst>
              </p:cNvPr>
              <p:cNvCxnSpPr/>
              <p:nvPr/>
            </p:nvCxnSpPr>
            <p:spPr>
              <a:xfrm>
                <a:off x="6068352" y="1761645"/>
                <a:ext cx="380445"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1" name="TextBox 200">
                <a:extLst>
                  <a:ext uri="{FF2B5EF4-FFF2-40B4-BE49-F238E27FC236}">
                    <a16:creationId xmlns:a16="http://schemas.microsoft.com/office/drawing/2014/main" id="{B80CA426-9D01-4081-77A6-EA0C52ECFCBB}"/>
                  </a:ext>
                </a:extLst>
              </p:cNvPr>
              <p:cNvSpPr txBox="1"/>
              <p:nvPr/>
            </p:nvSpPr>
            <p:spPr>
              <a:xfrm>
                <a:off x="6393028" y="1612054"/>
                <a:ext cx="646332" cy="246221"/>
              </a:xfrm>
              <a:prstGeom prst="rect">
                <a:avLst/>
              </a:prstGeom>
              <a:noFill/>
              <a:ln>
                <a:noFill/>
              </a:ln>
            </p:spPr>
            <p:txBody>
              <a:bodyPr wrap="none" rtlCol="0">
                <a:spAutoFit/>
              </a:bodyPr>
              <a:lstStyle/>
              <a:p>
                <a:r>
                  <a:rPr lang="en-US" sz="1000" dirty="0"/>
                  <a:t>Carry a 1</a:t>
                </a:r>
              </a:p>
            </p:txBody>
          </p:sp>
          <p:sp>
            <p:nvSpPr>
              <p:cNvPr id="202" name="TextBox 201">
                <a:extLst>
                  <a:ext uri="{FF2B5EF4-FFF2-40B4-BE49-F238E27FC236}">
                    <a16:creationId xmlns:a16="http://schemas.microsoft.com/office/drawing/2014/main" id="{E9CBA4BB-DF18-4280-887A-7E1556113E52}"/>
                  </a:ext>
                </a:extLst>
              </p:cNvPr>
              <p:cNvSpPr txBox="1"/>
              <p:nvPr/>
            </p:nvSpPr>
            <p:spPr>
              <a:xfrm>
                <a:off x="6358685" y="4181249"/>
                <a:ext cx="316113" cy="246221"/>
              </a:xfrm>
              <a:prstGeom prst="rect">
                <a:avLst/>
              </a:prstGeom>
              <a:noFill/>
              <a:ln>
                <a:noFill/>
              </a:ln>
            </p:spPr>
            <p:txBody>
              <a:bodyPr wrap="none" rtlCol="0">
                <a:spAutoFit/>
              </a:bodyPr>
              <a:lstStyle/>
              <a:p>
                <a:r>
                  <a:rPr lang="en-US" sz="1000" dirty="0"/>
                  <a:t>17</a:t>
                </a:r>
              </a:p>
            </p:txBody>
          </p:sp>
          <p:sp>
            <p:nvSpPr>
              <p:cNvPr id="239" name="Freeform: Shape 238">
                <a:extLst>
                  <a:ext uri="{FF2B5EF4-FFF2-40B4-BE49-F238E27FC236}">
                    <a16:creationId xmlns:a16="http://schemas.microsoft.com/office/drawing/2014/main" id="{750410A2-E55E-EFBD-0313-4AEC4203E4A1}"/>
                  </a:ext>
                </a:extLst>
              </p:cNvPr>
              <p:cNvSpPr/>
              <p:nvPr/>
            </p:nvSpPr>
            <p:spPr>
              <a:xfrm>
                <a:off x="5358423" y="1667425"/>
                <a:ext cx="981433" cy="2134102"/>
              </a:xfrm>
              <a:custGeom>
                <a:avLst/>
                <a:gdLst>
                  <a:gd name="csX0" fmla="*/ 93785 w 1009764"/>
                  <a:gd name="csY0" fmla="*/ 2250831 h 2250831"/>
                  <a:gd name="csX1" fmla="*/ 85970 w 1009764"/>
                  <a:gd name="csY1" fmla="*/ 1992923 h 2250831"/>
                  <a:gd name="csX2" fmla="*/ 70339 w 1009764"/>
                  <a:gd name="csY2" fmla="*/ 1953846 h 2250831"/>
                  <a:gd name="csX3" fmla="*/ 31262 w 1009764"/>
                  <a:gd name="csY3" fmla="*/ 1805354 h 2250831"/>
                  <a:gd name="csX4" fmla="*/ 23446 w 1009764"/>
                  <a:gd name="csY4" fmla="*/ 1774092 h 2250831"/>
                  <a:gd name="csX5" fmla="*/ 0 w 1009764"/>
                  <a:gd name="csY5" fmla="*/ 1617784 h 2250831"/>
                  <a:gd name="csX6" fmla="*/ 7816 w 1009764"/>
                  <a:gd name="csY6" fmla="*/ 1281723 h 2250831"/>
                  <a:gd name="csX7" fmla="*/ 23446 w 1009764"/>
                  <a:gd name="csY7" fmla="*/ 1023815 h 2250831"/>
                  <a:gd name="csX8" fmla="*/ 39077 w 1009764"/>
                  <a:gd name="csY8" fmla="*/ 976923 h 2250831"/>
                  <a:gd name="csX9" fmla="*/ 54708 w 1009764"/>
                  <a:gd name="csY9" fmla="*/ 914400 h 2250831"/>
                  <a:gd name="csX10" fmla="*/ 78154 w 1009764"/>
                  <a:gd name="csY10" fmla="*/ 836246 h 2250831"/>
                  <a:gd name="csX11" fmla="*/ 85970 w 1009764"/>
                  <a:gd name="csY11" fmla="*/ 773723 h 2250831"/>
                  <a:gd name="csX12" fmla="*/ 109416 w 1009764"/>
                  <a:gd name="csY12" fmla="*/ 656492 h 2250831"/>
                  <a:gd name="csX13" fmla="*/ 132862 w 1009764"/>
                  <a:gd name="csY13" fmla="*/ 500184 h 2250831"/>
                  <a:gd name="csX14" fmla="*/ 148493 w 1009764"/>
                  <a:gd name="csY14" fmla="*/ 414215 h 2250831"/>
                  <a:gd name="csX15" fmla="*/ 171939 w 1009764"/>
                  <a:gd name="csY15" fmla="*/ 351692 h 2250831"/>
                  <a:gd name="csX16" fmla="*/ 179754 w 1009764"/>
                  <a:gd name="csY16" fmla="*/ 320431 h 2250831"/>
                  <a:gd name="csX17" fmla="*/ 218831 w 1009764"/>
                  <a:gd name="csY17" fmla="*/ 257907 h 2250831"/>
                  <a:gd name="csX18" fmla="*/ 273539 w 1009764"/>
                  <a:gd name="csY18" fmla="*/ 171938 h 2250831"/>
                  <a:gd name="csX19" fmla="*/ 343877 w 1009764"/>
                  <a:gd name="csY19" fmla="*/ 109415 h 2250831"/>
                  <a:gd name="csX20" fmla="*/ 414216 w 1009764"/>
                  <a:gd name="csY20" fmla="*/ 62523 h 2250831"/>
                  <a:gd name="csX21" fmla="*/ 547077 w 1009764"/>
                  <a:gd name="csY21" fmla="*/ 0 h 2250831"/>
                  <a:gd name="csX22" fmla="*/ 758093 w 1009764"/>
                  <a:gd name="csY22" fmla="*/ 31261 h 2250831"/>
                  <a:gd name="csX23" fmla="*/ 812800 w 1009764"/>
                  <a:gd name="csY23" fmla="*/ 62523 h 2250831"/>
                  <a:gd name="csX24" fmla="*/ 844062 w 1009764"/>
                  <a:gd name="csY24" fmla="*/ 70338 h 2250831"/>
                  <a:gd name="csX25" fmla="*/ 867508 w 1009764"/>
                  <a:gd name="csY25" fmla="*/ 85969 h 2250831"/>
                  <a:gd name="csX26" fmla="*/ 898770 w 1009764"/>
                  <a:gd name="csY26" fmla="*/ 101600 h 2250831"/>
                  <a:gd name="csX27" fmla="*/ 961293 w 1009764"/>
                  <a:gd name="csY27" fmla="*/ 187569 h 2250831"/>
                  <a:gd name="csX28" fmla="*/ 984739 w 1009764"/>
                  <a:gd name="csY28" fmla="*/ 218831 h 2250831"/>
                  <a:gd name="csX29" fmla="*/ 1008185 w 1009764"/>
                  <a:gd name="csY29" fmla="*/ 359507 h 2250831"/>
                  <a:gd name="csX30" fmla="*/ 1008185 w 1009764"/>
                  <a:gd name="csY30" fmla="*/ 578338 h 2250831"/>
                  <a:gd name="csX0" fmla="*/ 93785 w 1009764"/>
                  <a:gd name="csY0" fmla="*/ 2250831 h 2250831"/>
                  <a:gd name="csX1" fmla="*/ 85970 w 1009764"/>
                  <a:gd name="csY1" fmla="*/ 1992923 h 2250831"/>
                  <a:gd name="csX2" fmla="*/ 70339 w 1009764"/>
                  <a:gd name="csY2" fmla="*/ 1953846 h 2250831"/>
                  <a:gd name="csX3" fmla="*/ 84016 w 1009764"/>
                  <a:gd name="csY3" fmla="*/ 1802423 h 2250831"/>
                  <a:gd name="csX4" fmla="*/ 23446 w 1009764"/>
                  <a:gd name="csY4" fmla="*/ 1774092 h 2250831"/>
                  <a:gd name="csX5" fmla="*/ 0 w 1009764"/>
                  <a:gd name="csY5" fmla="*/ 1617784 h 2250831"/>
                  <a:gd name="csX6" fmla="*/ 7816 w 1009764"/>
                  <a:gd name="csY6" fmla="*/ 1281723 h 2250831"/>
                  <a:gd name="csX7" fmla="*/ 23446 w 1009764"/>
                  <a:gd name="csY7" fmla="*/ 1023815 h 2250831"/>
                  <a:gd name="csX8" fmla="*/ 39077 w 1009764"/>
                  <a:gd name="csY8" fmla="*/ 976923 h 2250831"/>
                  <a:gd name="csX9" fmla="*/ 54708 w 1009764"/>
                  <a:gd name="csY9" fmla="*/ 914400 h 2250831"/>
                  <a:gd name="csX10" fmla="*/ 78154 w 1009764"/>
                  <a:gd name="csY10" fmla="*/ 836246 h 2250831"/>
                  <a:gd name="csX11" fmla="*/ 85970 w 1009764"/>
                  <a:gd name="csY11" fmla="*/ 773723 h 2250831"/>
                  <a:gd name="csX12" fmla="*/ 109416 w 1009764"/>
                  <a:gd name="csY12" fmla="*/ 656492 h 2250831"/>
                  <a:gd name="csX13" fmla="*/ 132862 w 1009764"/>
                  <a:gd name="csY13" fmla="*/ 500184 h 2250831"/>
                  <a:gd name="csX14" fmla="*/ 148493 w 1009764"/>
                  <a:gd name="csY14" fmla="*/ 414215 h 2250831"/>
                  <a:gd name="csX15" fmla="*/ 171939 w 1009764"/>
                  <a:gd name="csY15" fmla="*/ 351692 h 2250831"/>
                  <a:gd name="csX16" fmla="*/ 179754 w 1009764"/>
                  <a:gd name="csY16" fmla="*/ 320431 h 2250831"/>
                  <a:gd name="csX17" fmla="*/ 218831 w 1009764"/>
                  <a:gd name="csY17" fmla="*/ 257907 h 2250831"/>
                  <a:gd name="csX18" fmla="*/ 273539 w 1009764"/>
                  <a:gd name="csY18" fmla="*/ 171938 h 2250831"/>
                  <a:gd name="csX19" fmla="*/ 343877 w 1009764"/>
                  <a:gd name="csY19" fmla="*/ 109415 h 2250831"/>
                  <a:gd name="csX20" fmla="*/ 414216 w 1009764"/>
                  <a:gd name="csY20" fmla="*/ 62523 h 2250831"/>
                  <a:gd name="csX21" fmla="*/ 547077 w 1009764"/>
                  <a:gd name="csY21" fmla="*/ 0 h 2250831"/>
                  <a:gd name="csX22" fmla="*/ 758093 w 1009764"/>
                  <a:gd name="csY22" fmla="*/ 31261 h 2250831"/>
                  <a:gd name="csX23" fmla="*/ 812800 w 1009764"/>
                  <a:gd name="csY23" fmla="*/ 62523 h 2250831"/>
                  <a:gd name="csX24" fmla="*/ 844062 w 1009764"/>
                  <a:gd name="csY24" fmla="*/ 70338 h 2250831"/>
                  <a:gd name="csX25" fmla="*/ 867508 w 1009764"/>
                  <a:gd name="csY25" fmla="*/ 85969 h 2250831"/>
                  <a:gd name="csX26" fmla="*/ 898770 w 1009764"/>
                  <a:gd name="csY26" fmla="*/ 101600 h 2250831"/>
                  <a:gd name="csX27" fmla="*/ 961293 w 1009764"/>
                  <a:gd name="csY27" fmla="*/ 187569 h 2250831"/>
                  <a:gd name="csX28" fmla="*/ 984739 w 1009764"/>
                  <a:gd name="csY28" fmla="*/ 218831 h 2250831"/>
                  <a:gd name="csX29" fmla="*/ 1008185 w 1009764"/>
                  <a:gd name="csY29" fmla="*/ 359507 h 2250831"/>
                  <a:gd name="csX30" fmla="*/ 1008185 w 1009764"/>
                  <a:gd name="csY30" fmla="*/ 578338 h 2250831"/>
                  <a:gd name="csX0" fmla="*/ 93785 w 1009764"/>
                  <a:gd name="csY0" fmla="*/ 2250831 h 2250831"/>
                  <a:gd name="csX1" fmla="*/ 85970 w 1009764"/>
                  <a:gd name="csY1" fmla="*/ 1992923 h 2250831"/>
                  <a:gd name="csX2" fmla="*/ 70339 w 1009764"/>
                  <a:gd name="csY2" fmla="*/ 1953846 h 2250831"/>
                  <a:gd name="csX3" fmla="*/ 84016 w 1009764"/>
                  <a:gd name="csY3" fmla="*/ 1802423 h 2250831"/>
                  <a:gd name="csX4" fmla="*/ 23446 w 1009764"/>
                  <a:gd name="csY4" fmla="*/ 1774092 h 2250831"/>
                  <a:gd name="csX5" fmla="*/ 0 w 1009764"/>
                  <a:gd name="csY5" fmla="*/ 1617784 h 2250831"/>
                  <a:gd name="csX6" fmla="*/ 7816 w 1009764"/>
                  <a:gd name="csY6" fmla="*/ 1281723 h 2250831"/>
                  <a:gd name="csX7" fmla="*/ 23446 w 1009764"/>
                  <a:gd name="csY7" fmla="*/ 1023815 h 2250831"/>
                  <a:gd name="csX8" fmla="*/ 39077 w 1009764"/>
                  <a:gd name="csY8" fmla="*/ 976923 h 2250831"/>
                  <a:gd name="csX9" fmla="*/ 54708 w 1009764"/>
                  <a:gd name="csY9" fmla="*/ 914400 h 2250831"/>
                  <a:gd name="csX10" fmla="*/ 78154 w 1009764"/>
                  <a:gd name="csY10" fmla="*/ 836246 h 2250831"/>
                  <a:gd name="csX11" fmla="*/ 85970 w 1009764"/>
                  <a:gd name="csY11" fmla="*/ 773723 h 2250831"/>
                  <a:gd name="csX12" fmla="*/ 109416 w 1009764"/>
                  <a:gd name="csY12" fmla="*/ 656492 h 2250831"/>
                  <a:gd name="csX13" fmla="*/ 132862 w 1009764"/>
                  <a:gd name="csY13" fmla="*/ 500184 h 2250831"/>
                  <a:gd name="csX14" fmla="*/ 148493 w 1009764"/>
                  <a:gd name="csY14" fmla="*/ 414215 h 2250831"/>
                  <a:gd name="csX15" fmla="*/ 171939 w 1009764"/>
                  <a:gd name="csY15" fmla="*/ 351692 h 2250831"/>
                  <a:gd name="csX16" fmla="*/ 179754 w 1009764"/>
                  <a:gd name="csY16" fmla="*/ 320431 h 2250831"/>
                  <a:gd name="csX17" fmla="*/ 218831 w 1009764"/>
                  <a:gd name="csY17" fmla="*/ 257907 h 2250831"/>
                  <a:gd name="csX18" fmla="*/ 273539 w 1009764"/>
                  <a:gd name="csY18" fmla="*/ 171938 h 2250831"/>
                  <a:gd name="csX19" fmla="*/ 343877 w 1009764"/>
                  <a:gd name="csY19" fmla="*/ 109415 h 2250831"/>
                  <a:gd name="csX20" fmla="*/ 414216 w 1009764"/>
                  <a:gd name="csY20" fmla="*/ 62523 h 2250831"/>
                  <a:gd name="csX21" fmla="*/ 547077 w 1009764"/>
                  <a:gd name="csY21" fmla="*/ 0 h 2250831"/>
                  <a:gd name="csX22" fmla="*/ 758093 w 1009764"/>
                  <a:gd name="csY22" fmla="*/ 31261 h 2250831"/>
                  <a:gd name="csX23" fmla="*/ 812800 w 1009764"/>
                  <a:gd name="csY23" fmla="*/ 62523 h 2250831"/>
                  <a:gd name="csX24" fmla="*/ 844062 w 1009764"/>
                  <a:gd name="csY24" fmla="*/ 70338 h 2250831"/>
                  <a:gd name="csX25" fmla="*/ 867508 w 1009764"/>
                  <a:gd name="csY25" fmla="*/ 85969 h 2250831"/>
                  <a:gd name="csX26" fmla="*/ 898770 w 1009764"/>
                  <a:gd name="csY26" fmla="*/ 101600 h 2250831"/>
                  <a:gd name="csX27" fmla="*/ 961293 w 1009764"/>
                  <a:gd name="csY27" fmla="*/ 187569 h 2250831"/>
                  <a:gd name="csX28" fmla="*/ 984739 w 1009764"/>
                  <a:gd name="csY28" fmla="*/ 218831 h 2250831"/>
                  <a:gd name="csX29" fmla="*/ 1008185 w 1009764"/>
                  <a:gd name="csY29" fmla="*/ 359507 h 2250831"/>
                  <a:gd name="csX30" fmla="*/ 1008185 w 1009764"/>
                  <a:gd name="csY30" fmla="*/ 578338 h 2250831"/>
                  <a:gd name="csX0" fmla="*/ 93785 w 1009764"/>
                  <a:gd name="csY0" fmla="*/ 2250831 h 2250831"/>
                  <a:gd name="csX1" fmla="*/ 85970 w 1009764"/>
                  <a:gd name="csY1" fmla="*/ 1992923 h 2250831"/>
                  <a:gd name="csX2" fmla="*/ 82062 w 1009764"/>
                  <a:gd name="csY2" fmla="*/ 1927469 h 2250831"/>
                  <a:gd name="csX3" fmla="*/ 84016 w 1009764"/>
                  <a:gd name="csY3" fmla="*/ 1802423 h 2250831"/>
                  <a:gd name="csX4" fmla="*/ 23446 w 1009764"/>
                  <a:gd name="csY4" fmla="*/ 1774092 h 2250831"/>
                  <a:gd name="csX5" fmla="*/ 0 w 1009764"/>
                  <a:gd name="csY5" fmla="*/ 1617784 h 2250831"/>
                  <a:gd name="csX6" fmla="*/ 7816 w 1009764"/>
                  <a:gd name="csY6" fmla="*/ 1281723 h 2250831"/>
                  <a:gd name="csX7" fmla="*/ 23446 w 1009764"/>
                  <a:gd name="csY7" fmla="*/ 1023815 h 2250831"/>
                  <a:gd name="csX8" fmla="*/ 39077 w 1009764"/>
                  <a:gd name="csY8" fmla="*/ 976923 h 2250831"/>
                  <a:gd name="csX9" fmla="*/ 54708 w 1009764"/>
                  <a:gd name="csY9" fmla="*/ 914400 h 2250831"/>
                  <a:gd name="csX10" fmla="*/ 78154 w 1009764"/>
                  <a:gd name="csY10" fmla="*/ 836246 h 2250831"/>
                  <a:gd name="csX11" fmla="*/ 85970 w 1009764"/>
                  <a:gd name="csY11" fmla="*/ 773723 h 2250831"/>
                  <a:gd name="csX12" fmla="*/ 109416 w 1009764"/>
                  <a:gd name="csY12" fmla="*/ 656492 h 2250831"/>
                  <a:gd name="csX13" fmla="*/ 132862 w 1009764"/>
                  <a:gd name="csY13" fmla="*/ 500184 h 2250831"/>
                  <a:gd name="csX14" fmla="*/ 148493 w 1009764"/>
                  <a:gd name="csY14" fmla="*/ 414215 h 2250831"/>
                  <a:gd name="csX15" fmla="*/ 171939 w 1009764"/>
                  <a:gd name="csY15" fmla="*/ 351692 h 2250831"/>
                  <a:gd name="csX16" fmla="*/ 179754 w 1009764"/>
                  <a:gd name="csY16" fmla="*/ 320431 h 2250831"/>
                  <a:gd name="csX17" fmla="*/ 218831 w 1009764"/>
                  <a:gd name="csY17" fmla="*/ 257907 h 2250831"/>
                  <a:gd name="csX18" fmla="*/ 273539 w 1009764"/>
                  <a:gd name="csY18" fmla="*/ 171938 h 2250831"/>
                  <a:gd name="csX19" fmla="*/ 343877 w 1009764"/>
                  <a:gd name="csY19" fmla="*/ 109415 h 2250831"/>
                  <a:gd name="csX20" fmla="*/ 414216 w 1009764"/>
                  <a:gd name="csY20" fmla="*/ 62523 h 2250831"/>
                  <a:gd name="csX21" fmla="*/ 547077 w 1009764"/>
                  <a:gd name="csY21" fmla="*/ 0 h 2250831"/>
                  <a:gd name="csX22" fmla="*/ 758093 w 1009764"/>
                  <a:gd name="csY22" fmla="*/ 31261 h 2250831"/>
                  <a:gd name="csX23" fmla="*/ 812800 w 1009764"/>
                  <a:gd name="csY23" fmla="*/ 62523 h 2250831"/>
                  <a:gd name="csX24" fmla="*/ 844062 w 1009764"/>
                  <a:gd name="csY24" fmla="*/ 70338 h 2250831"/>
                  <a:gd name="csX25" fmla="*/ 867508 w 1009764"/>
                  <a:gd name="csY25" fmla="*/ 85969 h 2250831"/>
                  <a:gd name="csX26" fmla="*/ 898770 w 1009764"/>
                  <a:gd name="csY26" fmla="*/ 101600 h 2250831"/>
                  <a:gd name="csX27" fmla="*/ 961293 w 1009764"/>
                  <a:gd name="csY27" fmla="*/ 187569 h 2250831"/>
                  <a:gd name="csX28" fmla="*/ 984739 w 1009764"/>
                  <a:gd name="csY28" fmla="*/ 218831 h 2250831"/>
                  <a:gd name="csX29" fmla="*/ 1008185 w 1009764"/>
                  <a:gd name="csY29" fmla="*/ 359507 h 2250831"/>
                  <a:gd name="csX30" fmla="*/ 1008185 w 1009764"/>
                  <a:gd name="csY30" fmla="*/ 578338 h 2250831"/>
                  <a:gd name="csX0" fmla="*/ 93785 w 1009764"/>
                  <a:gd name="csY0" fmla="*/ 2250831 h 2250831"/>
                  <a:gd name="csX1" fmla="*/ 85970 w 1009764"/>
                  <a:gd name="csY1" fmla="*/ 1992923 h 2250831"/>
                  <a:gd name="csX2" fmla="*/ 82062 w 1009764"/>
                  <a:gd name="csY2" fmla="*/ 1927469 h 2250831"/>
                  <a:gd name="csX3" fmla="*/ 84016 w 1009764"/>
                  <a:gd name="csY3" fmla="*/ 1802423 h 2250831"/>
                  <a:gd name="csX4" fmla="*/ 61546 w 1009764"/>
                  <a:gd name="csY4" fmla="*/ 1744784 h 2250831"/>
                  <a:gd name="csX5" fmla="*/ 0 w 1009764"/>
                  <a:gd name="csY5" fmla="*/ 1617784 h 2250831"/>
                  <a:gd name="csX6" fmla="*/ 7816 w 1009764"/>
                  <a:gd name="csY6" fmla="*/ 1281723 h 2250831"/>
                  <a:gd name="csX7" fmla="*/ 23446 w 1009764"/>
                  <a:gd name="csY7" fmla="*/ 1023815 h 2250831"/>
                  <a:gd name="csX8" fmla="*/ 39077 w 1009764"/>
                  <a:gd name="csY8" fmla="*/ 976923 h 2250831"/>
                  <a:gd name="csX9" fmla="*/ 54708 w 1009764"/>
                  <a:gd name="csY9" fmla="*/ 914400 h 2250831"/>
                  <a:gd name="csX10" fmla="*/ 78154 w 1009764"/>
                  <a:gd name="csY10" fmla="*/ 836246 h 2250831"/>
                  <a:gd name="csX11" fmla="*/ 85970 w 1009764"/>
                  <a:gd name="csY11" fmla="*/ 773723 h 2250831"/>
                  <a:gd name="csX12" fmla="*/ 109416 w 1009764"/>
                  <a:gd name="csY12" fmla="*/ 656492 h 2250831"/>
                  <a:gd name="csX13" fmla="*/ 132862 w 1009764"/>
                  <a:gd name="csY13" fmla="*/ 500184 h 2250831"/>
                  <a:gd name="csX14" fmla="*/ 148493 w 1009764"/>
                  <a:gd name="csY14" fmla="*/ 414215 h 2250831"/>
                  <a:gd name="csX15" fmla="*/ 171939 w 1009764"/>
                  <a:gd name="csY15" fmla="*/ 351692 h 2250831"/>
                  <a:gd name="csX16" fmla="*/ 179754 w 1009764"/>
                  <a:gd name="csY16" fmla="*/ 320431 h 2250831"/>
                  <a:gd name="csX17" fmla="*/ 218831 w 1009764"/>
                  <a:gd name="csY17" fmla="*/ 257907 h 2250831"/>
                  <a:gd name="csX18" fmla="*/ 273539 w 1009764"/>
                  <a:gd name="csY18" fmla="*/ 171938 h 2250831"/>
                  <a:gd name="csX19" fmla="*/ 343877 w 1009764"/>
                  <a:gd name="csY19" fmla="*/ 109415 h 2250831"/>
                  <a:gd name="csX20" fmla="*/ 414216 w 1009764"/>
                  <a:gd name="csY20" fmla="*/ 62523 h 2250831"/>
                  <a:gd name="csX21" fmla="*/ 547077 w 1009764"/>
                  <a:gd name="csY21" fmla="*/ 0 h 2250831"/>
                  <a:gd name="csX22" fmla="*/ 758093 w 1009764"/>
                  <a:gd name="csY22" fmla="*/ 31261 h 2250831"/>
                  <a:gd name="csX23" fmla="*/ 812800 w 1009764"/>
                  <a:gd name="csY23" fmla="*/ 62523 h 2250831"/>
                  <a:gd name="csX24" fmla="*/ 844062 w 1009764"/>
                  <a:gd name="csY24" fmla="*/ 70338 h 2250831"/>
                  <a:gd name="csX25" fmla="*/ 867508 w 1009764"/>
                  <a:gd name="csY25" fmla="*/ 85969 h 2250831"/>
                  <a:gd name="csX26" fmla="*/ 898770 w 1009764"/>
                  <a:gd name="csY26" fmla="*/ 101600 h 2250831"/>
                  <a:gd name="csX27" fmla="*/ 961293 w 1009764"/>
                  <a:gd name="csY27" fmla="*/ 187569 h 2250831"/>
                  <a:gd name="csX28" fmla="*/ 984739 w 1009764"/>
                  <a:gd name="csY28" fmla="*/ 218831 h 2250831"/>
                  <a:gd name="csX29" fmla="*/ 1008185 w 1009764"/>
                  <a:gd name="csY29" fmla="*/ 359507 h 2250831"/>
                  <a:gd name="csX30" fmla="*/ 1008185 w 1009764"/>
                  <a:gd name="csY30" fmla="*/ 578338 h 2250831"/>
                  <a:gd name="csX0" fmla="*/ 86159 w 1002138"/>
                  <a:gd name="csY0" fmla="*/ 2250831 h 2250831"/>
                  <a:gd name="csX1" fmla="*/ 78344 w 1002138"/>
                  <a:gd name="csY1" fmla="*/ 1992923 h 2250831"/>
                  <a:gd name="csX2" fmla="*/ 74436 w 1002138"/>
                  <a:gd name="csY2" fmla="*/ 1927469 h 2250831"/>
                  <a:gd name="csX3" fmla="*/ 76390 w 1002138"/>
                  <a:gd name="csY3" fmla="*/ 1802423 h 2250831"/>
                  <a:gd name="csX4" fmla="*/ 53920 w 1002138"/>
                  <a:gd name="csY4" fmla="*/ 1744784 h 2250831"/>
                  <a:gd name="csX5" fmla="*/ 36335 w 1002138"/>
                  <a:gd name="csY5" fmla="*/ 1541584 h 2250831"/>
                  <a:gd name="csX6" fmla="*/ 190 w 1002138"/>
                  <a:gd name="csY6" fmla="*/ 1281723 h 2250831"/>
                  <a:gd name="csX7" fmla="*/ 15820 w 1002138"/>
                  <a:gd name="csY7" fmla="*/ 1023815 h 2250831"/>
                  <a:gd name="csX8" fmla="*/ 31451 w 1002138"/>
                  <a:gd name="csY8" fmla="*/ 976923 h 2250831"/>
                  <a:gd name="csX9" fmla="*/ 47082 w 1002138"/>
                  <a:gd name="csY9" fmla="*/ 914400 h 2250831"/>
                  <a:gd name="csX10" fmla="*/ 70528 w 1002138"/>
                  <a:gd name="csY10" fmla="*/ 836246 h 2250831"/>
                  <a:gd name="csX11" fmla="*/ 78344 w 1002138"/>
                  <a:gd name="csY11" fmla="*/ 773723 h 2250831"/>
                  <a:gd name="csX12" fmla="*/ 101790 w 1002138"/>
                  <a:gd name="csY12" fmla="*/ 656492 h 2250831"/>
                  <a:gd name="csX13" fmla="*/ 125236 w 1002138"/>
                  <a:gd name="csY13" fmla="*/ 500184 h 2250831"/>
                  <a:gd name="csX14" fmla="*/ 140867 w 1002138"/>
                  <a:gd name="csY14" fmla="*/ 414215 h 2250831"/>
                  <a:gd name="csX15" fmla="*/ 164313 w 1002138"/>
                  <a:gd name="csY15" fmla="*/ 351692 h 2250831"/>
                  <a:gd name="csX16" fmla="*/ 172128 w 1002138"/>
                  <a:gd name="csY16" fmla="*/ 320431 h 2250831"/>
                  <a:gd name="csX17" fmla="*/ 211205 w 1002138"/>
                  <a:gd name="csY17" fmla="*/ 257907 h 2250831"/>
                  <a:gd name="csX18" fmla="*/ 265913 w 1002138"/>
                  <a:gd name="csY18" fmla="*/ 171938 h 2250831"/>
                  <a:gd name="csX19" fmla="*/ 336251 w 1002138"/>
                  <a:gd name="csY19" fmla="*/ 109415 h 2250831"/>
                  <a:gd name="csX20" fmla="*/ 406590 w 1002138"/>
                  <a:gd name="csY20" fmla="*/ 62523 h 2250831"/>
                  <a:gd name="csX21" fmla="*/ 539451 w 1002138"/>
                  <a:gd name="csY21" fmla="*/ 0 h 2250831"/>
                  <a:gd name="csX22" fmla="*/ 750467 w 1002138"/>
                  <a:gd name="csY22" fmla="*/ 31261 h 2250831"/>
                  <a:gd name="csX23" fmla="*/ 805174 w 1002138"/>
                  <a:gd name="csY23" fmla="*/ 62523 h 2250831"/>
                  <a:gd name="csX24" fmla="*/ 836436 w 1002138"/>
                  <a:gd name="csY24" fmla="*/ 70338 h 2250831"/>
                  <a:gd name="csX25" fmla="*/ 859882 w 1002138"/>
                  <a:gd name="csY25" fmla="*/ 85969 h 2250831"/>
                  <a:gd name="csX26" fmla="*/ 891144 w 1002138"/>
                  <a:gd name="csY26" fmla="*/ 101600 h 2250831"/>
                  <a:gd name="csX27" fmla="*/ 953667 w 1002138"/>
                  <a:gd name="csY27" fmla="*/ 187569 h 2250831"/>
                  <a:gd name="csX28" fmla="*/ 977113 w 1002138"/>
                  <a:gd name="csY28" fmla="*/ 218831 h 2250831"/>
                  <a:gd name="csX29" fmla="*/ 1000559 w 1002138"/>
                  <a:gd name="csY29" fmla="*/ 359507 h 2250831"/>
                  <a:gd name="csX30" fmla="*/ 1000559 w 1002138"/>
                  <a:gd name="csY30" fmla="*/ 578338 h 2250831"/>
                  <a:gd name="csX0" fmla="*/ 86159 w 1002138"/>
                  <a:gd name="csY0" fmla="*/ 2250831 h 2250831"/>
                  <a:gd name="csX1" fmla="*/ 78344 w 1002138"/>
                  <a:gd name="csY1" fmla="*/ 1992923 h 2250831"/>
                  <a:gd name="csX2" fmla="*/ 74436 w 1002138"/>
                  <a:gd name="csY2" fmla="*/ 1927469 h 2250831"/>
                  <a:gd name="csX3" fmla="*/ 61736 w 1002138"/>
                  <a:gd name="csY3" fmla="*/ 1811216 h 2250831"/>
                  <a:gd name="csX4" fmla="*/ 53920 w 1002138"/>
                  <a:gd name="csY4" fmla="*/ 1744784 h 2250831"/>
                  <a:gd name="csX5" fmla="*/ 36335 w 1002138"/>
                  <a:gd name="csY5" fmla="*/ 1541584 h 2250831"/>
                  <a:gd name="csX6" fmla="*/ 190 w 1002138"/>
                  <a:gd name="csY6" fmla="*/ 1281723 h 2250831"/>
                  <a:gd name="csX7" fmla="*/ 15820 w 1002138"/>
                  <a:gd name="csY7" fmla="*/ 1023815 h 2250831"/>
                  <a:gd name="csX8" fmla="*/ 31451 w 1002138"/>
                  <a:gd name="csY8" fmla="*/ 976923 h 2250831"/>
                  <a:gd name="csX9" fmla="*/ 47082 w 1002138"/>
                  <a:gd name="csY9" fmla="*/ 914400 h 2250831"/>
                  <a:gd name="csX10" fmla="*/ 70528 w 1002138"/>
                  <a:gd name="csY10" fmla="*/ 836246 h 2250831"/>
                  <a:gd name="csX11" fmla="*/ 78344 w 1002138"/>
                  <a:gd name="csY11" fmla="*/ 773723 h 2250831"/>
                  <a:gd name="csX12" fmla="*/ 101790 w 1002138"/>
                  <a:gd name="csY12" fmla="*/ 656492 h 2250831"/>
                  <a:gd name="csX13" fmla="*/ 125236 w 1002138"/>
                  <a:gd name="csY13" fmla="*/ 500184 h 2250831"/>
                  <a:gd name="csX14" fmla="*/ 140867 w 1002138"/>
                  <a:gd name="csY14" fmla="*/ 414215 h 2250831"/>
                  <a:gd name="csX15" fmla="*/ 164313 w 1002138"/>
                  <a:gd name="csY15" fmla="*/ 351692 h 2250831"/>
                  <a:gd name="csX16" fmla="*/ 172128 w 1002138"/>
                  <a:gd name="csY16" fmla="*/ 320431 h 2250831"/>
                  <a:gd name="csX17" fmla="*/ 211205 w 1002138"/>
                  <a:gd name="csY17" fmla="*/ 257907 h 2250831"/>
                  <a:gd name="csX18" fmla="*/ 265913 w 1002138"/>
                  <a:gd name="csY18" fmla="*/ 171938 h 2250831"/>
                  <a:gd name="csX19" fmla="*/ 336251 w 1002138"/>
                  <a:gd name="csY19" fmla="*/ 109415 h 2250831"/>
                  <a:gd name="csX20" fmla="*/ 406590 w 1002138"/>
                  <a:gd name="csY20" fmla="*/ 62523 h 2250831"/>
                  <a:gd name="csX21" fmla="*/ 539451 w 1002138"/>
                  <a:gd name="csY21" fmla="*/ 0 h 2250831"/>
                  <a:gd name="csX22" fmla="*/ 750467 w 1002138"/>
                  <a:gd name="csY22" fmla="*/ 31261 h 2250831"/>
                  <a:gd name="csX23" fmla="*/ 805174 w 1002138"/>
                  <a:gd name="csY23" fmla="*/ 62523 h 2250831"/>
                  <a:gd name="csX24" fmla="*/ 836436 w 1002138"/>
                  <a:gd name="csY24" fmla="*/ 70338 h 2250831"/>
                  <a:gd name="csX25" fmla="*/ 859882 w 1002138"/>
                  <a:gd name="csY25" fmla="*/ 85969 h 2250831"/>
                  <a:gd name="csX26" fmla="*/ 891144 w 1002138"/>
                  <a:gd name="csY26" fmla="*/ 101600 h 2250831"/>
                  <a:gd name="csX27" fmla="*/ 953667 w 1002138"/>
                  <a:gd name="csY27" fmla="*/ 187569 h 2250831"/>
                  <a:gd name="csX28" fmla="*/ 977113 w 1002138"/>
                  <a:gd name="csY28" fmla="*/ 218831 h 2250831"/>
                  <a:gd name="csX29" fmla="*/ 1000559 w 1002138"/>
                  <a:gd name="csY29" fmla="*/ 359507 h 2250831"/>
                  <a:gd name="csX30" fmla="*/ 1000559 w 1002138"/>
                  <a:gd name="csY30" fmla="*/ 578338 h 2250831"/>
                  <a:gd name="csX0" fmla="*/ 85969 w 1001948"/>
                  <a:gd name="csY0" fmla="*/ 2250831 h 2250831"/>
                  <a:gd name="csX1" fmla="*/ 78154 w 1001948"/>
                  <a:gd name="csY1" fmla="*/ 1992923 h 2250831"/>
                  <a:gd name="csX2" fmla="*/ 74246 w 1001948"/>
                  <a:gd name="csY2" fmla="*/ 1927469 h 2250831"/>
                  <a:gd name="csX3" fmla="*/ 61546 w 1001948"/>
                  <a:gd name="csY3" fmla="*/ 1811216 h 2250831"/>
                  <a:gd name="csX4" fmla="*/ 53730 w 1001948"/>
                  <a:gd name="csY4" fmla="*/ 1744784 h 2250831"/>
                  <a:gd name="csX5" fmla="*/ 36145 w 1001948"/>
                  <a:gd name="csY5" fmla="*/ 1541584 h 2250831"/>
                  <a:gd name="csX6" fmla="*/ 0 w 1001948"/>
                  <a:gd name="csY6" fmla="*/ 1281723 h 2250831"/>
                  <a:gd name="csX7" fmla="*/ 15630 w 1001948"/>
                  <a:gd name="csY7" fmla="*/ 1023815 h 2250831"/>
                  <a:gd name="csX8" fmla="*/ 31261 w 1001948"/>
                  <a:gd name="csY8" fmla="*/ 976923 h 2250831"/>
                  <a:gd name="csX9" fmla="*/ 46892 w 1001948"/>
                  <a:gd name="csY9" fmla="*/ 914400 h 2250831"/>
                  <a:gd name="csX10" fmla="*/ 70338 w 1001948"/>
                  <a:gd name="csY10" fmla="*/ 836246 h 2250831"/>
                  <a:gd name="csX11" fmla="*/ 78154 w 1001948"/>
                  <a:gd name="csY11" fmla="*/ 773723 h 2250831"/>
                  <a:gd name="csX12" fmla="*/ 101600 w 1001948"/>
                  <a:gd name="csY12" fmla="*/ 656492 h 2250831"/>
                  <a:gd name="csX13" fmla="*/ 125046 w 1001948"/>
                  <a:gd name="csY13" fmla="*/ 500184 h 2250831"/>
                  <a:gd name="csX14" fmla="*/ 140677 w 1001948"/>
                  <a:gd name="csY14" fmla="*/ 414215 h 2250831"/>
                  <a:gd name="csX15" fmla="*/ 164123 w 1001948"/>
                  <a:gd name="csY15" fmla="*/ 351692 h 2250831"/>
                  <a:gd name="csX16" fmla="*/ 171938 w 1001948"/>
                  <a:gd name="csY16" fmla="*/ 320431 h 2250831"/>
                  <a:gd name="csX17" fmla="*/ 211015 w 1001948"/>
                  <a:gd name="csY17" fmla="*/ 257907 h 2250831"/>
                  <a:gd name="csX18" fmla="*/ 265723 w 1001948"/>
                  <a:gd name="csY18" fmla="*/ 171938 h 2250831"/>
                  <a:gd name="csX19" fmla="*/ 336061 w 1001948"/>
                  <a:gd name="csY19" fmla="*/ 109415 h 2250831"/>
                  <a:gd name="csX20" fmla="*/ 406400 w 1001948"/>
                  <a:gd name="csY20" fmla="*/ 62523 h 2250831"/>
                  <a:gd name="csX21" fmla="*/ 539261 w 1001948"/>
                  <a:gd name="csY21" fmla="*/ 0 h 2250831"/>
                  <a:gd name="csX22" fmla="*/ 750277 w 1001948"/>
                  <a:gd name="csY22" fmla="*/ 31261 h 2250831"/>
                  <a:gd name="csX23" fmla="*/ 804984 w 1001948"/>
                  <a:gd name="csY23" fmla="*/ 62523 h 2250831"/>
                  <a:gd name="csX24" fmla="*/ 836246 w 1001948"/>
                  <a:gd name="csY24" fmla="*/ 70338 h 2250831"/>
                  <a:gd name="csX25" fmla="*/ 859692 w 1001948"/>
                  <a:gd name="csY25" fmla="*/ 85969 h 2250831"/>
                  <a:gd name="csX26" fmla="*/ 890954 w 1001948"/>
                  <a:gd name="csY26" fmla="*/ 101600 h 2250831"/>
                  <a:gd name="csX27" fmla="*/ 953477 w 1001948"/>
                  <a:gd name="csY27" fmla="*/ 187569 h 2250831"/>
                  <a:gd name="csX28" fmla="*/ 976923 w 1001948"/>
                  <a:gd name="csY28" fmla="*/ 218831 h 2250831"/>
                  <a:gd name="csX29" fmla="*/ 1000369 w 1001948"/>
                  <a:gd name="csY29" fmla="*/ 359507 h 2250831"/>
                  <a:gd name="csX30" fmla="*/ 1000369 w 1001948"/>
                  <a:gd name="csY30" fmla="*/ 578338 h 2250831"/>
                  <a:gd name="csX0" fmla="*/ 70631 w 986610"/>
                  <a:gd name="csY0" fmla="*/ 2250831 h 2250831"/>
                  <a:gd name="csX1" fmla="*/ 62816 w 986610"/>
                  <a:gd name="csY1" fmla="*/ 1992923 h 2250831"/>
                  <a:gd name="csX2" fmla="*/ 58908 w 986610"/>
                  <a:gd name="csY2" fmla="*/ 1927469 h 2250831"/>
                  <a:gd name="csX3" fmla="*/ 46208 w 986610"/>
                  <a:gd name="csY3" fmla="*/ 1811216 h 2250831"/>
                  <a:gd name="csX4" fmla="*/ 38392 w 986610"/>
                  <a:gd name="csY4" fmla="*/ 1744784 h 2250831"/>
                  <a:gd name="csX5" fmla="*/ 20807 w 986610"/>
                  <a:gd name="csY5" fmla="*/ 1541584 h 2250831"/>
                  <a:gd name="csX6" fmla="*/ 5177 w 986610"/>
                  <a:gd name="csY6" fmla="*/ 1220177 h 2250831"/>
                  <a:gd name="csX7" fmla="*/ 292 w 986610"/>
                  <a:gd name="csY7" fmla="*/ 1023815 h 2250831"/>
                  <a:gd name="csX8" fmla="*/ 15923 w 986610"/>
                  <a:gd name="csY8" fmla="*/ 976923 h 2250831"/>
                  <a:gd name="csX9" fmla="*/ 31554 w 986610"/>
                  <a:gd name="csY9" fmla="*/ 914400 h 2250831"/>
                  <a:gd name="csX10" fmla="*/ 55000 w 986610"/>
                  <a:gd name="csY10" fmla="*/ 836246 h 2250831"/>
                  <a:gd name="csX11" fmla="*/ 62816 w 986610"/>
                  <a:gd name="csY11" fmla="*/ 773723 h 2250831"/>
                  <a:gd name="csX12" fmla="*/ 86262 w 986610"/>
                  <a:gd name="csY12" fmla="*/ 656492 h 2250831"/>
                  <a:gd name="csX13" fmla="*/ 109708 w 986610"/>
                  <a:gd name="csY13" fmla="*/ 500184 h 2250831"/>
                  <a:gd name="csX14" fmla="*/ 125339 w 986610"/>
                  <a:gd name="csY14" fmla="*/ 414215 h 2250831"/>
                  <a:gd name="csX15" fmla="*/ 148785 w 986610"/>
                  <a:gd name="csY15" fmla="*/ 351692 h 2250831"/>
                  <a:gd name="csX16" fmla="*/ 156600 w 986610"/>
                  <a:gd name="csY16" fmla="*/ 320431 h 2250831"/>
                  <a:gd name="csX17" fmla="*/ 195677 w 986610"/>
                  <a:gd name="csY17" fmla="*/ 257907 h 2250831"/>
                  <a:gd name="csX18" fmla="*/ 250385 w 986610"/>
                  <a:gd name="csY18" fmla="*/ 171938 h 2250831"/>
                  <a:gd name="csX19" fmla="*/ 320723 w 986610"/>
                  <a:gd name="csY19" fmla="*/ 109415 h 2250831"/>
                  <a:gd name="csX20" fmla="*/ 391062 w 986610"/>
                  <a:gd name="csY20" fmla="*/ 62523 h 2250831"/>
                  <a:gd name="csX21" fmla="*/ 523923 w 986610"/>
                  <a:gd name="csY21" fmla="*/ 0 h 2250831"/>
                  <a:gd name="csX22" fmla="*/ 734939 w 986610"/>
                  <a:gd name="csY22" fmla="*/ 31261 h 2250831"/>
                  <a:gd name="csX23" fmla="*/ 789646 w 986610"/>
                  <a:gd name="csY23" fmla="*/ 62523 h 2250831"/>
                  <a:gd name="csX24" fmla="*/ 820908 w 986610"/>
                  <a:gd name="csY24" fmla="*/ 70338 h 2250831"/>
                  <a:gd name="csX25" fmla="*/ 844354 w 986610"/>
                  <a:gd name="csY25" fmla="*/ 85969 h 2250831"/>
                  <a:gd name="csX26" fmla="*/ 875616 w 986610"/>
                  <a:gd name="csY26" fmla="*/ 101600 h 2250831"/>
                  <a:gd name="csX27" fmla="*/ 938139 w 986610"/>
                  <a:gd name="csY27" fmla="*/ 187569 h 2250831"/>
                  <a:gd name="csX28" fmla="*/ 961585 w 986610"/>
                  <a:gd name="csY28" fmla="*/ 218831 h 2250831"/>
                  <a:gd name="csX29" fmla="*/ 985031 w 986610"/>
                  <a:gd name="csY29" fmla="*/ 359507 h 2250831"/>
                  <a:gd name="csX30" fmla="*/ 985031 w 986610"/>
                  <a:gd name="csY30" fmla="*/ 578338 h 2250831"/>
                  <a:gd name="csX0" fmla="*/ 70631 w 986610"/>
                  <a:gd name="csY0" fmla="*/ 2250831 h 2250831"/>
                  <a:gd name="csX1" fmla="*/ 62816 w 986610"/>
                  <a:gd name="csY1" fmla="*/ 1992923 h 2250831"/>
                  <a:gd name="csX2" fmla="*/ 58908 w 986610"/>
                  <a:gd name="csY2" fmla="*/ 1927469 h 2250831"/>
                  <a:gd name="csX3" fmla="*/ 46208 w 986610"/>
                  <a:gd name="csY3" fmla="*/ 1811216 h 2250831"/>
                  <a:gd name="csX4" fmla="*/ 38392 w 986610"/>
                  <a:gd name="csY4" fmla="*/ 1744784 h 2250831"/>
                  <a:gd name="csX5" fmla="*/ 20807 w 986610"/>
                  <a:gd name="csY5" fmla="*/ 1541584 h 2250831"/>
                  <a:gd name="csX6" fmla="*/ 5177 w 986610"/>
                  <a:gd name="csY6" fmla="*/ 1220177 h 2250831"/>
                  <a:gd name="csX7" fmla="*/ 292 w 986610"/>
                  <a:gd name="csY7" fmla="*/ 1023815 h 2250831"/>
                  <a:gd name="csX8" fmla="*/ 15923 w 986610"/>
                  <a:gd name="csY8" fmla="*/ 976923 h 2250831"/>
                  <a:gd name="csX9" fmla="*/ 66723 w 986610"/>
                  <a:gd name="csY9" fmla="*/ 914400 h 2250831"/>
                  <a:gd name="csX10" fmla="*/ 55000 w 986610"/>
                  <a:gd name="csY10" fmla="*/ 836246 h 2250831"/>
                  <a:gd name="csX11" fmla="*/ 62816 w 986610"/>
                  <a:gd name="csY11" fmla="*/ 773723 h 2250831"/>
                  <a:gd name="csX12" fmla="*/ 86262 w 986610"/>
                  <a:gd name="csY12" fmla="*/ 656492 h 2250831"/>
                  <a:gd name="csX13" fmla="*/ 109708 w 986610"/>
                  <a:gd name="csY13" fmla="*/ 500184 h 2250831"/>
                  <a:gd name="csX14" fmla="*/ 125339 w 986610"/>
                  <a:gd name="csY14" fmla="*/ 414215 h 2250831"/>
                  <a:gd name="csX15" fmla="*/ 148785 w 986610"/>
                  <a:gd name="csY15" fmla="*/ 351692 h 2250831"/>
                  <a:gd name="csX16" fmla="*/ 156600 w 986610"/>
                  <a:gd name="csY16" fmla="*/ 320431 h 2250831"/>
                  <a:gd name="csX17" fmla="*/ 195677 w 986610"/>
                  <a:gd name="csY17" fmla="*/ 257907 h 2250831"/>
                  <a:gd name="csX18" fmla="*/ 250385 w 986610"/>
                  <a:gd name="csY18" fmla="*/ 171938 h 2250831"/>
                  <a:gd name="csX19" fmla="*/ 320723 w 986610"/>
                  <a:gd name="csY19" fmla="*/ 109415 h 2250831"/>
                  <a:gd name="csX20" fmla="*/ 391062 w 986610"/>
                  <a:gd name="csY20" fmla="*/ 62523 h 2250831"/>
                  <a:gd name="csX21" fmla="*/ 523923 w 986610"/>
                  <a:gd name="csY21" fmla="*/ 0 h 2250831"/>
                  <a:gd name="csX22" fmla="*/ 734939 w 986610"/>
                  <a:gd name="csY22" fmla="*/ 31261 h 2250831"/>
                  <a:gd name="csX23" fmla="*/ 789646 w 986610"/>
                  <a:gd name="csY23" fmla="*/ 62523 h 2250831"/>
                  <a:gd name="csX24" fmla="*/ 820908 w 986610"/>
                  <a:gd name="csY24" fmla="*/ 70338 h 2250831"/>
                  <a:gd name="csX25" fmla="*/ 844354 w 986610"/>
                  <a:gd name="csY25" fmla="*/ 85969 h 2250831"/>
                  <a:gd name="csX26" fmla="*/ 875616 w 986610"/>
                  <a:gd name="csY26" fmla="*/ 101600 h 2250831"/>
                  <a:gd name="csX27" fmla="*/ 938139 w 986610"/>
                  <a:gd name="csY27" fmla="*/ 187569 h 2250831"/>
                  <a:gd name="csX28" fmla="*/ 961585 w 986610"/>
                  <a:gd name="csY28" fmla="*/ 218831 h 2250831"/>
                  <a:gd name="csX29" fmla="*/ 985031 w 986610"/>
                  <a:gd name="csY29" fmla="*/ 359507 h 2250831"/>
                  <a:gd name="csX30" fmla="*/ 985031 w 986610"/>
                  <a:gd name="csY30" fmla="*/ 578338 h 2250831"/>
                  <a:gd name="csX0" fmla="*/ 65454 w 981433"/>
                  <a:gd name="csY0" fmla="*/ 2250831 h 2250831"/>
                  <a:gd name="csX1" fmla="*/ 57639 w 981433"/>
                  <a:gd name="csY1" fmla="*/ 1992923 h 2250831"/>
                  <a:gd name="csX2" fmla="*/ 53731 w 981433"/>
                  <a:gd name="csY2" fmla="*/ 1927469 h 2250831"/>
                  <a:gd name="csX3" fmla="*/ 41031 w 981433"/>
                  <a:gd name="csY3" fmla="*/ 1811216 h 2250831"/>
                  <a:gd name="csX4" fmla="*/ 33215 w 981433"/>
                  <a:gd name="csY4" fmla="*/ 1744784 h 2250831"/>
                  <a:gd name="csX5" fmla="*/ 15630 w 981433"/>
                  <a:gd name="csY5" fmla="*/ 1541584 h 2250831"/>
                  <a:gd name="csX6" fmla="*/ 0 w 981433"/>
                  <a:gd name="csY6" fmla="*/ 1220177 h 2250831"/>
                  <a:gd name="csX7" fmla="*/ 33215 w 981433"/>
                  <a:gd name="csY7" fmla="*/ 1044330 h 2250831"/>
                  <a:gd name="csX8" fmla="*/ 10746 w 981433"/>
                  <a:gd name="csY8" fmla="*/ 976923 h 2250831"/>
                  <a:gd name="csX9" fmla="*/ 61546 w 981433"/>
                  <a:gd name="csY9" fmla="*/ 914400 h 2250831"/>
                  <a:gd name="csX10" fmla="*/ 49823 w 981433"/>
                  <a:gd name="csY10" fmla="*/ 836246 h 2250831"/>
                  <a:gd name="csX11" fmla="*/ 57639 w 981433"/>
                  <a:gd name="csY11" fmla="*/ 773723 h 2250831"/>
                  <a:gd name="csX12" fmla="*/ 81085 w 981433"/>
                  <a:gd name="csY12" fmla="*/ 656492 h 2250831"/>
                  <a:gd name="csX13" fmla="*/ 104531 w 981433"/>
                  <a:gd name="csY13" fmla="*/ 500184 h 2250831"/>
                  <a:gd name="csX14" fmla="*/ 120162 w 981433"/>
                  <a:gd name="csY14" fmla="*/ 414215 h 2250831"/>
                  <a:gd name="csX15" fmla="*/ 143608 w 981433"/>
                  <a:gd name="csY15" fmla="*/ 351692 h 2250831"/>
                  <a:gd name="csX16" fmla="*/ 151423 w 981433"/>
                  <a:gd name="csY16" fmla="*/ 320431 h 2250831"/>
                  <a:gd name="csX17" fmla="*/ 190500 w 981433"/>
                  <a:gd name="csY17" fmla="*/ 257907 h 2250831"/>
                  <a:gd name="csX18" fmla="*/ 245208 w 981433"/>
                  <a:gd name="csY18" fmla="*/ 171938 h 2250831"/>
                  <a:gd name="csX19" fmla="*/ 315546 w 981433"/>
                  <a:gd name="csY19" fmla="*/ 109415 h 2250831"/>
                  <a:gd name="csX20" fmla="*/ 385885 w 981433"/>
                  <a:gd name="csY20" fmla="*/ 62523 h 2250831"/>
                  <a:gd name="csX21" fmla="*/ 518746 w 981433"/>
                  <a:gd name="csY21" fmla="*/ 0 h 2250831"/>
                  <a:gd name="csX22" fmla="*/ 729762 w 981433"/>
                  <a:gd name="csY22" fmla="*/ 31261 h 2250831"/>
                  <a:gd name="csX23" fmla="*/ 784469 w 981433"/>
                  <a:gd name="csY23" fmla="*/ 62523 h 2250831"/>
                  <a:gd name="csX24" fmla="*/ 815731 w 981433"/>
                  <a:gd name="csY24" fmla="*/ 70338 h 2250831"/>
                  <a:gd name="csX25" fmla="*/ 839177 w 981433"/>
                  <a:gd name="csY25" fmla="*/ 85969 h 2250831"/>
                  <a:gd name="csX26" fmla="*/ 870439 w 981433"/>
                  <a:gd name="csY26" fmla="*/ 101600 h 2250831"/>
                  <a:gd name="csX27" fmla="*/ 932962 w 981433"/>
                  <a:gd name="csY27" fmla="*/ 187569 h 2250831"/>
                  <a:gd name="csX28" fmla="*/ 956408 w 981433"/>
                  <a:gd name="csY28" fmla="*/ 218831 h 2250831"/>
                  <a:gd name="csX29" fmla="*/ 979854 w 981433"/>
                  <a:gd name="csY29" fmla="*/ 359507 h 2250831"/>
                  <a:gd name="csX30" fmla="*/ 979854 w 981433"/>
                  <a:gd name="csY30" fmla="*/ 578338 h 2250831"/>
                  <a:gd name="csX0" fmla="*/ 65454 w 981433"/>
                  <a:gd name="csY0" fmla="*/ 2250831 h 2250831"/>
                  <a:gd name="csX1" fmla="*/ 57639 w 981433"/>
                  <a:gd name="csY1" fmla="*/ 1992923 h 2250831"/>
                  <a:gd name="csX2" fmla="*/ 53731 w 981433"/>
                  <a:gd name="csY2" fmla="*/ 1927469 h 2250831"/>
                  <a:gd name="csX3" fmla="*/ 41031 w 981433"/>
                  <a:gd name="csY3" fmla="*/ 1811216 h 2250831"/>
                  <a:gd name="csX4" fmla="*/ 33215 w 981433"/>
                  <a:gd name="csY4" fmla="*/ 1744784 h 2250831"/>
                  <a:gd name="csX5" fmla="*/ 15630 w 981433"/>
                  <a:gd name="csY5" fmla="*/ 1541584 h 2250831"/>
                  <a:gd name="csX6" fmla="*/ 0 w 981433"/>
                  <a:gd name="csY6" fmla="*/ 1220177 h 2250831"/>
                  <a:gd name="csX7" fmla="*/ 33215 w 981433"/>
                  <a:gd name="csY7" fmla="*/ 1044330 h 2250831"/>
                  <a:gd name="csX8" fmla="*/ 42985 w 981433"/>
                  <a:gd name="csY8" fmla="*/ 979854 h 2250831"/>
                  <a:gd name="csX9" fmla="*/ 61546 w 981433"/>
                  <a:gd name="csY9" fmla="*/ 914400 h 2250831"/>
                  <a:gd name="csX10" fmla="*/ 49823 w 981433"/>
                  <a:gd name="csY10" fmla="*/ 836246 h 2250831"/>
                  <a:gd name="csX11" fmla="*/ 57639 w 981433"/>
                  <a:gd name="csY11" fmla="*/ 773723 h 2250831"/>
                  <a:gd name="csX12" fmla="*/ 81085 w 981433"/>
                  <a:gd name="csY12" fmla="*/ 656492 h 2250831"/>
                  <a:gd name="csX13" fmla="*/ 104531 w 981433"/>
                  <a:gd name="csY13" fmla="*/ 500184 h 2250831"/>
                  <a:gd name="csX14" fmla="*/ 120162 w 981433"/>
                  <a:gd name="csY14" fmla="*/ 414215 h 2250831"/>
                  <a:gd name="csX15" fmla="*/ 143608 w 981433"/>
                  <a:gd name="csY15" fmla="*/ 351692 h 2250831"/>
                  <a:gd name="csX16" fmla="*/ 151423 w 981433"/>
                  <a:gd name="csY16" fmla="*/ 320431 h 2250831"/>
                  <a:gd name="csX17" fmla="*/ 190500 w 981433"/>
                  <a:gd name="csY17" fmla="*/ 257907 h 2250831"/>
                  <a:gd name="csX18" fmla="*/ 245208 w 981433"/>
                  <a:gd name="csY18" fmla="*/ 171938 h 2250831"/>
                  <a:gd name="csX19" fmla="*/ 315546 w 981433"/>
                  <a:gd name="csY19" fmla="*/ 109415 h 2250831"/>
                  <a:gd name="csX20" fmla="*/ 385885 w 981433"/>
                  <a:gd name="csY20" fmla="*/ 62523 h 2250831"/>
                  <a:gd name="csX21" fmla="*/ 518746 w 981433"/>
                  <a:gd name="csY21" fmla="*/ 0 h 2250831"/>
                  <a:gd name="csX22" fmla="*/ 729762 w 981433"/>
                  <a:gd name="csY22" fmla="*/ 31261 h 2250831"/>
                  <a:gd name="csX23" fmla="*/ 784469 w 981433"/>
                  <a:gd name="csY23" fmla="*/ 62523 h 2250831"/>
                  <a:gd name="csX24" fmla="*/ 815731 w 981433"/>
                  <a:gd name="csY24" fmla="*/ 70338 h 2250831"/>
                  <a:gd name="csX25" fmla="*/ 839177 w 981433"/>
                  <a:gd name="csY25" fmla="*/ 85969 h 2250831"/>
                  <a:gd name="csX26" fmla="*/ 870439 w 981433"/>
                  <a:gd name="csY26" fmla="*/ 101600 h 2250831"/>
                  <a:gd name="csX27" fmla="*/ 932962 w 981433"/>
                  <a:gd name="csY27" fmla="*/ 187569 h 2250831"/>
                  <a:gd name="csX28" fmla="*/ 956408 w 981433"/>
                  <a:gd name="csY28" fmla="*/ 218831 h 2250831"/>
                  <a:gd name="csX29" fmla="*/ 979854 w 981433"/>
                  <a:gd name="csY29" fmla="*/ 359507 h 2250831"/>
                  <a:gd name="csX30" fmla="*/ 979854 w 981433"/>
                  <a:gd name="csY30" fmla="*/ 578338 h 2250831"/>
                  <a:gd name="csX0" fmla="*/ 65454 w 981433"/>
                  <a:gd name="csY0" fmla="*/ 2250831 h 2250831"/>
                  <a:gd name="csX1" fmla="*/ 57639 w 981433"/>
                  <a:gd name="csY1" fmla="*/ 1992923 h 2250831"/>
                  <a:gd name="csX2" fmla="*/ 53731 w 981433"/>
                  <a:gd name="csY2" fmla="*/ 1927469 h 2250831"/>
                  <a:gd name="csX3" fmla="*/ 41031 w 981433"/>
                  <a:gd name="csY3" fmla="*/ 1811216 h 2250831"/>
                  <a:gd name="csX4" fmla="*/ 33215 w 981433"/>
                  <a:gd name="csY4" fmla="*/ 1744784 h 2250831"/>
                  <a:gd name="csX5" fmla="*/ 15630 w 981433"/>
                  <a:gd name="csY5" fmla="*/ 1541584 h 2250831"/>
                  <a:gd name="csX6" fmla="*/ 0 w 981433"/>
                  <a:gd name="csY6" fmla="*/ 1220177 h 2250831"/>
                  <a:gd name="csX7" fmla="*/ 33215 w 981433"/>
                  <a:gd name="csY7" fmla="*/ 1044330 h 2250831"/>
                  <a:gd name="csX8" fmla="*/ 42985 w 981433"/>
                  <a:gd name="csY8" fmla="*/ 979854 h 2250831"/>
                  <a:gd name="csX9" fmla="*/ 52754 w 981433"/>
                  <a:gd name="csY9" fmla="*/ 917331 h 2250831"/>
                  <a:gd name="csX10" fmla="*/ 49823 w 981433"/>
                  <a:gd name="csY10" fmla="*/ 836246 h 2250831"/>
                  <a:gd name="csX11" fmla="*/ 57639 w 981433"/>
                  <a:gd name="csY11" fmla="*/ 773723 h 2250831"/>
                  <a:gd name="csX12" fmla="*/ 81085 w 981433"/>
                  <a:gd name="csY12" fmla="*/ 656492 h 2250831"/>
                  <a:gd name="csX13" fmla="*/ 104531 w 981433"/>
                  <a:gd name="csY13" fmla="*/ 500184 h 2250831"/>
                  <a:gd name="csX14" fmla="*/ 120162 w 981433"/>
                  <a:gd name="csY14" fmla="*/ 414215 h 2250831"/>
                  <a:gd name="csX15" fmla="*/ 143608 w 981433"/>
                  <a:gd name="csY15" fmla="*/ 351692 h 2250831"/>
                  <a:gd name="csX16" fmla="*/ 151423 w 981433"/>
                  <a:gd name="csY16" fmla="*/ 320431 h 2250831"/>
                  <a:gd name="csX17" fmla="*/ 190500 w 981433"/>
                  <a:gd name="csY17" fmla="*/ 257907 h 2250831"/>
                  <a:gd name="csX18" fmla="*/ 245208 w 981433"/>
                  <a:gd name="csY18" fmla="*/ 171938 h 2250831"/>
                  <a:gd name="csX19" fmla="*/ 315546 w 981433"/>
                  <a:gd name="csY19" fmla="*/ 109415 h 2250831"/>
                  <a:gd name="csX20" fmla="*/ 385885 w 981433"/>
                  <a:gd name="csY20" fmla="*/ 62523 h 2250831"/>
                  <a:gd name="csX21" fmla="*/ 518746 w 981433"/>
                  <a:gd name="csY21" fmla="*/ 0 h 2250831"/>
                  <a:gd name="csX22" fmla="*/ 729762 w 981433"/>
                  <a:gd name="csY22" fmla="*/ 31261 h 2250831"/>
                  <a:gd name="csX23" fmla="*/ 784469 w 981433"/>
                  <a:gd name="csY23" fmla="*/ 62523 h 2250831"/>
                  <a:gd name="csX24" fmla="*/ 815731 w 981433"/>
                  <a:gd name="csY24" fmla="*/ 70338 h 2250831"/>
                  <a:gd name="csX25" fmla="*/ 839177 w 981433"/>
                  <a:gd name="csY25" fmla="*/ 85969 h 2250831"/>
                  <a:gd name="csX26" fmla="*/ 870439 w 981433"/>
                  <a:gd name="csY26" fmla="*/ 101600 h 2250831"/>
                  <a:gd name="csX27" fmla="*/ 932962 w 981433"/>
                  <a:gd name="csY27" fmla="*/ 187569 h 2250831"/>
                  <a:gd name="csX28" fmla="*/ 956408 w 981433"/>
                  <a:gd name="csY28" fmla="*/ 218831 h 2250831"/>
                  <a:gd name="csX29" fmla="*/ 979854 w 981433"/>
                  <a:gd name="csY29" fmla="*/ 359507 h 2250831"/>
                  <a:gd name="csX30" fmla="*/ 979854 w 981433"/>
                  <a:gd name="csY30" fmla="*/ 578338 h 2250831"/>
                  <a:gd name="csX0" fmla="*/ 65454 w 981433"/>
                  <a:gd name="csY0" fmla="*/ 2250831 h 2250831"/>
                  <a:gd name="csX1" fmla="*/ 57639 w 981433"/>
                  <a:gd name="csY1" fmla="*/ 1992923 h 2250831"/>
                  <a:gd name="csX2" fmla="*/ 53731 w 981433"/>
                  <a:gd name="csY2" fmla="*/ 1927469 h 2250831"/>
                  <a:gd name="csX3" fmla="*/ 41031 w 981433"/>
                  <a:gd name="csY3" fmla="*/ 1811216 h 2250831"/>
                  <a:gd name="csX4" fmla="*/ 33215 w 981433"/>
                  <a:gd name="csY4" fmla="*/ 1744784 h 2250831"/>
                  <a:gd name="csX5" fmla="*/ 15630 w 981433"/>
                  <a:gd name="csY5" fmla="*/ 1541584 h 2250831"/>
                  <a:gd name="csX6" fmla="*/ 0 w 981433"/>
                  <a:gd name="csY6" fmla="*/ 1220177 h 2250831"/>
                  <a:gd name="csX7" fmla="*/ 33215 w 981433"/>
                  <a:gd name="csY7" fmla="*/ 1044330 h 2250831"/>
                  <a:gd name="csX8" fmla="*/ 42985 w 981433"/>
                  <a:gd name="csY8" fmla="*/ 979854 h 2250831"/>
                  <a:gd name="csX9" fmla="*/ 38100 w 981433"/>
                  <a:gd name="csY9" fmla="*/ 920261 h 2250831"/>
                  <a:gd name="csX10" fmla="*/ 49823 w 981433"/>
                  <a:gd name="csY10" fmla="*/ 836246 h 2250831"/>
                  <a:gd name="csX11" fmla="*/ 57639 w 981433"/>
                  <a:gd name="csY11" fmla="*/ 773723 h 2250831"/>
                  <a:gd name="csX12" fmla="*/ 81085 w 981433"/>
                  <a:gd name="csY12" fmla="*/ 656492 h 2250831"/>
                  <a:gd name="csX13" fmla="*/ 104531 w 981433"/>
                  <a:gd name="csY13" fmla="*/ 500184 h 2250831"/>
                  <a:gd name="csX14" fmla="*/ 120162 w 981433"/>
                  <a:gd name="csY14" fmla="*/ 414215 h 2250831"/>
                  <a:gd name="csX15" fmla="*/ 143608 w 981433"/>
                  <a:gd name="csY15" fmla="*/ 351692 h 2250831"/>
                  <a:gd name="csX16" fmla="*/ 151423 w 981433"/>
                  <a:gd name="csY16" fmla="*/ 320431 h 2250831"/>
                  <a:gd name="csX17" fmla="*/ 190500 w 981433"/>
                  <a:gd name="csY17" fmla="*/ 257907 h 2250831"/>
                  <a:gd name="csX18" fmla="*/ 245208 w 981433"/>
                  <a:gd name="csY18" fmla="*/ 171938 h 2250831"/>
                  <a:gd name="csX19" fmla="*/ 315546 w 981433"/>
                  <a:gd name="csY19" fmla="*/ 109415 h 2250831"/>
                  <a:gd name="csX20" fmla="*/ 385885 w 981433"/>
                  <a:gd name="csY20" fmla="*/ 62523 h 2250831"/>
                  <a:gd name="csX21" fmla="*/ 518746 w 981433"/>
                  <a:gd name="csY21" fmla="*/ 0 h 2250831"/>
                  <a:gd name="csX22" fmla="*/ 729762 w 981433"/>
                  <a:gd name="csY22" fmla="*/ 31261 h 2250831"/>
                  <a:gd name="csX23" fmla="*/ 784469 w 981433"/>
                  <a:gd name="csY23" fmla="*/ 62523 h 2250831"/>
                  <a:gd name="csX24" fmla="*/ 815731 w 981433"/>
                  <a:gd name="csY24" fmla="*/ 70338 h 2250831"/>
                  <a:gd name="csX25" fmla="*/ 839177 w 981433"/>
                  <a:gd name="csY25" fmla="*/ 85969 h 2250831"/>
                  <a:gd name="csX26" fmla="*/ 870439 w 981433"/>
                  <a:gd name="csY26" fmla="*/ 101600 h 2250831"/>
                  <a:gd name="csX27" fmla="*/ 932962 w 981433"/>
                  <a:gd name="csY27" fmla="*/ 187569 h 2250831"/>
                  <a:gd name="csX28" fmla="*/ 956408 w 981433"/>
                  <a:gd name="csY28" fmla="*/ 218831 h 2250831"/>
                  <a:gd name="csX29" fmla="*/ 979854 w 981433"/>
                  <a:gd name="csY29" fmla="*/ 359507 h 2250831"/>
                  <a:gd name="csX30" fmla="*/ 979854 w 981433"/>
                  <a:gd name="csY30" fmla="*/ 578338 h 2250831"/>
                  <a:gd name="csX0" fmla="*/ 65454 w 981433"/>
                  <a:gd name="csY0" fmla="*/ 2250831 h 2250831"/>
                  <a:gd name="csX1" fmla="*/ 57639 w 981433"/>
                  <a:gd name="csY1" fmla="*/ 1992923 h 2250831"/>
                  <a:gd name="csX2" fmla="*/ 53731 w 981433"/>
                  <a:gd name="csY2" fmla="*/ 1927469 h 2250831"/>
                  <a:gd name="csX3" fmla="*/ 41031 w 981433"/>
                  <a:gd name="csY3" fmla="*/ 1811216 h 2250831"/>
                  <a:gd name="csX4" fmla="*/ 33215 w 981433"/>
                  <a:gd name="csY4" fmla="*/ 1744784 h 2250831"/>
                  <a:gd name="csX5" fmla="*/ 15630 w 981433"/>
                  <a:gd name="csY5" fmla="*/ 1541584 h 2250831"/>
                  <a:gd name="csX6" fmla="*/ 0 w 981433"/>
                  <a:gd name="csY6" fmla="*/ 1220177 h 2250831"/>
                  <a:gd name="csX7" fmla="*/ 16547 w 981433"/>
                  <a:gd name="csY7" fmla="*/ 1087192 h 2250831"/>
                  <a:gd name="csX8" fmla="*/ 42985 w 981433"/>
                  <a:gd name="csY8" fmla="*/ 979854 h 2250831"/>
                  <a:gd name="csX9" fmla="*/ 38100 w 981433"/>
                  <a:gd name="csY9" fmla="*/ 920261 h 2250831"/>
                  <a:gd name="csX10" fmla="*/ 49823 w 981433"/>
                  <a:gd name="csY10" fmla="*/ 836246 h 2250831"/>
                  <a:gd name="csX11" fmla="*/ 57639 w 981433"/>
                  <a:gd name="csY11" fmla="*/ 773723 h 2250831"/>
                  <a:gd name="csX12" fmla="*/ 81085 w 981433"/>
                  <a:gd name="csY12" fmla="*/ 656492 h 2250831"/>
                  <a:gd name="csX13" fmla="*/ 104531 w 981433"/>
                  <a:gd name="csY13" fmla="*/ 500184 h 2250831"/>
                  <a:gd name="csX14" fmla="*/ 120162 w 981433"/>
                  <a:gd name="csY14" fmla="*/ 414215 h 2250831"/>
                  <a:gd name="csX15" fmla="*/ 143608 w 981433"/>
                  <a:gd name="csY15" fmla="*/ 351692 h 2250831"/>
                  <a:gd name="csX16" fmla="*/ 151423 w 981433"/>
                  <a:gd name="csY16" fmla="*/ 320431 h 2250831"/>
                  <a:gd name="csX17" fmla="*/ 190500 w 981433"/>
                  <a:gd name="csY17" fmla="*/ 257907 h 2250831"/>
                  <a:gd name="csX18" fmla="*/ 245208 w 981433"/>
                  <a:gd name="csY18" fmla="*/ 171938 h 2250831"/>
                  <a:gd name="csX19" fmla="*/ 315546 w 981433"/>
                  <a:gd name="csY19" fmla="*/ 109415 h 2250831"/>
                  <a:gd name="csX20" fmla="*/ 385885 w 981433"/>
                  <a:gd name="csY20" fmla="*/ 62523 h 2250831"/>
                  <a:gd name="csX21" fmla="*/ 518746 w 981433"/>
                  <a:gd name="csY21" fmla="*/ 0 h 2250831"/>
                  <a:gd name="csX22" fmla="*/ 729762 w 981433"/>
                  <a:gd name="csY22" fmla="*/ 31261 h 2250831"/>
                  <a:gd name="csX23" fmla="*/ 784469 w 981433"/>
                  <a:gd name="csY23" fmla="*/ 62523 h 2250831"/>
                  <a:gd name="csX24" fmla="*/ 815731 w 981433"/>
                  <a:gd name="csY24" fmla="*/ 70338 h 2250831"/>
                  <a:gd name="csX25" fmla="*/ 839177 w 981433"/>
                  <a:gd name="csY25" fmla="*/ 85969 h 2250831"/>
                  <a:gd name="csX26" fmla="*/ 870439 w 981433"/>
                  <a:gd name="csY26" fmla="*/ 101600 h 2250831"/>
                  <a:gd name="csX27" fmla="*/ 932962 w 981433"/>
                  <a:gd name="csY27" fmla="*/ 187569 h 2250831"/>
                  <a:gd name="csX28" fmla="*/ 956408 w 981433"/>
                  <a:gd name="csY28" fmla="*/ 218831 h 2250831"/>
                  <a:gd name="csX29" fmla="*/ 979854 w 981433"/>
                  <a:gd name="csY29" fmla="*/ 359507 h 2250831"/>
                  <a:gd name="csX30" fmla="*/ 979854 w 981433"/>
                  <a:gd name="csY30" fmla="*/ 578338 h 2250831"/>
                  <a:gd name="csX0" fmla="*/ 65454 w 981433"/>
                  <a:gd name="csY0" fmla="*/ 2250831 h 2250831"/>
                  <a:gd name="csX1" fmla="*/ 57639 w 981433"/>
                  <a:gd name="csY1" fmla="*/ 1992923 h 2250831"/>
                  <a:gd name="csX2" fmla="*/ 53731 w 981433"/>
                  <a:gd name="csY2" fmla="*/ 1927469 h 2250831"/>
                  <a:gd name="csX3" fmla="*/ 41031 w 981433"/>
                  <a:gd name="csY3" fmla="*/ 1811216 h 2250831"/>
                  <a:gd name="csX4" fmla="*/ 33215 w 981433"/>
                  <a:gd name="csY4" fmla="*/ 1744784 h 2250831"/>
                  <a:gd name="csX5" fmla="*/ 15630 w 981433"/>
                  <a:gd name="csY5" fmla="*/ 1541584 h 2250831"/>
                  <a:gd name="csX6" fmla="*/ 0 w 981433"/>
                  <a:gd name="csY6" fmla="*/ 1220177 h 2250831"/>
                  <a:gd name="csX7" fmla="*/ 16547 w 981433"/>
                  <a:gd name="csY7" fmla="*/ 1087192 h 2250831"/>
                  <a:gd name="csX8" fmla="*/ 26316 w 981433"/>
                  <a:gd name="csY8" fmla="*/ 979854 h 2250831"/>
                  <a:gd name="csX9" fmla="*/ 38100 w 981433"/>
                  <a:gd name="csY9" fmla="*/ 920261 h 2250831"/>
                  <a:gd name="csX10" fmla="*/ 49823 w 981433"/>
                  <a:gd name="csY10" fmla="*/ 836246 h 2250831"/>
                  <a:gd name="csX11" fmla="*/ 57639 w 981433"/>
                  <a:gd name="csY11" fmla="*/ 773723 h 2250831"/>
                  <a:gd name="csX12" fmla="*/ 81085 w 981433"/>
                  <a:gd name="csY12" fmla="*/ 656492 h 2250831"/>
                  <a:gd name="csX13" fmla="*/ 104531 w 981433"/>
                  <a:gd name="csY13" fmla="*/ 500184 h 2250831"/>
                  <a:gd name="csX14" fmla="*/ 120162 w 981433"/>
                  <a:gd name="csY14" fmla="*/ 414215 h 2250831"/>
                  <a:gd name="csX15" fmla="*/ 143608 w 981433"/>
                  <a:gd name="csY15" fmla="*/ 351692 h 2250831"/>
                  <a:gd name="csX16" fmla="*/ 151423 w 981433"/>
                  <a:gd name="csY16" fmla="*/ 320431 h 2250831"/>
                  <a:gd name="csX17" fmla="*/ 190500 w 981433"/>
                  <a:gd name="csY17" fmla="*/ 257907 h 2250831"/>
                  <a:gd name="csX18" fmla="*/ 245208 w 981433"/>
                  <a:gd name="csY18" fmla="*/ 171938 h 2250831"/>
                  <a:gd name="csX19" fmla="*/ 315546 w 981433"/>
                  <a:gd name="csY19" fmla="*/ 109415 h 2250831"/>
                  <a:gd name="csX20" fmla="*/ 385885 w 981433"/>
                  <a:gd name="csY20" fmla="*/ 62523 h 2250831"/>
                  <a:gd name="csX21" fmla="*/ 518746 w 981433"/>
                  <a:gd name="csY21" fmla="*/ 0 h 2250831"/>
                  <a:gd name="csX22" fmla="*/ 729762 w 981433"/>
                  <a:gd name="csY22" fmla="*/ 31261 h 2250831"/>
                  <a:gd name="csX23" fmla="*/ 784469 w 981433"/>
                  <a:gd name="csY23" fmla="*/ 62523 h 2250831"/>
                  <a:gd name="csX24" fmla="*/ 815731 w 981433"/>
                  <a:gd name="csY24" fmla="*/ 70338 h 2250831"/>
                  <a:gd name="csX25" fmla="*/ 839177 w 981433"/>
                  <a:gd name="csY25" fmla="*/ 85969 h 2250831"/>
                  <a:gd name="csX26" fmla="*/ 870439 w 981433"/>
                  <a:gd name="csY26" fmla="*/ 101600 h 2250831"/>
                  <a:gd name="csX27" fmla="*/ 932962 w 981433"/>
                  <a:gd name="csY27" fmla="*/ 187569 h 2250831"/>
                  <a:gd name="csX28" fmla="*/ 956408 w 981433"/>
                  <a:gd name="csY28" fmla="*/ 218831 h 2250831"/>
                  <a:gd name="csX29" fmla="*/ 979854 w 981433"/>
                  <a:gd name="csY29" fmla="*/ 359507 h 2250831"/>
                  <a:gd name="csX30" fmla="*/ 979854 w 981433"/>
                  <a:gd name="csY30" fmla="*/ 578338 h 2250831"/>
                  <a:gd name="csX0" fmla="*/ 65454 w 981433"/>
                  <a:gd name="csY0" fmla="*/ 2224637 h 2224637"/>
                  <a:gd name="csX1" fmla="*/ 57639 w 981433"/>
                  <a:gd name="csY1" fmla="*/ 1966729 h 2224637"/>
                  <a:gd name="csX2" fmla="*/ 53731 w 981433"/>
                  <a:gd name="csY2" fmla="*/ 1901275 h 2224637"/>
                  <a:gd name="csX3" fmla="*/ 41031 w 981433"/>
                  <a:gd name="csY3" fmla="*/ 1785022 h 2224637"/>
                  <a:gd name="csX4" fmla="*/ 33215 w 981433"/>
                  <a:gd name="csY4" fmla="*/ 1718590 h 2224637"/>
                  <a:gd name="csX5" fmla="*/ 15630 w 981433"/>
                  <a:gd name="csY5" fmla="*/ 1515390 h 2224637"/>
                  <a:gd name="csX6" fmla="*/ 0 w 981433"/>
                  <a:gd name="csY6" fmla="*/ 1193983 h 2224637"/>
                  <a:gd name="csX7" fmla="*/ 16547 w 981433"/>
                  <a:gd name="csY7" fmla="*/ 1060998 h 2224637"/>
                  <a:gd name="csX8" fmla="*/ 26316 w 981433"/>
                  <a:gd name="csY8" fmla="*/ 953660 h 2224637"/>
                  <a:gd name="csX9" fmla="*/ 38100 w 981433"/>
                  <a:gd name="csY9" fmla="*/ 894067 h 2224637"/>
                  <a:gd name="csX10" fmla="*/ 49823 w 981433"/>
                  <a:gd name="csY10" fmla="*/ 810052 h 2224637"/>
                  <a:gd name="csX11" fmla="*/ 57639 w 981433"/>
                  <a:gd name="csY11" fmla="*/ 747529 h 2224637"/>
                  <a:gd name="csX12" fmla="*/ 81085 w 981433"/>
                  <a:gd name="csY12" fmla="*/ 630298 h 2224637"/>
                  <a:gd name="csX13" fmla="*/ 104531 w 981433"/>
                  <a:gd name="csY13" fmla="*/ 473990 h 2224637"/>
                  <a:gd name="csX14" fmla="*/ 120162 w 981433"/>
                  <a:gd name="csY14" fmla="*/ 388021 h 2224637"/>
                  <a:gd name="csX15" fmla="*/ 143608 w 981433"/>
                  <a:gd name="csY15" fmla="*/ 325498 h 2224637"/>
                  <a:gd name="csX16" fmla="*/ 151423 w 981433"/>
                  <a:gd name="csY16" fmla="*/ 294237 h 2224637"/>
                  <a:gd name="csX17" fmla="*/ 190500 w 981433"/>
                  <a:gd name="csY17" fmla="*/ 231713 h 2224637"/>
                  <a:gd name="csX18" fmla="*/ 245208 w 981433"/>
                  <a:gd name="csY18" fmla="*/ 145744 h 2224637"/>
                  <a:gd name="csX19" fmla="*/ 315546 w 981433"/>
                  <a:gd name="csY19" fmla="*/ 83221 h 2224637"/>
                  <a:gd name="csX20" fmla="*/ 385885 w 981433"/>
                  <a:gd name="csY20" fmla="*/ 36329 h 2224637"/>
                  <a:gd name="csX21" fmla="*/ 523509 w 981433"/>
                  <a:gd name="csY21" fmla="*/ 0 h 2224637"/>
                  <a:gd name="csX22" fmla="*/ 729762 w 981433"/>
                  <a:gd name="csY22" fmla="*/ 5067 h 2224637"/>
                  <a:gd name="csX23" fmla="*/ 784469 w 981433"/>
                  <a:gd name="csY23" fmla="*/ 36329 h 2224637"/>
                  <a:gd name="csX24" fmla="*/ 815731 w 981433"/>
                  <a:gd name="csY24" fmla="*/ 44144 h 2224637"/>
                  <a:gd name="csX25" fmla="*/ 839177 w 981433"/>
                  <a:gd name="csY25" fmla="*/ 59775 h 2224637"/>
                  <a:gd name="csX26" fmla="*/ 870439 w 981433"/>
                  <a:gd name="csY26" fmla="*/ 75406 h 2224637"/>
                  <a:gd name="csX27" fmla="*/ 932962 w 981433"/>
                  <a:gd name="csY27" fmla="*/ 161375 h 2224637"/>
                  <a:gd name="csX28" fmla="*/ 956408 w 981433"/>
                  <a:gd name="csY28" fmla="*/ 192637 h 2224637"/>
                  <a:gd name="csX29" fmla="*/ 979854 w 981433"/>
                  <a:gd name="csY29" fmla="*/ 333313 h 2224637"/>
                  <a:gd name="csX30" fmla="*/ 979854 w 981433"/>
                  <a:gd name="csY30" fmla="*/ 552144 h 2224637"/>
                  <a:gd name="csX0" fmla="*/ 65454 w 981433"/>
                  <a:gd name="csY0" fmla="*/ 2224637 h 2224637"/>
                  <a:gd name="csX1" fmla="*/ 57639 w 981433"/>
                  <a:gd name="csY1" fmla="*/ 1966729 h 2224637"/>
                  <a:gd name="csX2" fmla="*/ 53731 w 981433"/>
                  <a:gd name="csY2" fmla="*/ 1901275 h 2224637"/>
                  <a:gd name="csX3" fmla="*/ 41031 w 981433"/>
                  <a:gd name="csY3" fmla="*/ 1785022 h 2224637"/>
                  <a:gd name="csX4" fmla="*/ 33215 w 981433"/>
                  <a:gd name="csY4" fmla="*/ 1718590 h 2224637"/>
                  <a:gd name="csX5" fmla="*/ 15630 w 981433"/>
                  <a:gd name="csY5" fmla="*/ 1515390 h 2224637"/>
                  <a:gd name="csX6" fmla="*/ 0 w 981433"/>
                  <a:gd name="csY6" fmla="*/ 1193983 h 2224637"/>
                  <a:gd name="csX7" fmla="*/ 16547 w 981433"/>
                  <a:gd name="csY7" fmla="*/ 1060998 h 2224637"/>
                  <a:gd name="csX8" fmla="*/ 26316 w 981433"/>
                  <a:gd name="csY8" fmla="*/ 953660 h 2224637"/>
                  <a:gd name="csX9" fmla="*/ 38100 w 981433"/>
                  <a:gd name="csY9" fmla="*/ 894067 h 2224637"/>
                  <a:gd name="csX10" fmla="*/ 49823 w 981433"/>
                  <a:gd name="csY10" fmla="*/ 810052 h 2224637"/>
                  <a:gd name="csX11" fmla="*/ 57639 w 981433"/>
                  <a:gd name="csY11" fmla="*/ 747529 h 2224637"/>
                  <a:gd name="csX12" fmla="*/ 81085 w 981433"/>
                  <a:gd name="csY12" fmla="*/ 630298 h 2224637"/>
                  <a:gd name="csX13" fmla="*/ 104531 w 981433"/>
                  <a:gd name="csY13" fmla="*/ 473990 h 2224637"/>
                  <a:gd name="csX14" fmla="*/ 120162 w 981433"/>
                  <a:gd name="csY14" fmla="*/ 388021 h 2224637"/>
                  <a:gd name="csX15" fmla="*/ 143608 w 981433"/>
                  <a:gd name="csY15" fmla="*/ 325498 h 2224637"/>
                  <a:gd name="csX16" fmla="*/ 151423 w 981433"/>
                  <a:gd name="csY16" fmla="*/ 294237 h 2224637"/>
                  <a:gd name="csX17" fmla="*/ 190500 w 981433"/>
                  <a:gd name="csY17" fmla="*/ 231713 h 2224637"/>
                  <a:gd name="csX18" fmla="*/ 245208 w 981433"/>
                  <a:gd name="csY18" fmla="*/ 145744 h 2224637"/>
                  <a:gd name="csX19" fmla="*/ 306021 w 981433"/>
                  <a:gd name="csY19" fmla="*/ 73696 h 2224637"/>
                  <a:gd name="csX20" fmla="*/ 385885 w 981433"/>
                  <a:gd name="csY20" fmla="*/ 36329 h 2224637"/>
                  <a:gd name="csX21" fmla="*/ 523509 w 981433"/>
                  <a:gd name="csY21" fmla="*/ 0 h 2224637"/>
                  <a:gd name="csX22" fmla="*/ 729762 w 981433"/>
                  <a:gd name="csY22" fmla="*/ 5067 h 2224637"/>
                  <a:gd name="csX23" fmla="*/ 784469 w 981433"/>
                  <a:gd name="csY23" fmla="*/ 36329 h 2224637"/>
                  <a:gd name="csX24" fmla="*/ 815731 w 981433"/>
                  <a:gd name="csY24" fmla="*/ 44144 h 2224637"/>
                  <a:gd name="csX25" fmla="*/ 839177 w 981433"/>
                  <a:gd name="csY25" fmla="*/ 59775 h 2224637"/>
                  <a:gd name="csX26" fmla="*/ 870439 w 981433"/>
                  <a:gd name="csY26" fmla="*/ 75406 h 2224637"/>
                  <a:gd name="csX27" fmla="*/ 932962 w 981433"/>
                  <a:gd name="csY27" fmla="*/ 161375 h 2224637"/>
                  <a:gd name="csX28" fmla="*/ 956408 w 981433"/>
                  <a:gd name="csY28" fmla="*/ 192637 h 2224637"/>
                  <a:gd name="csX29" fmla="*/ 979854 w 981433"/>
                  <a:gd name="csY29" fmla="*/ 333313 h 2224637"/>
                  <a:gd name="csX30" fmla="*/ 979854 w 981433"/>
                  <a:gd name="csY30" fmla="*/ 552144 h 2224637"/>
                  <a:gd name="csX0" fmla="*/ 65454 w 981433"/>
                  <a:gd name="csY0" fmla="*/ 2224637 h 2224637"/>
                  <a:gd name="csX1" fmla="*/ 57639 w 981433"/>
                  <a:gd name="csY1" fmla="*/ 1966729 h 2224637"/>
                  <a:gd name="csX2" fmla="*/ 53731 w 981433"/>
                  <a:gd name="csY2" fmla="*/ 1901275 h 2224637"/>
                  <a:gd name="csX3" fmla="*/ 41031 w 981433"/>
                  <a:gd name="csY3" fmla="*/ 1785022 h 2224637"/>
                  <a:gd name="csX4" fmla="*/ 33215 w 981433"/>
                  <a:gd name="csY4" fmla="*/ 1718590 h 2224637"/>
                  <a:gd name="csX5" fmla="*/ 15630 w 981433"/>
                  <a:gd name="csY5" fmla="*/ 1515390 h 2224637"/>
                  <a:gd name="csX6" fmla="*/ 0 w 981433"/>
                  <a:gd name="csY6" fmla="*/ 1193983 h 2224637"/>
                  <a:gd name="csX7" fmla="*/ 16547 w 981433"/>
                  <a:gd name="csY7" fmla="*/ 1060998 h 2224637"/>
                  <a:gd name="csX8" fmla="*/ 26316 w 981433"/>
                  <a:gd name="csY8" fmla="*/ 953660 h 2224637"/>
                  <a:gd name="csX9" fmla="*/ 38100 w 981433"/>
                  <a:gd name="csY9" fmla="*/ 894067 h 2224637"/>
                  <a:gd name="csX10" fmla="*/ 49823 w 981433"/>
                  <a:gd name="csY10" fmla="*/ 810052 h 2224637"/>
                  <a:gd name="csX11" fmla="*/ 57639 w 981433"/>
                  <a:gd name="csY11" fmla="*/ 747529 h 2224637"/>
                  <a:gd name="csX12" fmla="*/ 81085 w 981433"/>
                  <a:gd name="csY12" fmla="*/ 630298 h 2224637"/>
                  <a:gd name="csX13" fmla="*/ 104531 w 981433"/>
                  <a:gd name="csY13" fmla="*/ 473990 h 2224637"/>
                  <a:gd name="csX14" fmla="*/ 120162 w 981433"/>
                  <a:gd name="csY14" fmla="*/ 388021 h 2224637"/>
                  <a:gd name="csX15" fmla="*/ 143608 w 981433"/>
                  <a:gd name="csY15" fmla="*/ 325498 h 2224637"/>
                  <a:gd name="csX16" fmla="*/ 151423 w 981433"/>
                  <a:gd name="csY16" fmla="*/ 294237 h 2224637"/>
                  <a:gd name="csX17" fmla="*/ 190500 w 981433"/>
                  <a:gd name="csY17" fmla="*/ 231713 h 2224637"/>
                  <a:gd name="csX18" fmla="*/ 245208 w 981433"/>
                  <a:gd name="csY18" fmla="*/ 145744 h 2224637"/>
                  <a:gd name="csX19" fmla="*/ 306021 w 981433"/>
                  <a:gd name="csY19" fmla="*/ 73696 h 2224637"/>
                  <a:gd name="csX20" fmla="*/ 385885 w 981433"/>
                  <a:gd name="csY20" fmla="*/ 36329 h 2224637"/>
                  <a:gd name="csX21" fmla="*/ 523509 w 981433"/>
                  <a:gd name="csY21" fmla="*/ 0 h 2224637"/>
                  <a:gd name="csX22" fmla="*/ 729762 w 981433"/>
                  <a:gd name="csY22" fmla="*/ 5067 h 2224637"/>
                  <a:gd name="csX23" fmla="*/ 782087 w 981433"/>
                  <a:gd name="csY23" fmla="*/ 22042 h 2224637"/>
                  <a:gd name="csX24" fmla="*/ 815731 w 981433"/>
                  <a:gd name="csY24" fmla="*/ 44144 h 2224637"/>
                  <a:gd name="csX25" fmla="*/ 839177 w 981433"/>
                  <a:gd name="csY25" fmla="*/ 59775 h 2224637"/>
                  <a:gd name="csX26" fmla="*/ 870439 w 981433"/>
                  <a:gd name="csY26" fmla="*/ 75406 h 2224637"/>
                  <a:gd name="csX27" fmla="*/ 932962 w 981433"/>
                  <a:gd name="csY27" fmla="*/ 161375 h 2224637"/>
                  <a:gd name="csX28" fmla="*/ 956408 w 981433"/>
                  <a:gd name="csY28" fmla="*/ 192637 h 2224637"/>
                  <a:gd name="csX29" fmla="*/ 979854 w 981433"/>
                  <a:gd name="csY29" fmla="*/ 333313 h 2224637"/>
                  <a:gd name="csX30" fmla="*/ 979854 w 981433"/>
                  <a:gd name="csY30" fmla="*/ 552144 h 22246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981433" h="2224637">
                    <a:moveTo>
                      <a:pt x="65454" y="2224637"/>
                    </a:moveTo>
                    <a:cubicBezTo>
                      <a:pt x="62849" y="2138668"/>
                      <a:pt x="59593" y="2020623"/>
                      <a:pt x="57639" y="1966729"/>
                    </a:cubicBezTo>
                    <a:cubicBezTo>
                      <a:pt x="55685" y="1912835"/>
                      <a:pt x="56499" y="1931560"/>
                      <a:pt x="53731" y="1901275"/>
                    </a:cubicBezTo>
                    <a:cubicBezTo>
                      <a:pt x="50963" y="1870991"/>
                      <a:pt x="44450" y="1815470"/>
                      <a:pt x="41031" y="1785022"/>
                    </a:cubicBezTo>
                    <a:cubicBezTo>
                      <a:pt x="37612" y="1754575"/>
                      <a:pt x="37448" y="1763529"/>
                      <a:pt x="33215" y="1718590"/>
                    </a:cubicBezTo>
                    <a:cubicBezTo>
                      <a:pt x="28982" y="1673651"/>
                      <a:pt x="24810" y="1607182"/>
                      <a:pt x="15630" y="1515390"/>
                    </a:cubicBezTo>
                    <a:cubicBezTo>
                      <a:pt x="18235" y="1403370"/>
                      <a:pt x="8380" y="1273745"/>
                      <a:pt x="0" y="1193983"/>
                    </a:cubicBezTo>
                    <a:cubicBezTo>
                      <a:pt x="382" y="1181178"/>
                      <a:pt x="12161" y="1101052"/>
                      <a:pt x="16547" y="1060998"/>
                    </a:cubicBezTo>
                    <a:cubicBezTo>
                      <a:pt x="20933" y="1020944"/>
                      <a:pt x="22724" y="981482"/>
                      <a:pt x="26316" y="953660"/>
                    </a:cubicBezTo>
                    <a:cubicBezTo>
                      <a:pt x="29908" y="925838"/>
                      <a:pt x="34182" y="918002"/>
                      <a:pt x="38100" y="894067"/>
                    </a:cubicBezTo>
                    <a:cubicBezTo>
                      <a:pt x="42018" y="870132"/>
                      <a:pt x="42008" y="836103"/>
                      <a:pt x="49823" y="810052"/>
                    </a:cubicBezTo>
                    <a:cubicBezTo>
                      <a:pt x="52428" y="789211"/>
                      <a:pt x="53989" y="768213"/>
                      <a:pt x="57639" y="747529"/>
                    </a:cubicBezTo>
                    <a:cubicBezTo>
                      <a:pt x="70950" y="672097"/>
                      <a:pt x="73118" y="694036"/>
                      <a:pt x="81085" y="630298"/>
                    </a:cubicBezTo>
                    <a:cubicBezTo>
                      <a:pt x="104005" y="446937"/>
                      <a:pt x="71120" y="657750"/>
                      <a:pt x="104531" y="473990"/>
                    </a:cubicBezTo>
                    <a:cubicBezTo>
                      <a:pt x="109741" y="445334"/>
                      <a:pt x="112750" y="416188"/>
                      <a:pt x="120162" y="388021"/>
                    </a:cubicBezTo>
                    <a:cubicBezTo>
                      <a:pt x="125827" y="366496"/>
                      <a:pt x="136569" y="346614"/>
                      <a:pt x="143608" y="325498"/>
                    </a:cubicBezTo>
                    <a:cubicBezTo>
                      <a:pt x="147005" y="315308"/>
                      <a:pt x="146620" y="303844"/>
                      <a:pt x="151423" y="294237"/>
                    </a:cubicBezTo>
                    <a:cubicBezTo>
                      <a:pt x="162414" y="272255"/>
                      <a:pt x="178306" y="253052"/>
                      <a:pt x="190500" y="231713"/>
                    </a:cubicBezTo>
                    <a:cubicBezTo>
                      <a:pt x="223096" y="174670"/>
                      <a:pt x="225955" y="172080"/>
                      <a:pt x="245208" y="145744"/>
                    </a:cubicBezTo>
                    <a:cubicBezTo>
                      <a:pt x="264461" y="119408"/>
                      <a:pt x="264916" y="103056"/>
                      <a:pt x="306021" y="73696"/>
                    </a:cubicBezTo>
                    <a:cubicBezTo>
                      <a:pt x="340793" y="48859"/>
                      <a:pt x="349637" y="48612"/>
                      <a:pt x="385885" y="36329"/>
                    </a:cubicBezTo>
                    <a:cubicBezTo>
                      <a:pt x="422133" y="24046"/>
                      <a:pt x="464595" y="19637"/>
                      <a:pt x="523509" y="0"/>
                    </a:cubicBezTo>
                    <a:cubicBezTo>
                      <a:pt x="593848" y="10420"/>
                      <a:pt x="686666" y="1393"/>
                      <a:pt x="729762" y="5067"/>
                    </a:cubicBezTo>
                    <a:cubicBezTo>
                      <a:pt x="772858" y="8741"/>
                      <a:pt x="762967" y="13351"/>
                      <a:pt x="782087" y="22042"/>
                    </a:cubicBezTo>
                    <a:cubicBezTo>
                      <a:pt x="791866" y="26487"/>
                      <a:pt x="805310" y="41539"/>
                      <a:pt x="815731" y="44144"/>
                    </a:cubicBezTo>
                    <a:cubicBezTo>
                      <a:pt x="823546" y="49354"/>
                      <a:pt x="831022" y="55115"/>
                      <a:pt x="839177" y="59775"/>
                    </a:cubicBezTo>
                    <a:cubicBezTo>
                      <a:pt x="849293" y="65555"/>
                      <a:pt x="861731" y="67666"/>
                      <a:pt x="870439" y="75406"/>
                    </a:cubicBezTo>
                    <a:cubicBezTo>
                      <a:pt x="906780" y="107709"/>
                      <a:pt x="908349" y="124456"/>
                      <a:pt x="932962" y="161375"/>
                    </a:cubicBezTo>
                    <a:cubicBezTo>
                      <a:pt x="940187" y="172213"/>
                      <a:pt x="948593" y="182216"/>
                      <a:pt x="956408" y="192637"/>
                    </a:cubicBezTo>
                    <a:cubicBezTo>
                      <a:pt x="964762" y="234410"/>
                      <a:pt x="978146" y="298301"/>
                      <a:pt x="979854" y="333313"/>
                    </a:cubicBezTo>
                    <a:cubicBezTo>
                      <a:pt x="983408" y="406170"/>
                      <a:pt x="979854" y="479200"/>
                      <a:pt x="979854" y="552144"/>
                    </a:cubicBezTo>
                  </a:path>
                </a:pathLst>
              </a:custGeom>
              <a:noFill/>
              <a:ln>
                <a:solidFill>
                  <a:srgbClr val="0066FF"/>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0" name="Freeform: Shape 239">
                <a:extLst>
                  <a:ext uri="{FF2B5EF4-FFF2-40B4-BE49-F238E27FC236}">
                    <a16:creationId xmlns:a16="http://schemas.microsoft.com/office/drawing/2014/main" id="{44F9C607-6D54-C607-3B0D-D23800D8E03D}"/>
                  </a:ext>
                </a:extLst>
              </p:cNvPr>
              <p:cNvSpPr/>
              <p:nvPr/>
            </p:nvSpPr>
            <p:spPr>
              <a:xfrm>
                <a:off x="6272176" y="2303479"/>
                <a:ext cx="171296" cy="2017060"/>
              </a:xfrm>
              <a:custGeom>
                <a:avLst/>
                <a:gdLst>
                  <a:gd name="csX0" fmla="*/ 70767 w 146967"/>
                  <a:gd name="csY0" fmla="*/ 0 h 2092569"/>
                  <a:gd name="csX1" fmla="*/ 82490 w 146967"/>
                  <a:gd name="csY1" fmla="*/ 123092 h 2092569"/>
                  <a:gd name="csX2" fmla="*/ 88351 w 146967"/>
                  <a:gd name="csY2" fmla="*/ 146538 h 2092569"/>
                  <a:gd name="csX3" fmla="*/ 94213 w 146967"/>
                  <a:gd name="csY3" fmla="*/ 199292 h 2092569"/>
                  <a:gd name="csX4" fmla="*/ 100075 w 146967"/>
                  <a:gd name="csY4" fmla="*/ 556846 h 2092569"/>
                  <a:gd name="csX5" fmla="*/ 105936 w 146967"/>
                  <a:gd name="csY5" fmla="*/ 574431 h 2092569"/>
                  <a:gd name="csX6" fmla="*/ 117659 w 146967"/>
                  <a:gd name="csY6" fmla="*/ 656492 h 2092569"/>
                  <a:gd name="csX7" fmla="*/ 123521 w 146967"/>
                  <a:gd name="csY7" fmla="*/ 762000 h 2092569"/>
                  <a:gd name="csX8" fmla="*/ 141105 w 146967"/>
                  <a:gd name="csY8" fmla="*/ 844061 h 2092569"/>
                  <a:gd name="csX9" fmla="*/ 146967 w 146967"/>
                  <a:gd name="csY9" fmla="*/ 978877 h 2092569"/>
                  <a:gd name="csX10" fmla="*/ 141105 w 146967"/>
                  <a:gd name="csY10" fmla="*/ 1277815 h 2092569"/>
                  <a:gd name="csX11" fmla="*/ 135244 w 146967"/>
                  <a:gd name="csY11" fmla="*/ 1324707 h 2092569"/>
                  <a:gd name="csX12" fmla="*/ 117659 w 146967"/>
                  <a:gd name="csY12" fmla="*/ 1371600 h 2092569"/>
                  <a:gd name="csX13" fmla="*/ 111798 w 146967"/>
                  <a:gd name="csY13" fmla="*/ 1570892 h 2092569"/>
                  <a:gd name="csX14" fmla="*/ 100075 w 146967"/>
                  <a:gd name="csY14" fmla="*/ 1606061 h 2092569"/>
                  <a:gd name="csX15" fmla="*/ 94213 w 146967"/>
                  <a:gd name="csY15" fmla="*/ 1746738 h 2092569"/>
                  <a:gd name="csX16" fmla="*/ 70767 w 146967"/>
                  <a:gd name="csY16" fmla="*/ 1805354 h 2092569"/>
                  <a:gd name="csX17" fmla="*/ 64905 w 146967"/>
                  <a:gd name="csY17" fmla="*/ 1846384 h 2092569"/>
                  <a:gd name="csX18" fmla="*/ 59044 w 146967"/>
                  <a:gd name="csY18" fmla="*/ 1863969 h 2092569"/>
                  <a:gd name="csX19" fmla="*/ 53182 w 146967"/>
                  <a:gd name="csY19" fmla="*/ 1887415 h 2092569"/>
                  <a:gd name="csX20" fmla="*/ 41459 w 146967"/>
                  <a:gd name="csY20" fmla="*/ 1928446 h 2092569"/>
                  <a:gd name="csX21" fmla="*/ 23875 w 146967"/>
                  <a:gd name="csY21" fmla="*/ 1998784 h 2092569"/>
                  <a:gd name="csX22" fmla="*/ 18013 w 146967"/>
                  <a:gd name="csY22" fmla="*/ 2033954 h 2092569"/>
                  <a:gd name="csX23" fmla="*/ 428 w 146967"/>
                  <a:gd name="csY23" fmla="*/ 2074984 h 2092569"/>
                  <a:gd name="csX24" fmla="*/ 428 w 146967"/>
                  <a:gd name="csY24" fmla="*/ 2092569 h 2092569"/>
                  <a:gd name="csX0" fmla="*/ 70767 w 146967"/>
                  <a:gd name="csY0" fmla="*/ 0 h 2092569"/>
                  <a:gd name="csX1" fmla="*/ 82490 w 146967"/>
                  <a:gd name="csY1" fmla="*/ 123092 h 2092569"/>
                  <a:gd name="csX2" fmla="*/ 88351 w 146967"/>
                  <a:gd name="csY2" fmla="*/ 146538 h 2092569"/>
                  <a:gd name="csX3" fmla="*/ 94213 w 146967"/>
                  <a:gd name="csY3" fmla="*/ 199292 h 2092569"/>
                  <a:gd name="csX4" fmla="*/ 100075 w 146967"/>
                  <a:gd name="csY4" fmla="*/ 556846 h 2092569"/>
                  <a:gd name="csX5" fmla="*/ 105936 w 146967"/>
                  <a:gd name="csY5" fmla="*/ 574431 h 2092569"/>
                  <a:gd name="csX6" fmla="*/ 117659 w 146967"/>
                  <a:gd name="csY6" fmla="*/ 656492 h 2092569"/>
                  <a:gd name="csX7" fmla="*/ 123521 w 146967"/>
                  <a:gd name="csY7" fmla="*/ 762000 h 2092569"/>
                  <a:gd name="csX8" fmla="*/ 141105 w 146967"/>
                  <a:gd name="csY8" fmla="*/ 844061 h 2092569"/>
                  <a:gd name="csX9" fmla="*/ 146967 w 146967"/>
                  <a:gd name="csY9" fmla="*/ 978877 h 2092569"/>
                  <a:gd name="csX10" fmla="*/ 141105 w 146967"/>
                  <a:gd name="csY10" fmla="*/ 1277815 h 2092569"/>
                  <a:gd name="csX11" fmla="*/ 135244 w 146967"/>
                  <a:gd name="csY11" fmla="*/ 1324707 h 2092569"/>
                  <a:gd name="csX12" fmla="*/ 117659 w 146967"/>
                  <a:gd name="csY12" fmla="*/ 1371600 h 2092569"/>
                  <a:gd name="csX13" fmla="*/ 111798 w 146967"/>
                  <a:gd name="csY13" fmla="*/ 1570892 h 2092569"/>
                  <a:gd name="csX14" fmla="*/ 100075 w 146967"/>
                  <a:gd name="csY14" fmla="*/ 1606061 h 2092569"/>
                  <a:gd name="csX15" fmla="*/ 94213 w 146967"/>
                  <a:gd name="csY15" fmla="*/ 1746738 h 2092569"/>
                  <a:gd name="csX16" fmla="*/ 70767 w 146967"/>
                  <a:gd name="csY16" fmla="*/ 1805354 h 2092569"/>
                  <a:gd name="csX17" fmla="*/ 64905 w 146967"/>
                  <a:gd name="csY17" fmla="*/ 1846384 h 2092569"/>
                  <a:gd name="csX18" fmla="*/ 59044 w 146967"/>
                  <a:gd name="csY18" fmla="*/ 1863969 h 2092569"/>
                  <a:gd name="csX19" fmla="*/ 53182 w 146967"/>
                  <a:gd name="csY19" fmla="*/ 1887415 h 2092569"/>
                  <a:gd name="csX20" fmla="*/ 41459 w 146967"/>
                  <a:gd name="csY20" fmla="*/ 1928446 h 2092569"/>
                  <a:gd name="csX21" fmla="*/ 27685 w 146967"/>
                  <a:gd name="csY21" fmla="*/ 1977829 h 2092569"/>
                  <a:gd name="csX22" fmla="*/ 18013 w 146967"/>
                  <a:gd name="csY22" fmla="*/ 2033954 h 2092569"/>
                  <a:gd name="csX23" fmla="*/ 428 w 146967"/>
                  <a:gd name="csY23" fmla="*/ 2074984 h 2092569"/>
                  <a:gd name="csX24" fmla="*/ 428 w 146967"/>
                  <a:gd name="csY24" fmla="*/ 2092569 h 2092569"/>
                  <a:gd name="csX0" fmla="*/ 70767 w 146967"/>
                  <a:gd name="csY0" fmla="*/ 0 h 2092569"/>
                  <a:gd name="csX1" fmla="*/ 82490 w 146967"/>
                  <a:gd name="csY1" fmla="*/ 123092 h 2092569"/>
                  <a:gd name="csX2" fmla="*/ 88351 w 146967"/>
                  <a:gd name="csY2" fmla="*/ 146538 h 2092569"/>
                  <a:gd name="csX3" fmla="*/ 94213 w 146967"/>
                  <a:gd name="csY3" fmla="*/ 199292 h 2092569"/>
                  <a:gd name="csX4" fmla="*/ 100075 w 146967"/>
                  <a:gd name="csY4" fmla="*/ 556846 h 2092569"/>
                  <a:gd name="csX5" fmla="*/ 105936 w 146967"/>
                  <a:gd name="csY5" fmla="*/ 574431 h 2092569"/>
                  <a:gd name="csX6" fmla="*/ 117659 w 146967"/>
                  <a:gd name="csY6" fmla="*/ 656492 h 2092569"/>
                  <a:gd name="csX7" fmla="*/ 123521 w 146967"/>
                  <a:gd name="csY7" fmla="*/ 762000 h 2092569"/>
                  <a:gd name="csX8" fmla="*/ 141105 w 146967"/>
                  <a:gd name="csY8" fmla="*/ 844061 h 2092569"/>
                  <a:gd name="csX9" fmla="*/ 146967 w 146967"/>
                  <a:gd name="csY9" fmla="*/ 978877 h 2092569"/>
                  <a:gd name="csX10" fmla="*/ 141105 w 146967"/>
                  <a:gd name="csY10" fmla="*/ 1277815 h 2092569"/>
                  <a:gd name="csX11" fmla="*/ 135244 w 146967"/>
                  <a:gd name="csY11" fmla="*/ 1324707 h 2092569"/>
                  <a:gd name="csX12" fmla="*/ 117659 w 146967"/>
                  <a:gd name="csY12" fmla="*/ 1371600 h 2092569"/>
                  <a:gd name="csX13" fmla="*/ 111798 w 146967"/>
                  <a:gd name="csY13" fmla="*/ 1570892 h 2092569"/>
                  <a:gd name="csX14" fmla="*/ 100075 w 146967"/>
                  <a:gd name="csY14" fmla="*/ 1606061 h 2092569"/>
                  <a:gd name="csX15" fmla="*/ 94213 w 146967"/>
                  <a:gd name="csY15" fmla="*/ 1746738 h 2092569"/>
                  <a:gd name="csX16" fmla="*/ 70767 w 146967"/>
                  <a:gd name="csY16" fmla="*/ 1805354 h 2092569"/>
                  <a:gd name="csX17" fmla="*/ 64905 w 146967"/>
                  <a:gd name="csY17" fmla="*/ 1846384 h 2092569"/>
                  <a:gd name="csX18" fmla="*/ 59044 w 146967"/>
                  <a:gd name="csY18" fmla="*/ 1863969 h 2092569"/>
                  <a:gd name="csX19" fmla="*/ 53182 w 146967"/>
                  <a:gd name="csY19" fmla="*/ 1887415 h 2092569"/>
                  <a:gd name="csX20" fmla="*/ 41459 w 146967"/>
                  <a:gd name="csY20" fmla="*/ 1928446 h 2092569"/>
                  <a:gd name="csX21" fmla="*/ 27685 w 146967"/>
                  <a:gd name="csY21" fmla="*/ 1977829 h 2092569"/>
                  <a:gd name="csX22" fmla="*/ 14203 w 146967"/>
                  <a:gd name="csY22" fmla="*/ 2018714 h 2092569"/>
                  <a:gd name="csX23" fmla="*/ 428 w 146967"/>
                  <a:gd name="csY23" fmla="*/ 2074984 h 2092569"/>
                  <a:gd name="csX24" fmla="*/ 428 w 146967"/>
                  <a:gd name="csY24" fmla="*/ 2092569 h 2092569"/>
                  <a:gd name="csX0" fmla="*/ 70767 w 146967"/>
                  <a:gd name="csY0" fmla="*/ 0 h 2092569"/>
                  <a:gd name="csX1" fmla="*/ 82490 w 146967"/>
                  <a:gd name="csY1" fmla="*/ 123092 h 2092569"/>
                  <a:gd name="csX2" fmla="*/ 88351 w 146967"/>
                  <a:gd name="csY2" fmla="*/ 146538 h 2092569"/>
                  <a:gd name="csX3" fmla="*/ 94213 w 146967"/>
                  <a:gd name="csY3" fmla="*/ 199292 h 2092569"/>
                  <a:gd name="csX4" fmla="*/ 100075 w 146967"/>
                  <a:gd name="csY4" fmla="*/ 556846 h 2092569"/>
                  <a:gd name="csX5" fmla="*/ 105936 w 146967"/>
                  <a:gd name="csY5" fmla="*/ 574431 h 2092569"/>
                  <a:gd name="csX6" fmla="*/ 117659 w 146967"/>
                  <a:gd name="csY6" fmla="*/ 656492 h 2092569"/>
                  <a:gd name="csX7" fmla="*/ 123521 w 146967"/>
                  <a:gd name="csY7" fmla="*/ 762000 h 2092569"/>
                  <a:gd name="csX8" fmla="*/ 141105 w 146967"/>
                  <a:gd name="csY8" fmla="*/ 844061 h 2092569"/>
                  <a:gd name="csX9" fmla="*/ 146967 w 146967"/>
                  <a:gd name="csY9" fmla="*/ 978877 h 2092569"/>
                  <a:gd name="csX10" fmla="*/ 141105 w 146967"/>
                  <a:gd name="csY10" fmla="*/ 1277815 h 2092569"/>
                  <a:gd name="csX11" fmla="*/ 135244 w 146967"/>
                  <a:gd name="csY11" fmla="*/ 1324707 h 2092569"/>
                  <a:gd name="csX12" fmla="*/ 117659 w 146967"/>
                  <a:gd name="csY12" fmla="*/ 1371600 h 2092569"/>
                  <a:gd name="csX13" fmla="*/ 111798 w 146967"/>
                  <a:gd name="csY13" fmla="*/ 1570892 h 2092569"/>
                  <a:gd name="csX14" fmla="*/ 100075 w 146967"/>
                  <a:gd name="csY14" fmla="*/ 1606061 h 2092569"/>
                  <a:gd name="csX15" fmla="*/ 94213 w 146967"/>
                  <a:gd name="csY15" fmla="*/ 1746738 h 2092569"/>
                  <a:gd name="csX16" fmla="*/ 70767 w 146967"/>
                  <a:gd name="csY16" fmla="*/ 1805354 h 2092569"/>
                  <a:gd name="csX17" fmla="*/ 64905 w 146967"/>
                  <a:gd name="csY17" fmla="*/ 1846384 h 2092569"/>
                  <a:gd name="csX18" fmla="*/ 59044 w 146967"/>
                  <a:gd name="csY18" fmla="*/ 1863969 h 2092569"/>
                  <a:gd name="csX19" fmla="*/ 53182 w 146967"/>
                  <a:gd name="csY19" fmla="*/ 1887415 h 2092569"/>
                  <a:gd name="csX20" fmla="*/ 41459 w 146967"/>
                  <a:gd name="csY20" fmla="*/ 1928446 h 2092569"/>
                  <a:gd name="csX21" fmla="*/ 27685 w 146967"/>
                  <a:gd name="csY21" fmla="*/ 1977829 h 2092569"/>
                  <a:gd name="csX22" fmla="*/ 14203 w 146967"/>
                  <a:gd name="csY22" fmla="*/ 2018714 h 2092569"/>
                  <a:gd name="csX23" fmla="*/ 428 w 146967"/>
                  <a:gd name="csY23" fmla="*/ 2061649 h 2092569"/>
                  <a:gd name="csX24" fmla="*/ 428 w 146967"/>
                  <a:gd name="csY24" fmla="*/ 2092569 h 2092569"/>
                  <a:gd name="csX0" fmla="*/ 70767 w 146967"/>
                  <a:gd name="csY0" fmla="*/ 0 h 2069709"/>
                  <a:gd name="csX1" fmla="*/ 82490 w 146967"/>
                  <a:gd name="csY1" fmla="*/ 123092 h 2069709"/>
                  <a:gd name="csX2" fmla="*/ 88351 w 146967"/>
                  <a:gd name="csY2" fmla="*/ 146538 h 2069709"/>
                  <a:gd name="csX3" fmla="*/ 94213 w 146967"/>
                  <a:gd name="csY3" fmla="*/ 199292 h 2069709"/>
                  <a:gd name="csX4" fmla="*/ 100075 w 146967"/>
                  <a:gd name="csY4" fmla="*/ 556846 h 2069709"/>
                  <a:gd name="csX5" fmla="*/ 105936 w 146967"/>
                  <a:gd name="csY5" fmla="*/ 574431 h 2069709"/>
                  <a:gd name="csX6" fmla="*/ 117659 w 146967"/>
                  <a:gd name="csY6" fmla="*/ 656492 h 2069709"/>
                  <a:gd name="csX7" fmla="*/ 123521 w 146967"/>
                  <a:gd name="csY7" fmla="*/ 762000 h 2069709"/>
                  <a:gd name="csX8" fmla="*/ 141105 w 146967"/>
                  <a:gd name="csY8" fmla="*/ 844061 h 2069709"/>
                  <a:gd name="csX9" fmla="*/ 146967 w 146967"/>
                  <a:gd name="csY9" fmla="*/ 978877 h 2069709"/>
                  <a:gd name="csX10" fmla="*/ 141105 w 146967"/>
                  <a:gd name="csY10" fmla="*/ 1277815 h 2069709"/>
                  <a:gd name="csX11" fmla="*/ 135244 w 146967"/>
                  <a:gd name="csY11" fmla="*/ 1324707 h 2069709"/>
                  <a:gd name="csX12" fmla="*/ 117659 w 146967"/>
                  <a:gd name="csY12" fmla="*/ 1371600 h 2069709"/>
                  <a:gd name="csX13" fmla="*/ 111798 w 146967"/>
                  <a:gd name="csY13" fmla="*/ 1570892 h 2069709"/>
                  <a:gd name="csX14" fmla="*/ 100075 w 146967"/>
                  <a:gd name="csY14" fmla="*/ 1606061 h 2069709"/>
                  <a:gd name="csX15" fmla="*/ 94213 w 146967"/>
                  <a:gd name="csY15" fmla="*/ 1746738 h 2069709"/>
                  <a:gd name="csX16" fmla="*/ 70767 w 146967"/>
                  <a:gd name="csY16" fmla="*/ 1805354 h 2069709"/>
                  <a:gd name="csX17" fmla="*/ 64905 w 146967"/>
                  <a:gd name="csY17" fmla="*/ 1846384 h 2069709"/>
                  <a:gd name="csX18" fmla="*/ 59044 w 146967"/>
                  <a:gd name="csY18" fmla="*/ 1863969 h 2069709"/>
                  <a:gd name="csX19" fmla="*/ 53182 w 146967"/>
                  <a:gd name="csY19" fmla="*/ 1887415 h 2069709"/>
                  <a:gd name="csX20" fmla="*/ 41459 w 146967"/>
                  <a:gd name="csY20" fmla="*/ 1928446 h 2069709"/>
                  <a:gd name="csX21" fmla="*/ 27685 w 146967"/>
                  <a:gd name="csY21" fmla="*/ 1977829 h 2069709"/>
                  <a:gd name="csX22" fmla="*/ 14203 w 146967"/>
                  <a:gd name="csY22" fmla="*/ 2018714 h 2069709"/>
                  <a:gd name="csX23" fmla="*/ 428 w 146967"/>
                  <a:gd name="csY23" fmla="*/ 2061649 h 2069709"/>
                  <a:gd name="csX24" fmla="*/ 428 w 146967"/>
                  <a:gd name="csY24" fmla="*/ 2069709 h 2069709"/>
                  <a:gd name="csX0" fmla="*/ 70767 w 146967"/>
                  <a:gd name="csY0" fmla="*/ 0 h 2069709"/>
                  <a:gd name="csX1" fmla="*/ 82490 w 146967"/>
                  <a:gd name="csY1" fmla="*/ 123092 h 2069709"/>
                  <a:gd name="csX2" fmla="*/ 88351 w 146967"/>
                  <a:gd name="csY2" fmla="*/ 146538 h 2069709"/>
                  <a:gd name="csX3" fmla="*/ 94213 w 146967"/>
                  <a:gd name="csY3" fmla="*/ 199292 h 2069709"/>
                  <a:gd name="csX4" fmla="*/ 100075 w 146967"/>
                  <a:gd name="csY4" fmla="*/ 556846 h 2069709"/>
                  <a:gd name="csX5" fmla="*/ 105936 w 146967"/>
                  <a:gd name="csY5" fmla="*/ 574431 h 2069709"/>
                  <a:gd name="csX6" fmla="*/ 117659 w 146967"/>
                  <a:gd name="csY6" fmla="*/ 656492 h 2069709"/>
                  <a:gd name="csX7" fmla="*/ 123521 w 146967"/>
                  <a:gd name="csY7" fmla="*/ 762000 h 2069709"/>
                  <a:gd name="csX8" fmla="*/ 141105 w 146967"/>
                  <a:gd name="csY8" fmla="*/ 844061 h 2069709"/>
                  <a:gd name="csX9" fmla="*/ 146967 w 146967"/>
                  <a:gd name="csY9" fmla="*/ 978877 h 2069709"/>
                  <a:gd name="csX10" fmla="*/ 141105 w 146967"/>
                  <a:gd name="csY10" fmla="*/ 1277815 h 2069709"/>
                  <a:gd name="csX11" fmla="*/ 135244 w 146967"/>
                  <a:gd name="csY11" fmla="*/ 1324707 h 2069709"/>
                  <a:gd name="csX12" fmla="*/ 117659 w 146967"/>
                  <a:gd name="csY12" fmla="*/ 1371600 h 2069709"/>
                  <a:gd name="csX13" fmla="*/ 111798 w 146967"/>
                  <a:gd name="csY13" fmla="*/ 1570892 h 2069709"/>
                  <a:gd name="csX14" fmla="*/ 100075 w 146967"/>
                  <a:gd name="csY14" fmla="*/ 1606061 h 2069709"/>
                  <a:gd name="csX15" fmla="*/ 94213 w 146967"/>
                  <a:gd name="csY15" fmla="*/ 1746738 h 2069709"/>
                  <a:gd name="csX16" fmla="*/ 70767 w 146967"/>
                  <a:gd name="csY16" fmla="*/ 1805354 h 2069709"/>
                  <a:gd name="csX17" fmla="*/ 64905 w 146967"/>
                  <a:gd name="csY17" fmla="*/ 1846384 h 2069709"/>
                  <a:gd name="csX18" fmla="*/ 59044 w 146967"/>
                  <a:gd name="csY18" fmla="*/ 1863969 h 2069709"/>
                  <a:gd name="csX19" fmla="*/ 53182 w 146967"/>
                  <a:gd name="csY19" fmla="*/ 1887415 h 2069709"/>
                  <a:gd name="csX20" fmla="*/ 41459 w 146967"/>
                  <a:gd name="csY20" fmla="*/ 1928446 h 2069709"/>
                  <a:gd name="csX21" fmla="*/ 27685 w 146967"/>
                  <a:gd name="csY21" fmla="*/ 1977829 h 2069709"/>
                  <a:gd name="csX22" fmla="*/ 12298 w 146967"/>
                  <a:gd name="csY22" fmla="*/ 2009189 h 2069709"/>
                  <a:gd name="csX23" fmla="*/ 428 w 146967"/>
                  <a:gd name="csY23" fmla="*/ 2061649 h 2069709"/>
                  <a:gd name="csX24" fmla="*/ 428 w 146967"/>
                  <a:gd name="csY24" fmla="*/ 2069709 h 2069709"/>
                  <a:gd name="csX0" fmla="*/ 70767 w 146967"/>
                  <a:gd name="csY0" fmla="*/ 0 h 2069709"/>
                  <a:gd name="csX1" fmla="*/ 82490 w 146967"/>
                  <a:gd name="csY1" fmla="*/ 123092 h 2069709"/>
                  <a:gd name="csX2" fmla="*/ 88351 w 146967"/>
                  <a:gd name="csY2" fmla="*/ 146538 h 2069709"/>
                  <a:gd name="csX3" fmla="*/ 94213 w 146967"/>
                  <a:gd name="csY3" fmla="*/ 199292 h 2069709"/>
                  <a:gd name="csX4" fmla="*/ 100075 w 146967"/>
                  <a:gd name="csY4" fmla="*/ 556846 h 2069709"/>
                  <a:gd name="csX5" fmla="*/ 105936 w 146967"/>
                  <a:gd name="csY5" fmla="*/ 574431 h 2069709"/>
                  <a:gd name="csX6" fmla="*/ 117659 w 146967"/>
                  <a:gd name="csY6" fmla="*/ 656492 h 2069709"/>
                  <a:gd name="csX7" fmla="*/ 123521 w 146967"/>
                  <a:gd name="csY7" fmla="*/ 762000 h 2069709"/>
                  <a:gd name="csX8" fmla="*/ 141105 w 146967"/>
                  <a:gd name="csY8" fmla="*/ 844061 h 2069709"/>
                  <a:gd name="csX9" fmla="*/ 146967 w 146967"/>
                  <a:gd name="csY9" fmla="*/ 978877 h 2069709"/>
                  <a:gd name="csX10" fmla="*/ 141105 w 146967"/>
                  <a:gd name="csY10" fmla="*/ 1277815 h 2069709"/>
                  <a:gd name="csX11" fmla="*/ 135244 w 146967"/>
                  <a:gd name="csY11" fmla="*/ 1324707 h 2069709"/>
                  <a:gd name="csX12" fmla="*/ 117659 w 146967"/>
                  <a:gd name="csY12" fmla="*/ 1371600 h 2069709"/>
                  <a:gd name="csX13" fmla="*/ 111798 w 146967"/>
                  <a:gd name="csY13" fmla="*/ 1570892 h 2069709"/>
                  <a:gd name="csX14" fmla="*/ 100075 w 146967"/>
                  <a:gd name="csY14" fmla="*/ 1606061 h 2069709"/>
                  <a:gd name="csX15" fmla="*/ 94213 w 146967"/>
                  <a:gd name="csY15" fmla="*/ 1746738 h 2069709"/>
                  <a:gd name="csX16" fmla="*/ 70767 w 146967"/>
                  <a:gd name="csY16" fmla="*/ 1805354 h 2069709"/>
                  <a:gd name="csX17" fmla="*/ 64905 w 146967"/>
                  <a:gd name="csY17" fmla="*/ 1846384 h 2069709"/>
                  <a:gd name="csX18" fmla="*/ 59044 w 146967"/>
                  <a:gd name="csY18" fmla="*/ 1863969 h 2069709"/>
                  <a:gd name="csX19" fmla="*/ 53182 w 146967"/>
                  <a:gd name="csY19" fmla="*/ 1887415 h 2069709"/>
                  <a:gd name="csX20" fmla="*/ 41459 w 146967"/>
                  <a:gd name="csY20" fmla="*/ 1928446 h 2069709"/>
                  <a:gd name="csX21" fmla="*/ 23875 w 146967"/>
                  <a:gd name="csY21" fmla="*/ 1964494 h 2069709"/>
                  <a:gd name="csX22" fmla="*/ 12298 w 146967"/>
                  <a:gd name="csY22" fmla="*/ 2009189 h 2069709"/>
                  <a:gd name="csX23" fmla="*/ 428 w 146967"/>
                  <a:gd name="csY23" fmla="*/ 2061649 h 2069709"/>
                  <a:gd name="csX24" fmla="*/ 428 w 146967"/>
                  <a:gd name="csY24" fmla="*/ 2069709 h 2069709"/>
                  <a:gd name="csX0" fmla="*/ 70767 w 146967"/>
                  <a:gd name="csY0" fmla="*/ 0 h 2069709"/>
                  <a:gd name="csX1" fmla="*/ 82490 w 146967"/>
                  <a:gd name="csY1" fmla="*/ 123092 h 2069709"/>
                  <a:gd name="csX2" fmla="*/ 88351 w 146967"/>
                  <a:gd name="csY2" fmla="*/ 146538 h 2069709"/>
                  <a:gd name="csX3" fmla="*/ 94213 w 146967"/>
                  <a:gd name="csY3" fmla="*/ 199292 h 2069709"/>
                  <a:gd name="csX4" fmla="*/ 100075 w 146967"/>
                  <a:gd name="csY4" fmla="*/ 556846 h 2069709"/>
                  <a:gd name="csX5" fmla="*/ 105936 w 146967"/>
                  <a:gd name="csY5" fmla="*/ 574431 h 2069709"/>
                  <a:gd name="csX6" fmla="*/ 117659 w 146967"/>
                  <a:gd name="csY6" fmla="*/ 656492 h 2069709"/>
                  <a:gd name="csX7" fmla="*/ 123521 w 146967"/>
                  <a:gd name="csY7" fmla="*/ 762000 h 2069709"/>
                  <a:gd name="csX8" fmla="*/ 141105 w 146967"/>
                  <a:gd name="csY8" fmla="*/ 844061 h 2069709"/>
                  <a:gd name="csX9" fmla="*/ 146967 w 146967"/>
                  <a:gd name="csY9" fmla="*/ 978877 h 2069709"/>
                  <a:gd name="csX10" fmla="*/ 141105 w 146967"/>
                  <a:gd name="csY10" fmla="*/ 1277815 h 2069709"/>
                  <a:gd name="csX11" fmla="*/ 135244 w 146967"/>
                  <a:gd name="csY11" fmla="*/ 1324707 h 2069709"/>
                  <a:gd name="csX12" fmla="*/ 117659 w 146967"/>
                  <a:gd name="csY12" fmla="*/ 1371600 h 2069709"/>
                  <a:gd name="csX13" fmla="*/ 111798 w 146967"/>
                  <a:gd name="csY13" fmla="*/ 1570892 h 2069709"/>
                  <a:gd name="csX14" fmla="*/ 100075 w 146967"/>
                  <a:gd name="csY14" fmla="*/ 1606061 h 2069709"/>
                  <a:gd name="csX15" fmla="*/ 94213 w 146967"/>
                  <a:gd name="csY15" fmla="*/ 1746738 h 2069709"/>
                  <a:gd name="csX16" fmla="*/ 70767 w 146967"/>
                  <a:gd name="csY16" fmla="*/ 1805354 h 2069709"/>
                  <a:gd name="csX17" fmla="*/ 64905 w 146967"/>
                  <a:gd name="csY17" fmla="*/ 1846384 h 2069709"/>
                  <a:gd name="csX18" fmla="*/ 59044 w 146967"/>
                  <a:gd name="csY18" fmla="*/ 1863969 h 2069709"/>
                  <a:gd name="csX19" fmla="*/ 53182 w 146967"/>
                  <a:gd name="csY19" fmla="*/ 1887415 h 2069709"/>
                  <a:gd name="csX20" fmla="*/ 28124 w 146967"/>
                  <a:gd name="csY20" fmla="*/ 1922731 h 2069709"/>
                  <a:gd name="csX21" fmla="*/ 23875 w 146967"/>
                  <a:gd name="csY21" fmla="*/ 1964494 h 2069709"/>
                  <a:gd name="csX22" fmla="*/ 12298 w 146967"/>
                  <a:gd name="csY22" fmla="*/ 2009189 h 2069709"/>
                  <a:gd name="csX23" fmla="*/ 428 w 146967"/>
                  <a:gd name="csY23" fmla="*/ 2061649 h 2069709"/>
                  <a:gd name="csX24" fmla="*/ 428 w 146967"/>
                  <a:gd name="csY24" fmla="*/ 2069709 h 2069709"/>
                  <a:gd name="csX0" fmla="*/ 70767 w 146967"/>
                  <a:gd name="csY0" fmla="*/ 0 h 2069709"/>
                  <a:gd name="csX1" fmla="*/ 82490 w 146967"/>
                  <a:gd name="csY1" fmla="*/ 123092 h 2069709"/>
                  <a:gd name="csX2" fmla="*/ 88351 w 146967"/>
                  <a:gd name="csY2" fmla="*/ 146538 h 2069709"/>
                  <a:gd name="csX3" fmla="*/ 94213 w 146967"/>
                  <a:gd name="csY3" fmla="*/ 199292 h 2069709"/>
                  <a:gd name="csX4" fmla="*/ 100075 w 146967"/>
                  <a:gd name="csY4" fmla="*/ 556846 h 2069709"/>
                  <a:gd name="csX5" fmla="*/ 105936 w 146967"/>
                  <a:gd name="csY5" fmla="*/ 574431 h 2069709"/>
                  <a:gd name="csX6" fmla="*/ 117659 w 146967"/>
                  <a:gd name="csY6" fmla="*/ 656492 h 2069709"/>
                  <a:gd name="csX7" fmla="*/ 123521 w 146967"/>
                  <a:gd name="csY7" fmla="*/ 762000 h 2069709"/>
                  <a:gd name="csX8" fmla="*/ 141105 w 146967"/>
                  <a:gd name="csY8" fmla="*/ 844061 h 2069709"/>
                  <a:gd name="csX9" fmla="*/ 146967 w 146967"/>
                  <a:gd name="csY9" fmla="*/ 978877 h 2069709"/>
                  <a:gd name="csX10" fmla="*/ 141105 w 146967"/>
                  <a:gd name="csY10" fmla="*/ 1277815 h 2069709"/>
                  <a:gd name="csX11" fmla="*/ 135244 w 146967"/>
                  <a:gd name="csY11" fmla="*/ 1324707 h 2069709"/>
                  <a:gd name="csX12" fmla="*/ 117659 w 146967"/>
                  <a:gd name="csY12" fmla="*/ 1371600 h 2069709"/>
                  <a:gd name="csX13" fmla="*/ 111798 w 146967"/>
                  <a:gd name="csY13" fmla="*/ 1570892 h 2069709"/>
                  <a:gd name="csX14" fmla="*/ 100075 w 146967"/>
                  <a:gd name="csY14" fmla="*/ 1606061 h 2069709"/>
                  <a:gd name="csX15" fmla="*/ 94213 w 146967"/>
                  <a:gd name="csY15" fmla="*/ 1746738 h 2069709"/>
                  <a:gd name="csX16" fmla="*/ 70767 w 146967"/>
                  <a:gd name="csY16" fmla="*/ 1805354 h 2069709"/>
                  <a:gd name="csX17" fmla="*/ 64905 w 146967"/>
                  <a:gd name="csY17" fmla="*/ 1846384 h 2069709"/>
                  <a:gd name="csX18" fmla="*/ 59044 w 146967"/>
                  <a:gd name="csY18" fmla="*/ 1863969 h 2069709"/>
                  <a:gd name="csX19" fmla="*/ 43657 w 146967"/>
                  <a:gd name="csY19" fmla="*/ 1887415 h 2069709"/>
                  <a:gd name="csX20" fmla="*/ 28124 w 146967"/>
                  <a:gd name="csY20" fmla="*/ 1922731 h 2069709"/>
                  <a:gd name="csX21" fmla="*/ 23875 w 146967"/>
                  <a:gd name="csY21" fmla="*/ 1964494 h 2069709"/>
                  <a:gd name="csX22" fmla="*/ 12298 w 146967"/>
                  <a:gd name="csY22" fmla="*/ 2009189 h 2069709"/>
                  <a:gd name="csX23" fmla="*/ 428 w 146967"/>
                  <a:gd name="csY23" fmla="*/ 2061649 h 2069709"/>
                  <a:gd name="csX24" fmla="*/ 428 w 146967"/>
                  <a:gd name="csY24" fmla="*/ 2069709 h 2069709"/>
                  <a:gd name="csX0" fmla="*/ 70767 w 146967"/>
                  <a:gd name="csY0" fmla="*/ 0 h 2069709"/>
                  <a:gd name="csX1" fmla="*/ 82490 w 146967"/>
                  <a:gd name="csY1" fmla="*/ 123092 h 2069709"/>
                  <a:gd name="csX2" fmla="*/ 88351 w 146967"/>
                  <a:gd name="csY2" fmla="*/ 146538 h 2069709"/>
                  <a:gd name="csX3" fmla="*/ 94213 w 146967"/>
                  <a:gd name="csY3" fmla="*/ 199292 h 2069709"/>
                  <a:gd name="csX4" fmla="*/ 100075 w 146967"/>
                  <a:gd name="csY4" fmla="*/ 556846 h 2069709"/>
                  <a:gd name="csX5" fmla="*/ 105936 w 146967"/>
                  <a:gd name="csY5" fmla="*/ 574431 h 2069709"/>
                  <a:gd name="csX6" fmla="*/ 117659 w 146967"/>
                  <a:gd name="csY6" fmla="*/ 656492 h 2069709"/>
                  <a:gd name="csX7" fmla="*/ 123521 w 146967"/>
                  <a:gd name="csY7" fmla="*/ 762000 h 2069709"/>
                  <a:gd name="csX8" fmla="*/ 141105 w 146967"/>
                  <a:gd name="csY8" fmla="*/ 844061 h 2069709"/>
                  <a:gd name="csX9" fmla="*/ 146967 w 146967"/>
                  <a:gd name="csY9" fmla="*/ 978877 h 2069709"/>
                  <a:gd name="csX10" fmla="*/ 141105 w 146967"/>
                  <a:gd name="csY10" fmla="*/ 1277815 h 2069709"/>
                  <a:gd name="csX11" fmla="*/ 135244 w 146967"/>
                  <a:gd name="csY11" fmla="*/ 1324707 h 2069709"/>
                  <a:gd name="csX12" fmla="*/ 117659 w 146967"/>
                  <a:gd name="csY12" fmla="*/ 1371600 h 2069709"/>
                  <a:gd name="csX13" fmla="*/ 111798 w 146967"/>
                  <a:gd name="csY13" fmla="*/ 1570892 h 2069709"/>
                  <a:gd name="csX14" fmla="*/ 100075 w 146967"/>
                  <a:gd name="csY14" fmla="*/ 1606061 h 2069709"/>
                  <a:gd name="csX15" fmla="*/ 94213 w 146967"/>
                  <a:gd name="csY15" fmla="*/ 1746738 h 2069709"/>
                  <a:gd name="csX16" fmla="*/ 70767 w 146967"/>
                  <a:gd name="csY16" fmla="*/ 1805354 h 2069709"/>
                  <a:gd name="csX17" fmla="*/ 64905 w 146967"/>
                  <a:gd name="csY17" fmla="*/ 1846384 h 2069709"/>
                  <a:gd name="csX18" fmla="*/ 47614 w 146967"/>
                  <a:gd name="csY18" fmla="*/ 1860159 h 2069709"/>
                  <a:gd name="csX19" fmla="*/ 43657 w 146967"/>
                  <a:gd name="csY19" fmla="*/ 1887415 h 2069709"/>
                  <a:gd name="csX20" fmla="*/ 28124 w 146967"/>
                  <a:gd name="csY20" fmla="*/ 1922731 h 2069709"/>
                  <a:gd name="csX21" fmla="*/ 23875 w 146967"/>
                  <a:gd name="csY21" fmla="*/ 1964494 h 2069709"/>
                  <a:gd name="csX22" fmla="*/ 12298 w 146967"/>
                  <a:gd name="csY22" fmla="*/ 2009189 h 2069709"/>
                  <a:gd name="csX23" fmla="*/ 428 w 146967"/>
                  <a:gd name="csY23" fmla="*/ 2061649 h 2069709"/>
                  <a:gd name="csX24" fmla="*/ 428 w 146967"/>
                  <a:gd name="csY24" fmla="*/ 2069709 h 2069709"/>
                  <a:gd name="csX0" fmla="*/ 70767 w 146967"/>
                  <a:gd name="csY0" fmla="*/ 0 h 2069709"/>
                  <a:gd name="csX1" fmla="*/ 82490 w 146967"/>
                  <a:gd name="csY1" fmla="*/ 123092 h 2069709"/>
                  <a:gd name="csX2" fmla="*/ 88351 w 146967"/>
                  <a:gd name="csY2" fmla="*/ 146538 h 2069709"/>
                  <a:gd name="csX3" fmla="*/ 94213 w 146967"/>
                  <a:gd name="csY3" fmla="*/ 199292 h 2069709"/>
                  <a:gd name="csX4" fmla="*/ 100075 w 146967"/>
                  <a:gd name="csY4" fmla="*/ 556846 h 2069709"/>
                  <a:gd name="csX5" fmla="*/ 105936 w 146967"/>
                  <a:gd name="csY5" fmla="*/ 574431 h 2069709"/>
                  <a:gd name="csX6" fmla="*/ 117659 w 146967"/>
                  <a:gd name="csY6" fmla="*/ 656492 h 2069709"/>
                  <a:gd name="csX7" fmla="*/ 123521 w 146967"/>
                  <a:gd name="csY7" fmla="*/ 762000 h 2069709"/>
                  <a:gd name="csX8" fmla="*/ 141105 w 146967"/>
                  <a:gd name="csY8" fmla="*/ 844061 h 2069709"/>
                  <a:gd name="csX9" fmla="*/ 146967 w 146967"/>
                  <a:gd name="csY9" fmla="*/ 978877 h 2069709"/>
                  <a:gd name="csX10" fmla="*/ 141105 w 146967"/>
                  <a:gd name="csY10" fmla="*/ 1277815 h 2069709"/>
                  <a:gd name="csX11" fmla="*/ 135244 w 146967"/>
                  <a:gd name="csY11" fmla="*/ 1324707 h 2069709"/>
                  <a:gd name="csX12" fmla="*/ 117659 w 146967"/>
                  <a:gd name="csY12" fmla="*/ 1371600 h 2069709"/>
                  <a:gd name="csX13" fmla="*/ 111798 w 146967"/>
                  <a:gd name="csY13" fmla="*/ 1570892 h 2069709"/>
                  <a:gd name="csX14" fmla="*/ 100075 w 146967"/>
                  <a:gd name="csY14" fmla="*/ 1606061 h 2069709"/>
                  <a:gd name="csX15" fmla="*/ 94213 w 146967"/>
                  <a:gd name="csY15" fmla="*/ 1746738 h 2069709"/>
                  <a:gd name="csX16" fmla="*/ 70767 w 146967"/>
                  <a:gd name="csY16" fmla="*/ 1805354 h 2069709"/>
                  <a:gd name="csX17" fmla="*/ 51570 w 146967"/>
                  <a:gd name="csY17" fmla="*/ 1836859 h 2069709"/>
                  <a:gd name="csX18" fmla="*/ 47614 w 146967"/>
                  <a:gd name="csY18" fmla="*/ 1860159 h 2069709"/>
                  <a:gd name="csX19" fmla="*/ 43657 w 146967"/>
                  <a:gd name="csY19" fmla="*/ 1887415 h 2069709"/>
                  <a:gd name="csX20" fmla="*/ 28124 w 146967"/>
                  <a:gd name="csY20" fmla="*/ 1922731 h 2069709"/>
                  <a:gd name="csX21" fmla="*/ 23875 w 146967"/>
                  <a:gd name="csY21" fmla="*/ 1964494 h 2069709"/>
                  <a:gd name="csX22" fmla="*/ 12298 w 146967"/>
                  <a:gd name="csY22" fmla="*/ 2009189 h 2069709"/>
                  <a:gd name="csX23" fmla="*/ 428 w 146967"/>
                  <a:gd name="csY23" fmla="*/ 2061649 h 2069709"/>
                  <a:gd name="csX24" fmla="*/ 428 w 146967"/>
                  <a:gd name="csY24" fmla="*/ 2069709 h 2069709"/>
                  <a:gd name="csX0" fmla="*/ 70767 w 146967"/>
                  <a:gd name="csY0" fmla="*/ 0 h 2069709"/>
                  <a:gd name="csX1" fmla="*/ 82490 w 146967"/>
                  <a:gd name="csY1" fmla="*/ 123092 h 2069709"/>
                  <a:gd name="csX2" fmla="*/ 88351 w 146967"/>
                  <a:gd name="csY2" fmla="*/ 146538 h 2069709"/>
                  <a:gd name="csX3" fmla="*/ 94213 w 146967"/>
                  <a:gd name="csY3" fmla="*/ 199292 h 2069709"/>
                  <a:gd name="csX4" fmla="*/ 100075 w 146967"/>
                  <a:gd name="csY4" fmla="*/ 556846 h 2069709"/>
                  <a:gd name="csX5" fmla="*/ 105936 w 146967"/>
                  <a:gd name="csY5" fmla="*/ 574431 h 2069709"/>
                  <a:gd name="csX6" fmla="*/ 117659 w 146967"/>
                  <a:gd name="csY6" fmla="*/ 656492 h 2069709"/>
                  <a:gd name="csX7" fmla="*/ 123521 w 146967"/>
                  <a:gd name="csY7" fmla="*/ 762000 h 2069709"/>
                  <a:gd name="csX8" fmla="*/ 141105 w 146967"/>
                  <a:gd name="csY8" fmla="*/ 844061 h 2069709"/>
                  <a:gd name="csX9" fmla="*/ 146967 w 146967"/>
                  <a:gd name="csY9" fmla="*/ 978877 h 2069709"/>
                  <a:gd name="csX10" fmla="*/ 141105 w 146967"/>
                  <a:gd name="csY10" fmla="*/ 1277815 h 2069709"/>
                  <a:gd name="csX11" fmla="*/ 135244 w 146967"/>
                  <a:gd name="csY11" fmla="*/ 1324707 h 2069709"/>
                  <a:gd name="csX12" fmla="*/ 117659 w 146967"/>
                  <a:gd name="csY12" fmla="*/ 1371600 h 2069709"/>
                  <a:gd name="csX13" fmla="*/ 111798 w 146967"/>
                  <a:gd name="csY13" fmla="*/ 1570892 h 2069709"/>
                  <a:gd name="csX14" fmla="*/ 100075 w 146967"/>
                  <a:gd name="csY14" fmla="*/ 1606061 h 2069709"/>
                  <a:gd name="csX15" fmla="*/ 94213 w 146967"/>
                  <a:gd name="csY15" fmla="*/ 1746738 h 2069709"/>
                  <a:gd name="csX16" fmla="*/ 68862 w 146967"/>
                  <a:gd name="csY16" fmla="*/ 1792019 h 2069709"/>
                  <a:gd name="csX17" fmla="*/ 51570 w 146967"/>
                  <a:gd name="csY17" fmla="*/ 1836859 h 2069709"/>
                  <a:gd name="csX18" fmla="*/ 47614 w 146967"/>
                  <a:gd name="csY18" fmla="*/ 1860159 h 2069709"/>
                  <a:gd name="csX19" fmla="*/ 43657 w 146967"/>
                  <a:gd name="csY19" fmla="*/ 1887415 h 2069709"/>
                  <a:gd name="csX20" fmla="*/ 28124 w 146967"/>
                  <a:gd name="csY20" fmla="*/ 1922731 h 2069709"/>
                  <a:gd name="csX21" fmla="*/ 23875 w 146967"/>
                  <a:gd name="csY21" fmla="*/ 1964494 h 2069709"/>
                  <a:gd name="csX22" fmla="*/ 12298 w 146967"/>
                  <a:gd name="csY22" fmla="*/ 2009189 h 2069709"/>
                  <a:gd name="csX23" fmla="*/ 428 w 146967"/>
                  <a:gd name="csY23" fmla="*/ 2061649 h 2069709"/>
                  <a:gd name="csX24" fmla="*/ 428 w 146967"/>
                  <a:gd name="csY24" fmla="*/ 2069709 h 2069709"/>
                  <a:gd name="csX0" fmla="*/ 70767 w 146967"/>
                  <a:gd name="csY0" fmla="*/ 0 h 2069709"/>
                  <a:gd name="csX1" fmla="*/ 82490 w 146967"/>
                  <a:gd name="csY1" fmla="*/ 123092 h 2069709"/>
                  <a:gd name="csX2" fmla="*/ 88351 w 146967"/>
                  <a:gd name="csY2" fmla="*/ 146538 h 2069709"/>
                  <a:gd name="csX3" fmla="*/ 94213 w 146967"/>
                  <a:gd name="csY3" fmla="*/ 199292 h 2069709"/>
                  <a:gd name="csX4" fmla="*/ 100075 w 146967"/>
                  <a:gd name="csY4" fmla="*/ 556846 h 2069709"/>
                  <a:gd name="csX5" fmla="*/ 105936 w 146967"/>
                  <a:gd name="csY5" fmla="*/ 574431 h 2069709"/>
                  <a:gd name="csX6" fmla="*/ 117659 w 146967"/>
                  <a:gd name="csY6" fmla="*/ 656492 h 2069709"/>
                  <a:gd name="csX7" fmla="*/ 123521 w 146967"/>
                  <a:gd name="csY7" fmla="*/ 762000 h 2069709"/>
                  <a:gd name="csX8" fmla="*/ 141105 w 146967"/>
                  <a:gd name="csY8" fmla="*/ 844061 h 2069709"/>
                  <a:gd name="csX9" fmla="*/ 146967 w 146967"/>
                  <a:gd name="csY9" fmla="*/ 978877 h 2069709"/>
                  <a:gd name="csX10" fmla="*/ 141105 w 146967"/>
                  <a:gd name="csY10" fmla="*/ 1277815 h 2069709"/>
                  <a:gd name="csX11" fmla="*/ 135244 w 146967"/>
                  <a:gd name="csY11" fmla="*/ 1324707 h 2069709"/>
                  <a:gd name="csX12" fmla="*/ 117659 w 146967"/>
                  <a:gd name="csY12" fmla="*/ 1371600 h 2069709"/>
                  <a:gd name="csX13" fmla="*/ 111798 w 146967"/>
                  <a:gd name="csY13" fmla="*/ 1570892 h 2069709"/>
                  <a:gd name="csX14" fmla="*/ 100075 w 146967"/>
                  <a:gd name="csY14" fmla="*/ 1606061 h 2069709"/>
                  <a:gd name="csX15" fmla="*/ 82783 w 146967"/>
                  <a:gd name="csY15" fmla="*/ 1725783 h 2069709"/>
                  <a:gd name="csX16" fmla="*/ 68862 w 146967"/>
                  <a:gd name="csY16" fmla="*/ 1792019 h 2069709"/>
                  <a:gd name="csX17" fmla="*/ 51570 w 146967"/>
                  <a:gd name="csY17" fmla="*/ 1836859 h 2069709"/>
                  <a:gd name="csX18" fmla="*/ 47614 w 146967"/>
                  <a:gd name="csY18" fmla="*/ 1860159 h 2069709"/>
                  <a:gd name="csX19" fmla="*/ 43657 w 146967"/>
                  <a:gd name="csY19" fmla="*/ 1887415 h 2069709"/>
                  <a:gd name="csX20" fmla="*/ 28124 w 146967"/>
                  <a:gd name="csY20" fmla="*/ 1922731 h 2069709"/>
                  <a:gd name="csX21" fmla="*/ 23875 w 146967"/>
                  <a:gd name="csY21" fmla="*/ 1964494 h 2069709"/>
                  <a:gd name="csX22" fmla="*/ 12298 w 146967"/>
                  <a:gd name="csY22" fmla="*/ 2009189 h 2069709"/>
                  <a:gd name="csX23" fmla="*/ 428 w 146967"/>
                  <a:gd name="csY23" fmla="*/ 2061649 h 2069709"/>
                  <a:gd name="csX24" fmla="*/ 428 w 146967"/>
                  <a:gd name="csY24" fmla="*/ 2069709 h 20697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46967" h="2069709">
                    <a:moveTo>
                      <a:pt x="70767" y="0"/>
                    </a:moveTo>
                    <a:cubicBezTo>
                      <a:pt x="74675" y="41031"/>
                      <a:pt x="77579" y="82169"/>
                      <a:pt x="82490" y="123092"/>
                    </a:cubicBezTo>
                    <a:cubicBezTo>
                      <a:pt x="83450" y="131090"/>
                      <a:pt x="87126" y="138576"/>
                      <a:pt x="88351" y="146538"/>
                    </a:cubicBezTo>
                    <a:cubicBezTo>
                      <a:pt x="91041" y="164025"/>
                      <a:pt x="92259" y="181707"/>
                      <a:pt x="94213" y="199292"/>
                    </a:cubicBezTo>
                    <a:cubicBezTo>
                      <a:pt x="96167" y="318477"/>
                      <a:pt x="96352" y="437703"/>
                      <a:pt x="100075" y="556846"/>
                    </a:cubicBezTo>
                    <a:cubicBezTo>
                      <a:pt x="100268" y="563022"/>
                      <a:pt x="104996" y="568324"/>
                      <a:pt x="105936" y="574431"/>
                    </a:cubicBezTo>
                    <a:cubicBezTo>
                      <a:pt x="121927" y="678376"/>
                      <a:pt x="103209" y="598688"/>
                      <a:pt x="117659" y="656492"/>
                    </a:cubicBezTo>
                    <a:cubicBezTo>
                      <a:pt x="119613" y="691661"/>
                      <a:pt x="120596" y="726898"/>
                      <a:pt x="123521" y="762000"/>
                    </a:cubicBezTo>
                    <a:cubicBezTo>
                      <a:pt x="125649" y="787535"/>
                      <a:pt x="135151" y="820245"/>
                      <a:pt x="141105" y="844061"/>
                    </a:cubicBezTo>
                    <a:cubicBezTo>
                      <a:pt x="143059" y="889000"/>
                      <a:pt x="146967" y="933896"/>
                      <a:pt x="146967" y="978877"/>
                    </a:cubicBezTo>
                    <a:cubicBezTo>
                      <a:pt x="146967" y="1078542"/>
                      <a:pt x="144482" y="1178207"/>
                      <a:pt x="141105" y="1277815"/>
                    </a:cubicBezTo>
                    <a:cubicBezTo>
                      <a:pt x="140571" y="1293558"/>
                      <a:pt x="139064" y="1309425"/>
                      <a:pt x="135244" y="1324707"/>
                    </a:cubicBezTo>
                    <a:cubicBezTo>
                      <a:pt x="131195" y="1340903"/>
                      <a:pt x="123521" y="1355969"/>
                      <a:pt x="117659" y="1371600"/>
                    </a:cubicBezTo>
                    <a:cubicBezTo>
                      <a:pt x="115705" y="1438031"/>
                      <a:pt x="116768" y="1504619"/>
                      <a:pt x="111798" y="1570892"/>
                    </a:cubicBezTo>
                    <a:cubicBezTo>
                      <a:pt x="110874" y="1583215"/>
                      <a:pt x="104911" y="1580246"/>
                      <a:pt x="100075" y="1606061"/>
                    </a:cubicBezTo>
                    <a:cubicBezTo>
                      <a:pt x="95239" y="1631876"/>
                      <a:pt x="87985" y="1694790"/>
                      <a:pt x="82783" y="1725783"/>
                    </a:cubicBezTo>
                    <a:cubicBezTo>
                      <a:pt x="77581" y="1756776"/>
                      <a:pt x="77148" y="1775447"/>
                      <a:pt x="68862" y="1792019"/>
                    </a:cubicBezTo>
                    <a:cubicBezTo>
                      <a:pt x="66908" y="1805696"/>
                      <a:pt x="55111" y="1825502"/>
                      <a:pt x="51570" y="1836859"/>
                    </a:cubicBezTo>
                    <a:cubicBezTo>
                      <a:pt x="48029" y="1848216"/>
                      <a:pt x="48933" y="1851733"/>
                      <a:pt x="47614" y="1860159"/>
                    </a:cubicBezTo>
                    <a:cubicBezTo>
                      <a:pt x="46295" y="1868585"/>
                      <a:pt x="46905" y="1876986"/>
                      <a:pt x="43657" y="1887415"/>
                    </a:cubicBezTo>
                    <a:cubicBezTo>
                      <a:pt x="40409" y="1897844"/>
                      <a:pt x="31421" y="1909885"/>
                      <a:pt x="28124" y="1922731"/>
                    </a:cubicBezTo>
                    <a:cubicBezTo>
                      <a:pt x="24827" y="1935577"/>
                      <a:pt x="26513" y="1950084"/>
                      <a:pt x="23875" y="1964494"/>
                    </a:cubicBezTo>
                    <a:cubicBezTo>
                      <a:pt x="21237" y="1978904"/>
                      <a:pt x="16206" y="1992997"/>
                      <a:pt x="12298" y="2009189"/>
                    </a:cubicBezTo>
                    <a:cubicBezTo>
                      <a:pt x="8390" y="2025381"/>
                      <a:pt x="4471" y="2037393"/>
                      <a:pt x="428" y="2061649"/>
                    </a:cubicBezTo>
                    <a:cubicBezTo>
                      <a:pt x="-536" y="2067431"/>
                      <a:pt x="428" y="2063847"/>
                      <a:pt x="428" y="2069709"/>
                    </a:cubicBezTo>
                  </a:path>
                </a:pathLst>
              </a:custGeom>
              <a:noFill/>
              <a:ln>
                <a:solidFill>
                  <a:srgbClr val="0066FF"/>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7" name="Rectangle 246">
              <a:extLst>
                <a:ext uri="{FF2B5EF4-FFF2-40B4-BE49-F238E27FC236}">
                  <a16:creationId xmlns:a16="http://schemas.microsoft.com/office/drawing/2014/main" id="{256D42D6-61FC-911D-BCF5-FF029214733D}"/>
                </a:ext>
              </a:extLst>
            </p:cNvPr>
            <p:cNvSpPr/>
            <p:nvPr/>
          </p:nvSpPr>
          <p:spPr>
            <a:xfrm>
              <a:off x="2887104" y="1139405"/>
              <a:ext cx="1677473" cy="460570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17785987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TextBox 217">
            <a:extLst>
              <a:ext uri="{FF2B5EF4-FFF2-40B4-BE49-F238E27FC236}">
                <a16:creationId xmlns:a16="http://schemas.microsoft.com/office/drawing/2014/main" id="{8E9A1759-BD6B-1E6D-9248-650202272FB7}"/>
              </a:ext>
            </a:extLst>
          </p:cNvPr>
          <p:cNvSpPr txBox="1"/>
          <p:nvPr/>
        </p:nvSpPr>
        <p:spPr>
          <a:xfrm>
            <a:off x="2017343" y="3258303"/>
            <a:ext cx="2970685" cy="1785104"/>
          </a:xfrm>
          <a:prstGeom prst="rect">
            <a:avLst/>
          </a:prstGeom>
          <a:noFill/>
          <a:ln>
            <a:noFill/>
          </a:ln>
        </p:spPr>
        <p:txBody>
          <a:bodyPr wrap="none" rtlCol="0">
            <a:spAutoFit/>
          </a:bodyPr>
          <a:lstStyle/>
          <a:p>
            <a:r>
              <a:rPr lang="en-US" sz="1000" dirty="0"/>
              <a:t>For an n digit decimal number D</a:t>
            </a:r>
            <a:r>
              <a:rPr lang="en-US" sz="1000" baseline="-25000" dirty="0"/>
              <a:t>n</a:t>
            </a:r>
            <a:r>
              <a:rPr lang="en-US" sz="1000" dirty="0"/>
              <a:t>D</a:t>
            </a:r>
            <a:r>
              <a:rPr lang="en-US" sz="1000" baseline="-25000" dirty="0"/>
              <a:t>n-1</a:t>
            </a:r>
            <a:r>
              <a:rPr lang="en-US" sz="1000" dirty="0"/>
              <a:t>…D</a:t>
            </a:r>
            <a:r>
              <a:rPr lang="en-US" sz="1000" baseline="-25000" dirty="0"/>
              <a:t>1</a:t>
            </a:r>
            <a:r>
              <a:rPr lang="en-US" sz="1000" dirty="0"/>
              <a:t>D</a:t>
            </a:r>
            <a:r>
              <a:rPr lang="en-US" sz="1000" baseline="-25000" dirty="0"/>
              <a:t>0</a:t>
            </a:r>
            <a:r>
              <a:rPr lang="en-US" sz="1000" dirty="0"/>
              <a:t>;</a:t>
            </a:r>
          </a:p>
          <a:p>
            <a:r>
              <a:rPr lang="en-US" sz="1000" dirty="0"/>
              <a:t>The 10s complement is the 9s complement plus 1;</a:t>
            </a:r>
          </a:p>
          <a:p>
            <a:r>
              <a:rPr lang="en-US" sz="1000" dirty="0"/>
              <a:t>Which is:</a:t>
            </a:r>
          </a:p>
          <a:p>
            <a:r>
              <a:rPr lang="en-US" sz="1000" dirty="0"/>
              <a:t>{9-D</a:t>
            </a:r>
            <a:r>
              <a:rPr lang="en-US" sz="1000" baseline="-25000" dirty="0"/>
              <a:t>i</a:t>
            </a:r>
            <a:r>
              <a:rPr lang="en-US" sz="1000" dirty="0"/>
              <a:t>; for each D</a:t>
            </a:r>
            <a:r>
              <a:rPr lang="en-US" sz="1000" baseline="-25000" dirty="0"/>
              <a:t>i</a:t>
            </a:r>
            <a:r>
              <a:rPr lang="en-US" sz="1000" dirty="0"/>
              <a:t> (</a:t>
            </a:r>
            <a:r>
              <a:rPr lang="en-US" sz="1000" dirty="0" err="1"/>
              <a:t>i</a:t>
            </a:r>
            <a:r>
              <a:rPr lang="en-US" sz="1000" dirty="0"/>
              <a:t> in 0 to n)} + 1</a:t>
            </a:r>
          </a:p>
          <a:p>
            <a:endParaRPr lang="en-US" sz="1000" dirty="0"/>
          </a:p>
          <a:p>
            <a:r>
              <a:rPr lang="en-US" sz="1000" dirty="0"/>
              <a:t>This is the same as:</a:t>
            </a:r>
          </a:p>
          <a:p>
            <a:r>
              <a:rPr lang="en-US" sz="1000" dirty="0"/>
              <a:t>{(0xF-D</a:t>
            </a:r>
            <a:r>
              <a:rPr lang="en-US" sz="1000" baseline="-25000" dirty="0"/>
              <a:t>i</a:t>
            </a:r>
            <a:r>
              <a:rPr lang="en-US" sz="1000" dirty="0"/>
              <a:t>+10)mod16; for each D</a:t>
            </a:r>
            <a:r>
              <a:rPr lang="en-US" sz="1000" baseline="-25000" dirty="0"/>
              <a:t>i</a:t>
            </a:r>
            <a:r>
              <a:rPr lang="en-US" sz="1000" dirty="0"/>
              <a:t> (</a:t>
            </a:r>
            <a:r>
              <a:rPr lang="en-US" sz="1000" dirty="0" err="1"/>
              <a:t>i</a:t>
            </a:r>
            <a:r>
              <a:rPr lang="en-US" sz="1000" dirty="0"/>
              <a:t> in 0 to n)} + 1</a:t>
            </a:r>
          </a:p>
          <a:p>
            <a:endParaRPr lang="en-US" sz="1000" dirty="0"/>
          </a:p>
          <a:p>
            <a:r>
              <a:rPr lang="en-US" sz="1000" dirty="0"/>
              <a:t>This is the same as:</a:t>
            </a:r>
          </a:p>
          <a:p>
            <a:r>
              <a:rPr lang="en-US" sz="1000" dirty="0"/>
              <a:t>{(1’sComp(D)+10)mod16; ; for each D</a:t>
            </a:r>
            <a:r>
              <a:rPr lang="en-US" sz="1000" baseline="-25000" dirty="0"/>
              <a:t>i</a:t>
            </a:r>
            <a:r>
              <a:rPr lang="en-US" sz="1000" dirty="0"/>
              <a:t> (</a:t>
            </a:r>
            <a:r>
              <a:rPr lang="en-US" sz="1000" dirty="0" err="1"/>
              <a:t>i</a:t>
            </a:r>
            <a:r>
              <a:rPr lang="en-US" sz="1000" dirty="0"/>
              <a:t> in 0 to n)} + 1</a:t>
            </a:r>
          </a:p>
          <a:p>
            <a:endParaRPr lang="en-US" sz="1000" dirty="0"/>
          </a:p>
        </p:txBody>
      </p:sp>
      <p:grpSp>
        <p:nvGrpSpPr>
          <p:cNvPr id="10" name="Group 9">
            <a:extLst>
              <a:ext uri="{FF2B5EF4-FFF2-40B4-BE49-F238E27FC236}">
                <a16:creationId xmlns:a16="http://schemas.microsoft.com/office/drawing/2014/main" id="{5414C357-B47D-C125-33A7-22945C86C9B3}"/>
              </a:ext>
            </a:extLst>
          </p:cNvPr>
          <p:cNvGrpSpPr/>
          <p:nvPr/>
        </p:nvGrpSpPr>
        <p:grpSpPr>
          <a:xfrm>
            <a:off x="1457631" y="5385944"/>
            <a:ext cx="4422514" cy="1210231"/>
            <a:chOff x="519260" y="2548154"/>
            <a:chExt cx="4422514" cy="1210231"/>
          </a:xfrm>
        </p:grpSpPr>
        <p:sp>
          <p:nvSpPr>
            <p:cNvPr id="25" name="TextBox 24">
              <a:extLst>
                <a:ext uri="{FF2B5EF4-FFF2-40B4-BE49-F238E27FC236}">
                  <a16:creationId xmlns:a16="http://schemas.microsoft.com/office/drawing/2014/main" id="{997D6F77-57A6-26E2-2852-875405AF1C4C}"/>
                </a:ext>
              </a:extLst>
            </p:cNvPr>
            <p:cNvSpPr txBox="1"/>
            <p:nvPr/>
          </p:nvSpPr>
          <p:spPr>
            <a:xfrm>
              <a:off x="519260" y="2548154"/>
              <a:ext cx="699230" cy="861774"/>
            </a:xfrm>
            <a:prstGeom prst="rect">
              <a:avLst/>
            </a:prstGeom>
            <a:noFill/>
            <a:ln>
              <a:noFill/>
            </a:ln>
          </p:spPr>
          <p:txBody>
            <a:bodyPr wrap="none" rtlCol="0">
              <a:spAutoFit/>
            </a:bodyPr>
            <a:lstStyle/>
            <a:p>
              <a:r>
                <a:rPr lang="en-US" sz="1000" dirty="0"/>
                <a:t>  9    9    9</a:t>
              </a:r>
            </a:p>
            <a:p>
              <a:r>
                <a:rPr lang="en-US" sz="1000" dirty="0"/>
                <a:t> </a:t>
              </a:r>
              <a:r>
                <a:rPr lang="en-US" sz="1000" u="sng" dirty="0"/>
                <a:t>-2</a:t>
              </a:r>
              <a:r>
                <a:rPr lang="en-US" sz="1000" dirty="0"/>
                <a:t>  </a:t>
              </a:r>
              <a:r>
                <a:rPr lang="en-US" sz="1000" u="sng" dirty="0"/>
                <a:t>-9</a:t>
              </a:r>
              <a:r>
                <a:rPr lang="en-US" sz="1000" dirty="0"/>
                <a:t>   </a:t>
              </a:r>
              <a:r>
                <a:rPr lang="en-US" sz="1000" u="sng" dirty="0"/>
                <a:t>-0</a:t>
              </a:r>
            </a:p>
            <a:p>
              <a:r>
                <a:rPr lang="en-US" sz="1000" dirty="0"/>
                <a:t>  7    0    9</a:t>
              </a:r>
            </a:p>
            <a:p>
              <a:r>
                <a:rPr lang="en-US" sz="1000" u="sng" dirty="0"/>
                <a:t>+            1 </a:t>
              </a:r>
            </a:p>
            <a:p>
              <a:r>
                <a:rPr lang="en-US" sz="1000" dirty="0"/>
                <a:t>  7    1    0</a:t>
              </a:r>
            </a:p>
          </p:txBody>
        </p:sp>
        <p:sp>
          <p:nvSpPr>
            <p:cNvPr id="26" name="TextBox 25">
              <a:extLst>
                <a:ext uri="{FF2B5EF4-FFF2-40B4-BE49-F238E27FC236}">
                  <a16:creationId xmlns:a16="http://schemas.microsoft.com/office/drawing/2014/main" id="{C5E444AE-4923-5CEE-CAF8-ADB985464778}"/>
                </a:ext>
              </a:extLst>
            </p:cNvPr>
            <p:cNvSpPr txBox="1"/>
            <p:nvPr/>
          </p:nvSpPr>
          <p:spPr>
            <a:xfrm>
              <a:off x="1174947" y="2855930"/>
              <a:ext cx="620683" cy="246221"/>
            </a:xfrm>
            <a:prstGeom prst="rect">
              <a:avLst/>
            </a:prstGeom>
            <a:noFill/>
            <a:ln>
              <a:noFill/>
            </a:ln>
          </p:spPr>
          <p:txBody>
            <a:bodyPr wrap="none" rtlCol="0">
              <a:spAutoFit/>
            </a:bodyPr>
            <a:lstStyle/>
            <a:p>
              <a:r>
                <a:rPr lang="en-US" sz="1000" dirty="0"/>
                <a:t>9s comp</a:t>
              </a:r>
            </a:p>
          </p:txBody>
        </p:sp>
        <p:sp>
          <p:nvSpPr>
            <p:cNvPr id="27" name="TextBox 26">
              <a:extLst>
                <a:ext uri="{FF2B5EF4-FFF2-40B4-BE49-F238E27FC236}">
                  <a16:creationId xmlns:a16="http://schemas.microsoft.com/office/drawing/2014/main" id="{1A6769FF-4C20-E0A3-613F-D4E357BC6C91}"/>
                </a:ext>
              </a:extLst>
            </p:cNvPr>
            <p:cNvSpPr txBox="1"/>
            <p:nvPr/>
          </p:nvSpPr>
          <p:spPr>
            <a:xfrm>
              <a:off x="1163857" y="3148076"/>
              <a:ext cx="686406" cy="246221"/>
            </a:xfrm>
            <a:prstGeom prst="rect">
              <a:avLst/>
            </a:prstGeom>
            <a:noFill/>
            <a:ln>
              <a:noFill/>
            </a:ln>
          </p:spPr>
          <p:txBody>
            <a:bodyPr wrap="none" rtlCol="0">
              <a:spAutoFit/>
            </a:bodyPr>
            <a:lstStyle/>
            <a:p>
              <a:r>
                <a:rPr lang="en-US" sz="1000" dirty="0"/>
                <a:t>10s comp</a:t>
              </a:r>
            </a:p>
          </p:txBody>
        </p:sp>
        <p:sp>
          <p:nvSpPr>
            <p:cNvPr id="28" name="TextBox 27">
              <a:extLst>
                <a:ext uri="{FF2B5EF4-FFF2-40B4-BE49-F238E27FC236}">
                  <a16:creationId xmlns:a16="http://schemas.microsoft.com/office/drawing/2014/main" id="{24722FEE-2896-EB69-EB8F-4BB4CF11D3DE}"/>
                </a:ext>
              </a:extLst>
            </p:cNvPr>
            <p:cNvSpPr txBox="1"/>
            <p:nvPr/>
          </p:nvSpPr>
          <p:spPr>
            <a:xfrm>
              <a:off x="2425215" y="2589646"/>
              <a:ext cx="380232" cy="861774"/>
            </a:xfrm>
            <a:prstGeom prst="rect">
              <a:avLst/>
            </a:prstGeom>
            <a:noFill/>
            <a:ln>
              <a:noFill/>
            </a:ln>
          </p:spPr>
          <p:txBody>
            <a:bodyPr wrap="none" rtlCol="0">
              <a:spAutoFit/>
            </a:bodyPr>
            <a:lstStyle/>
            <a:p>
              <a:r>
                <a:rPr lang="en-US" sz="1000" dirty="0"/>
                <a:t>  F  </a:t>
              </a:r>
            </a:p>
            <a:p>
              <a:r>
                <a:rPr lang="en-US" sz="1000" u="sng" dirty="0"/>
                <a:t> -2</a:t>
              </a:r>
              <a:r>
                <a:rPr lang="en-US" sz="1000" dirty="0"/>
                <a:t>  </a:t>
              </a:r>
            </a:p>
            <a:p>
              <a:r>
                <a:rPr lang="en-US" sz="1000" dirty="0"/>
                <a:t>  D  </a:t>
              </a:r>
            </a:p>
            <a:p>
              <a:r>
                <a:rPr lang="en-US" sz="1000" u="sng" dirty="0"/>
                <a:t>+A</a:t>
              </a:r>
              <a:r>
                <a:rPr lang="en-US" sz="1000" dirty="0"/>
                <a:t>  </a:t>
              </a:r>
            </a:p>
            <a:p>
              <a:r>
                <a:rPr lang="en-US" sz="1000" dirty="0"/>
                <a:t>  7  </a:t>
              </a:r>
            </a:p>
          </p:txBody>
        </p:sp>
        <p:sp>
          <p:nvSpPr>
            <p:cNvPr id="29" name="TextBox 28">
              <a:extLst>
                <a:ext uri="{FF2B5EF4-FFF2-40B4-BE49-F238E27FC236}">
                  <a16:creationId xmlns:a16="http://schemas.microsoft.com/office/drawing/2014/main" id="{1919B264-7BB1-1692-0AA1-C36957C75F4D}"/>
                </a:ext>
              </a:extLst>
            </p:cNvPr>
            <p:cNvSpPr txBox="1"/>
            <p:nvPr/>
          </p:nvSpPr>
          <p:spPr>
            <a:xfrm>
              <a:off x="3258599" y="2589539"/>
              <a:ext cx="380232" cy="1015663"/>
            </a:xfrm>
            <a:prstGeom prst="rect">
              <a:avLst/>
            </a:prstGeom>
            <a:noFill/>
            <a:ln>
              <a:noFill/>
            </a:ln>
          </p:spPr>
          <p:txBody>
            <a:bodyPr wrap="none" rtlCol="0">
              <a:spAutoFit/>
            </a:bodyPr>
            <a:lstStyle/>
            <a:p>
              <a:r>
                <a:rPr lang="en-US" sz="1000" dirty="0"/>
                <a:t>  F  </a:t>
              </a:r>
            </a:p>
            <a:p>
              <a:r>
                <a:rPr lang="en-US" sz="1000" u="sng" dirty="0"/>
                <a:t> -9</a:t>
              </a:r>
              <a:r>
                <a:rPr lang="en-US" sz="1000" dirty="0"/>
                <a:t>  </a:t>
              </a:r>
            </a:p>
            <a:p>
              <a:r>
                <a:rPr lang="en-US" sz="1000" dirty="0"/>
                <a:t>  6  </a:t>
              </a:r>
            </a:p>
            <a:p>
              <a:r>
                <a:rPr lang="en-US" sz="1000" u="sng" dirty="0"/>
                <a:t>+A</a:t>
              </a:r>
              <a:r>
                <a:rPr lang="en-US" sz="1000" dirty="0"/>
                <a:t>  </a:t>
              </a:r>
            </a:p>
            <a:p>
              <a:r>
                <a:rPr lang="en-US" sz="1000" dirty="0"/>
                <a:t>  0</a:t>
              </a:r>
            </a:p>
            <a:p>
              <a:r>
                <a:rPr lang="en-US" sz="1000" dirty="0"/>
                <a:t>+  </a:t>
              </a:r>
            </a:p>
          </p:txBody>
        </p:sp>
        <p:sp>
          <p:nvSpPr>
            <p:cNvPr id="46" name="TextBox 45">
              <a:extLst>
                <a:ext uri="{FF2B5EF4-FFF2-40B4-BE49-F238E27FC236}">
                  <a16:creationId xmlns:a16="http://schemas.microsoft.com/office/drawing/2014/main" id="{6DCE2DAE-7CB9-3651-50B9-D7A73A7A7B81}"/>
                </a:ext>
              </a:extLst>
            </p:cNvPr>
            <p:cNvSpPr txBox="1"/>
            <p:nvPr/>
          </p:nvSpPr>
          <p:spPr>
            <a:xfrm>
              <a:off x="4111420" y="2587699"/>
              <a:ext cx="380232" cy="1015663"/>
            </a:xfrm>
            <a:prstGeom prst="rect">
              <a:avLst/>
            </a:prstGeom>
            <a:noFill/>
            <a:ln>
              <a:noFill/>
            </a:ln>
          </p:spPr>
          <p:txBody>
            <a:bodyPr wrap="none" rtlCol="0">
              <a:spAutoFit/>
            </a:bodyPr>
            <a:lstStyle/>
            <a:p>
              <a:r>
                <a:rPr lang="en-US" sz="1000" dirty="0"/>
                <a:t>  F  </a:t>
              </a:r>
            </a:p>
            <a:p>
              <a:r>
                <a:rPr lang="en-US" sz="1000" u="sng" dirty="0"/>
                <a:t> -0</a:t>
              </a:r>
              <a:r>
                <a:rPr lang="en-US" sz="1000" dirty="0"/>
                <a:t>  </a:t>
              </a:r>
            </a:p>
            <a:p>
              <a:r>
                <a:rPr lang="en-US" sz="1000" dirty="0"/>
                <a:t>  F  </a:t>
              </a:r>
            </a:p>
            <a:p>
              <a:r>
                <a:rPr lang="en-US" sz="1000" u="sng" dirty="0"/>
                <a:t>+A</a:t>
              </a:r>
              <a:r>
                <a:rPr lang="en-US" sz="1000" dirty="0"/>
                <a:t>  </a:t>
              </a:r>
            </a:p>
            <a:p>
              <a:r>
                <a:rPr lang="en-US" sz="1000" dirty="0"/>
                <a:t>  9</a:t>
              </a:r>
            </a:p>
            <a:p>
              <a:r>
                <a:rPr lang="en-US" sz="1000" dirty="0"/>
                <a:t>  1  </a:t>
              </a:r>
            </a:p>
          </p:txBody>
        </p:sp>
        <p:sp>
          <p:nvSpPr>
            <p:cNvPr id="61" name="Double Bracket 60">
              <a:extLst>
                <a:ext uri="{FF2B5EF4-FFF2-40B4-BE49-F238E27FC236}">
                  <a16:creationId xmlns:a16="http://schemas.microsoft.com/office/drawing/2014/main" id="{7A2978DA-8CFE-B877-D7FA-10C58CA2E7E4}"/>
                </a:ext>
              </a:extLst>
            </p:cNvPr>
            <p:cNvSpPr/>
            <p:nvPr/>
          </p:nvSpPr>
          <p:spPr>
            <a:xfrm>
              <a:off x="4139824" y="2948249"/>
              <a:ext cx="267861" cy="291359"/>
            </a:xfrm>
            <a:prstGeom prst="bracketPair">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2" name="TextBox 61">
              <a:extLst>
                <a:ext uri="{FF2B5EF4-FFF2-40B4-BE49-F238E27FC236}">
                  <a16:creationId xmlns:a16="http://schemas.microsoft.com/office/drawing/2014/main" id="{C118E093-AE61-DB14-BCEA-EA37F1CE780E}"/>
                </a:ext>
              </a:extLst>
            </p:cNvPr>
            <p:cNvSpPr txBox="1"/>
            <p:nvPr/>
          </p:nvSpPr>
          <p:spPr>
            <a:xfrm>
              <a:off x="4353151" y="2968598"/>
              <a:ext cx="588623" cy="246221"/>
            </a:xfrm>
            <a:prstGeom prst="rect">
              <a:avLst/>
            </a:prstGeom>
            <a:noFill/>
            <a:ln>
              <a:noFill/>
            </a:ln>
          </p:spPr>
          <p:txBody>
            <a:bodyPr wrap="none" rtlCol="0">
              <a:spAutoFit/>
            </a:bodyPr>
            <a:lstStyle/>
            <a:p>
              <a:r>
                <a:rPr lang="en-US" sz="1000" dirty="0"/>
                <a:t>Mod 16</a:t>
              </a:r>
            </a:p>
          </p:txBody>
        </p:sp>
        <p:sp>
          <p:nvSpPr>
            <p:cNvPr id="67" name="Double Bracket 66">
              <a:extLst>
                <a:ext uri="{FF2B5EF4-FFF2-40B4-BE49-F238E27FC236}">
                  <a16:creationId xmlns:a16="http://schemas.microsoft.com/office/drawing/2014/main" id="{E0FE54F0-A50A-D011-9340-9F5EAA35F372}"/>
                </a:ext>
              </a:extLst>
            </p:cNvPr>
            <p:cNvSpPr/>
            <p:nvPr/>
          </p:nvSpPr>
          <p:spPr>
            <a:xfrm>
              <a:off x="3276955" y="2964182"/>
              <a:ext cx="267861" cy="291359"/>
            </a:xfrm>
            <a:prstGeom prst="bracketPair">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8" name="TextBox 67">
              <a:extLst>
                <a:ext uri="{FF2B5EF4-FFF2-40B4-BE49-F238E27FC236}">
                  <a16:creationId xmlns:a16="http://schemas.microsoft.com/office/drawing/2014/main" id="{8B1D5C60-5DD2-6C1E-043F-71E66A5DE97D}"/>
                </a:ext>
              </a:extLst>
            </p:cNvPr>
            <p:cNvSpPr txBox="1"/>
            <p:nvPr/>
          </p:nvSpPr>
          <p:spPr>
            <a:xfrm>
              <a:off x="3490282" y="2984531"/>
              <a:ext cx="588623" cy="246221"/>
            </a:xfrm>
            <a:prstGeom prst="rect">
              <a:avLst/>
            </a:prstGeom>
            <a:noFill/>
            <a:ln>
              <a:noFill/>
            </a:ln>
          </p:spPr>
          <p:txBody>
            <a:bodyPr wrap="none" rtlCol="0">
              <a:spAutoFit/>
            </a:bodyPr>
            <a:lstStyle/>
            <a:p>
              <a:r>
                <a:rPr lang="en-US" sz="1000" dirty="0"/>
                <a:t>Mod 16</a:t>
              </a:r>
            </a:p>
          </p:txBody>
        </p:sp>
        <p:sp>
          <p:nvSpPr>
            <p:cNvPr id="70" name="Double Bracket 69">
              <a:extLst>
                <a:ext uri="{FF2B5EF4-FFF2-40B4-BE49-F238E27FC236}">
                  <a16:creationId xmlns:a16="http://schemas.microsoft.com/office/drawing/2014/main" id="{9D128150-4BD2-88EB-3165-15C99C2543B2}"/>
                </a:ext>
              </a:extLst>
            </p:cNvPr>
            <p:cNvSpPr/>
            <p:nvPr/>
          </p:nvSpPr>
          <p:spPr>
            <a:xfrm>
              <a:off x="2451404" y="2958035"/>
              <a:ext cx="267861" cy="291359"/>
            </a:xfrm>
            <a:prstGeom prst="bracketPair">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2" name="TextBox 71">
              <a:extLst>
                <a:ext uri="{FF2B5EF4-FFF2-40B4-BE49-F238E27FC236}">
                  <a16:creationId xmlns:a16="http://schemas.microsoft.com/office/drawing/2014/main" id="{0A1C782A-5987-09A3-97CA-F41F004C045C}"/>
                </a:ext>
              </a:extLst>
            </p:cNvPr>
            <p:cNvSpPr txBox="1"/>
            <p:nvPr/>
          </p:nvSpPr>
          <p:spPr>
            <a:xfrm>
              <a:off x="2664731" y="2978384"/>
              <a:ext cx="588623" cy="246221"/>
            </a:xfrm>
            <a:prstGeom prst="rect">
              <a:avLst/>
            </a:prstGeom>
            <a:noFill/>
            <a:ln>
              <a:noFill/>
            </a:ln>
          </p:spPr>
          <p:txBody>
            <a:bodyPr wrap="none" rtlCol="0">
              <a:spAutoFit/>
            </a:bodyPr>
            <a:lstStyle/>
            <a:p>
              <a:r>
                <a:rPr lang="en-US" sz="1000" dirty="0"/>
                <a:t>Mod 16</a:t>
              </a:r>
            </a:p>
          </p:txBody>
        </p:sp>
        <p:sp>
          <p:nvSpPr>
            <p:cNvPr id="128" name="Arrow: Left-Right 127">
              <a:extLst>
                <a:ext uri="{FF2B5EF4-FFF2-40B4-BE49-F238E27FC236}">
                  <a16:creationId xmlns:a16="http://schemas.microsoft.com/office/drawing/2014/main" id="{02E7839B-33A0-E20F-189E-D81D09E751BA}"/>
                </a:ext>
              </a:extLst>
            </p:cNvPr>
            <p:cNvSpPr/>
            <p:nvPr/>
          </p:nvSpPr>
          <p:spPr>
            <a:xfrm>
              <a:off x="1898731" y="3034333"/>
              <a:ext cx="283780" cy="151056"/>
            </a:xfrm>
            <a:prstGeom prst="lef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142" name="Straight Connector 141">
              <a:extLst>
                <a:ext uri="{FF2B5EF4-FFF2-40B4-BE49-F238E27FC236}">
                  <a16:creationId xmlns:a16="http://schemas.microsoft.com/office/drawing/2014/main" id="{832431E5-A2BB-B8AC-A7C2-3384828C77D2}"/>
                </a:ext>
              </a:extLst>
            </p:cNvPr>
            <p:cNvCxnSpPr/>
            <p:nvPr/>
          </p:nvCxnSpPr>
          <p:spPr>
            <a:xfrm>
              <a:off x="2345557" y="3534972"/>
              <a:ext cx="206212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3" name="TextBox 142">
              <a:extLst>
                <a:ext uri="{FF2B5EF4-FFF2-40B4-BE49-F238E27FC236}">
                  <a16:creationId xmlns:a16="http://schemas.microsoft.com/office/drawing/2014/main" id="{88E2CACC-F14E-F350-ADC3-F8A9E1FE823D}"/>
                </a:ext>
              </a:extLst>
            </p:cNvPr>
            <p:cNvSpPr txBox="1"/>
            <p:nvPr/>
          </p:nvSpPr>
          <p:spPr>
            <a:xfrm>
              <a:off x="4047267" y="3512164"/>
              <a:ext cx="381836" cy="246221"/>
            </a:xfrm>
            <a:prstGeom prst="rect">
              <a:avLst/>
            </a:prstGeom>
            <a:noFill/>
            <a:ln>
              <a:noFill/>
            </a:ln>
          </p:spPr>
          <p:txBody>
            <a:bodyPr wrap="none" rtlCol="0">
              <a:spAutoFit/>
            </a:bodyPr>
            <a:lstStyle/>
            <a:p>
              <a:r>
                <a:rPr lang="en-US" sz="1000" dirty="0"/>
                <a:t>710</a:t>
              </a:r>
            </a:p>
          </p:txBody>
        </p:sp>
      </p:grpSp>
      <p:grpSp>
        <p:nvGrpSpPr>
          <p:cNvPr id="14" name="Group 13">
            <a:extLst>
              <a:ext uri="{FF2B5EF4-FFF2-40B4-BE49-F238E27FC236}">
                <a16:creationId xmlns:a16="http://schemas.microsoft.com/office/drawing/2014/main" id="{CA390DAD-C26E-1AF8-EB0B-EA6969B96977}"/>
              </a:ext>
            </a:extLst>
          </p:cNvPr>
          <p:cNvGrpSpPr/>
          <p:nvPr/>
        </p:nvGrpSpPr>
        <p:grpSpPr>
          <a:xfrm>
            <a:off x="2233386" y="1147606"/>
            <a:ext cx="1274005" cy="1989353"/>
            <a:chOff x="540950" y="2519212"/>
            <a:chExt cx="1274005" cy="1989353"/>
          </a:xfrm>
        </p:grpSpPr>
        <p:grpSp>
          <p:nvGrpSpPr>
            <p:cNvPr id="262" name="Group 261">
              <a:extLst>
                <a:ext uri="{FF2B5EF4-FFF2-40B4-BE49-F238E27FC236}">
                  <a16:creationId xmlns:a16="http://schemas.microsoft.com/office/drawing/2014/main" id="{6FBDDEEC-8D91-888C-3D80-5A0C237170FD}"/>
                </a:ext>
              </a:extLst>
            </p:cNvPr>
            <p:cNvGrpSpPr/>
            <p:nvPr/>
          </p:nvGrpSpPr>
          <p:grpSpPr>
            <a:xfrm>
              <a:off x="540950" y="2771621"/>
              <a:ext cx="1000675" cy="1736944"/>
              <a:chOff x="2593488" y="4339640"/>
              <a:chExt cx="1187192" cy="2060695"/>
            </a:xfrm>
          </p:grpSpPr>
          <p:grpSp>
            <p:nvGrpSpPr>
              <p:cNvPr id="247" name="Group 246">
                <a:extLst>
                  <a:ext uri="{FF2B5EF4-FFF2-40B4-BE49-F238E27FC236}">
                    <a16:creationId xmlns:a16="http://schemas.microsoft.com/office/drawing/2014/main" id="{DB57BBA6-5032-FE63-5020-45B3B5BB6E22}"/>
                  </a:ext>
                </a:extLst>
              </p:cNvPr>
              <p:cNvGrpSpPr/>
              <p:nvPr/>
            </p:nvGrpSpPr>
            <p:grpSpPr>
              <a:xfrm>
                <a:off x="3122220" y="4339640"/>
                <a:ext cx="658460" cy="2060695"/>
                <a:chOff x="3122220" y="4339640"/>
                <a:chExt cx="658460" cy="2060695"/>
              </a:xfrm>
            </p:grpSpPr>
            <p:sp>
              <p:nvSpPr>
                <p:cNvPr id="145" name="Cylinder 144">
                  <a:extLst>
                    <a:ext uri="{FF2B5EF4-FFF2-40B4-BE49-F238E27FC236}">
                      <a16:creationId xmlns:a16="http://schemas.microsoft.com/office/drawing/2014/main" id="{234481F7-D148-12C7-5561-846AC6D1438B}"/>
                    </a:ext>
                  </a:extLst>
                </p:cNvPr>
                <p:cNvSpPr/>
                <p:nvPr/>
              </p:nvSpPr>
              <p:spPr>
                <a:xfrm rot="16200000">
                  <a:off x="2490158" y="5031491"/>
                  <a:ext cx="1922584" cy="658460"/>
                </a:xfrm>
                <a:prstGeom prst="can">
                  <a:avLst>
                    <a:gd name="adj" fmla="val 500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p>
              </p:txBody>
            </p:sp>
            <p:sp>
              <p:nvSpPr>
                <p:cNvPr id="146" name="TextBox 145">
                  <a:extLst>
                    <a:ext uri="{FF2B5EF4-FFF2-40B4-BE49-F238E27FC236}">
                      <a16:creationId xmlns:a16="http://schemas.microsoft.com/office/drawing/2014/main" id="{3F306D1A-08EE-4E1C-54D4-550AA18E6005}"/>
                    </a:ext>
                  </a:extLst>
                </p:cNvPr>
                <p:cNvSpPr txBox="1"/>
                <p:nvPr/>
              </p:nvSpPr>
              <p:spPr>
                <a:xfrm flipH="1">
                  <a:off x="3383748" y="4339640"/>
                  <a:ext cx="273909" cy="260865"/>
                </a:xfrm>
                <a:prstGeom prst="rect">
                  <a:avLst/>
                </a:prstGeom>
                <a:noFill/>
                <a:ln>
                  <a:noFill/>
                </a:ln>
              </p:spPr>
              <p:txBody>
                <a:bodyPr wrap="none" rtlCol="0">
                  <a:spAutoFit/>
                </a:bodyPr>
                <a:lstStyle/>
                <a:p>
                  <a:r>
                    <a:rPr lang="en-US" sz="900" dirty="0"/>
                    <a:t>0</a:t>
                  </a:r>
                </a:p>
              </p:txBody>
            </p:sp>
            <p:sp>
              <p:nvSpPr>
                <p:cNvPr id="147" name="TextBox 146">
                  <a:extLst>
                    <a:ext uri="{FF2B5EF4-FFF2-40B4-BE49-F238E27FC236}">
                      <a16:creationId xmlns:a16="http://schemas.microsoft.com/office/drawing/2014/main" id="{E6A131B0-35F7-7BC2-DAF5-1081CE4C0A21}"/>
                    </a:ext>
                  </a:extLst>
                </p:cNvPr>
                <p:cNvSpPr txBox="1"/>
                <p:nvPr/>
              </p:nvSpPr>
              <p:spPr>
                <a:xfrm flipH="1">
                  <a:off x="3465724" y="4773717"/>
                  <a:ext cx="273909" cy="260865"/>
                </a:xfrm>
                <a:prstGeom prst="rect">
                  <a:avLst/>
                </a:prstGeom>
                <a:noFill/>
                <a:ln>
                  <a:noFill/>
                </a:ln>
              </p:spPr>
              <p:txBody>
                <a:bodyPr wrap="none" rtlCol="0">
                  <a:spAutoFit/>
                </a:bodyPr>
                <a:lstStyle/>
                <a:p>
                  <a:r>
                    <a:rPr lang="en-US" sz="900" dirty="0"/>
                    <a:t>1</a:t>
                  </a:r>
                </a:p>
              </p:txBody>
            </p:sp>
            <p:sp>
              <p:nvSpPr>
                <p:cNvPr id="149" name="TextBox 148">
                  <a:extLst>
                    <a:ext uri="{FF2B5EF4-FFF2-40B4-BE49-F238E27FC236}">
                      <a16:creationId xmlns:a16="http://schemas.microsoft.com/office/drawing/2014/main" id="{1237043D-3FF7-1E05-7DF3-8F986DE57573}"/>
                    </a:ext>
                  </a:extLst>
                </p:cNvPr>
                <p:cNvSpPr txBox="1"/>
                <p:nvPr/>
              </p:nvSpPr>
              <p:spPr>
                <a:xfrm flipH="1">
                  <a:off x="3485441" y="5244110"/>
                  <a:ext cx="273909" cy="260865"/>
                </a:xfrm>
                <a:prstGeom prst="rect">
                  <a:avLst/>
                </a:prstGeom>
                <a:noFill/>
                <a:ln>
                  <a:noFill/>
                </a:ln>
              </p:spPr>
              <p:txBody>
                <a:bodyPr wrap="none" rtlCol="0">
                  <a:spAutoFit/>
                </a:bodyPr>
                <a:lstStyle/>
                <a:p>
                  <a:r>
                    <a:rPr lang="en-US" sz="900" dirty="0"/>
                    <a:t>2</a:t>
                  </a:r>
                </a:p>
              </p:txBody>
            </p:sp>
            <p:sp>
              <p:nvSpPr>
                <p:cNvPr id="150" name="TextBox 149">
                  <a:extLst>
                    <a:ext uri="{FF2B5EF4-FFF2-40B4-BE49-F238E27FC236}">
                      <a16:creationId xmlns:a16="http://schemas.microsoft.com/office/drawing/2014/main" id="{4EC58C85-6467-195B-7AAE-8A7EE0D6944A}"/>
                    </a:ext>
                  </a:extLst>
                </p:cNvPr>
                <p:cNvSpPr txBox="1"/>
                <p:nvPr/>
              </p:nvSpPr>
              <p:spPr>
                <a:xfrm flipH="1">
                  <a:off x="3462174" y="5694270"/>
                  <a:ext cx="273909" cy="260865"/>
                </a:xfrm>
                <a:prstGeom prst="rect">
                  <a:avLst/>
                </a:prstGeom>
                <a:noFill/>
                <a:ln>
                  <a:noFill/>
                </a:ln>
              </p:spPr>
              <p:txBody>
                <a:bodyPr wrap="none" rtlCol="0">
                  <a:spAutoFit/>
                </a:bodyPr>
                <a:lstStyle/>
                <a:p>
                  <a:r>
                    <a:rPr lang="en-US" sz="900" dirty="0"/>
                    <a:t>3</a:t>
                  </a:r>
                </a:p>
              </p:txBody>
            </p:sp>
            <p:sp>
              <p:nvSpPr>
                <p:cNvPr id="151" name="TextBox 150">
                  <a:extLst>
                    <a:ext uri="{FF2B5EF4-FFF2-40B4-BE49-F238E27FC236}">
                      <a16:creationId xmlns:a16="http://schemas.microsoft.com/office/drawing/2014/main" id="{3380C6D1-A92A-255C-23AE-BDD6F94594F8}"/>
                    </a:ext>
                  </a:extLst>
                </p:cNvPr>
                <p:cNvSpPr txBox="1"/>
                <p:nvPr/>
              </p:nvSpPr>
              <p:spPr>
                <a:xfrm flipH="1">
                  <a:off x="3362474" y="6139470"/>
                  <a:ext cx="273909" cy="260865"/>
                </a:xfrm>
                <a:prstGeom prst="rect">
                  <a:avLst/>
                </a:prstGeom>
                <a:noFill/>
                <a:ln>
                  <a:noFill/>
                </a:ln>
              </p:spPr>
              <p:txBody>
                <a:bodyPr wrap="none" rtlCol="0">
                  <a:spAutoFit/>
                </a:bodyPr>
                <a:lstStyle/>
                <a:p>
                  <a:r>
                    <a:rPr lang="en-US" sz="900" dirty="0"/>
                    <a:t>4</a:t>
                  </a:r>
                </a:p>
              </p:txBody>
            </p:sp>
            <p:sp>
              <p:nvSpPr>
                <p:cNvPr id="152" name="TextBox 151">
                  <a:extLst>
                    <a:ext uri="{FF2B5EF4-FFF2-40B4-BE49-F238E27FC236}">
                      <a16:creationId xmlns:a16="http://schemas.microsoft.com/office/drawing/2014/main" id="{D858EDCC-60B4-5AD6-25C4-DBDB7802CCB1}"/>
                    </a:ext>
                  </a:extLst>
                </p:cNvPr>
                <p:cNvSpPr txBox="1"/>
                <p:nvPr/>
              </p:nvSpPr>
              <p:spPr>
                <a:xfrm flipH="1">
                  <a:off x="3211086" y="6039692"/>
                  <a:ext cx="273909" cy="260865"/>
                </a:xfrm>
                <a:prstGeom prst="rect">
                  <a:avLst/>
                </a:prstGeom>
                <a:noFill/>
                <a:ln>
                  <a:noFill/>
                </a:ln>
              </p:spPr>
              <p:txBody>
                <a:bodyPr wrap="none" rtlCol="0">
                  <a:spAutoFit/>
                </a:bodyPr>
                <a:lstStyle/>
                <a:p>
                  <a:r>
                    <a:rPr lang="en-US" sz="900" dirty="0"/>
                    <a:t>5</a:t>
                  </a:r>
                </a:p>
              </p:txBody>
            </p:sp>
            <p:sp>
              <p:nvSpPr>
                <p:cNvPr id="153" name="TextBox 152">
                  <a:extLst>
                    <a:ext uri="{FF2B5EF4-FFF2-40B4-BE49-F238E27FC236}">
                      <a16:creationId xmlns:a16="http://schemas.microsoft.com/office/drawing/2014/main" id="{F02B5222-93FF-A7C6-3BE6-B84A10007024}"/>
                    </a:ext>
                  </a:extLst>
                </p:cNvPr>
                <p:cNvSpPr txBox="1"/>
                <p:nvPr/>
              </p:nvSpPr>
              <p:spPr>
                <a:xfrm flipH="1">
                  <a:off x="3187632" y="5627402"/>
                  <a:ext cx="273909" cy="260865"/>
                </a:xfrm>
                <a:prstGeom prst="rect">
                  <a:avLst/>
                </a:prstGeom>
                <a:noFill/>
                <a:ln>
                  <a:noFill/>
                </a:ln>
              </p:spPr>
              <p:txBody>
                <a:bodyPr wrap="none" rtlCol="0">
                  <a:spAutoFit/>
                </a:bodyPr>
                <a:lstStyle/>
                <a:p>
                  <a:r>
                    <a:rPr lang="en-US" sz="900" dirty="0"/>
                    <a:t>6</a:t>
                  </a:r>
                </a:p>
              </p:txBody>
            </p:sp>
            <p:sp>
              <p:nvSpPr>
                <p:cNvPr id="154" name="TextBox 153">
                  <a:extLst>
                    <a:ext uri="{FF2B5EF4-FFF2-40B4-BE49-F238E27FC236}">
                      <a16:creationId xmlns:a16="http://schemas.microsoft.com/office/drawing/2014/main" id="{4FD63F53-CEE5-0019-F2D0-C2275798E9A7}"/>
                    </a:ext>
                  </a:extLst>
                </p:cNvPr>
                <p:cNvSpPr txBox="1"/>
                <p:nvPr/>
              </p:nvSpPr>
              <p:spPr>
                <a:xfrm flipH="1">
                  <a:off x="3193803" y="5237609"/>
                  <a:ext cx="273909" cy="260865"/>
                </a:xfrm>
                <a:prstGeom prst="rect">
                  <a:avLst/>
                </a:prstGeom>
                <a:noFill/>
                <a:ln>
                  <a:noFill/>
                </a:ln>
              </p:spPr>
              <p:txBody>
                <a:bodyPr wrap="none" rtlCol="0">
                  <a:spAutoFit/>
                </a:bodyPr>
                <a:lstStyle/>
                <a:p>
                  <a:r>
                    <a:rPr lang="en-US" sz="900" dirty="0"/>
                    <a:t>7</a:t>
                  </a:r>
                </a:p>
              </p:txBody>
            </p:sp>
            <p:sp>
              <p:nvSpPr>
                <p:cNvPr id="155" name="TextBox 154">
                  <a:extLst>
                    <a:ext uri="{FF2B5EF4-FFF2-40B4-BE49-F238E27FC236}">
                      <a16:creationId xmlns:a16="http://schemas.microsoft.com/office/drawing/2014/main" id="{97D4F711-5BD5-4DFE-A949-CE76773F0F46}"/>
                    </a:ext>
                  </a:extLst>
                </p:cNvPr>
                <p:cNvSpPr txBox="1"/>
                <p:nvPr/>
              </p:nvSpPr>
              <p:spPr>
                <a:xfrm flipH="1">
                  <a:off x="3192749" y="4866536"/>
                  <a:ext cx="273909" cy="260865"/>
                </a:xfrm>
                <a:prstGeom prst="rect">
                  <a:avLst/>
                </a:prstGeom>
                <a:noFill/>
                <a:ln>
                  <a:noFill/>
                </a:ln>
              </p:spPr>
              <p:txBody>
                <a:bodyPr wrap="none" rtlCol="0">
                  <a:spAutoFit/>
                </a:bodyPr>
                <a:lstStyle/>
                <a:p>
                  <a:r>
                    <a:rPr lang="en-US" sz="900" dirty="0"/>
                    <a:t>8</a:t>
                  </a:r>
                </a:p>
              </p:txBody>
            </p:sp>
            <p:sp>
              <p:nvSpPr>
                <p:cNvPr id="156" name="TextBox 155">
                  <a:extLst>
                    <a:ext uri="{FF2B5EF4-FFF2-40B4-BE49-F238E27FC236}">
                      <a16:creationId xmlns:a16="http://schemas.microsoft.com/office/drawing/2014/main" id="{E69B7B99-0322-F6B1-173A-5A0852DBD648}"/>
                    </a:ext>
                  </a:extLst>
                </p:cNvPr>
                <p:cNvSpPr txBox="1"/>
                <p:nvPr/>
              </p:nvSpPr>
              <p:spPr>
                <a:xfrm flipH="1">
                  <a:off x="3218287" y="4500024"/>
                  <a:ext cx="273909" cy="260865"/>
                </a:xfrm>
                <a:prstGeom prst="rect">
                  <a:avLst/>
                </a:prstGeom>
                <a:noFill/>
                <a:ln>
                  <a:noFill/>
                </a:ln>
              </p:spPr>
              <p:txBody>
                <a:bodyPr wrap="none" rtlCol="0">
                  <a:spAutoFit/>
                </a:bodyPr>
                <a:lstStyle/>
                <a:p>
                  <a:r>
                    <a:rPr lang="en-US" sz="900" dirty="0"/>
                    <a:t>9</a:t>
                  </a:r>
                </a:p>
              </p:txBody>
            </p:sp>
            <p:cxnSp>
              <p:nvCxnSpPr>
                <p:cNvPr id="208" name="Straight Connector 207">
                  <a:extLst>
                    <a:ext uri="{FF2B5EF4-FFF2-40B4-BE49-F238E27FC236}">
                      <a16:creationId xmlns:a16="http://schemas.microsoft.com/office/drawing/2014/main" id="{E908270E-91C0-ED44-444C-DCED24A60501}"/>
                    </a:ext>
                  </a:extLst>
                </p:cNvPr>
                <p:cNvCxnSpPr>
                  <a:cxnSpLocks/>
                </p:cNvCxnSpPr>
                <p:nvPr/>
              </p:nvCxnSpPr>
              <p:spPr>
                <a:xfrm>
                  <a:off x="3451450" y="5601747"/>
                  <a:ext cx="321785"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ED6585F8-A372-B070-886C-69EF636229D3}"/>
                    </a:ext>
                  </a:extLst>
                </p:cNvPr>
                <p:cNvCxnSpPr>
                  <a:cxnSpLocks/>
                </p:cNvCxnSpPr>
                <p:nvPr/>
              </p:nvCxnSpPr>
              <p:spPr>
                <a:xfrm>
                  <a:off x="3451450" y="5123124"/>
                  <a:ext cx="31827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EB40C53B-5540-9D94-DC43-5773B42D7CD3}"/>
                    </a:ext>
                  </a:extLst>
                </p:cNvPr>
                <p:cNvCxnSpPr>
                  <a:cxnSpLocks/>
                </p:cNvCxnSpPr>
                <p:nvPr/>
              </p:nvCxnSpPr>
              <p:spPr>
                <a:xfrm flipV="1">
                  <a:off x="3399435" y="4651816"/>
                  <a:ext cx="328785" cy="5839"/>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2BA29B92-63E1-ED58-39C0-78A9DA4E3A80}"/>
                    </a:ext>
                  </a:extLst>
                </p:cNvPr>
                <p:cNvCxnSpPr>
                  <a:cxnSpLocks/>
                </p:cNvCxnSpPr>
                <p:nvPr/>
              </p:nvCxnSpPr>
              <p:spPr>
                <a:xfrm>
                  <a:off x="3395342" y="6045363"/>
                  <a:ext cx="33707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0470C04F-BE2E-E573-B670-F8387B7F8A1A}"/>
                    </a:ext>
                  </a:extLst>
                </p:cNvPr>
                <p:cNvCxnSpPr>
                  <a:cxnSpLocks/>
                </p:cNvCxnSpPr>
                <p:nvPr/>
              </p:nvCxnSpPr>
              <p:spPr>
                <a:xfrm>
                  <a:off x="3155993" y="5953305"/>
                  <a:ext cx="260444"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C46D29DB-1F12-5F35-CCA7-C6B738D272EC}"/>
                    </a:ext>
                  </a:extLst>
                </p:cNvPr>
                <p:cNvCxnSpPr>
                  <a:cxnSpLocks/>
                </p:cNvCxnSpPr>
                <p:nvPr/>
              </p:nvCxnSpPr>
              <p:spPr>
                <a:xfrm>
                  <a:off x="3122220" y="5555607"/>
                  <a:ext cx="325661"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C2891601-4AC7-3D83-B4B6-458FC6217146}"/>
                    </a:ext>
                  </a:extLst>
                </p:cNvPr>
                <p:cNvCxnSpPr>
                  <a:cxnSpLocks/>
                </p:cNvCxnSpPr>
                <p:nvPr/>
              </p:nvCxnSpPr>
              <p:spPr>
                <a:xfrm>
                  <a:off x="3153685" y="4801138"/>
                  <a:ext cx="26686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980CFADF-0B13-BAAA-343D-2424685A79C0}"/>
                    </a:ext>
                  </a:extLst>
                </p:cNvPr>
                <p:cNvCxnSpPr>
                  <a:cxnSpLocks/>
                </p:cNvCxnSpPr>
                <p:nvPr/>
              </p:nvCxnSpPr>
              <p:spPr>
                <a:xfrm>
                  <a:off x="3122220" y="5165193"/>
                  <a:ext cx="322243"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49" name="Straight Arrow Connector 248">
                <a:extLst>
                  <a:ext uri="{FF2B5EF4-FFF2-40B4-BE49-F238E27FC236}">
                    <a16:creationId xmlns:a16="http://schemas.microsoft.com/office/drawing/2014/main" id="{8ACCB489-5897-2685-BAC8-E49B07EF17EA}"/>
                  </a:ext>
                </a:extLst>
              </p:cNvPr>
              <p:cNvCxnSpPr>
                <a:cxnSpLocks/>
              </p:cNvCxnSpPr>
              <p:nvPr/>
            </p:nvCxnSpPr>
            <p:spPr>
              <a:xfrm>
                <a:off x="2822977" y="4623135"/>
                <a:ext cx="469775"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52" name="Straight Arrow Connector 251">
                <a:extLst>
                  <a:ext uri="{FF2B5EF4-FFF2-40B4-BE49-F238E27FC236}">
                    <a16:creationId xmlns:a16="http://schemas.microsoft.com/office/drawing/2014/main" id="{DFFE4371-B708-7183-C7D5-924E4D58AC98}"/>
                  </a:ext>
                </a:extLst>
              </p:cNvPr>
              <p:cNvCxnSpPr>
                <a:cxnSpLocks/>
              </p:cNvCxnSpPr>
              <p:nvPr/>
            </p:nvCxnSpPr>
            <p:spPr>
              <a:xfrm>
                <a:off x="2858306" y="5360719"/>
                <a:ext cx="394209"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59" name="Freeform: Shape 258">
                <a:extLst>
                  <a:ext uri="{FF2B5EF4-FFF2-40B4-BE49-F238E27FC236}">
                    <a16:creationId xmlns:a16="http://schemas.microsoft.com/office/drawing/2014/main" id="{A75EC2EB-4E54-C6E6-BAC7-DBACF869E79A}"/>
                  </a:ext>
                </a:extLst>
              </p:cNvPr>
              <p:cNvSpPr/>
              <p:nvPr/>
            </p:nvSpPr>
            <p:spPr>
              <a:xfrm>
                <a:off x="2972544" y="4625613"/>
                <a:ext cx="113184" cy="729733"/>
              </a:xfrm>
              <a:custGeom>
                <a:avLst/>
                <a:gdLst>
                  <a:gd name="csX0" fmla="*/ 113184 w 113184"/>
                  <a:gd name="csY0" fmla="*/ 0 h 729733"/>
                  <a:gd name="csX1" fmla="*/ 104248 w 113184"/>
                  <a:gd name="csY1" fmla="*/ 14893 h 729733"/>
                  <a:gd name="csX2" fmla="*/ 98291 w 113184"/>
                  <a:gd name="csY2" fmla="*/ 29785 h 729733"/>
                  <a:gd name="csX3" fmla="*/ 95313 w 113184"/>
                  <a:gd name="csY3" fmla="*/ 38721 h 729733"/>
                  <a:gd name="csX4" fmla="*/ 86377 w 113184"/>
                  <a:gd name="csY4" fmla="*/ 47656 h 729733"/>
                  <a:gd name="csX5" fmla="*/ 74463 w 113184"/>
                  <a:gd name="csY5" fmla="*/ 71484 h 729733"/>
                  <a:gd name="csX6" fmla="*/ 68506 w 113184"/>
                  <a:gd name="csY6" fmla="*/ 80420 h 729733"/>
                  <a:gd name="csX7" fmla="*/ 50635 w 113184"/>
                  <a:gd name="csY7" fmla="*/ 116162 h 729733"/>
                  <a:gd name="csX8" fmla="*/ 41700 w 113184"/>
                  <a:gd name="csY8" fmla="*/ 134033 h 729733"/>
                  <a:gd name="csX9" fmla="*/ 35743 w 113184"/>
                  <a:gd name="csY9" fmla="*/ 145947 h 729733"/>
                  <a:gd name="csX10" fmla="*/ 23829 w 113184"/>
                  <a:gd name="csY10" fmla="*/ 205517 h 729733"/>
                  <a:gd name="csX11" fmla="*/ 20850 w 113184"/>
                  <a:gd name="csY11" fmla="*/ 223388 h 729733"/>
                  <a:gd name="csX12" fmla="*/ 17872 w 113184"/>
                  <a:gd name="csY12" fmla="*/ 321678 h 729733"/>
                  <a:gd name="csX13" fmla="*/ 14893 w 113184"/>
                  <a:gd name="csY13" fmla="*/ 336571 h 729733"/>
                  <a:gd name="csX14" fmla="*/ 11915 w 113184"/>
                  <a:gd name="csY14" fmla="*/ 366356 h 729733"/>
                  <a:gd name="csX15" fmla="*/ 2979 w 113184"/>
                  <a:gd name="csY15" fmla="*/ 434861 h 729733"/>
                  <a:gd name="csX16" fmla="*/ 1 w 113184"/>
                  <a:gd name="csY16" fmla="*/ 488474 h 729733"/>
                  <a:gd name="csX17" fmla="*/ 5958 w 113184"/>
                  <a:gd name="csY17" fmla="*/ 640378 h 729733"/>
                  <a:gd name="csX18" fmla="*/ 11915 w 113184"/>
                  <a:gd name="csY18" fmla="*/ 705905 h 729733"/>
                  <a:gd name="csX19" fmla="*/ 14893 w 113184"/>
                  <a:gd name="csY19" fmla="*/ 720797 h 729733"/>
                  <a:gd name="csX20" fmla="*/ 17872 w 113184"/>
                  <a:gd name="csY20" fmla="*/ 729733 h 7297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113184" h="729733">
                    <a:moveTo>
                      <a:pt x="113184" y="0"/>
                    </a:moveTo>
                    <a:cubicBezTo>
                      <a:pt x="110205" y="4964"/>
                      <a:pt x="106837" y="9715"/>
                      <a:pt x="104248" y="14893"/>
                    </a:cubicBezTo>
                    <a:cubicBezTo>
                      <a:pt x="101857" y="19675"/>
                      <a:pt x="100168" y="24779"/>
                      <a:pt x="98291" y="29785"/>
                    </a:cubicBezTo>
                    <a:cubicBezTo>
                      <a:pt x="97189" y="32725"/>
                      <a:pt x="97055" y="36109"/>
                      <a:pt x="95313" y="38721"/>
                    </a:cubicBezTo>
                    <a:cubicBezTo>
                      <a:pt x="92976" y="42226"/>
                      <a:pt x="89356" y="44678"/>
                      <a:pt x="86377" y="47656"/>
                    </a:cubicBezTo>
                    <a:cubicBezTo>
                      <a:pt x="82406" y="55599"/>
                      <a:pt x="78715" y="63688"/>
                      <a:pt x="74463" y="71484"/>
                    </a:cubicBezTo>
                    <a:cubicBezTo>
                      <a:pt x="72749" y="74627"/>
                      <a:pt x="70191" y="77261"/>
                      <a:pt x="68506" y="80420"/>
                    </a:cubicBezTo>
                    <a:cubicBezTo>
                      <a:pt x="62238" y="92173"/>
                      <a:pt x="56592" y="104248"/>
                      <a:pt x="50635" y="116162"/>
                    </a:cubicBezTo>
                    <a:lnTo>
                      <a:pt x="41700" y="134033"/>
                    </a:lnTo>
                    <a:cubicBezTo>
                      <a:pt x="39714" y="138004"/>
                      <a:pt x="36820" y="141639"/>
                      <a:pt x="35743" y="145947"/>
                    </a:cubicBezTo>
                    <a:cubicBezTo>
                      <a:pt x="26856" y="181496"/>
                      <a:pt x="31133" y="161694"/>
                      <a:pt x="23829" y="205517"/>
                    </a:cubicBezTo>
                    <a:lnTo>
                      <a:pt x="20850" y="223388"/>
                    </a:lnTo>
                    <a:cubicBezTo>
                      <a:pt x="19857" y="256151"/>
                      <a:pt x="19595" y="288945"/>
                      <a:pt x="17872" y="321678"/>
                    </a:cubicBezTo>
                    <a:cubicBezTo>
                      <a:pt x="17606" y="326734"/>
                      <a:pt x="15562" y="331553"/>
                      <a:pt x="14893" y="336571"/>
                    </a:cubicBezTo>
                    <a:cubicBezTo>
                      <a:pt x="13574" y="346461"/>
                      <a:pt x="13059" y="356444"/>
                      <a:pt x="11915" y="366356"/>
                    </a:cubicBezTo>
                    <a:cubicBezTo>
                      <a:pt x="7817" y="401871"/>
                      <a:pt x="7025" y="406543"/>
                      <a:pt x="2979" y="434861"/>
                    </a:cubicBezTo>
                    <a:cubicBezTo>
                      <a:pt x="1986" y="452732"/>
                      <a:pt x="1" y="470575"/>
                      <a:pt x="1" y="488474"/>
                    </a:cubicBezTo>
                    <a:cubicBezTo>
                      <a:pt x="1" y="664822"/>
                      <a:pt x="-284" y="559233"/>
                      <a:pt x="5958" y="640378"/>
                    </a:cubicBezTo>
                    <a:cubicBezTo>
                      <a:pt x="9674" y="688690"/>
                      <a:pt x="6182" y="674372"/>
                      <a:pt x="11915" y="705905"/>
                    </a:cubicBezTo>
                    <a:cubicBezTo>
                      <a:pt x="12821" y="710886"/>
                      <a:pt x="13665" y="715886"/>
                      <a:pt x="14893" y="720797"/>
                    </a:cubicBezTo>
                    <a:cubicBezTo>
                      <a:pt x="15655" y="723843"/>
                      <a:pt x="17872" y="729733"/>
                      <a:pt x="17872" y="729733"/>
                    </a:cubicBezTo>
                  </a:path>
                </a:pathLst>
              </a:custGeom>
              <a:noFill/>
              <a:ln>
                <a:solidFill>
                  <a:srgbClr val="0066FF"/>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60" name="TextBox 259">
                <a:extLst>
                  <a:ext uri="{FF2B5EF4-FFF2-40B4-BE49-F238E27FC236}">
                    <a16:creationId xmlns:a16="http://schemas.microsoft.com/office/drawing/2014/main" id="{FA569C39-1747-64F7-06F3-84A9B4282A7A}"/>
                  </a:ext>
                </a:extLst>
              </p:cNvPr>
              <p:cNvSpPr txBox="1"/>
              <p:nvPr/>
            </p:nvSpPr>
            <p:spPr>
              <a:xfrm>
                <a:off x="2624211" y="4511673"/>
                <a:ext cx="273909" cy="260865"/>
              </a:xfrm>
              <a:prstGeom prst="rect">
                <a:avLst/>
              </a:prstGeom>
              <a:noFill/>
              <a:ln>
                <a:noFill/>
              </a:ln>
            </p:spPr>
            <p:txBody>
              <a:bodyPr wrap="none" rtlCol="0">
                <a:spAutoFit/>
              </a:bodyPr>
              <a:lstStyle/>
              <a:p>
                <a:r>
                  <a:rPr lang="en-US" sz="900" dirty="0"/>
                  <a:t>9</a:t>
                </a:r>
              </a:p>
            </p:txBody>
          </p:sp>
          <p:sp>
            <p:nvSpPr>
              <p:cNvPr id="261" name="TextBox 260">
                <a:extLst>
                  <a:ext uri="{FF2B5EF4-FFF2-40B4-BE49-F238E27FC236}">
                    <a16:creationId xmlns:a16="http://schemas.microsoft.com/office/drawing/2014/main" id="{A46DEB1D-2848-CC63-B499-27C070439F2E}"/>
                  </a:ext>
                </a:extLst>
              </p:cNvPr>
              <p:cNvSpPr txBox="1"/>
              <p:nvPr/>
            </p:nvSpPr>
            <p:spPr>
              <a:xfrm>
                <a:off x="2593488" y="5242993"/>
                <a:ext cx="313764" cy="260865"/>
              </a:xfrm>
              <a:prstGeom prst="rect">
                <a:avLst/>
              </a:prstGeom>
              <a:noFill/>
              <a:ln>
                <a:noFill/>
              </a:ln>
            </p:spPr>
            <p:txBody>
              <a:bodyPr wrap="none" rtlCol="0">
                <a:spAutoFit/>
              </a:bodyPr>
              <a:lstStyle/>
              <a:p>
                <a:r>
                  <a:rPr lang="en-US" sz="900" dirty="0"/>
                  <a:t>-2</a:t>
                </a:r>
              </a:p>
            </p:txBody>
          </p:sp>
        </p:grpSp>
        <p:sp>
          <p:nvSpPr>
            <p:cNvPr id="308" name="TextBox 307">
              <a:extLst>
                <a:ext uri="{FF2B5EF4-FFF2-40B4-BE49-F238E27FC236}">
                  <a16:creationId xmlns:a16="http://schemas.microsoft.com/office/drawing/2014/main" id="{A7A781A6-2AB1-4711-83DC-43E828402C3D}"/>
                </a:ext>
              </a:extLst>
            </p:cNvPr>
            <p:cNvSpPr txBox="1"/>
            <p:nvPr/>
          </p:nvSpPr>
          <p:spPr>
            <a:xfrm>
              <a:off x="658869" y="2519212"/>
              <a:ext cx="1156086" cy="230832"/>
            </a:xfrm>
            <a:prstGeom prst="rect">
              <a:avLst/>
            </a:prstGeom>
            <a:noFill/>
            <a:ln>
              <a:noFill/>
            </a:ln>
          </p:spPr>
          <p:txBody>
            <a:bodyPr wrap="none" rtlCol="0">
              <a:spAutoFit/>
            </a:bodyPr>
            <a:lstStyle/>
            <a:p>
              <a:r>
                <a:rPr lang="en-US" sz="900" dirty="0"/>
                <a:t>9s Complement:  9-2</a:t>
              </a:r>
            </a:p>
          </p:txBody>
        </p:sp>
      </p:grpSp>
      <p:sp>
        <p:nvSpPr>
          <p:cNvPr id="3" name="TextBox 2">
            <a:extLst>
              <a:ext uri="{FF2B5EF4-FFF2-40B4-BE49-F238E27FC236}">
                <a16:creationId xmlns:a16="http://schemas.microsoft.com/office/drawing/2014/main" id="{A482E445-8F71-B8C8-33D6-EE3991B99838}"/>
              </a:ext>
            </a:extLst>
          </p:cNvPr>
          <p:cNvSpPr txBox="1"/>
          <p:nvPr/>
        </p:nvSpPr>
        <p:spPr>
          <a:xfrm>
            <a:off x="4273754" y="240631"/>
            <a:ext cx="2727413" cy="523220"/>
          </a:xfrm>
          <a:prstGeom prst="rect">
            <a:avLst/>
          </a:prstGeom>
          <a:noFill/>
          <a:ln>
            <a:noFill/>
          </a:ln>
        </p:spPr>
        <p:txBody>
          <a:bodyPr wrap="none" rtlCol="0">
            <a:spAutoFit/>
          </a:bodyPr>
          <a:lstStyle/>
          <a:p>
            <a:r>
              <a:rPr lang="en-US" sz="2800" dirty="0"/>
              <a:t>10’s Complement</a:t>
            </a:r>
          </a:p>
        </p:txBody>
      </p:sp>
      <p:grpSp>
        <p:nvGrpSpPr>
          <p:cNvPr id="5" name="Group 4">
            <a:extLst>
              <a:ext uri="{FF2B5EF4-FFF2-40B4-BE49-F238E27FC236}">
                <a16:creationId xmlns:a16="http://schemas.microsoft.com/office/drawing/2014/main" id="{5B739199-F106-CA93-2589-0C2DDBC1D2ED}"/>
              </a:ext>
            </a:extLst>
          </p:cNvPr>
          <p:cNvGrpSpPr>
            <a:grpSpLocks noChangeAspect="1"/>
          </p:cNvGrpSpPr>
          <p:nvPr/>
        </p:nvGrpSpPr>
        <p:grpSpPr>
          <a:xfrm>
            <a:off x="7072739" y="2509385"/>
            <a:ext cx="4774326" cy="3901329"/>
            <a:chOff x="5384878" y="1130155"/>
            <a:chExt cx="6462187" cy="5280560"/>
          </a:xfrm>
        </p:grpSpPr>
        <p:grpSp>
          <p:nvGrpSpPr>
            <p:cNvPr id="91" name="Group 90">
              <a:extLst>
                <a:ext uri="{FF2B5EF4-FFF2-40B4-BE49-F238E27FC236}">
                  <a16:creationId xmlns:a16="http://schemas.microsoft.com/office/drawing/2014/main" id="{49D774DC-5B3D-CA8E-6C0D-DD1D9D8E01CF}"/>
                </a:ext>
              </a:extLst>
            </p:cNvPr>
            <p:cNvGrpSpPr/>
            <p:nvPr/>
          </p:nvGrpSpPr>
          <p:grpSpPr>
            <a:xfrm>
              <a:off x="8785954" y="2248586"/>
              <a:ext cx="721823" cy="2772736"/>
              <a:chOff x="5526843" y="1731816"/>
              <a:chExt cx="721823" cy="2772736"/>
            </a:xfrm>
          </p:grpSpPr>
          <p:sp>
            <p:nvSpPr>
              <p:cNvPr id="92" name="Cylinder 91">
                <a:extLst>
                  <a:ext uri="{FF2B5EF4-FFF2-40B4-BE49-F238E27FC236}">
                    <a16:creationId xmlns:a16="http://schemas.microsoft.com/office/drawing/2014/main" id="{81D5CE6E-E8D8-F19F-7E9A-4BBD93616BEA}"/>
                  </a:ext>
                </a:extLst>
              </p:cNvPr>
              <p:cNvSpPr/>
              <p:nvPr/>
            </p:nvSpPr>
            <p:spPr>
              <a:xfrm rot="16200000">
                <a:off x="4545850" y="2718260"/>
                <a:ext cx="2679469" cy="706582"/>
              </a:xfrm>
              <a:prstGeom prst="can">
                <a:avLst>
                  <a:gd name="adj" fmla="val 500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sp>
            <p:nvSpPr>
              <p:cNvPr id="93" name="TextBox 92">
                <a:extLst>
                  <a:ext uri="{FF2B5EF4-FFF2-40B4-BE49-F238E27FC236}">
                    <a16:creationId xmlns:a16="http://schemas.microsoft.com/office/drawing/2014/main" id="{AF75F4DB-C5D7-D8D8-27EF-42AC747A8A41}"/>
                  </a:ext>
                </a:extLst>
              </p:cNvPr>
              <p:cNvSpPr txBox="1"/>
              <p:nvPr/>
            </p:nvSpPr>
            <p:spPr>
              <a:xfrm flipH="1">
                <a:off x="5836978" y="1774906"/>
                <a:ext cx="319381" cy="291610"/>
              </a:xfrm>
              <a:prstGeom prst="rect">
                <a:avLst/>
              </a:prstGeom>
              <a:noFill/>
              <a:ln>
                <a:noFill/>
              </a:ln>
            </p:spPr>
            <p:txBody>
              <a:bodyPr wrap="none" rtlCol="0">
                <a:spAutoFit/>
              </a:bodyPr>
              <a:lstStyle/>
              <a:p>
                <a:r>
                  <a:rPr lang="en-US" sz="800" dirty="0"/>
                  <a:t>0</a:t>
                </a:r>
              </a:p>
            </p:txBody>
          </p:sp>
          <p:sp>
            <p:nvSpPr>
              <p:cNvPr id="94" name="TextBox 93">
                <a:extLst>
                  <a:ext uri="{FF2B5EF4-FFF2-40B4-BE49-F238E27FC236}">
                    <a16:creationId xmlns:a16="http://schemas.microsoft.com/office/drawing/2014/main" id="{33183EC0-ED42-DC67-040E-DE1E72BAE622}"/>
                  </a:ext>
                </a:extLst>
              </p:cNvPr>
              <p:cNvSpPr txBox="1"/>
              <p:nvPr/>
            </p:nvSpPr>
            <p:spPr>
              <a:xfrm flipH="1">
                <a:off x="5895858" y="2079831"/>
                <a:ext cx="319381" cy="291610"/>
              </a:xfrm>
              <a:prstGeom prst="rect">
                <a:avLst/>
              </a:prstGeom>
              <a:noFill/>
              <a:ln>
                <a:noFill/>
              </a:ln>
            </p:spPr>
            <p:txBody>
              <a:bodyPr wrap="none" rtlCol="0">
                <a:spAutoFit/>
              </a:bodyPr>
              <a:lstStyle/>
              <a:p>
                <a:r>
                  <a:rPr lang="en-US" sz="800" dirty="0"/>
                  <a:t>1</a:t>
                </a:r>
              </a:p>
            </p:txBody>
          </p:sp>
          <p:sp>
            <p:nvSpPr>
              <p:cNvPr id="95" name="TextBox 94">
                <a:extLst>
                  <a:ext uri="{FF2B5EF4-FFF2-40B4-BE49-F238E27FC236}">
                    <a16:creationId xmlns:a16="http://schemas.microsoft.com/office/drawing/2014/main" id="{56215384-C51C-19B0-1451-F62DE9AD967A}"/>
                  </a:ext>
                </a:extLst>
              </p:cNvPr>
              <p:cNvSpPr txBox="1"/>
              <p:nvPr/>
            </p:nvSpPr>
            <p:spPr>
              <a:xfrm flipH="1">
                <a:off x="5926084" y="2448635"/>
                <a:ext cx="319381" cy="291610"/>
              </a:xfrm>
              <a:prstGeom prst="rect">
                <a:avLst/>
              </a:prstGeom>
              <a:noFill/>
              <a:ln>
                <a:noFill/>
              </a:ln>
            </p:spPr>
            <p:txBody>
              <a:bodyPr wrap="none" rtlCol="0">
                <a:spAutoFit/>
              </a:bodyPr>
              <a:lstStyle/>
              <a:p>
                <a:r>
                  <a:rPr lang="en-US" sz="800" dirty="0"/>
                  <a:t>2</a:t>
                </a:r>
              </a:p>
            </p:txBody>
          </p:sp>
          <p:sp>
            <p:nvSpPr>
              <p:cNvPr id="96" name="TextBox 95">
                <a:extLst>
                  <a:ext uri="{FF2B5EF4-FFF2-40B4-BE49-F238E27FC236}">
                    <a16:creationId xmlns:a16="http://schemas.microsoft.com/office/drawing/2014/main" id="{C6301071-907D-3AAB-A992-B1567401AEBD}"/>
                  </a:ext>
                </a:extLst>
              </p:cNvPr>
              <p:cNvSpPr txBox="1"/>
              <p:nvPr/>
            </p:nvSpPr>
            <p:spPr>
              <a:xfrm flipH="1">
                <a:off x="5927548" y="2813372"/>
                <a:ext cx="319381" cy="291610"/>
              </a:xfrm>
              <a:prstGeom prst="rect">
                <a:avLst/>
              </a:prstGeom>
              <a:noFill/>
              <a:ln>
                <a:noFill/>
              </a:ln>
            </p:spPr>
            <p:txBody>
              <a:bodyPr wrap="none" rtlCol="0">
                <a:spAutoFit/>
              </a:bodyPr>
              <a:lstStyle/>
              <a:p>
                <a:r>
                  <a:rPr lang="en-US" sz="800" dirty="0"/>
                  <a:t>3</a:t>
                </a:r>
              </a:p>
            </p:txBody>
          </p:sp>
          <p:sp>
            <p:nvSpPr>
              <p:cNvPr id="97" name="TextBox 96">
                <a:extLst>
                  <a:ext uri="{FF2B5EF4-FFF2-40B4-BE49-F238E27FC236}">
                    <a16:creationId xmlns:a16="http://schemas.microsoft.com/office/drawing/2014/main" id="{1992E67D-B454-13D5-790E-38207485C271}"/>
                  </a:ext>
                </a:extLst>
              </p:cNvPr>
              <p:cNvSpPr txBox="1"/>
              <p:nvPr/>
            </p:nvSpPr>
            <p:spPr>
              <a:xfrm flipH="1">
                <a:off x="5929285" y="3150254"/>
                <a:ext cx="319381" cy="291610"/>
              </a:xfrm>
              <a:prstGeom prst="rect">
                <a:avLst/>
              </a:prstGeom>
              <a:noFill/>
              <a:ln>
                <a:noFill/>
              </a:ln>
            </p:spPr>
            <p:txBody>
              <a:bodyPr wrap="none" rtlCol="0">
                <a:spAutoFit/>
              </a:bodyPr>
              <a:lstStyle/>
              <a:p>
                <a:r>
                  <a:rPr lang="en-US" sz="800" dirty="0"/>
                  <a:t>4</a:t>
                </a:r>
              </a:p>
            </p:txBody>
          </p:sp>
          <p:sp>
            <p:nvSpPr>
              <p:cNvPr id="98" name="TextBox 97">
                <a:extLst>
                  <a:ext uri="{FF2B5EF4-FFF2-40B4-BE49-F238E27FC236}">
                    <a16:creationId xmlns:a16="http://schemas.microsoft.com/office/drawing/2014/main" id="{5D805CE2-4E44-5947-8D95-AC7F3EA54045}"/>
                  </a:ext>
                </a:extLst>
              </p:cNvPr>
              <p:cNvSpPr txBox="1"/>
              <p:nvPr/>
            </p:nvSpPr>
            <p:spPr>
              <a:xfrm flipH="1">
                <a:off x="5910429" y="3512267"/>
                <a:ext cx="319381" cy="291610"/>
              </a:xfrm>
              <a:prstGeom prst="rect">
                <a:avLst/>
              </a:prstGeom>
              <a:noFill/>
              <a:ln>
                <a:noFill/>
              </a:ln>
            </p:spPr>
            <p:txBody>
              <a:bodyPr wrap="none" rtlCol="0">
                <a:spAutoFit/>
              </a:bodyPr>
              <a:lstStyle/>
              <a:p>
                <a:r>
                  <a:rPr lang="en-US" sz="800" dirty="0"/>
                  <a:t>5</a:t>
                </a:r>
              </a:p>
            </p:txBody>
          </p:sp>
          <p:sp>
            <p:nvSpPr>
              <p:cNvPr id="99" name="TextBox 98">
                <a:extLst>
                  <a:ext uri="{FF2B5EF4-FFF2-40B4-BE49-F238E27FC236}">
                    <a16:creationId xmlns:a16="http://schemas.microsoft.com/office/drawing/2014/main" id="{A04ABAF0-53EA-B42C-DDB4-CED8442C7A74}"/>
                  </a:ext>
                </a:extLst>
              </p:cNvPr>
              <p:cNvSpPr txBox="1"/>
              <p:nvPr/>
            </p:nvSpPr>
            <p:spPr>
              <a:xfrm flipH="1">
                <a:off x="5887870" y="3890034"/>
                <a:ext cx="319381" cy="291610"/>
              </a:xfrm>
              <a:prstGeom prst="rect">
                <a:avLst/>
              </a:prstGeom>
              <a:noFill/>
              <a:ln>
                <a:noFill/>
              </a:ln>
            </p:spPr>
            <p:txBody>
              <a:bodyPr wrap="none" rtlCol="0">
                <a:spAutoFit/>
              </a:bodyPr>
              <a:lstStyle/>
              <a:p>
                <a:r>
                  <a:rPr lang="en-US" sz="800" dirty="0"/>
                  <a:t>6</a:t>
                </a:r>
              </a:p>
            </p:txBody>
          </p:sp>
          <p:sp>
            <p:nvSpPr>
              <p:cNvPr id="100" name="TextBox 99">
                <a:extLst>
                  <a:ext uri="{FF2B5EF4-FFF2-40B4-BE49-F238E27FC236}">
                    <a16:creationId xmlns:a16="http://schemas.microsoft.com/office/drawing/2014/main" id="{FC9B0DBA-992D-A7C0-E837-ECCF0EE45030}"/>
                  </a:ext>
                </a:extLst>
              </p:cNvPr>
              <p:cNvSpPr txBox="1"/>
              <p:nvPr/>
            </p:nvSpPr>
            <p:spPr>
              <a:xfrm flipH="1">
                <a:off x="5832452" y="4212942"/>
                <a:ext cx="319381" cy="291610"/>
              </a:xfrm>
              <a:prstGeom prst="rect">
                <a:avLst/>
              </a:prstGeom>
              <a:noFill/>
              <a:ln>
                <a:noFill/>
              </a:ln>
            </p:spPr>
            <p:txBody>
              <a:bodyPr wrap="none" rtlCol="0">
                <a:spAutoFit/>
              </a:bodyPr>
              <a:lstStyle/>
              <a:p>
                <a:r>
                  <a:rPr lang="en-US" sz="800" dirty="0"/>
                  <a:t>7</a:t>
                </a:r>
              </a:p>
            </p:txBody>
          </p:sp>
          <p:sp>
            <p:nvSpPr>
              <p:cNvPr id="101" name="TextBox 100">
                <a:extLst>
                  <a:ext uri="{FF2B5EF4-FFF2-40B4-BE49-F238E27FC236}">
                    <a16:creationId xmlns:a16="http://schemas.microsoft.com/office/drawing/2014/main" id="{4BEF9783-848B-09B5-8AD0-D772C6C7259C}"/>
                  </a:ext>
                </a:extLst>
              </p:cNvPr>
              <p:cNvSpPr txBox="1"/>
              <p:nvPr/>
            </p:nvSpPr>
            <p:spPr>
              <a:xfrm flipH="1">
                <a:off x="5660553" y="4069152"/>
                <a:ext cx="319381" cy="291610"/>
              </a:xfrm>
              <a:prstGeom prst="rect">
                <a:avLst/>
              </a:prstGeom>
              <a:noFill/>
              <a:ln>
                <a:noFill/>
              </a:ln>
            </p:spPr>
            <p:txBody>
              <a:bodyPr wrap="none" rtlCol="0">
                <a:spAutoFit/>
              </a:bodyPr>
              <a:lstStyle/>
              <a:p>
                <a:r>
                  <a:rPr lang="en-US" sz="800" dirty="0"/>
                  <a:t>8</a:t>
                </a:r>
              </a:p>
            </p:txBody>
          </p:sp>
          <p:sp>
            <p:nvSpPr>
              <p:cNvPr id="102" name="TextBox 101">
                <a:extLst>
                  <a:ext uri="{FF2B5EF4-FFF2-40B4-BE49-F238E27FC236}">
                    <a16:creationId xmlns:a16="http://schemas.microsoft.com/office/drawing/2014/main" id="{0B57957D-2381-F74D-C348-DCB5DB30002E}"/>
                  </a:ext>
                </a:extLst>
              </p:cNvPr>
              <p:cNvSpPr txBox="1"/>
              <p:nvPr/>
            </p:nvSpPr>
            <p:spPr>
              <a:xfrm flipH="1">
                <a:off x="5651026" y="3735144"/>
                <a:ext cx="319381" cy="291610"/>
              </a:xfrm>
              <a:prstGeom prst="rect">
                <a:avLst/>
              </a:prstGeom>
              <a:noFill/>
              <a:ln>
                <a:noFill/>
              </a:ln>
            </p:spPr>
            <p:txBody>
              <a:bodyPr wrap="none" rtlCol="0">
                <a:spAutoFit/>
              </a:bodyPr>
              <a:lstStyle/>
              <a:p>
                <a:r>
                  <a:rPr lang="en-US" sz="800" dirty="0"/>
                  <a:t>9</a:t>
                </a:r>
              </a:p>
            </p:txBody>
          </p:sp>
          <p:sp>
            <p:nvSpPr>
              <p:cNvPr id="103" name="TextBox 102">
                <a:extLst>
                  <a:ext uri="{FF2B5EF4-FFF2-40B4-BE49-F238E27FC236}">
                    <a16:creationId xmlns:a16="http://schemas.microsoft.com/office/drawing/2014/main" id="{CE5DBDDF-E30A-9C80-A73B-FF1403E722A8}"/>
                  </a:ext>
                </a:extLst>
              </p:cNvPr>
              <p:cNvSpPr txBox="1"/>
              <p:nvPr/>
            </p:nvSpPr>
            <p:spPr>
              <a:xfrm flipH="1">
                <a:off x="5618129" y="3381962"/>
                <a:ext cx="330231" cy="291610"/>
              </a:xfrm>
              <a:prstGeom prst="rect">
                <a:avLst/>
              </a:prstGeom>
              <a:noFill/>
              <a:ln>
                <a:noFill/>
              </a:ln>
            </p:spPr>
            <p:txBody>
              <a:bodyPr wrap="none" rtlCol="0">
                <a:spAutoFit/>
              </a:bodyPr>
              <a:lstStyle/>
              <a:p>
                <a:r>
                  <a:rPr lang="en-US" sz="800" dirty="0"/>
                  <a:t>A</a:t>
                </a:r>
              </a:p>
            </p:txBody>
          </p:sp>
          <p:sp>
            <p:nvSpPr>
              <p:cNvPr id="104" name="TextBox 103">
                <a:extLst>
                  <a:ext uri="{FF2B5EF4-FFF2-40B4-BE49-F238E27FC236}">
                    <a16:creationId xmlns:a16="http://schemas.microsoft.com/office/drawing/2014/main" id="{53E3E45E-436B-E2CF-5820-ED6C71B4F939}"/>
                  </a:ext>
                </a:extLst>
              </p:cNvPr>
              <p:cNvSpPr txBox="1"/>
              <p:nvPr/>
            </p:nvSpPr>
            <p:spPr>
              <a:xfrm flipH="1">
                <a:off x="5590568" y="3076540"/>
                <a:ext cx="325892" cy="291610"/>
              </a:xfrm>
              <a:prstGeom prst="rect">
                <a:avLst/>
              </a:prstGeom>
              <a:noFill/>
              <a:ln>
                <a:noFill/>
              </a:ln>
            </p:spPr>
            <p:txBody>
              <a:bodyPr wrap="none" rtlCol="0">
                <a:spAutoFit/>
              </a:bodyPr>
              <a:lstStyle/>
              <a:p>
                <a:r>
                  <a:rPr lang="en-US" sz="800" dirty="0"/>
                  <a:t>B</a:t>
                </a:r>
              </a:p>
            </p:txBody>
          </p:sp>
          <p:sp>
            <p:nvSpPr>
              <p:cNvPr id="105" name="TextBox 104">
                <a:extLst>
                  <a:ext uri="{FF2B5EF4-FFF2-40B4-BE49-F238E27FC236}">
                    <a16:creationId xmlns:a16="http://schemas.microsoft.com/office/drawing/2014/main" id="{AC7D73EB-C3CE-6F29-FB8F-7FF1CB5B9ECA}"/>
                  </a:ext>
                </a:extLst>
              </p:cNvPr>
              <p:cNvSpPr txBox="1"/>
              <p:nvPr/>
            </p:nvSpPr>
            <p:spPr>
              <a:xfrm flipH="1">
                <a:off x="5607446" y="2742301"/>
                <a:ext cx="323721" cy="291610"/>
              </a:xfrm>
              <a:prstGeom prst="rect">
                <a:avLst/>
              </a:prstGeom>
              <a:noFill/>
              <a:ln>
                <a:noFill/>
              </a:ln>
            </p:spPr>
            <p:txBody>
              <a:bodyPr wrap="none" rtlCol="0">
                <a:spAutoFit/>
              </a:bodyPr>
              <a:lstStyle/>
              <a:p>
                <a:r>
                  <a:rPr lang="en-US" sz="800" dirty="0"/>
                  <a:t>C</a:t>
                </a:r>
              </a:p>
            </p:txBody>
          </p:sp>
          <p:sp>
            <p:nvSpPr>
              <p:cNvPr id="106" name="TextBox 105">
                <a:extLst>
                  <a:ext uri="{FF2B5EF4-FFF2-40B4-BE49-F238E27FC236}">
                    <a16:creationId xmlns:a16="http://schemas.microsoft.com/office/drawing/2014/main" id="{9128B02A-0CA5-9969-46B1-502ADCA6933B}"/>
                  </a:ext>
                </a:extLst>
              </p:cNvPr>
              <p:cNvSpPr txBox="1"/>
              <p:nvPr/>
            </p:nvSpPr>
            <p:spPr>
              <a:xfrm flipH="1">
                <a:off x="5616972" y="2408243"/>
                <a:ext cx="334570" cy="291610"/>
              </a:xfrm>
              <a:prstGeom prst="rect">
                <a:avLst/>
              </a:prstGeom>
              <a:noFill/>
              <a:ln>
                <a:noFill/>
              </a:ln>
            </p:spPr>
            <p:txBody>
              <a:bodyPr wrap="none" rtlCol="0">
                <a:spAutoFit/>
              </a:bodyPr>
              <a:lstStyle/>
              <a:p>
                <a:r>
                  <a:rPr lang="en-US" sz="800" dirty="0"/>
                  <a:t>D</a:t>
                </a:r>
              </a:p>
            </p:txBody>
          </p:sp>
          <p:sp>
            <p:nvSpPr>
              <p:cNvPr id="107" name="TextBox 106">
                <a:extLst>
                  <a:ext uri="{FF2B5EF4-FFF2-40B4-BE49-F238E27FC236}">
                    <a16:creationId xmlns:a16="http://schemas.microsoft.com/office/drawing/2014/main" id="{A1508938-1DF5-A771-F7A6-10D41C823EB3}"/>
                  </a:ext>
                </a:extLst>
              </p:cNvPr>
              <p:cNvSpPr txBox="1"/>
              <p:nvPr/>
            </p:nvSpPr>
            <p:spPr>
              <a:xfrm flipH="1">
                <a:off x="5653719" y="2061088"/>
                <a:ext cx="317213" cy="291610"/>
              </a:xfrm>
              <a:prstGeom prst="rect">
                <a:avLst/>
              </a:prstGeom>
              <a:noFill/>
              <a:ln>
                <a:noFill/>
              </a:ln>
            </p:spPr>
            <p:txBody>
              <a:bodyPr wrap="none" rtlCol="0">
                <a:spAutoFit/>
              </a:bodyPr>
              <a:lstStyle/>
              <a:p>
                <a:r>
                  <a:rPr lang="en-US" sz="800" dirty="0"/>
                  <a:t>E</a:t>
                </a:r>
              </a:p>
            </p:txBody>
          </p:sp>
          <p:sp>
            <p:nvSpPr>
              <p:cNvPr id="108" name="TextBox 107">
                <a:extLst>
                  <a:ext uri="{FF2B5EF4-FFF2-40B4-BE49-F238E27FC236}">
                    <a16:creationId xmlns:a16="http://schemas.microsoft.com/office/drawing/2014/main" id="{3E789566-0750-B707-B4C6-C6A7FD528F65}"/>
                  </a:ext>
                </a:extLst>
              </p:cNvPr>
              <p:cNvSpPr txBox="1"/>
              <p:nvPr/>
            </p:nvSpPr>
            <p:spPr>
              <a:xfrm flipH="1">
                <a:off x="5651493" y="1774716"/>
                <a:ext cx="312873" cy="291610"/>
              </a:xfrm>
              <a:prstGeom prst="rect">
                <a:avLst/>
              </a:prstGeom>
              <a:noFill/>
              <a:ln>
                <a:noFill/>
              </a:ln>
            </p:spPr>
            <p:txBody>
              <a:bodyPr wrap="none" rtlCol="0">
                <a:spAutoFit/>
              </a:bodyPr>
              <a:lstStyle/>
              <a:p>
                <a:r>
                  <a:rPr lang="en-US" sz="800" dirty="0"/>
                  <a:t>F</a:t>
                </a:r>
              </a:p>
            </p:txBody>
          </p:sp>
          <p:cxnSp>
            <p:nvCxnSpPr>
              <p:cNvPr id="109" name="Straight Connector 108">
                <a:extLst>
                  <a:ext uri="{FF2B5EF4-FFF2-40B4-BE49-F238E27FC236}">
                    <a16:creationId xmlns:a16="http://schemas.microsoft.com/office/drawing/2014/main" id="{0719D168-0E9A-DC05-E1E2-BCAA109671D6}"/>
                  </a:ext>
                </a:extLst>
              </p:cNvPr>
              <p:cNvCxnSpPr/>
              <p:nvPr/>
            </p:nvCxnSpPr>
            <p:spPr>
              <a:xfrm>
                <a:off x="5885584" y="2745370"/>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930A60F-1946-6BBC-6455-52FA397E4309}"/>
                  </a:ext>
                </a:extLst>
              </p:cNvPr>
              <p:cNvCxnSpPr/>
              <p:nvPr/>
            </p:nvCxnSpPr>
            <p:spPr>
              <a:xfrm>
                <a:off x="5857080" y="2376691"/>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B7D87BCF-BB28-25F7-3DD6-347B781FAEEA}"/>
                  </a:ext>
                </a:extLst>
              </p:cNvPr>
              <p:cNvCxnSpPr/>
              <p:nvPr/>
            </p:nvCxnSpPr>
            <p:spPr>
              <a:xfrm>
                <a:off x="5823736" y="2014422"/>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07607E3E-A3D6-ECEC-24BF-3B59DD75DA37}"/>
                  </a:ext>
                </a:extLst>
              </p:cNvPr>
              <p:cNvCxnSpPr/>
              <p:nvPr/>
            </p:nvCxnSpPr>
            <p:spPr>
              <a:xfrm>
                <a:off x="5885584" y="3105361"/>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A1B24988-FCF4-A1FF-533F-84BADAA36E51}"/>
                  </a:ext>
                </a:extLst>
              </p:cNvPr>
              <p:cNvCxnSpPr/>
              <p:nvPr/>
            </p:nvCxnSpPr>
            <p:spPr>
              <a:xfrm>
                <a:off x="5885584" y="3446724"/>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3E16D896-0BB6-023D-5643-DA7155383E9B}"/>
                  </a:ext>
                </a:extLst>
              </p:cNvPr>
              <p:cNvCxnSpPr/>
              <p:nvPr/>
            </p:nvCxnSpPr>
            <p:spPr>
              <a:xfrm>
                <a:off x="5851766" y="3806363"/>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FFCFDB24-10D7-0607-5BDF-2A2C3DBD47A1}"/>
                  </a:ext>
                </a:extLst>
              </p:cNvPr>
              <p:cNvCxnSpPr/>
              <p:nvPr/>
            </p:nvCxnSpPr>
            <p:spPr>
              <a:xfrm>
                <a:off x="5810479" y="4165065"/>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F89D20E0-C40E-6BC5-7079-04813CB95E32}"/>
                  </a:ext>
                </a:extLst>
              </p:cNvPr>
              <p:cNvCxnSpPr>
                <a:cxnSpLocks/>
              </p:cNvCxnSpPr>
              <p:nvPr/>
            </p:nvCxnSpPr>
            <p:spPr>
              <a:xfrm>
                <a:off x="5578048" y="4013145"/>
                <a:ext cx="26686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323A8AA0-5347-BA06-42C5-CE983CDDB758}"/>
                  </a:ext>
                </a:extLst>
              </p:cNvPr>
              <p:cNvCxnSpPr>
                <a:cxnSpLocks/>
              </p:cNvCxnSpPr>
              <p:nvPr/>
            </p:nvCxnSpPr>
            <p:spPr>
              <a:xfrm>
                <a:off x="5560867" y="3692945"/>
                <a:ext cx="31042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1A92CE24-9C26-D855-EF42-9B8C2CE00D80}"/>
                  </a:ext>
                </a:extLst>
              </p:cNvPr>
              <p:cNvCxnSpPr/>
              <p:nvPr/>
            </p:nvCxnSpPr>
            <p:spPr>
              <a:xfrm>
                <a:off x="5526843" y="3354590"/>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B8ABEF39-3EC5-CC2F-8251-9DD9790BDB7F}"/>
                  </a:ext>
                </a:extLst>
              </p:cNvPr>
              <p:cNvCxnSpPr/>
              <p:nvPr/>
            </p:nvCxnSpPr>
            <p:spPr>
              <a:xfrm>
                <a:off x="5534578" y="3019123"/>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FA0F246A-6FE6-C0E9-B709-775AF490820A}"/>
                  </a:ext>
                </a:extLst>
              </p:cNvPr>
              <p:cNvCxnSpPr/>
              <p:nvPr/>
            </p:nvCxnSpPr>
            <p:spPr>
              <a:xfrm>
                <a:off x="5526843" y="2692978"/>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552145B4-EE47-A324-8615-72154AFA67D0}"/>
                  </a:ext>
                </a:extLst>
              </p:cNvPr>
              <p:cNvCxnSpPr>
                <a:cxnSpLocks/>
              </p:cNvCxnSpPr>
              <p:nvPr/>
            </p:nvCxnSpPr>
            <p:spPr>
              <a:xfrm>
                <a:off x="5560867" y="2332088"/>
                <a:ext cx="300175"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02228979-0C65-2539-3FE1-19698EB7D321}"/>
                  </a:ext>
                </a:extLst>
              </p:cNvPr>
              <p:cNvCxnSpPr>
                <a:cxnSpLocks/>
              </p:cNvCxnSpPr>
              <p:nvPr/>
            </p:nvCxnSpPr>
            <p:spPr>
              <a:xfrm>
                <a:off x="5602638" y="2050819"/>
                <a:ext cx="22109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24FF939E-E54C-B635-3F9E-F3444D8F6AE8}"/>
                  </a:ext>
                </a:extLst>
              </p:cNvPr>
              <p:cNvCxnSpPr>
                <a:cxnSpLocks/>
              </p:cNvCxnSpPr>
              <p:nvPr/>
            </p:nvCxnSpPr>
            <p:spPr>
              <a:xfrm>
                <a:off x="5667615" y="4346523"/>
                <a:ext cx="101104"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24" name="Straight Arrow Connector 123">
              <a:extLst>
                <a:ext uri="{FF2B5EF4-FFF2-40B4-BE49-F238E27FC236}">
                  <a16:creationId xmlns:a16="http://schemas.microsoft.com/office/drawing/2014/main" id="{1D4DE65B-4F28-652D-1CBD-871226A846F5}"/>
                </a:ext>
              </a:extLst>
            </p:cNvPr>
            <p:cNvCxnSpPr>
              <a:cxnSpLocks/>
            </p:cNvCxnSpPr>
            <p:nvPr/>
          </p:nvCxnSpPr>
          <p:spPr>
            <a:xfrm>
              <a:off x="8642220" y="2487195"/>
              <a:ext cx="301362" cy="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4DD655A1-CC79-DDC3-56B2-1CC7D4AD9BB7}"/>
                </a:ext>
              </a:extLst>
            </p:cNvPr>
            <p:cNvCxnSpPr>
              <a:cxnSpLocks/>
            </p:cNvCxnSpPr>
            <p:nvPr/>
          </p:nvCxnSpPr>
          <p:spPr>
            <a:xfrm>
              <a:off x="8369314" y="4469567"/>
              <a:ext cx="865831" cy="49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B4B878B5-4671-FD79-7359-D6A72A07D97E}"/>
                </a:ext>
              </a:extLst>
            </p:cNvPr>
            <p:cNvCxnSpPr>
              <a:cxnSpLocks/>
            </p:cNvCxnSpPr>
            <p:nvPr/>
          </p:nvCxnSpPr>
          <p:spPr>
            <a:xfrm flipV="1">
              <a:off x="8339117" y="2364086"/>
              <a:ext cx="779828" cy="8349"/>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61" name="Freeform: Shape 160">
              <a:extLst>
                <a:ext uri="{FF2B5EF4-FFF2-40B4-BE49-F238E27FC236}">
                  <a16:creationId xmlns:a16="http://schemas.microsoft.com/office/drawing/2014/main" id="{EC45EB24-CD3D-337D-2532-839BD2F060DE}"/>
                </a:ext>
              </a:extLst>
            </p:cNvPr>
            <p:cNvSpPr/>
            <p:nvPr/>
          </p:nvSpPr>
          <p:spPr>
            <a:xfrm>
              <a:off x="8372355" y="2240974"/>
              <a:ext cx="449640" cy="2564970"/>
            </a:xfrm>
            <a:custGeom>
              <a:avLst/>
              <a:gdLst>
                <a:gd name="csX0" fmla="*/ 449451 w 472699"/>
                <a:gd name="csY0" fmla="*/ 2224007 h 2564970"/>
                <a:gd name="csX1" fmla="*/ 426204 w 472699"/>
                <a:gd name="csY1" fmla="*/ 2301499 h 2564970"/>
                <a:gd name="csX2" fmla="*/ 379709 w 472699"/>
                <a:gd name="csY2" fmla="*/ 2557221 h 2564970"/>
                <a:gd name="csX3" fmla="*/ 333214 w 472699"/>
                <a:gd name="csY3" fmla="*/ 2564970 h 2564970"/>
                <a:gd name="csX4" fmla="*/ 232475 w 472699"/>
                <a:gd name="csY4" fmla="*/ 2557221 h 2564970"/>
                <a:gd name="csX5" fmla="*/ 224726 w 472699"/>
                <a:gd name="csY5" fmla="*/ 2526224 h 2564970"/>
                <a:gd name="csX6" fmla="*/ 209227 w 472699"/>
                <a:gd name="csY6" fmla="*/ 2502977 h 2564970"/>
                <a:gd name="csX7" fmla="*/ 170482 w 472699"/>
                <a:gd name="csY7" fmla="*/ 2448732 h 2564970"/>
                <a:gd name="csX8" fmla="*/ 139485 w 472699"/>
                <a:gd name="csY8" fmla="*/ 2371241 h 2564970"/>
                <a:gd name="csX9" fmla="*/ 116237 w 472699"/>
                <a:gd name="csY9" fmla="*/ 2123268 h 2564970"/>
                <a:gd name="csX10" fmla="*/ 108488 w 472699"/>
                <a:gd name="csY10" fmla="*/ 2014780 h 2564970"/>
                <a:gd name="csX11" fmla="*/ 77492 w 472699"/>
                <a:gd name="csY11" fmla="*/ 1906292 h 2564970"/>
                <a:gd name="csX12" fmla="*/ 61993 w 472699"/>
                <a:gd name="csY12" fmla="*/ 1790055 h 2564970"/>
                <a:gd name="csX13" fmla="*/ 30997 w 472699"/>
                <a:gd name="csY13" fmla="*/ 1666068 h 2564970"/>
                <a:gd name="csX14" fmla="*/ 23248 w 472699"/>
                <a:gd name="csY14" fmla="*/ 1263112 h 2564970"/>
                <a:gd name="csX15" fmla="*/ 0 w 472699"/>
                <a:gd name="csY15" fmla="*/ 1084882 h 2564970"/>
                <a:gd name="csX16" fmla="*/ 38746 w 472699"/>
                <a:gd name="csY16" fmla="*/ 984143 h 2564970"/>
                <a:gd name="csX17" fmla="*/ 54244 w 472699"/>
                <a:gd name="csY17" fmla="*/ 782665 h 2564970"/>
                <a:gd name="csX18" fmla="*/ 69743 w 472699"/>
                <a:gd name="csY18" fmla="*/ 743919 h 2564970"/>
                <a:gd name="csX19" fmla="*/ 77492 w 472699"/>
                <a:gd name="csY19" fmla="*/ 635431 h 2564970"/>
                <a:gd name="csX20" fmla="*/ 92990 w 472699"/>
                <a:gd name="csY20" fmla="*/ 263471 h 2564970"/>
                <a:gd name="csX21" fmla="*/ 123987 w 472699"/>
                <a:gd name="csY21" fmla="*/ 170482 h 2564970"/>
                <a:gd name="csX22" fmla="*/ 131736 w 472699"/>
                <a:gd name="csY22" fmla="*/ 100739 h 2564970"/>
                <a:gd name="csX23" fmla="*/ 178231 w 472699"/>
                <a:gd name="csY23" fmla="*/ 30997 h 2564970"/>
                <a:gd name="csX24" fmla="*/ 263471 w 472699"/>
                <a:gd name="csY24" fmla="*/ 0 h 2564970"/>
                <a:gd name="csX25" fmla="*/ 449451 w 472699"/>
                <a:gd name="csY25" fmla="*/ 15499 h 2564970"/>
                <a:gd name="csX26" fmla="*/ 464949 w 472699"/>
                <a:gd name="csY26" fmla="*/ 85241 h 2564970"/>
                <a:gd name="csX27" fmla="*/ 472699 w 472699"/>
                <a:gd name="csY27" fmla="*/ 131736 h 2564970"/>
                <a:gd name="csX0" fmla="*/ 426392 w 449640"/>
                <a:gd name="csY0" fmla="*/ 2224007 h 2564970"/>
                <a:gd name="csX1" fmla="*/ 403145 w 449640"/>
                <a:gd name="csY1" fmla="*/ 2301499 h 2564970"/>
                <a:gd name="csX2" fmla="*/ 356650 w 449640"/>
                <a:gd name="csY2" fmla="*/ 2557221 h 2564970"/>
                <a:gd name="csX3" fmla="*/ 310155 w 449640"/>
                <a:gd name="csY3" fmla="*/ 2564970 h 2564970"/>
                <a:gd name="csX4" fmla="*/ 209416 w 449640"/>
                <a:gd name="csY4" fmla="*/ 2557221 h 2564970"/>
                <a:gd name="csX5" fmla="*/ 201667 w 449640"/>
                <a:gd name="csY5" fmla="*/ 2526224 h 2564970"/>
                <a:gd name="csX6" fmla="*/ 186168 w 449640"/>
                <a:gd name="csY6" fmla="*/ 2502977 h 2564970"/>
                <a:gd name="csX7" fmla="*/ 147423 w 449640"/>
                <a:gd name="csY7" fmla="*/ 2448732 h 2564970"/>
                <a:gd name="csX8" fmla="*/ 116426 w 449640"/>
                <a:gd name="csY8" fmla="*/ 2371241 h 2564970"/>
                <a:gd name="csX9" fmla="*/ 93178 w 449640"/>
                <a:gd name="csY9" fmla="*/ 2123268 h 2564970"/>
                <a:gd name="csX10" fmla="*/ 85429 w 449640"/>
                <a:gd name="csY10" fmla="*/ 2014780 h 2564970"/>
                <a:gd name="csX11" fmla="*/ 54433 w 449640"/>
                <a:gd name="csY11" fmla="*/ 1906292 h 2564970"/>
                <a:gd name="csX12" fmla="*/ 38934 w 449640"/>
                <a:gd name="csY12" fmla="*/ 1790055 h 2564970"/>
                <a:gd name="csX13" fmla="*/ 7938 w 449640"/>
                <a:gd name="csY13" fmla="*/ 1666068 h 2564970"/>
                <a:gd name="csX14" fmla="*/ 189 w 449640"/>
                <a:gd name="csY14" fmla="*/ 1263112 h 2564970"/>
                <a:gd name="csX15" fmla="*/ 7937 w 449640"/>
                <a:gd name="csY15" fmla="*/ 1108129 h 2564970"/>
                <a:gd name="csX16" fmla="*/ 15687 w 449640"/>
                <a:gd name="csY16" fmla="*/ 984143 h 2564970"/>
                <a:gd name="csX17" fmla="*/ 31185 w 449640"/>
                <a:gd name="csY17" fmla="*/ 782665 h 2564970"/>
                <a:gd name="csX18" fmla="*/ 46684 w 449640"/>
                <a:gd name="csY18" fmla="*/ 743919 h 2564970"/>
                <a:gd name="csX19" fmla="*/ 54433 w 449640"/>
                <a:gd name="csY19" fmla="*/ 635431 h 2564970"/>
                <a:gd name="csX20" fmla="*/ 69931 w 449640"/>
                <a:gd name="csY20" fmla="*/ 263471 h 2564970"/>
                <a:gd name="csX21" fmla="*/ 100928 w 449640"/>
                <a:gd name="csY21" fmla="*/ 170482 h 2564970"/>
                <a:gd name="csX22" fmla="*/ 108677 w 449640"/>
                <a:gd name="csY22" fmla="*/ 100739 h 2564970"/>
                <a:gd name="csX23" fmla="*/ 155172 w 449640"/>
                <a:gd name="csY23" fmla="*/ 30997 h 2564970"/>
                <a:gd name="csX24" fmla="*/ 240412 w 449640"/>
                <a:gd name="csY24" fmla="*/ 0 h 2564970"/>
                <a:gd name="csX25" fmla="*/ 426392 w 449640"/>
                <a:gd name="csY25" fmla="*/ 15499 h 2564970"/>
                <a:gd name="csX26" fmla="*/ 441890 w 449640"/>
                <a:gd name="csY26" fmla="*/ 85241 h 2564970"/>
                <a:gd name="csX27" fmla="*/ 449640 w 449640"/>
                <a:gd name="csY27" fmla="*/ 131736 h 2564970"/>
                <a:gd name="csX0" fmla="*/ 426392 w 449640"/>
                <a:gd name="csY0" fmla="*/ 2224007 h 2564970"/>
                <a:gd name="csX1" fmla="*/ 403145 w 449640"/>
                <a:gd name="csY1" fmla="*/ 2301499 h 2564970"/>
                <a:gd name="csX2" fmla="*/ 356650 w 449640"/>
                <a:gd name="csY2" fmla="*/ 2557221 h 2564970"/>
                <a:gd name="csX3" fmla="*/ 310155 w 449640"/>
                <a:gd name="csY3" fmla="*/ 2564970 h 2564970"/>
                <a:gd name="csX4" fmla="*/ 209416 w 449640"/>
                <a:gd name="csY4" fmla="*/ 2557221 h 2564970"/>
                <a:gd name="csX5" fmla="*/ 201667 w 449640"/>
                <a:gd name="csY5" fmla="*/ 2526224 h 2564970"/>
                <a:gd name="csX6" fmla="*/ 186168 w 449640"/>
                <a:gd name="csY6" fmla="*/ 2502977 h 2564970"/>
                <a:gd name="csX7" fmla="*/ 147423 w 449640"/>
                <a:gd name="csY7" fmla="*/ 2448732 h 2564970"/>
                <a:gd name="csX8" fmla="*/ 116426 w 449640"/>
                <a:gd name="csY8" fmla="*/ 2371241 h 2564970"/>
                <a:gd name="csX9" fmla="*/ 93178 w 449640"/>
                <a:gd name="csY9" fmla="*/ 2123268 h 2564970"/>
                <a:gd name="csX10" fmla="*/ 85429 w 449640"/>
                <a:gd name="csY10" fmla="*/ 2014780 h 2564970"/>
                <a:gd name="csX11" fmla="*/ 54433 w 449640"/>
                <a:gd name="csY11" fmla="*/ 1906292 h 2564970"/>
                <a:gd name="csX12" fmla="*/ 38934 w 449640"/>
                <a:gd name="csY12" fmla="*/ 1790055 h 2564970"/>
                <a:gd name="csX13" fmla="*/ 7938 w 449640"/>
                <a:gd name="csY13" fmla="*/ 1666068 h 2564970"/>
                <a:gd name="csX14" fmla="*/ 189 w 449640"/>
                <a:gd name="csY14" fmla="*/ 1263112 h 2564970"/>
                <a:gd name="csX15" fmla="*/ 7937 w 449640"/>
                <a:gd name="csY15" fmla="*/ 1108129 h 2564970"/>
                <a:gd name="csX16" fmla="*/ 15687 w 449640"/>
                <a:gd name="csY16" fmla="*/ 984143 h 2564970"/>
                <a:gd name="csX17" fmla="*/ 31185 w 449640"/>
                <a:gd name="csY17" fmla="*/ 782665 h 2564970"/>
                <a:gd name="csX18" fmla="*/ 38217 w 449640"/>
                <a:gd name="csY18" fmla="*/ 722752 h 2564970"/>
                <a:gd name="csX19" fmla="*/ 54433 w 449640"/>
                <a:gd name="csY19" fmla="*/ 635431 h 2564970"/>
                <a:gd name="csX20" fmla="*/ 69931 w 449640"/>
                <a:gd name="csY20" fmla="*/ 263471 h 2564970"/>
                <a:gd name="csX21" fmla="*/ 100928 w 449640"/>
                <a:gd name="csY21" fmla="*/ 170482 h 2564970"/>
                <a:gd name="csX22" fmla="*/ 108677 w 449640"/>
                <a:gd name="csY22" fmla="*/ 100739 h 2564970"/>
                <a:gd name="csX23" fmla="*/ 155172 w 449640"/>
                <a:gd name="csY23" fmla="*/ 30997 h 2564970"/>
                <a:gd name="csX24" fmla="*/ 240412 w 449640"/>
                <a:gd name="csY24" fmla="*/ 0 h 2564970"/>
                <a:gd name="csX25" fmla="*/ 426392 w 449640"/>
                <a:gd name="csY25" fmla="*/ 15499 h 2564970"/>
                <a:gd name="csX26" fmla="*/ 441890 w 449640"/>
                <a:gd name="csY26" fmla="*/ 85241 h 2564970"/>
                <a:gd name="csX27" fmla="*/ 449640 w 449640"/>
                <a:gd name="csY27" fmla="*/ 131736 h 2564970"/>
                <a:gd name="csX0" fmla="*/ 426392 w 449640"/>
                <a:gd name="csY0" fmla="*/ 2224007 h 2564970"/>
                <a:gd name="csX1" fmla="*/ 403145 w 449640"/>
                <a:gd name="csY1" fmla="*/ 2301499 h 2564970"/>
                <a:gd name="csX2" fmla="*/ 356650 w 449640"/>
                <a:gd name="csY2" fmla="*/ 2557221 h 2564970"/>
                <a:gd name="csX3" fmla="*/ 310155 w 449640"/>
                <a:gd name="csY3" fmla="*/ 2564970 h 2564970"/>
                <a:gd name="csX4" fmla="*/ 230583 w 449640"/>
                <a:gd name="csY4" fmla="*/ 2557221 h 2564970"/>
                <a:gd name="csX5" fmla="*/ 201667 w 449640"/>
                <a:gd name="csY5" fmla="*/ 2526224 h 2564970"/>
                <a:gd name="csX6" fmla="*/ 186168 w 449640"/>
                <a:gd name="csY6" fmla="*/ 2502977 h 2564970"/>
                <a:gd name="csX7" fmla="*/ 147423 w 449640"/>
                <a:gd name="csY7" fmla="*/ 2448732 h 2564970"/>
                <a:gd name="csX8" fmla="*/ 116426 w 449640"/>
                <a:gd name="csY8" fmla="*/ 2371241 h 2564970"/>
                <a:gd name="csX9" fmla="*/ 93178 w 449640"/>
                <a:gd name="csY9" fmla="*/ 2123268 h 2564970"/>
                <a:gd name="csX10" fmla="*/ 85429 w 449640"/>
                <a:gd name="csY10" fmla="*/ 2014780 h 2564970"/>
                <a:gd name="csX11" fmla="*/ 54433 w 449640"/>
                <a:gd name="csY11" fmla="*/ 1906292 h 2564970"/>
                <a:gd name="csX12" fmla="*/ 38934 w 449640"/>
                <a:gd name="csY12" fmla="*/ 1790055 h 2564970"/>
                <a:gd name="csX13" fmla="*/ 7938 w 449640"/>
                <a:gd name="csY13" fmla="*/ 1666068 h 2564970"/>
                <a:gd name="csX14" fmla="*/ 189 w 449640"/>
                <a:gd name="csY14" fmla="*/ 1263112 h 2564970"/>
                <a:gd name="csX15" fmla="*/ 7937 w 449640"/>
                <a:gd name="csY15" fmla="*/ 1108129 h 2564970"/>
                <a:gd name="csX16" fmla="*/ 15687 w 449640"/>
                <a:gd name="csY16" fmla="*/ 984143 h 2564970"/>
                <a:gd name="csX17" fmla="*/ 31185 w 449640"/>
                <a:gd name="csY17" fmla="*/ 782665 h 2564970"/>
                <a:gd name="csX18" fmla="*/ 38217 w 449640"/>
                <a:gd name="csY18" fmla="*/ 722752 h 2564970"/>
                <a:gd name="csX19" fmla="*/ 54433 w 449640"/>
                <a:gd name="csY19" fmla="*/ 635431 h 2564970"/>
                <a:gd name="csX20" fmla="*/ 69931 w 449640"/>
                <a:gd name="csY20" fmla="*/ 263471 h 2564970"/>
                <a:gd name="csX21" fmla="*/ 100928 w 449640"/>
                <a:gd name="csY21" fmla="*/ 170482 h 2564970"/>
                <a:gd name="csX22" fmla="*/ 108677 w 449640"/>
                <a:gd name="csY22" fmla="*/ 100739 h 2564970"/>
                <a:gd name="csX23" fmla="*/ 155172 w 449640"/>
                <a:gd name="csY23" fmla="*/ 30997 h 2564970"/>
                <a:gd name="csX24" fmla="*/ 240412 w 449640"/>
                <a:gd name="csY24" fmla="*/ 0 h 2564970"/>
                <a:gd name="csX25" fmla="*/ 426392 w 449640"/>
                <a:gd name="csY25" fmla="*/ 15499 h 2564970"/>
                <a:gd name="csX26" fmla="*/ 441890 w 449640"/>
                <a:gd name="csY26" fmla="*/ 85241 h 2564970"/>
                <a:gd name="csX27" fmla="*/ 449640 w 449640"/>
                <a:gd name="csY27" fmla="*/ 131736 h 2564970"/>
                <a:gd name="csX0" fmla="*/ 426392 w 449640"/>
                <a:gd name="csY0" fmla="*/ 2224007 h 2574568"/>
                <a:gd name="csX1" fmla="*/ 415845 w 449640"/>
                <a:gd name="csY1" fmla="*/ 2352299 h 2574568"/>
                <a:gd name="csX2" fmla="*/ 356650 w 449640"/>
                <a:gd name="csY2" fmla="*/ 2557221 h 2574568"/>
                <a:gd name="csX3" fmla="*/ 310155 w 449640"/>
                <a:gd name="csY3" fmla="*/ 2564970 h 2574568"/>
                <a:gd name="csX4" fmla="*/ 230583 w 449640"/>
                <a:gd name="csY4" fmla="*/ 2557221 h 2574568"/>
                <a:gd name="csX5" fmla="*/ 201667 w 449640"/>
                <a:gd name="csY5" fmla="*/ 2526224 h 2574568"/>
                <a:gd name="csX6" fmla="*/ 186168 w 449640"/>
                <a:gd name="csY6" fmla="*/ 2502977 h 2574568"/>
                <a:gd name="csX7" fmla="*/ 147423 w 449640"/>
                <a:gd name="csY7" fmla="*/ 2448732 h 2574568"/>
                <a:gd name="csX8" fmla="*/ 116426 w 449640"/>
                <a:gd name="csY8" fmla="*/ 2371241 h 2574568"/>
                <a:gd name="csX9" fmla="*/ 93178 w 449640"/>
                <a:gd name="csY9" fmla="*/ 2123268 h 2574568"/>
                <a:gd name="csX10" fmla="*/ 85429 w 449640"/>
                <a:gd name="csY10" fmla="*/ 2014780 h 2574568"/>
                <a:gd name="csX11" fmla="*/ 54433 w 449640"/>
                <a:gd name="csY11" fmla="*/ 1906292 h 2574568"/>
                <a:gd name="csX12" fmla="*/ 38934 w 449640"/>
                <a:gd name="csY12" fmla="*/ 1790055 h 2574568"/>
                <a:gd name="csX13" fmla="*/ 7938 w 449640"/>
                <a:gd name="csY13" fmla="*/ 1666068 h 2574568"/>
                <a:gd name="csX14" fmla="*/ 189 w 449640"/>
                <a:gd name="csY14" fmla="*/ 1263112 h 2574568"/>
                <a:gd name="csX15" fmla="*/ 7937 w 449640"/>
                <a:gd name="csY15" fmla="*/ 1108129 h 2574568"/>
                <a:gd name="csX16" fmla="*/ 15687 w 449640"/>
                <a:gd name="csY16" fmla="*/ 984143 h 2574568"/>
                <a:gd name="csX17" fmla="*/ 31185 w 449640"/>
                <a:gd name="csY17" fmla="*/ 782665 h 2574568"/>
                <a:gd name="csX18" fmla="*/ 38217 w 449640"/>
                <a:gd name="csY18" fmla="*/ 722752 h 2574568"/>
                <a:gd name="csX19" fmla="*/ 54433 w 449640"/>
                <a:gd name="csY19" fmla="*/ 635431 h 2574568"/>
                <a:gd name="csX20" fmla="*/ 69931 w 449640"/>
                <a:gd name="csY20" fmla="*/ 263471 h 2574568"/>
                <a:gd name="csX21" fmla="*/ 100928 w 449640"/>
                <a:gd name="csY21" fmla="*/ 170482 h 2574568"/>
                <a:gd name="csX22" fmla="*/ 108677 w 449640"/>
                <a:gd name="csY22" fmla="*/ 100739 h 2574568"/>
                <a:gd name="csX23" fmla="*/ 155172 w 449640"/>
                <a:gd name="csY23" fmla="*/ 30997 h 2574568"/>
                <a:gd name="csX24" fmla="*/ 240412 w 449640"/>
                <a:gd name="csY24" fmla="*/ 0 h 2574568"/>
                <a:gd name="csX25" fmla="*/ 426392 w 449640"/>
                <a:gd name="csY25" fmla="*/ 15499 h 2574568"/>
                <a:gd name="csX26" fmla="*/ 441890 w 449640"/>
                <a:gd name="csY26" fmla="*/ 85241 h 2574568"/>
                <a:gd name="csX27" fmla="*/ 449640 w 449640"/>
                <a:gd name="csY27" fmla="*/ 131736 h 2574568"/>
                <a:gd name="csX0" fmla="*/ 426392 w 449640"/>
                <a:gd name="csY0" fmla="*/ 2224007 h 2564970"/>
                <a:gd name="csX1" fmla="*/ 415845 w 449640"/>
                <a:gd name="csY1" fmla="*/ 2352299 h 2564970"/>
                <a:gd name="csX2" fmla="*/ 370097 w 449640"/>
                <a:gd name="csY2" fmla="*/ 2525844 h 2564970"/>
                <a:gd name="csX3" fmla="*/ 310155 w 449640"/>
                <a:gd name="csY3" fmla="*/ 2564970 h 2564970"/>
                <a:gd name="csX4" fmla="*/ 230583 w 449640"/>
                <a:gd name="csY4" fmla="*/ 2557221 h 2564970"/>
                <a:gd name="csX5" fmla="*/ 201667 w 449640"/>
                <a:gd name="csY5" fmla="*/ 2526224 h 2564970"/>
                <a:gd name="csX6" fmla="*/ 186168 w 449640"/>
                <a:gd name="csY6" fmla="*/ 2502977 h 2564970"/>
                <a:gd name="csX7" fmla="*/ 147423 w 449640"/>
                <a:gd name="csY7" fmla="*/ 2448732 h 2564970"/>
                <a:gd name="csX8" fmla="*/ 116426 w 449640"/>
                <a:gd name="csY8" fmla="*/ 2371241 h 2564970"/>
                <a:gd name="csX9" fmla="*/ 93178 w 449640"/>
                <a:gd name="csY9" fmla="*/ 2123268 h 2564970"/>
                <a:gd name="csX10" fmla="*/ 85429 w 449640"/>
                <a:gd name="csY10" fmla="*/ 2014780 h 2564970"/>
                <a:gd name="csX11" fmla="*/ 54433 w 449640"/>
                <a:gd name="csY11" fmla="*/ 1906292 h 2564970"/>
                <a:gd name="csX12" fmla="*/ 38934 w 449640"/>
                <a:gd name="csY12" fmla="*/ 1790055 h 2564970"/>
                <a:gd name="csX13" fmla="*/ 7938 w 449640"/>
                <a:gd name="csY13" fmla="*/ 1666068 h 2564970"/>
                <a:gd name="csX14" fmla="*/ 189 w 449640"/>
                <a:gd name="csY14" fmla="*/ 1263112 h 2564970"/>
                <a:gd name="csX15" fmla="*/ 7937 w 449640"/>
                <a:gd name="csY15" fmla="*/ 1108129 h 2564970"/>
                <a:gd name="csX16" fmla="*/ 15687 w 449640"/>
                <a:gd name="csY16" fmla="*/ 984143 h 2564970"/>
                <a:gd name="csX17" fmla="*/ 31185 w 449640"/>
                <a:gd name="csY17" fmla="*/ 782665 h 2564970"/>
                <a:gd name="csX18" fmla="*/ 38217 w 449640"/>
                <a:gd name="csY18" fmla="*/ 722752 h 2564970"/>
                <a:gd name="csX19" fmla="*/ 54433 w 449640"/>
                <a:gd name="csY19" fmla="*/ 635431 h 2564970"/>
                <a:gd name="csX20" fmla="*/ 69931 w 449640"/>
                <a:gd name="csY20" fmla="*/ 263471 h 2564970"/>
                <a:gd name="csX21" fmla="*/ 100928 w 449640"/>
                <a:gd name="csY21" fmla="*/ 170482 h 2564970"/>
                <a:gd name="csX22" fmla="*/ 108677 w 449640"/>
                <a:gd name="csY22" fmla="*/ 100739 h 2564970"/>
                <a:gd name="csX23" fmla="*/ 155172 w 449640"/>
                <a:gd name="csY23" fmla="*/ 30997 h 2564970"/>
                <a:gd name="csX24" fmla="*/ 240412 w 449640"/>
                <a:gd name="csY24" fmla="*/ 0 h 2564970"/>
                <a:gd name="csX25" fmla="*/ 426392 w 449640"/>
                <a:gd name="csY25" fmla="*/ 15499 h 2564970"/>
                <a:gd name="csX26" fmla="*/ 441890 w 449640"/>
                <a:gd name="csY26" fmla="*/ 85241 h 2564970"/>
                <a:gd name="csX27" fmla="*/ 449640 w 449640"/>
                <a:gd name="csY27" fmla="*/ 131736 h 2564970"/>
                <a:gd name="csX0" fmla="*/ 426392 w 449640"/>
                <a:gd name="csY0" fmla="*/ 2224007 h 2564970"/>
                <a:gd name="csX1" fmla="*/ 415845 w 449640"/>
                <a:gd name="csY1" fmla="*/ 2352299 h 2564970"/>
                <a:gd name="csX2" fmla="*/ 370097 w 449640"/>
                <a:gd name="csY2" fmla="*/ 2525844 h 2564970"/>
                <a:gd name="csX3" fmla="*/ 310155 w 449640"/>
                <a:gd name="csY3" fmla="*/ 2564970 h 2564970"/>
                <a:gd name="csX4" fmla="*/ 230583 w 449640"/>
                <a:gd name="csY4" fmla="*/ 2557221 h 2564970"/>
                <a:gd name="csX5" fmla="*/ 201667 w 449640"/>
                <a:gd name="csY5" fmla="*/ 2526224 h 2564970"/>
                <a:gd name="csX6" fmla="*/ 186168 w 449640"/>
                <a:gd name="csY6" fmla="*/ 2502977 h 2564970"/>
                <a:gd name="csX7" fmla="*/ 147423 w 449640"/>
                <a:gd name="csY7" fmla="*/ 2448732 h 2564970"/>
                <a:gd name="csX8" fmla="*/ 116426 w 449640"/>
                <a:gd name="csY8" fmla="*/ 2371241 h 2564970"/>
                <a:gd name="csX9" fmla="*/ 93178 w 449640"/>
                <a:gd name="csY9" fmla="*/ 2123268 h 2564970"/>
                <a:gd name="csX10" fmla="*/ 70189 w 449640"/>
                <a:gd name="csY10" fmla="*/ 2014780 h 2564970"/>
                <a:gd name="csX11" fmla="*/ 54433 w 449640"/>
                <a:gd name="csY11" fmla="*/ 1906292 h 2564970"/>
                <a:gd name="csX12" fmla="*/ 38934 w 449640"/>
                <a:gd name="csY12" fmla="*/ 1790055 h 2564970"/>
                <a:gd name="csX13" fmla="*/ 7938 w 449640"/>
                <a:gd name="csY13" fmla="*/ 1666068 h 2564970"/>
                <a:gd name="csX14" fmla="*/ 189 w 449640"/>
                <a:gd name="csY14" fmla="*/ 1263112 h 2564970"/>
                <a:gd name="csX15" fmla="*/ 7937 w 449640"/>
                <a:gd name="csY15" fmla="*/ 1108129 h 2564970"/>
                <a:gd name="csX16" fmla="*/ 15687 w 449640"/>
                <a:gd name="csY16" fmla="*/ 984143 h 2564970"/>
                <a:gd name="csX17" fmla="*/ 31185 w 449640"/>
                <a:gd name="csY17" fmla="*/ 782665 h 2564970"/>
                <a:gd name="csX18" fmla="*/ 38217 w 449640"/>
                <a:gd name="csY18" fmla="*/ 722752 h 2564970"/>
                <a:gd name="csX19" fmla="*/ 54433 w 449640"/>
                <a:gd name="csY19" fmla="*/ 635431 h 2564970"/>
                <a:gd name="csX20" fmla="*/ 69931 w 449640"/>
                <a:gd name="csY20" fmla="*/ 263471 h 2564970"/>
                <a:gd name="csX21" fmla="*/ 100928 w 449640"/>
                <a:gd name="csY21" fmla="*/ 170482 h 2564970"/>
                <a:gd name="csX22" fmla="*/ 108677 w 449640"/>
                <a:gd name="csY22" fmla="*/ 100739 h 2564970"/>
                <a:gd name="csX23" fmla="*/ 155172 w 449640"/>
                <a:gd name="csY23" fmla="*/ 30997 h 2564970"/>
                <a:gd name="csX24" fmla="*/ 240412 w 449640"/>
                <a:gd name="csY24" fmla="*/ 0 h 2564970"/>
                <a:gd name="csX25" fmla="*/ 426392 w 449640"/>
                <a:gd name="csY25" fmla="*/ 15499 h 2564970"/>
                <a:gd name="csX26" fmla="*/ 441890 w 449640"/>
                <a:gd name="csY26" fmla="*/ 85241 h 2564970"/>
                <a:gd name="csX27" fmla="*/ 449640 w 449640"/>
                <a:gd name="csY27" fmla="*/ 131736 h 25649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449640" h="2564970">
                  <a:moveTo>
                    <a:pt x="426392" y="2224007"/>
                  </a:moveTo>
                  <a:cubicBezTo>
                    <a:pt x="414939" y="2252639"/>
                    <a:pt x="425227" y="2301993"/>
                    <a:pt x="415845" y="2352299"/>
                  </a:cubicBezTo>
                  <a:cubicBezTo>
                    <a:pt x="406463" y="2402605"/>
                    <a:pt x="387712" y="2490399"/>
                    <a:pt x="370097" y="2525844"/>
                  </a:cubicBezTo>
                  <a:cubicBezTo>
                    <a:pt x="352482" y="2561289"/>
                    <a:pt x="325653" y="2562387"/>
                    <a:pt x="310155" y="2564970"/>
                  </a:cubicBezTo>
                  <a:cubicBezTo>
                    <a:pt x="276575" y="2562387"/>
                    <a:pt x="262300" y="2568549"/>
                    <a:pt x="230583" y="2557221"/>
                  </a:cubicBezTo>
                  <a:cubicBezTo>
                    <a:pt x="220553" y="2553639"/>
                    <a:pt x="209069" y="2535265"/>
                    <a:pt x="201667" y="2526224"/>
                  </a:cubicBezTo>
                  <a:cubicBezTo>
                    <a:pt x="194265" y="2517183"/>
                    <a:pt x="190789" y="2511063"/>
                    <a:pt x="186168" y="2502977"/>
                  </a:cubicBezTo>
                  <a:cubicBezTo>
                    <a:pt x="158966" y="2455375"/>
                    <a:pt x="185292" y="2486602"/>
                    <a:pt x="147423" y="2448732"/>
                  </a:cubicBezTo>
                  <a:cubicBezTo>
                    <a:pt x="137091" y="2422902"/>
                    <a:pt x="123173" y="2398231"/>
                    <a:pt x="116426" y="2371241"/>
                  </a:cubicBezTo>
                  <a:cubicBezTo>
                    <a:pt x="98587" y="2299884"/>
                    <a:pt x="100884" y="2182678"/>
                    <a:pt x="93178" y="2123268"/>
                  </a:cubicBezTo>
                  <a:cubicBezTo>
                    <a:pt x="85472" y="2063858"/>
                    <a:pt x="76562" y="2050470"/>
                    <a:pt x="70189" y="2014780"/>
                  </a:cubicBezTo>
                  <a:cubicBezTo>
                    <a:pt x="63578" y="1977756"/>
                    <a:pt x="64765" y="1942455"/>
                    <a:pt x="54433" y="1906292"/>
                  </a:cubicBezTo>
                  <a:cubicBezTo>
                    <a:pt x="49267" y="1867546"/>
                    <a:pt x="46362" y="1828431"/>
                    <a:pt x="38934" y="1790055"/>
                  </a:cubicBezTo>
                  <a:cubicBezTo>
                    <a:pt x="30839" y="1748230"/>
                    <a:pt x="11062" y="1708554"/>
                    <a:pt x="7938" y="1666068"/>
                  </a:cubicBezTo>
                  <a:cubicBezTo>
                    <a:pt x="-1913" y="1532086"/>
                    <a:pt x="189" y="1356102"/>
                    <a:pt x="189" y="1263112"/>
                  </a:cubicBezTo>
                  <a:cubicBezTo>
                    <a:pt x="189" y="1170122"/>
                    <a:pt x="21129" y="1174088"/>
                    <a:pt x="7937" y="1108129"/>
                  </a:cubicBezTo>
                  <a:cubicBezTo>
                    <a:pt x="20852" y="1074549"/>
                    <a:pt x="11812" y="1038387"/>
                    <a:pt x="15687" y="984143"/>
                  </a:cubicBezTo>
                  <a:cubicBezTo>
                    <a:pt x="19562" y="929899"/>
                    <a:pt x="27430" y="826230"/>
                    <a:pt x="31185" y="782665"/>
                  </a:cubicBezTo>
                  <a:cubicBezTo>
                    <a:pt x="34940" y="739100"/>
                    <a:pt x="33051" y="735667"/>
                    <a:pt x="38217" y="722752"/>
                  </a:cubicBezTo>
                  <a:cubicBezTo>
                    <a:pt x="40800" y="686589"/>
                    <a:pt x="49147" y="711978"/>
                    <a:pt x="54433" y="635431"/>
                  </a:cubicBezTo>
                  <a:cubicBezTo>
                    <a:pt x="59719" y="558884"/>
                    <a:pt x="45448" y="369565"/>
                    <a:pt x="69931" y="263471"/>
                  </a:cubicBezTo>
                  <a:cubicBezTo>
                    <a:pt x="80470" y="217802"/>
                    <a:pt x="84940" y="210450"/>
                    <a:pt x="100928" y="170482"/>
                  </a:cubicBezTo>
                  <a:cubicBezTo>
                    <a:pt x="103511" y="147234"/>
                    <a:pt x="102251" y="123230"/>
                    <a:pt x="108677" y="100739"/>
                  </a:cubicBezTo>
                  <a:cubicBezTo>
                    <a:pt x="110655" y="93814"/>
                    <a:pt x="146822" y="37259"/>
                    <a:pt x="155172" y="30997"/>
                  </a:cubicBezTo>
                  <a:cubicBezTo>
                    <a:pt x="163797" y="24528"/>
                    <a:pt x="233911" y="2167"/>
                    <a:pt x="240412" y="0"/>
                  </a:cubicBezTo>
                  <a:cubicBezTo>
                    <a:pt x="302405" y="5166"/>
                    <a:pt x="369100" y="-8740"/>
                    <a:pt x="426392" y="15499"/>
                  </a:cubicBezTo>
                  <a:cubicBezTo>
                    <a:pt x="448324" y="24778"/>
                    <a:pt x="437219" y="61889"/>
                    <a:pt x="441890" y="85241"/>
                  </a:cubicBezTo>
                  <a:cubicBezTo>
                    <a:pt x="444971" y="100648"/>
                    <a:pt x="449640" y="131736"/>
                    <a:pt x="449640" y="131736"/>
                  </a:cubicBezTo>
                </a:path>
              </a:pathLst>
            </a:custGeom>
            <a:noFill/>
            <a:ln>
              <a:solidFill>
                <a:srgbClr val="0066FF"/>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62" name="TextBox 161">
              <a:extLst>
                <a:ext uri="{FF2B5EF4-FFF2-40B4-BE49-F238E27FC236}">
                  <a16:creationId xmlns:a16="http://schemas.microsoft.com/office/drawing/2014/main" id="{FD20A825-6A45-3C87-228A-01C126B18117}"/>
                </a:ext>
              </a:extLst>
            </p:cNvPr>
            <p:cNvSpPr txBox="1"/>
            <p:nvPr/>
          </p:nvSpPr>
          <p:spPr>
            <a:xfrm>
              <a:off x="8269402" y="1790168"/>
              <a:ext cx="1640735" cy="291610"/>
            </a:xfrm>
            <a:prstGeom prst="rect">
              <a:avLst/>
            </a:prstGeom>
            <a:noFill/>
            <a:ln>
              <a:noFill/>
            </a:ln>
          </p:spPr>
          <p:txBody>
            <a:bodyPr wrap="none" rtlCol="0">
              <a:spAutoFit/>
            </a:bodyPr>
            <a:lstStyle/>
            <a:p>
              <a:r>
                <a:rPr lang="en-US" sz="800" dirty="0"/>
                <a:t>F-9+10 = 1sComp(9) + 10</a:t>
              </a:r>
            </a:p>
          </p:txBody>
        </p:sp>
        <p:sp>
          <p:nvSpPr>
            <p:cNvPr id="163" name="TextBox 162">
              <a:extLst>
                <a:ext uri="{FF2B5EF4-FFF2-40B4-BE49-F238E27FC236}">
                  <a16:creationId xmlns:a16="http://schemas.microsoft.com/office/drawing/2014/main" id="{832F39BB-79E2-DC3D-3408-C0DB02B493F5}"/>
                </a:ext>
              </a:extLst>
            </p:cNvPr>
            <p:cNvSpPr txBox="1"/>
            <p:nvPr/>
          </p:nvSpPr>
          <p:spPr>
            <a:xfrm>
              <a:off x="5500727" y="1790168"/>
              <a:ext cx="2797190" cy="291610"/>
            </a:xfrm>
            <a:prstGeom prst="rect">
              <a:avLst/>
            </a:prstGeom>
            <a:noFill/>
            <a:ln>
              <a:noFill/>
            </a:ln>
          </p:spPr>
          <p:txBody>
            <a:bodyPr wrap="none" rtlCol="0">
              <a:spAutoFit/>
            </a:bodyPr>
            <a:lstStyle/>
            <a:p>
              <a:r>
                <a:rPr lang="en-US" sz="800" dirty="0"/>
                <a:t>9-2 = (F-2+10)mod16 = [1sComp(2)+A]mod16</a:t>
              </a:r>
            </a:p>
          </p:txBody>
        </p:sp>
        <p:sp>
          <p:nvSpPr>
            <p:cNvPr id="164" name="TextBox 163">
              <a:extLst>
                <a:ext uri="{FF2B5EF4-FFF2-40B4-BE49-F238E27FC236}">
                  <a16:creationId xmlns:a16="http://schemas.microsoft.com/office/drawing/2014/main" id="{531725F6-E1DC-4373-72CD-397870F8E710}"/>
                </a:ext>
              </a:extLst>
            </p:cNvPr>
            <p:cNvSpPr txBox="1"/>
            <p:nvPr/>
          </p:nvSpPr>
          <p:spPr>
            <a:xfrm>
              <a:off x="7872457" y="1234519"/>
              <a:ext cx="1985719" cy="333267"/>
            </a:xfrm>
            <a:prstGeom prst="rect">
              <a:avLst/>
            </a:prstGeom>
            <a:noFill/>
            <a:ln>
              <a:noFill/>
            </a:ln>
          </p:spPr>
          <p:txBody>
            <a:bodyPr wrap="none" rtlCol="0">
              <a:spAutoFit/>
            </a:bodyPr>
            <a:lstStyle/>
            <a:p>
              <a:r>
                <a:rPr lang="en-US" sz="1000" b="1" dirty="0"/>
                <a:t>10’s complement of 290</a:t>
              </a:r>
            </a:p>
          </p:txBody>
        </p:sp>
        <p:sp>
          <p:nvSpPr>
            <p:cNvPr id="165" name="TextBox 164">
              <a:extLst>
                <a:ext uri="{FF2B5EF4-FFF2-40B4-BE49-F238E27FC236}">
                  <a16:creationId xmlns:a16="http://schemas.microsoft.com/office/drawing/2014/main" id="{5C85E247-ADEC-EFEF-BAB8-2A2A2FC2ACDC}"/>
                </a:ext>
              </a:extLst>
            </p:cNvPr>
            <p:cNvSpPr txBox="1"/>
            <p:nvPr/>
          </p:nvSpPr>
          <p:spPr>
            <a:xfrm>
              <a:off x="7319996" y="5120130"/>
              <a:ext cx="319381" cy="291610"/>
            </a:xfrm>
            <a:prstGeom prst="rect">
              <a:avLst/>
            </a:prstGeom>
            <a:noFill/>
            <a:ln>
              <a:noFill/>
            </a:ln>
          </p:spPr>
          <p:txBody>
            <a:bodyPr wrap="none" rtlCol="0">
              <a:spAutoFit/>
            </a:bodyPr>
            <a:lstStyle/>
            <a:p>
              <a:r>
                <a:rPr lang="en-US" sz="800" dirty="0"/>
                <a:t>7</a:t>
              </a:r>
            </a:p>
          </p:txBody>
        </p:sp>
        <p:sp>
          <p:nvSpPr>
            <p:cNvPr id="166" name="TextBox 165">
              <a:extLst>
                <a:ext uri="{FF2B5EF4-FFF2-40B4-BE49-F238E27FC236}">
                  <a16:creationId xmlns:a16="http://schemas.microsoft.com/office/drawing/2014/main" id="{BA63245F-4679-762B-A018-B4E1D466FCB8}"/>
                </a:ext>
              </a:extLst>
            </p:cNvPr>
            <p:cNvSpPr txBox="1"/>
            <p:nvPr/>
          </p:nvSpPr>
          <p:spPr>
            <a:xfrm>
              <a:off x="9101078" y="5139723"/>
              <a:ext cx="319381" cy="291610"/>
            </a:xfrm>
            <a:prstGeom prst="rect">
              <a:avLst/>
            </a:prstGeom>
            <a:noFill/>
            <a:ln>
              <a:noFill/>
            </a:ln>
          </p:spPr>
          <p:txBody>
            <a:bodyPr wrap="none" rtlCol="0">
              <a:spAutoFit/>
            </a:bodyPr>
            <a:lstStyle/>
            <a:p>
              <a:r>
                <a:rPr lang="en-US" sz="800" dirty="0"/>
                <a:t>0</a:t>
              </a:r>
            </a:p>
          </p:txBody>
        </p:sp>
        <p:grpSp>
          <p:nvGrpSpPr>
            <p:cNvPr id="167" name="Group 166">
              <a:extLst>
                <a:ext uri="{FF2B5EF4-FFF2-40B4-BE49-F238E27FC236}">
                  <a16:creationId xmlns:a16="http://schemas.microsoft.com/office/drawing/2014/main" id="{24CC908B-F2C2-144C-AE8B-9AFC14194F33}"/>
                </a:ext>
              </a:extLst>
            </p:cNvPr>
            <p:cNvGrpSpPr/>
            <p:nvPr/>
          </p:nvGrpSpPr>
          <p:grpSpPr>
            <a:xfrm>
              <a:off x="10520858" y="2288558"/>
              <a:ext cx="721823" cy="2772736"/>
              <a:chOff x="5526843" y="1731816"/>
              <a:chExt cx="721823" cy="2772736"/>
            </a:xfrm>
          </p:grpSpPr>
          <p:sp>
            <p:nvSpPr>
              <p:cNvPr id="168" name="Cylinder 167">
                <a:extLst>
                  <a:ext uri="{FF2B5EF4-FFF2-40B4-BE49-F238E27FC236}">
                    <a16:creationId xmlns:a16="http://schemas.microsoft.com/office/drawing/2014/main" id="{523C88F4-DBD3-3CC0-818C-C190F21C7152}"/>
                  </a:ext>
                </a:extLst>
              </p:cNvPr>
              <p:cNvSpPr/>
              <p:nvPr/>
            </p:nvSpPr>
            <p:spPr>
              <a:xfrm rot="16200000">
                <a:off x="4545850" y="2718260"/>
                <a:ext cx="2679469" cy="706582"/>
              </a:xfrm>
              <a:prstGeom prst="can">
                <a:avLst>
                  <a:gd name="adj" fmla="val 500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sp>
            <p:nvSpPr>
              <p:cNvPr id="169" name="TextBox 168">
                <a:extLst>
                  <a:ext uri="{FF2B5EF4-FFF2-40B4-BE49-F238E27FC236}">
                    <a16:creationId xmlns:a16="http://schemas.microsoft.com/office/drawing/2014/main" id="{4BF14FAF-806F-A314-2532-B54E1FE1EC5D}"/>
                  </a:ext>
                </a:extLst>
              </p:cNvPr>
              <p:cNvSpPr txBox="1"/>
              <p:nvPr/>
            </p:nvSpPr>
            <p:spPr>
              <a:xfrm flipH="1">
                <a:off x="5836978" y="1774906"/>
                <a:ext cx="319381" cy="291610"/>
              </a:xfrm>
              <a:prstGeom prst="rect">
                <a:avLst/>
              </a:prstGeom>
              <a:noFill/>
              <a:ln>
                <a:noFill/>
              </a:ln>
            </p:spPr>
            <p:txBody>
              <a:bodyPr wrap="none" rtlCol="0">
                <a:spAutoFit/>
              </a:bodyPr>
              <a:lstStyle/>
              <a:p>
                <a:r>
                  <a:rPr lang="en-US" sz="800" dirty="0"/>
                  <a:t>0</a:t>
                </a:r>
              </a:p>
            </p:txBody>
          </p:sp>
          <p:sp>
            <p:nvSpPr>
              <p:cNvPr id="170" name="TextBox 169">
                <a:extLst>
                  <a:ext uri="{FF2B5EF4-FFF2-40B4-BE49-F238E27FC236}">
                    <a16:creationId xmlns:a16="http://schemas.microsoft.com/office/drawing/2014/main" id="{73D59C7C-21C6-C9ED-F966-445CB850A476}"/>
                  </a:ext>
                </a:extLst>
              </p:cNvPr>
              <p:cNvSpPr txBox="1"/>
              <p:nvPr/>
            </p:nvSpPr>
            <p:spPr>
              <a:xfrm flipH="1">
                <a:off x="5895858" y="2079831"/>
                <a:ext cx="319381" cy="291610"/>
              </a:xfrm>
              <a:prstGeom prst="rect">
                <a:avLst/>
              </a:prstGeom>
              <a:noFill/>
              <a:ln>
                <a:noFill/>
              </a:ln>
            </p:spPr>
            <p:txBody>
              <a:bodyPr wrap="none" rtlCol="0">
                <a:spAutoFit/>
              </a:bodyPr>
              <a:lstStyle/>
              <a:p>
                <a:r>
                  <a:rPr lang="en-US" sz="800" dirty="0"/>
                  <a:t>1</a:t>
                </a:r>
              </a:p>
            </p:txBody>
          </p:sp>
          <p:sp>
            <p:nvSpPr>
              <p:cNvPr id="171" name="TextBox 170">
                <a:extLst>
                  <a:ext uri="{FF2B5EF4-FFF2-40B4-BE49-F238E27FC236}">
                    <a16:creationId xmlns:a16="http://schemas.microsoft.com/office/drawing/2014/main" id="{BAF0993A-3B55-03DD-026F-CE93D2084E1A}"/>
                  </a:ext>
                </a:extLst>
              </p:cNvPr>
              <p:cNvSpPr txBox="1"/>
              <p:nvPr/>
            </p:nvSpPr>
            <p:spPr>
              <a:xfrm flipH="1">
                <a:off x="5926084" y="2448635"/>
                <a:ext cx="319381" cy="291610"/>
              </a:xfrm>
              <a:prstGeom prst="rect">
                <a:avLst/>
              </a:prstGeom>
              <a:noFill/>
              <a:ln>
                <a:noFill/>
              </a:ln>
            </p:spPr>
            <p:txBody>
              <a:bodyPr wrap="none" rtlCol="0">
                <a:spAutoFit/>
              </a:bodyPr>
              <a:lstStyle/>
              <a:p>
                <a:r>
                  <a:rPr lang="en-US" sz="800" dirty="0"/>
                  <a:t>2</a:t>
                </a:r>
              </a:p>
            </p:txBody>
          </p:sp>
          <p:sp>
            <p:nvSpPr>
              <p:cNvPr id="172" name="TextBox 171">
                <a:extLst>
                  <a:ext uri="{FF2B5EF4-FFF2-40B4-BE49-F238E27FC236}">
                    <a16:creationId xmlns:a16="http://schemas.microsoft.com/office/drawing/2014/main" id="{5D9DF754-481F-A1A9-B93E-D51822F2AC1B}"/>
                  </a:ext>
                </a:extLst>
              </p:cNvPr>
              <p:cNvSpPr txBox="1"/>
              <p:nvPr/>
            </p:nvSpPr>
            <p:spPr>
              <a:xfrm flipH="1">
                <a:off x="5927548" y="2813372"/>
                <a:ext cx="319381" cy="291610"/>
              </a:xfrm>
              <a:prstGeom prst="rect">
                <a:avLst/>
              </a:prstGeom>
              <a:noFill/>
              <a:ln>
                <a:noFill/>
              </a:ln>
            </p:spPr>
            <p:txBody>
              <a:bodyPr wrap="none" rtlCol="0">
                <a:spAutoFit/>
              </a:bodyPr>
              <a:lstStyle/>
              <a:p>
                <a:r>
                  <a:rPr lang="en-US" sz="800" dirty="0"/>
                  <a:t>3</a:t>
                </a:r>
              </a:p>
            </p:txBody>
          </p:sp>
          <p:sp>
            <p:nvSpPr>
              <p:cNvPr id="173" name="TextBox 172">
                <a:extLst>
                  <a:ext uri="{FF2B5EF4-FFF2-40B4-BE49-F238E27FC236}">
                    <a16:creationId xmlns:a16="http://schemas.microsoft.com/office/drawing/2014/main" id="{26EA7788-11D6-96AE-CECE-FC32CA0CFABD}"/>
                  </a:ext>
                </a:extLst>
              </p:cNvPr>
              <p:cNvSpPr txBox="1"/>
              <p:nvPr/>
            </p:nvSpPr>
            <p:spPr>
              <a:xfrm flipH="1">
                <a:off x="5929285" y="3150254"/>
                <a:ext cx="319381" cy="291610"/>
              </a:xfrm>
              <a:prstGeom prst="rect">
                <a:avLst/>
              </a:prstGeom>
              <a:noFill/>
              <a:ln>
                <a:noFill/>
              </a:ln>
            </p:spPr>
            <p:txBody>
              <a:bodyPr wrap="none" rtlCol="0">
                <a:spAutoFit/>
              </a:bodyPr>
              <a:lstStyle/>
              <a:p>
                <a:r>
                  <a:rPr lang="en-US" sz="800" dirty="0"/>
                  <a:t>4</a:t>
                </a:r>
              </a:p>
            </p:txBody>
          </p:sp>
          <p:sp>
            <p:nvSpPr>
              <p:cNvPr id="174" name="TextBox 173">
                <a:extLst>
                  <a:ext uri="{FF2B5EF4-FFF2-40B4-BE49-F238E27FC236}">
                    <a16:creationId xmlns:a16="http://schemas.microsoft.com/office/drawing/2014/main" id="{5B415970-957C-7778-9126-30799278BC3C}"/>
                  </a:ext>
                </a:extLst>
              </p:cNvPr>
              <p:cNvSpPr txBox="1"/>
              <p:nvPr/>
            </p:nvSpPr>
            <p:spPr>
              <a:xfrm flipH="1">
                <a:off x="5910429" y="3512267"/>
                <a:ext cx="319381" cy="291610"/>
              </a:xfrm>
              <a:prstGeom prst="rect">
                <a:avLst/>
              </a:prstGeom>
              <a:noFill/>
              <a:ln>
                <a:noFill/>
              </a:ln>
            </p:spPr>
            <p:txBody>
              <a:bodyPr wrap="none" rtlCol="0">
                <a:spAutoFit/>
              </a:bodyPr>
              <a:lstStyle/>
              <a:p>
                <a:r>
                  <a:rPr lang="en-US" sz="800" dirty="0"/>
                  <a:t>5</a:t>
                </a:r>
              </a:p>
            </p:txBody>
          </p:sp>
          <p:sp>
            <p:nvSpPr>
              <p:cNvPr id="175" name="TextBox 174">
                <a:extLst>
                  <a:ext uri="{FF2B5EF4-FFF2-40B4-BE49-F238E27FC236}">
                    <a16:creationId xmlns:a16="http://schemas.microsoft.com/office/drawing/2014/main" id="{6500D01C-5066-C2D1-80DE-A1FDBF4364B7}"/>
                  </a:ext>
                </a:extLst>
              </p:cNvPr>
              <p:cNvSpPr txBox="1"/>
              <p:nvPr/>
            </p:nvSpPr>
            <p:spPr>
              <a:xfrm flipH="1">
                <a:off x="5887870" y="3890034"/>
                <a:ext cx="319381" cy="291610"/>
              </a:xfrm>
              <a:prstGeom prst="rect">
                <a:avLst/>
              </a:prstGeom>
              <a:noFill/>
              <a:ln>
                <a:noFill/>
              </a:ln>
            </p:spPr>
            <p:txBody>
              <a:bodyPr wrap="none" rtlCol="0">
                <a:spAutoFit/>
              </a:bodyPr>
              <a:lstStyle/>
              <a:p>
                <a:r>
                  <a:rPr lang="en-US" sz="800" dirty="0"/>
                  <a:t>6</a:t>
                </a:r>
              </a:p>
            </p:txBody>
          </p:sp>
          <p:sp>
            <p:nvSpPr>
              <p:cNvPr id="176" name="TextBox 175">
                <a:extLst>
                  <a:ext uri="{FF2B5EF4-FFF2-40B4-BE49-F238E27FC236}">
                    <a16:creationId xmlns:a16="http://schemas.microsoft.com/office/drawing/2014/main" id="{0E756DD2-ABAC-16E0-4EA3-4DA09AC47528}"/>
                  </a:ext>
                </a:extLst>
              </p:cNvPr>
              <p:cNvSpPr txBox="1"/>
              <p:nvPr/>
            </p:nvSpPr>
            <p:spPr>
              <a:xfrm flipH="1">
                <a:off x="5832452" y="4212942"/>
                <a:ext cx="319381" cy="291610"/>
              </a:xfrm>
              <a:prstGeom prst="rect">
                <a:avLst/>
              </a:prstGeom>
              <a:noFill/>
              <a:ln>
                <a:noFill/>
              </a:ln>
            </p:spPr>
            <p:txBody>
              <a:bodyPr wrap="none" rtlCol="0">
                <a:spAutoFit/>
              </a:bodyPr>
              <a:lstStyle/>
              <a:p>
                <a:r>
                  <a:rPr lang="en-US" sz="800" dirty="0"/>
                  <a:t>7</a:t>
                </a:r>
              </a:p>
            </p:txBody>
          </p:sp>
          <p:sp>
            <p:nvSpPr>
              <p:cNvPr id="177" name="TextBox 176">
                <a:extLst>
                  <a:ext uri="{FF2B5EF4-FFF2-40B4-BE49-F238E27FC236}">
                    <a16:creationId xmlns:a16="http://schemas.microsoft.com/office/drawing/2014/main" id="{51B2B690-5A4E-6A9D-A57F-90D0F6761B4F}"/>
                  </a:ext>
                </a:extLst>
              </p:cNvPr>
              <p:cNvSpPr txBox="1"/>
              <p:nvPr/>
            </p:nvSpPr>
            <p:spPr>
              <a:xfrm flipH="1">
                <a:off x="5660553" y="4069152"/>
                <a:ext cx="319381" cy="291610"/>
              </a:xfrm>
              <a:prstGeom prst="rect">
                <a:avLst/>
              </a:prstGeom>
              <a:noFill/>
              <a:ln>
                <a:noFill/>
              </a:ln>
            </p:spPr>
            <p:txBody>
              <a:bodyPr wrap="none" rtlCol="0">
                <a:spAutoFit/>
              </a:bodyPr>
              <a:lstStyle/>
              <a:p>
                <a:r>
                  <a:rPr lang="en-US" sz="800" dirty="0"/>
                  <a:t>8</a:t>
                </a:r>
              </a:p>
            </p:txBody>
          </p:sp>
          <p:sp>
            <p:nvSpPr>
              <p:cNvPr id="178" name="TextBox 177">
                <a:extLst>
                  <a:ext uri="{FF2B5EF4-FFF2-40B4-BE49-F238E27FC236}">
                    <a16:creationId xmlns:a16="http://schemas.microsoft.com/office/drawing/2014/main" id="{2963CBEA-667E-F2F1-FCB2-C5051D301DB8}"/>
                  </a:ext>
                </a:extLst>
              </p:cNvPr>
              <p:cNvSpPr txBox="1"/>
              <p:nvPr/>
            </p:nvSpPr>
            <p:spPr>
              <a:xfrm flipH="1">
                <a:off x="5651026" y="3735144"/>
                <a:ext cx="319381" cy="291610"/>
              </a:xfrm>
              <a:prstGeom prst="rect">
                <a:avLst/>
              </a:prstGeom>
              <a:noFill/>
              <a:ln>
                <a:noFill/>
              </a:ln>
            </p:spPr>
            <p:txBody>
              <a:bodyPr wrap="none" rtlCol="0">
                <a:spAutoFit/>
              </a:bodyPr>
              <a:lstStyle/>
              <a:p>
                <a:r>
                  <a:rPr lang="en-US" sz="800" dirty="0"/>
                  <a:t>9</a:t>
                </a:r>
              </a:p>
            </p:txBody>
          </p:sp>
          <p:sp>
            <p:nvSpPr>
              <p:cNvPr id="179" name="TextBox 178">
                <a:extLst>
                  <a:ext uri="{FF2B5EF4-FFF2-40B4-BE49-F238E27FC236}">
                    <a16:creationId xmlns:a16="http://schemas.microsoft.com/office/drawing/2014/main" id="{14F4B3BC-3966-B713-FB0A-D3C67EBBC637}"/>
                  </a:ext>
                </a:extLst>
              </p:cNvPr>
              <p:cNvSpPr txBox="1"/>
              <p:nvPr/>
            </p:nvSpPr>
            <p:spPr>
              <a:xfrm flipH="1">
                <a:off x="5618129" y="3381962"/>
                <a:ext cx="330231" cy="291610"/>
              </a:xfrm>
              <a:prstGeom prst="rect">
                <a:avLst/>
              </a:prstGeom>
              <a:noFill/>
              <a:ln>
                <a:noFill/>
              </a:ln>
            </p:spPr>
            <p:txBody>
              <a:bodyPr wrap="none" rtlCol="0">
                <a:spAutoFit/>
              </a:bodyPr>
              <a:lstStyle/>
              <a:p>
                <a:r>
                  <a:rPr lang="en-US" sz="800" dirty="0"/>
                  <a:t>A</a:t>
                </a:r>
              </a:p>
            </p:txBody>
          </p:sp>
          <p:sp>
            <p:nvSpPr>
              <p:cNvPr id="180" name="TextBox 179">
                <a:extLst>
                  <a:ext uri="{FF2B5EF4-FFF2-40B4-BE49-F238E27FC236}">
                    <a16:creationId xmlns:a16="http://schemas.microsoft.com/office/drawing/2014/main" id="{B06A1E29-F52F-75A1-8783-7D5902C132C1}"/>
                  </a:ext>
                </a:extLst>
              </p:cNvPr>
              <p:cNvSpPr txBox="1"/>
              <p:nvPr/>
            </p:nvSpPr>
            <p:spPr>
              <a:xfrm flipH="1">
                <a:off x="5590568" y="3076540"/>
                <a:ext cx="325892" cy="291610"/>
              </a:xfrm>
              <a:prstGeom prst="rect">
                <a:avLst/>
              </a:prstGeom>
              <a:noFill/>
              <a:ln>
                <a:noFill/>
              </a:ln>
            </p:spPr>
            <p:txBody>
              <a:bodyPr wrap="none" rtlCol="0">
                <a:spAutoFit/>
              </a:bodyPr>
              <a:lstStyle/>
              <a:p>
                <a:r>
                  <a:rPr lang="en-US" sz="800" dirty="0"/>
                  <a:t>B</a:t>
                </a:r>
              </a:p>
            </p:txBody>
          </p:sp>
          <p:sp>
            <p:nvSpPr>
              <p:cNvPr id="181" name="TextBox 180">
                <a:extLst>
                  <a:ext uri="{FF2B5EF4-FFF2-40B4-BE49-F238E27FC236}">
                    <a16:creationId xmlns:a16="http://schemas.microsoft.com/office/drawing/2014/main" id="{FD5FEDA9-50DE-2D99-DA04-51678C26C1C8}"/>
                  </a:ext>
                </a:extLst>
              </p:cNvPr>
              <p:cNvSpPr txBox="1"/>
              <p:nvPr/>
            </p:nvSpPr>
            <p:spPr>
              <a:xfrm flipH="1">
                <a:off x="5607446" y="2742301"/>
                <a:ext cx="323721" cy="291610"/>
              </a:xfrm>
              <a:prstGeom prst="rect">
                <a:avLst/>
              </a:prstGeom>
              <a:noFill/>
              <a:ln>
                <a:noFill/>
              </a:ln>
            </p:spPr>
            <p:txBody>
              <a:bodyPr wrap="none" rtlCol="0">
                <a:spAutoFit/>
              </a:bodyPr>
              <a:lstStyle/>
              <a:p>
                <a:r>
                  <a:rPr lang="en-US" sz="800" dirty="0"/>
                  <a:t>C</a:t>
                </a:r>
              </a:p>
            </p:txBody>
          </p:sp>
          <p:sp>
            <p:nvSpPr>
              <p:cNvPr id="182" name="TextBox 181">
                <a:extLst>
                  <a:ext uri="{FF2B5EF4-FFF2-40B4-BE49-F238E27FC236}">
                    <a16:creationId xmlns:a16="http://schemas.microsoft.com/office/drawing/2014/main" id="{45BFB734-44DA-D9F4-1115-270C5A80C58B}"/>
                  </a:ext>
                </a:extLst>
              </p:cNvPr>
              <p:cNvSpPr txBox="1"/>
              <p:nvPr/>
            </p:nvSpPr>
            <p:spPr>
              <a:xfrm flipH="1">
                <a:off x="5616972" y="2408243"/>
                <a:ext cx="334570" cy="291610"/>
              </a:xfrm>
              <a:prstGeom prst="rect">
                <a:avLst/>
              </a:prstGeom>
              <a:noFill/>
              <a:ln>
                <a:noFill/>
              </a:ln>
            </p:spPr>
            <p:txBody>
              <a:bodyPr wrap="none" rtlCol="0">
                <a:spAutoFit/>
              </a:bodyPr>
              <a:lstStyle/>
              <a:p>
                <a:r>
                  <a:rPr lang="en-US" sz="800" dirty="0"/>
                  <a:t>D</a:t>
                </a:r>
              </a:p>
            </p:txBody>
          </p:sp>
          <p:sp>
            <p:nvSpPr>
              <p:cNvPr id="183" name="TextBox 182">
                <a:extLst>
                  <a:ext uri="{FF2B5EF4-FFF2-40B4-BE49-F238E27FC236}">
                    <a16:creationId xmlns:a16="http://schemas.microsoft.com/office/drawing/2014/main" id="{7C81B54D-7F2D-6D81-3EA8-61DEBD709334}"/>
                  </a:ext>
                </a:extLst>
              </p:cNvPr>
              <p:cNvSpPr txBox="1"/>
              <p:nvPr/>
            </p:nvSpPr>
            <p:spPr>
              <a:xfrm flipH="1">
                <a:off x="5653719" y="2061088"/>
                <a:ext cx="317213" cy="291610"/>
              </a:xfrm>
              <a:prstGeom prst="rect">
                <a:avLst/>
              </a:prstGeom>
              <a:noFill/>
              <a:ln>
                <a:noFill/>
              </a:ln>
            </p:spPr>
            <p:txBody>
              <a:bodyPr wrap="none" rtlCol="0">
                <a:spAutoFit/>
              </a:bodyPr>
              <a:lstStyle/>
              <a:p>
                <a:r>
                  <a:rPr lang="en-US" sz="800" dirty="0"/>
                  <a:t>E</a:t>
                </a:r>
              </a:p>
            </p:txBody>
          </p:sp>
          <p:sp>
            <p:nvSpPr>
              <p:cNvPr id="184" name="TextBox 183">
                <a:extLst>
                  <a:ext uri="{FF2B5EF4-FFF2-40B4-BE49-F238E27FC236}">
                    <a16:creationId xmlns:a16="http://schemas.microsoft.com/office/drawing/2014/main" id="{12D3D201-44A6-F302-AB07-94707D155C7D}"/>
                  </a:ext>
                </a:extLst>
              </p:cNvPr>
              <p:cNvSpPr txBox="1"/>
              <p:nvPr/>
            </p:nvSpPr>
            <p:spPr>
              <a:xfrm flipH="1">
                <a:off x="5651493" y="1774716"/>
                <a:ext cx="312873" cy="291610"/>
              </a:xfrm>
              <a:prstGeom prst="rect">
                <a:avLst/>
              </a:prstGeom>
              <a:noFill/>
              <a:ln>
                <a:noFill/>
              </a:ln>
            </p:spPr>
            <p:txBody>
              <a:bodyPr wrap="none" rtlCol="0">
                <a:spAutoFit/>
              </a:bodyPr>
              <a:lstStyle/>
              <a:p>
                <a:r>
                  <a:rPr lang="en-US" sz="800" dirty="0"/>
                  <a:t>F</a:t>
                </a:r>
              </a:p>
            </p:txBody>
          </p:sp>
          <p:cxnSp>
            <p:nvCxnSpPr>
              <p:cNvPr id="185" name="Straight Connector 184">
                <a:extLst>
                  <a:ext uri="{FF2B5EF4-FFF2-40B4-BE49-F238E27FC236}">
                    <a16:creationId xmlns:a16="http://schemas.microsoft.com/office/drawing/2014/main" id="{01DF983E-D2FF-1F21-2C98-4DEAA3EBC952}"/>
                  </a:ext>
                </a:extLst>
              </p:cNvPr>
              <p:cNvCxnSpPr/>
              <p:nvPr/>
            </p:nvCxnSpPr>
            <p:spPr>
              <a:xfrm>
                <a:off x="5885584" y="2745370"/>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C739C1F1-9814-C43D-D15B-B996DE9D902A}"/>
                  </a:ext>
                </a:extLst>
              </p:cNvPr>
              <p:cNvCxnSpPr/>
              <p:nvPr/>
            </p:nvCxnSpPr>
            <p:spPr>
              <a:xfrm>
                <a:off x="5857080" y="2376691"/>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AF164A55-FFD7-ACFA-20FF-1EA13B0EDA21}"/>
                  </a:ext>
                </a:extLst>
              </p:cNvPr>
              <p:cNvCxnSpPr/>
              <p:nvPr/>
            </p:nvCxnSpPr>
            <p:spPr>
              <a:xfrm>
                <a:off x="5823736" y="2014422"/>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195D7188-A67C-0D81-0F4C-3B2AA5EFF412}"/>
                  </a:ext>
                </a:extLst>
              </p:cNvPr>
              <p:cNvCxnSpPr/>
              <p:nvPr/>
            </p:nvCxnSpPr>
            <p:spPr>
              <a:xfrm>
                <a:off x="5885584" y="3105361"/>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6E673F11-88F7-74A2-0200-F24FF8D870F6}"/>
                  </a:ext>
                </a:extLst>
              </p:cNvPr>
              <p:cNvCxnSpPr/>
              <p:nvPr/>
            </p:nvCxnSpPr>
            <p:spPr>
              <a:xfrm>
                <a:off x="5885584" y="3446724"/>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68660A7F-BE24-8DFC-EF5E-06D98BD0B9A2}"/>
                  </a:ext>
                </a:extLst>
              </p:cNvPr>
              <p:cNvCxnSpPr/>
              <p:nvPr/>
            </p:nvCxnSpPr>
            <p:spPr>
              <a:xfrm>
                <a:off x="5851766" y="3806363"/>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2550201E-D183-71CB-2441-89B014E5EBA9}"/>
                  </a:ext>
                </a:extLst>
              </p:cNvPr>
              <p:cNvCxnSpPr/>
              <p:nvPr/>
            </p:nvCxnSpPr>
            <p:spPr>
              <a:xfrm>
                <a:off x="5810479" y="4165065"/>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88A3B4F4-9CDC-5CB7-DC3C-F143921AC57D}"/>
                  </a:ext>
                </a:extLst>
              </p:cNvPr>
              <p:cNvCxnSpPr>
                <a:cxnSpLocks/>
              </p:cNvCxnSpPr>
              <p:nvPr/>
            </p:nvCxnSpPr>
            <p:spPr>
              <a:xfrm>
                <a:off x="5578048" y="4013145"/>
                <a:ext cx="26686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7D59914D-4384-C6A4-67F7-7B676CCBE060}"/>
                  </a:ext>
                </a:extLst>
              </p:cNvPr>
              <p:cNvCxnSpPr>
                <a:cxnSpLocks/>
              </p:cNvCxnSpPr>
              <p:nvPr/>
            </p:nvCxnSpPr>
            <p:spPr>
              <a:xfrm>
                <a:off x="5560867" y="3692945"/>
                <a:ext cx="31042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93C0D52F-BC29-A0EE-5AF9-2F4192C236E0}"/>
                  </a:ext>
                </a:extLst>
              </p:cNvPr>
              <p:cNvCxnSpPr/>
              <p:nvPr/>
            </p:nvCxnSpPr>
            <p:spPr>
              <a:xfrm>
                <a:off x="5526843" y="3354590"/>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9BB8860C-5907-8C28-CEEE-4342976C3DCF}"/>
                  </a:ext>
                </a:extLst>
              </p:cNvPr>
              <p:cNvCxnSpPr/>
              <p:nvPr/>
            </p:nvCxnSpPr>
            <p:spPr>
              <a:xfrm>
                <a:off x="5534578" y="3019123"/>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A28E89DF-AEE8-4D53-2379-3B1C15839A7C}"/>
                  </a:ext>
                </a:extLst>
              </p:cNvPr>
              <p:cNvCxnSpPr/>
              <p:nvPr/>
            </p:nvCxnSpPr>
            <p:spPr>
              <a:xfrm>
                <a:off x="5526843" y="2692978"/>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A4605FCD-3C1C-2B0A-FC39-549AE1497FCA}"/>
                  </a:ext>
                </a:extLst>
              </p:cNvPr>
              <p:cNvCxnSpPr>
                <a:cxnSpLocks/>
              </p:cNvCxnSpPr>
              <p:nvPr/>
            </p:nvCxnSpPr>
            <p:spPr>
              <a:xfrm>
                <a:off x="5560867" y="2332088"/>
                <a:ext cx="300175"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1DE9B036-B4EC-945B-8073-552648A2C956}"/>
                  </a:ext>
                </a:extLst>
              </p:cNvPr>
              <p:cNvCxnSpPr>
                <a:cxnSpLocks/>
              </p:cNvCxnSpPr>
              <p:nvPr/>
            </p:nvCxnSpPr>
            <p:spPr>
              <a:xfrm>
                <a:off x="5602638" y="2050819"/>
                <a:ext cx="22109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BEB4CBB7-7004-A7F9-C8BC-330EB44EA8B8}"/>
                  </a:ext>
                </a:extLst>
              </p:cNvPr>
              <p:cNvCxnSpPr>
                <a:cxnSpLocks/>
              </p:cNvCxnSpPr>
              <p:nvPr/>
            </p:nvCxnSpPr>
            <p:spPr>
              <a:xfrm>
                <a:off x="5667615" y="4346523"/>
                <a:ext cx="101104"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00" name="Straight Arrow Connector 199">
              <a:extLst>
                <a:ext uri="{FF2B5EF4-FFF2-40B4-BE49-F238E27FC236}">
                  <a16:creationId xmlns:a16="http://schemas.microsoft.com/office/drawing/2014/main" id="{B235654A-295C-9CE8-B406-0E23B8720290}"/>
                </a:ext>
              </a:extLst>
            </p:cNvPr>
            <p:cNvCxnSpPr>
              <a:cxnSpLocks/>
            </p:cNvCxnSpPr>
            <p:nvPr/>
          </p:nvCxnSpPr>
          <p:spPr>
            <a:xfrm>
              <a:off x="10393012" y="2327315"/>
              <a:ext cx="260043"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1" name="Straight Arrow Connector 200">
              <a:extLst>
                <a:ext uri="{FF2B5EF4-FFF2-40B4-BE49-F238E27FC236}">
                  <a16:creationId xmlns:a16="http://schemas.microsoft.com/office/drawing/2014/main" id="{EA9F1D3E-614B-2806-9F2E-B951816E57DC}"/>
                </a:ext>
              </a:extLst>
            </p:cNvPr>
            <p:cNvCxnSpPr>
              <a:cxnSpLocks/>
            </p:cNvCxnSpPr>
            <p:nvPr/>
          </p:nvCxnSpPr>
          <p:spPr>
            <a:xfrm flipV="1">
              <a:off x="10043798" y="2511517"/>
              <a:ext cx="571256" cy="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2" name="Straight Arrow Connector 201">
              <a:extLst>
                <a:ext uri="{FF2B5EF4-FFF2-40B4-BE49-F238E27FC236}">
                  <a16:creationId xmlns:a16="http://schemas.microsoft.com/office/drawing/2014/main" id="{6BC4F5FF-845A-9E9C-B42B-A1466F2048F0}"/>
                </a:ext>
              </a:extLst>
            </p:cNvPr>
            <p:cNvCxnSpPr>
              <a:cxnSpLocks/>
            </p:cNvCxnSpPr>
            <p:nvPr/>
          </p:nvCxnSpPr>
          <p:spPr>
            <a:xfrm>
              <a:off x="10132408" y="4374946"/>
              <a:ext cx="440173"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03" name="TextBox 202">
              <a:extLst>
                <a:ext uri="{FF2B5EF4-FFF2-40B4-BE49-F238E27FC236}">
                  <a16:creationId xmlns:a16="http://schemas.microsoft.com/office/drawing/2014/main" id="{EC2DE363-3034-75AF-6E73-377131BFA914}"/>
                </a:ext>
              </a:extLst>
            </p:cNvPr>
            <p:cNvSpPr txBox="1"/>
            <p:nvPr/>
          </p:nvSpPr>
          <p:spPr>
            <a:xfrm>
              <a:off x="10181689" y="2200806"/>
              <a:ext cx="243978" cy="291610"/>
            </a:xfrm>
            <a:prstGeom prst="rect">
              <a:avLst/>
            </a:prstGeom>
            <a:noFill/>
            <a:ln>
              <a:noFill/>
            </a:ln>
          </p:spPr>
          <p:txBody>
            <a:bodyPr wrap="square" rtlCol="0">
              <a:spAutoFit/>
            </a:bodyPr>
            <a:lstStyle/>
            <a:p>
              <a:r>
                <a:rPr lang="en-US" sz="800" dirty="0"/>
                <a:t>F</a:t>
              </a:r>
            </a:p>
          </p:txBody>
        </p:sp>
        <p:sp>
          <p:nvSpPr>
            <p:cNvPr id="204" name="TextBox 203">
              <a:extLst>
                <a:ext uri="{FF2B5EF4-FFF2-40B4-BE49-F238E27FC236}">
                  <a16:creationId xmlns:a16="http://schemas.microsoft.com/office/drawing/2014/main" id="{F64C88B4-0817-CF33-736D-5DF4C25F9D45}"/>
                </a:ext>
              </a:extLst>
            </p:cNvPr>
            <p:cNvSpPr txBox="1"/>
            <p:nvPr/>
          </p:nvSpPr>
          <p:spPr>
            <a:xfrm>
              <a:off x="9843546" y="2388407"/>
              <a:ext cx="362775" cy="291610"/>
            </a:xfrm>
            <a:prstGeom prst="rect">
              <a:avLst/>
            </a:prstGeom>
            <a:noFill/>
            <a:ln>
              <a:noFill/>
            </a:ln>
          </p:spPr>
          <p:txBody>
            <a:bodyPr wrap="none" rtlCol="0">
              <a:spAutoFit/>
            </a:bodyPr>
            <a:lstStyle/>
            <a:p>
              <a:r>
                <a:rPr lang="en-US" sz="800" dirty="0"/>
                <a:t>-0</a:t>
              </a:r>
            </a:p>
          </p:txBody>
        </p:sp>
        <p:sp>
          <p:nvSpPr>
            <p:cNvPr id="205" name="TextBox 204">
              <a:extLst>
                <a:ext uri="{FF2B5EF4-FFF2-40B4-BE49-F238E27FC236}">
                  <a16:creationId xmlns:a16="http://schemas.microsoft.com/office/drawing/2014/main" id="{3DC528FB-C3C4-2398-70F7-053FB0EFF680}"/>
                </a:ext>
              </a:extLst>
            </p:cNvPr>
            <p:cNvSpPr txBox="1"/>
            <p:nvPr/>
          </p:nvSpPr>
          <p:spPr>
            <a:xfrm>
              <a:off x="9817521" y="4251834"/>
              <a:ext cx="458243" cy="291610"/>
            </a:xfrm>
            <a:prstGeom prst="rect">
              <a:avLst/>
            </a:prstGeom>
            <a:noFill/>
            <a:ln>
              <a:noFill/>
            </a:ln>
          </p:spPr>
          <p:txBody>
            <a:bodyPr wrap="none" rtlCol="0">
              <a:spAutoFit/>
            </a:bodyPr>
            <a:lstStyle/>
            <a:p>
              <a:r>
                <a:rPr lang="en-US" sz="800" dirty="0"/>
                <a:t>+10</a:t>
              </a:r>
            </a:p>
          </p:txBody>
        </p:sp>
        <p:sp>
          <p:nvSpPr>
            <p:cNvPr id="213" name="Freeform: Shape 212">
              <a:extLst>
                <a:ext uri="{FF2B5EF4-FFF2-40B4-BE49-F238E27FC236}">
                  <a16:creationId xmlns:a16="http://schemas.microsoft.com/office/drawing/2014/main" id="{4E0CD310-9C15-D26F-7E26-70CE7002AB98}"/>
                </a:ext>
              </a:extLst>
            </p:cNvPr>
            <p:cNvSpPr/>
            <p:nvPr/>
          </p:nvSpPr>
          <p:spPr>
            <a:xfrm>
              <a:off x="10360658" y="2072810"/>
              <a:ext cx="1010297" cy="2985415"/>
            </a:xfrm>
            <a:custGeom>
              <a:avLst/>
              <a:gdLst>
                <a:gd name="csX0" fmla="*/ 8591 w 1073214"/>
                <a:gd name="csY0" fmla="*/ 444137 h 3082834"/>
                <a:gd name="csX1" fmla="*/ 2060 w 1073214"/>
                <a:gd name="csY1" fmla="*/ 411480 h 3082834"/>
                <a:gd name="csX2" fmla="*/ 60843 w 1073214"/>
                <a:gd name="csY2" fmla="*/ 372291 h 3082834"/>
                <a:gd name="csX3" fmla="*/ 132688 w 1073214"/>
                <a:gd name="csY3" fmla="*/ 326571 h 3082834"/>
                <a:gd name="csX4" fmla="*/ 145751 w 1073214"/>
                <a:gd name="csY4" fmla="*/ 306977 h 3082834"/>
                <a:gd name="csX5" fmla="*/ 165346 w 1073214"/>
                <a:gd name="csY5" fmla="*/ 241663 h 3082834"/>
                <a:gd name="csX6" fmla="*/ 191471 w 1073214"/>
                <a:gd name="csY6" fmla="*/ 176349 h 3082834"/>
                <a:gd name="csX7" fmla="*/ 198003 w 1073214"/>
                <a:gd name="csY7" fmla="*/ 137160 h 3082834"/>
                <a:gd name="csX8" fmla="*/ 204534 w 1073214"/>
                <a:gd name="csY8" fmla="*/ 91440 h 3082834"/>
                <a:gd name="csX9" fmla="*/ 211066 w 1073214"/>
                <a:gd name="csY9" fmla="*/ 65314 h 3082834"/>
                <a:gd name="csX10" fmla="*/ 335163 w 1073214"/>
                <a:gd name="csY10" fmla="*/ 13063 h 3082834"/>
                <a:gd name="csX11" fmla="*/ 452728 w 1073214"/>
                <a:gd name="csY11" fmla="*/ 0 h 3082834"/>
                <a:gd name="csX12" fmla="*/ 720517 w 1073214"/>
                <a:gd name="csY12" fmla="*/ 19594 h 3082834"/>
                <a:gd name="csX13" fmla="*/ 779300 w 1073214"/>
                <a:gd name="csY13" fmla="*/ 52251 h 3082834"/>
                <a:gd name="csX14" fmla="*/ 844614 w 1073214"/>
                <a:gd name="csY14" fmla="*/ 84909 h 3082834"/>
                <a:gd name="csX15" fmla="*/ 864208 w 1073214"/>
                <a:gd name="csY15" fmla="*/ 111034 h 3082834"/>
                <a:gd name="csX16" fmla="*/ 877271 w 1073214"/>
                <a:gd name="csY16" fmla="*/ 137160 h 3082834"/>
                <a:gd name="csX17" fmla="*/ 936054 w 1073214"/>
                <a:gd name="csY17" fmla="*/ 195943 h 3082834"/>
                <a:gd name="csX18" fmla="*/ 988306 w 1073214"/>
                <a:gd name="csY18" fmla="*/ 254726 h 3082834"/>
                <a:gd name="csX19" fmla="*/ 1007900 w 1073214"/>
                <a:gd name="csY19" fmla="*/ 339634 h 3082834"/>
                <a:gd name="csX20" fmla="*/ 1027494 w 1073214"/>
                <a:gd name="csY20" fmla="*/ 391886 h 3082834"/>
                <a:gd name="csX21" fmla="*/ 1034026 w 1073214"/>
                <a:gd name="csY21" fmla="*/ 470263 h 3082834"/>
                <a:gd name="csX22" fmla="*/ 1073214 w 1073214"/>
                <a:gd name="csY22" fmla="*/ 620486 h 3082834"/>
                <a:gd name="csX23" fmla="*/ 1040557 w 1073214"/>
                <a:gd name="csY23" fmla="*/ 777240 h 3082834"/>
                <a:gd name="csX24" fmla="*/ 1053620 w 1073214"/>
                <a:gd name="csY24" fmla="*/ 920931 h 3082834"/>
                <a:gd name="csX25" fmla="*/ 1060151 w 1073214"/>
                <a:gd name="csY25" fmla="*/ 1489166 h 3082834"/>
                <a:gd name="csX26" fmla="*/ 1034026 w 1073214"/>
                <a:gd name="csY26" fmla="*/ 2037806 h 3082834"/>
                <a:gd name="csX27" fmla="*/ 1027494 w 1073214"/>
                <a:gd name="csY27" fmla="*/ 2142309 h 3082834"/>
                <a:gd name="csX28" fmla="*/ 1020963 w 1073214"/>
                <a:gd name="csY28" fmla="*/ 2194560 h 3082834"/>
                <a:gd name="csX29" fmla="*/ 1001368 w 1073214"/>
                <a:gd name="csY29" fmla="*/ 2475411 h 3082834"/>
                <a:gd name="csX30" fmla="*/ 955648 w 1073214"/>
                <a:gd name="csY30" fmla="*/ 2619103 h 3082834"/>
                <a:gd name="csX31" fmla="*/ 903397 w 1073214"/>
                <a:gd name="csY31" fmla="*/ 2625634 h 3082834"/>
                <a:gd name="csX32" fmla="*/ 831551 w 1073214"/>
                <a:gd name="csY32" fmla="*/ 2664823 h 3082834"/>
                <a:gd name="csX33" fmla="*/ 792363 w 1073214"/>
                <a:gd name="csY33" fmla="*/ 2690949 h 3082834"/>
                <a:gd name="csX34" fmla="*/ 740111 w 1073214"/>
                <a:gd name="csY34" fmla="*/ 2880360 h 3082834"/>
                <a:gd name="csX35" fmla="*/ 707454 w 1073214"/>
                <a:gd name="csY35" fmla="*/ 2965269 h 3082834"/>
                <a:gd name="csX36" fmla="*/ 668266 w 1073214"/>
                <a:gd name="csY36" fmla="*/ 3010989 h 3082834"/>
                <a:gd name="csX37" fmla="*/ 655203 w 1073214"/>
                <a:gd name="csY37" fmla="*/ 3030583 h 3082834"/>
                <a:gd name="csX38" fmla="*/ 491917 w 1073214"/>
                <a:gd name="csY38" fmla="*/ 3082834 h 3082834"/>
                <a:gd name="csX39" fmla="*/ 348226 w 1073214"/>
                <a:gd name="csY39" fmla="*/ 3050177 h 3082834"/>
                <a:gd name="csX40" fmla="*/ 322100 w 1073214"/>
                <a:gd name="csY40" fmla="*/ 3010989 h 3082834"/>
                <a:gd name="csX41" fmla="*/ 295974 w 1073214"/>
                <a:gd name="csY41" fmla="*/ 2952206 h 3082834"/>
                <a:gd name="csX42" fmla="*/ 256786 w 1073214"/>
                <a:gd name="csY42" fmla="*/ 2893423 h 3082834"/>
                <a:gd name="csX43" fmla="*/ 224128 w 1073214"/>
                <a:gd name="csY43" fmla="*/ 2801983 h 3082834"/>
                <a:gd name="csX44" fmla="*/ 198003 w 1073214"/>
                <a:gd name="csY44" fmla="*/ 2684417 h 3082834"/>
                <a:gd name="csX45" fmla="*/ 171877 w 1073214"/>
                <a:gd name="csY45" fmla="*/ 2651760 h 3082834"/>
                <a:gd name="csX46" fmla="*/ 152283 w 1073214"/>
                <a:gd name="csY46" fmla="*/ 2586446 h 3082834"/>
                <a:gd name="csX47" fmla="*/ 126157 w 1073214"/>
                <a:gd name="csY47" fmla="*/ 2488474 h 3082834"/>
                <a:gd name="csX48" fmla="*/ 113094 w 1073214"/>
                <a:gd name="csY48" fmla="*/ 2455817 h 3082834"/>
                <a:gd name="csX49" fmla="*/ 100031 w 1073214"/>
                <a:gd name="csY49" fmla="*/ 2318657 h 3082834"/>
                <a:gd name="csX0" fmla="*/ 8591 w 1073214"/>
                <a:gd name="csY0" fmla="*/ 444137 h 3082834"/>
                <a:gd name="csX1" fmla="*/ 2060 w 1073214"/>
                <a:gd name="csY1" fmla="*/ 411480 h 3082834"/>
                <a:gd name="csX2" fmla="*/ 60843 w 1073214"/>
                <a:gd name="csY2" fmla="*/ 372291 h 3082834"/>
                <a:gd name="csX3" fmla="*/ 132688 w 1073214"/>
                <a:gd name="csY3" fmla="*/ 326571 h 3082834"/>
                <a:gd name="csX4" fmla="*/ 145751 w 1073214"/>
                <a:gd name="csY4" fmla="*/ 306977 h 3082834"/>
                <a:gd name="csX5" fmla="*/ 165346 w 1073214"/>
                <a:gd name="csY5" fmla="*/ 241663 h 3082834"/>
                <a:gd name="csX6" fmla="*/ 191471 w 1073214"/>
                <a:gd name="csY6" fmla="*/ 176349 h 3082834"/>
                <a:gd name="csX7" fmla="*/ 198003 w 1073214"/>
                <a:gd name="csY7" fmla="*/ 137160 h 3082834"/>
                <a:gd name="csX8" fmla="*/ 204534 w 1073214"/>
                <a:gd name="csY8" fmla="*/ 91440 h 3082834"/>
                <a:gd name="csX9" fmla="*/ 211066 w 1073214"/>
                <a:gd name="csY9" fmla="*/ 65314 h 3082834"/>
                <a:gd name="csX10" fmla="*/ 335163 w 1073214"/>
                <a:gd name="csY10" fmla="*/ 13063 h 3082834"/>
                <a:gd name="csX11" fmla="*/ 452728 w 1073214"/>
                <a:gd name="csY11" fmla="*/ 0 h 3082834"/>
                <a:gd name="csX12" fmla="*/ 720517 w 1073214"/>
                <a:gd name="csY12" fmla="*/ 19594 h 3082834"/>
                <a:gd name="csX13" fmla="*/ 779300 w 1073214"/>
                <a:gd name="csY13" fmla="*/ 52251 h 3082834"/>
                <a:gd name="csX14" fmla="*/ 844614 w 1073214"/>
                <a:gd name="csY14" fmla="*/ 84909 h 3082834"/>
                <a:gd name="csX15" fmla="*/ 864208 w 1073214"/>
                <a:gd name="csY15" fmla="*/ 111034 h 3082834"/>
                <a:gd name="csX16" fmla="*/ 877271 w 1073214"/>
                <a:gd name="csY16" fmla="*/ 137160 h 3082834"/>
                <a:gd name="csX17" fmla="*/ 936054 w 1073214"/>
                <a:gd name="csY17" fmla="*/ 195943 h 3082834"/>
                <a:gd name="csX18" fmla="*/ 988306 w 1073214"/>
                <a:gd name="csY18" fmla="*/ 254726 h 3082834"/>
                <a:gd name="csX19" fmla="*/ 1007900 w 1073214"/>
                <a:gd name="csY19" fmla="*/ 339634 h 3082834"/>
                <a:gd name="csX20" fmla="*/ 1027494 w 1073214"/>
                <a:gd name="csY20" fmla="*/ 391886 h 3082834"/>
                <a:gd name="csX21" fmla="*/ 1034026 w 1073214"/>
                <a:gd name="csY21" fmla="*/ 470263 h 3082834"/>
                <a:gd name="csX22" fmla="*/ 1073214 w 1073214"/>
                <a:gd name="csY22" fmla="*/ 620486 h 3082834"/>
                <a:gd name="csX23" fmla="*/ 1040557 w 1073214"/>
                <a:gd name="csY23" fmla="*/ 777240 h 3082834"/>
                <a:gd name="csX24" fmla="*/ 1053620 w 1073214"/>
                <a:gd name="csY24" fmla="*/ 920931 h 3082834"/>
                <a:gd name="csX25" fmla="*/ 1060151 w 1073214"/>
                <a:gd name="csY25" fmla="*/ 1489166 h 3082834"/>
                <a:gd name="csX26" fmla="*/ 1034026 w 1073214"/>
                <a:gd name="csY26" fmla="*/ 2037806 h 3082834"/>
                <a:gd name="csX27" fmla="*/ 1027494 w 1073214"/>
                <a:gd name="csY27" fmla="*/ 2142309 h 3082834"/>
                <a:gd name="csX28" fmla="*/ 1020963 w 1073214"/>
                <a:gd name="csY28" fmla="*/ 2194560 h 3082834"/>
                <a:gd name="csX29" fmla="*/ 1001368 w 1073214"/>
                <a:gd name="csY29" fmla="*/ 2475411 h 3082834"/>
                <a:gd name="csX30" fmla="*/ 955648 w 1073214"/>
                <a:gd name="csY30" fmla="*/ 2619103 h 3082834"/>
                <a:gd name="csX31" fmla="*/ 903397 w 1073214"/>
                <a:gd name="csY31" fmla="*/ 2625634 h 3082834"/>
                <a:gd name="csX32" fmla="*/ 831551 w 1073214"/>
                <a:gd name="csY32" fmla="*/ 2664823 h 3082834"/>
                <a:gd name="csX33" fmla="*/ 896866 w 1073214"/>
                <a:gd name="csY33" fmla="*/ 2841172 h 3082834"/>
                <a:gd name="csX34" fmla="*/ 740111 w 1073214"/>
                <a:gd name="csY34" fmla="*/ 2880360 h 3082834"/>
                <a:gd name="csX35" fmla="*/ 707454 w 1073214"/>
                <a:gd name="csY35" fmla="*/ 2965269 h 3082834"/>
                <a:gd name="csX36" fmla="*/ 668266 w 1073214"/>
                <a:gd name="csY36" fmla="*/ 3010989 h 3082834"/>
                <a:gd name="csX37" fmla="*/ 655203 w 1073214"/>
                <a:gd name="csY37" fmla="*/ 3030583 h 3082834"/>
                <a:gd name="csX38" fmla="*/ 491917 w 1073214"/>
                <a:gd name="csY38" fmla="*/ 3082834 h 3082834"/>
                <a:gd name="csX39" fmla="*/ 348226 w 1073214"/>
                <a:gd name="csY39" fmla="*/ 3050177 h 3082834"/>
                <a:gd name="csX40" fmla="*/ 322100 w 1073214"/>
                <a:gd name="csY40" fmla="*/ 3010989 h 3082834"/>
                <a:gd name="csX41" fmla="*/ 295974 w 1073214"/>
                <a:gd name="csY41" fmla="*/ 2952206 h 3082834"/>
                <a:gd name="csX42" fmla="*/ 256786 w 1073214"/>
                <a:gd name="csY42" fmla="*/ 2893423 h 3082834"/>
                <a:gd name="csX43" fmla="*/ 224128 w 1073214"/>
                <a:gd name="csY43" fmla="*/ 2801983 h 3082834"/>
                <a:gd name="csX44" fmla="*/ 198003 w 1073214"/>
                <a:gd name="csY44" fmla="*/ 2684417 h 3082834"/>
                <a:gd name="csX45" fmla="*/ 171877 w 1073214"/>
                <a:gd name="csY45" fmla="*/ 2651760 h 3082834"/>
                <a:gd name="csX46" fmla="*/ 152283 w 1073214"/>
                <a:gd name="csY46" fmla="*/ 2586446 h 3082834"/>
                <a:gd name="csX47" fmla="*/ 126157 w 1073214"/>
                <a:gd name="csY47" fmla="*/ 2488474 h 3082834"/>
                <a:gd name="csX48" fmla="*/ 113094 w 1073214"/>
                <a:gd name="csY48" fmla="*/ 2455817 h 3082834"/>
                <a:gd name="csX49" fmla="*/ 100031 w 1073214"/>
                <a:gd name="csY49" fmla="*/ 2318657 h 3082834"/>
                <a:gd name="csX0" fmla="*/ 8591 w 1073214"/>
                <a:gd name="csY0" fmla="*/ 444137 h 3082834"/>
                <a:gd name="csX1" fmla="*/ 2060 w 1073214"/>
                <a:gd name="csY1" fmla="*/ 411480 h 3082834"/>
                <a:gd name="csX2" fmla="*/ 60843 w 1073214"/>
                <a:gd name="csY2" fmla="*/ 372291 h 3082834"/>
                <a:gd name="csX3" fmla="*/ 132688 w 1073214"/>
                <a:gd name="csY3" fmla="*/ 326571 h 3082834"/>
                <a:gd name="csX4" fmla="*/ 145751 w 1073214"/>
                <a:gd name="csY4" fmla="*/ 306977 h 3082834"/>
                <a:gd name="csX5" fmla="*/ 165346 w 1073214"/>
                <a:gd name="csY5" fmla="*/ 241663 h 3082834"/>
                <a:gd name="csX6" fmla="*/ 191471 w 1073214"/>
                <a:gd name="csY6" fmla="*/ 176349 h 3082834"/>
                <a:gd name="csX7" fmla="*/ 198003 w 1073214"/>
                <a:gd name="csY7" fmla="*/ 137160 h 3082834"/>
                <a:gd name="csX8" fmla="*/ 204534 w 1073214"/>
                <a:gd name="csY8" fmla="*/ 91440 h 3082834"/>
                <a:gd name="csX9" fmla="*/ 211066 w 1073214"/>
                <a:gd name="csY9" fmla="*/ 65314 h 3082834"/>
                <a:gd name="csX10" fmla="*/ 335163 w 1073214"/>
                <a:gd name="csY10" fmla="*/ 13063 h 3082834"/>
                <a:gd name="csX11" fmla="*/ 452728 w 1073214"/>
                <a:gd name="csY11" fmla="*/ 0 h 3082834"/>
                <a:gd name="csX12" fmla="*/ 720517 w 1073214"/>
                <a:gd name="csY12" fmla="*/ 19594 h 3082834"/>
                <a:gd name="csX13" fmla="*/ 779300 w 1073214"/>
                <a:gd name="csY13" fmla="*/ 52251 h 3082834"/>
                <a:gd name="csX14" fmla="*/ 844614 w 1073214"/>
                <a:gd name="csY14" fmla="*/ 84909 h 3082834"/>
                <a:gd name="csX15" fmla="*/ 864208 w 1073214"/>
                <a:gd name="csY15" fmla="*/ 111034 h 3082834"/>
                <a:gd name="csX16" fmla="*/ 877271 w 1073214"/>
                <a:gd name="csY16" fmla="*/ 137160 h 3082834"/>
                <a:gd name="csX17" fmla="*/ 936054 w 1073214"/>
                <a:gd name="csY17" fmla="*/ 195943 h 3082834"/>
                <a:gd name="csX18" fmla="*/ 988306 w 1073214"/>
                <a:gd name="csY18" fmla="*/ 254726 h 3082834"/>
                <a:gd name="csX19" fmla="*/ 1007900 w 1073214"/>
                <a:gd name="csY19" fmla="*/ 339634 h 3082834"/>
                <a:gd name="csX20" fmla="*/ 1027494 w 1073214"/>
                <a:gd name="csY20" fmla="*/ 391886 h 3082834"/>
                <a:gd name="csX21" fmla="*/ 1034026 w 1073214"/>
                <a:gd name="csY21" fmla="*/ 470263 h 3082834"/>
                <a:gd name="csX22" fmla="*/ 1073214 w 1073214"/>
                <a:gd name="csY22" fmla="*/ 620486 h 3082834"/>
                <a:gd name="csX23" fmla="*/ 1040557 w 1073214"/>
                <a:gd name="csY23" fmla="*/ 777240 h 3082834"/>
                <a:gd name="csX24" fmla="*/ 1053620 w 1073214"/>
                <a:gd name="csY24" fmla="*/ 920931 h 3082834"/>
                <a:gd name="csX25" fmla="*/ 1060151 w 1073214"/>
                <a:gd name="csY25" fmla="*/ 1489166 h 3082834"/>
                <a:gd name="csX26" fmla="*/ 1034026 w 1073214"/>
                <a:gd name="csY26" fmla="*/ 2037806 h 3082834"/>
                <a:gd name="csX27" fmla="*/ 1027494 w 1073214"/>
                <a:gd name="csY27" fmla="*/ 2142309 h 3082834"/>
                <a:gd name="csX28" fmla="*/ 1020963 w 1073214"/>
                <a:gd name="csY28" fmla="*/ 2194560 h 3082834"/>
                <a:gd name="csX29" fmla="*/ 1001368 w 1073214"/>
                <a:gd name="csY29" fmla="*/ 2475411 h 3082834"/>
                <a:gd name="csX30" fmla="*/ 955648 w 1073214"/>
                <a:gd name="csY30" fmla="*/ 2619103 h 3082834"/>
                <a:gd name="csX31" fmla="*/ 903397 w 1073214"/>
                <a:gd name="csY31" fmla="*/ 2625634 h 3082834"/>
                <a:gd name="csX32" fmla="*/ 831551 w 1073214"/>
                <a:gd name="csY32" fmla="*/ 2664823 h 3082834"/>
                <a:gd name="csX33" fmla="*/ 896866 w 1073214"/>
                <a:gd name="csY33" fmla="*/ 2841172 h 3082834"/>
                <a:gd name="csX34" fmla="*/ 805425 w 1073214"/>
                <a:gd name="csY34" fmla="*/ 2952206 h 3082834"/>
                <a:gd name="csX35" fmla="*/ 707454 w 1073214"/>
                <a:gd name="csY35" fmla="*/ 2965269 h 3082834"/>
                <a:gd name="csX36" fmla="*/ 668266 w 1073214"/>
                <a:gd name="csY36" fmla="*/ 3010989 h 3082834"/>
                <a:gd name="csX37" fmla="*/ 655203 w 1073214"/>
                <a:gd name="csY37" fmla="*/ 3030583 h 3082834"/>
                <a:gd name="csX38" fmla="*/ 491917 w 1073214"/>
                <a:gd name="csY38" fmla="*/ 3082834 h 3082834"/>
                <a:gd name="csX39" fmla="*/ 348226 w 1073214"/>
                <a:gd name="csY39" fmla="*/ 3050177 h 3082834"/>
                <a:gd name="csX40" fmla="*/ 322100 w 1073214"/>
                <a:gd name="csY40" fmla="*/ 3010989 h 3082834"/>
                <a:gd name="csX41" fmla="*/ 295974 w 1073214"/>
                <a:gd name="csY41" fmla="*/ 2952206 h 3082834"/>
                <a:gd name="csX42" fmla="*/ 256786 w 1073214"/>
                <a:gd name="csY42" fmla="*/ 2893423 h 3082834"/>
                <a:gd name="csX43" fmla="*/ 224128 w 1073214"/>
                <a:gd name="csY43" fmla="*/ 2801983 h 3082834"/>
                <a:gd name="csX44" fmla="*/ 198003 w 1073214"/>
                <a:gd name="csY44" fmla="*/ 2684417 h 3082834"/>
                <a:gd name="csX45" fmla="*/ 171877 w 1073214"/>
                <a:gd name="csY45" fmla="*/ 2651760 h 3082834"/>
                <a:gd name="csX46" fmla="*/ 152283 w 1073214"/>
                <a:gd name="csY46" fmla="*/ 2586446 h 3082834"/>
                <a:gd name="csX47" fmla="*/ 126157 w 1073214"/>
                <a:gd name="csY47" fmla="*/ 2488474 h 3082834"/>
                <a:gd name="csX48" fmla="*/ 113094 w 1073214"/>
                <a:gd name="csY48" fmla="*/ 2455817 h 3082834"/>
                <a:gd name="csX49" fmla="*/ 100031 w 1073214"/>
                <a:gd name="csY49" fmla="*/ 2318657 h 3082834"/>
                <a:gd name="csX0" fmla="*/ 8591 w 1073214"/>
                <a:gd name="csY0" fmla="*/ 444137 h 3082834"/>
                <a:gd name="csX1" fmla="*/ 2060 w 1073214"/>
                <a:gd name="csY1" fmla="*/ 411480 h 3082834"/>
                <a:gd name="csX2" fmla="*/ 60843 w 1073214"/>
                <a:gd name="csY2" fmla="*/ 372291 h 3082834"/>
                <a:gd name="csX3" fmla="*/ 132688 w 1073214"/>
                <a:gd name="csY3" fmla="*/ 326571 h 3082834"/>
                <a:gd name="csX4" fmla="*/ 145751 w 1073214"/>
                <a:gd name="csY4" fmla="*/ 306977 h 3082834"/>
                <a:gd name="csX5" fmla="*/ 165346 w 1073214"/>
                <a:gd name="csY5" fmla="*/ 241663 h 3082834"/>
                <a:gd name="csX6" fmla="*/ 191471 w 1073214"/>
                <a:gd name="csY6" fmla="*/ 176349 h 3082834"/>
                <a:gd name="csX7" fmla="*/ 198003 w 1073214"/>
                <a:gd name="csY7" fmla="*/ 137160 h 3082834"/>
                <a:gd name="csX8" fmla="*/ 204534 w 1073214"/>
                <a:gd name="csY8" fmla="*/ 91440 h 3082834"/>
                <a:gd name="csX9" fmla="*/ 211066 w 1073214"/>
                <a:gd name="csY9" fmla="*/ 65314 h 3082834"/>
                <a:gd name="csX10" fmla="*/ 335163 w 1073214"/>
                <a:gd name="csY10" fmla="*/ 13063 h 3082834"/>
                <a:gd name="csX11" fmla="*/ 452728 w 1073214"/>
                <a:gd name="csY11" fmla="*/ 0 h 3082834"/>
                <a:gd name="csX12" fmla="*/ 720517 w 1073214"/>
                <a:gd name="csY12" fmla="*/ 19594 h 3082834"/>
                <a:gd name="csX13" fmla="*/ 779300 w 1073214"/>
                <a:gd name="csY13" fmla="*/ 52251 h 3082834"/>
                <a:gd name="csX14" fmla="*/ 844614 w 1073214"/>
                <a:gd name="csY14" fmla="*/ 84909 h 3082834"/>
                <a:gd name="csX15" fmla="*/ 864208 w 1073214"/>
                <a:gd name="csY15" fmla="*/ 111034 h 3082834"/>
                <a:gd name="csX16" fmla="*/ 877271 w 1073214"/>
                <a:gd name="csY16" fmla="*/ 137160 h 3082834"/>
                <a:gd name="csX17" fmla="*/ 936054 w 1073214"/>
                <a:gd name="csY17" fmla="*/ 195943 h 3082834"/>
                <a:gd name="csX18" fmla="*/ 988306 w 1073214"/>
                <a:gd name="csY18" fmla="*/ 254726 h 3082834"/>
                <a:gd name="csX19" fmla="*/ 1007900 w 1073214"/>
                <a:gd name="csY19" fmla="*/ 339634 h 3082834"/>
                <a:gd name="csX20" fmla="*/ 1027494 w 1073214"/>
                <a:gd name="csY20" fmla="*/ 391886 h 3082834"/>
                <a:gd name="csX21" fmla="*/ 1034026 w 1073214"/>
                <a:gd name="csY21" fmla="*/ 470263 h 3082834"/>
                <a:gd name="csX22" fmla="*/ 1073214 w 1073214"/>
                <a:gd name="csY22" fmla="*/ 620486 h 3082834"/>
                <a:gd name="csX23" fmla="*/ 1040557 w 1073214"/>
                <a:gd name="csY23" fmla="*/ 777240 h 3082834"/>
                <a:gd name="csX24" fmla="*/ 1053620 w 1073214"/>
                <a:gd name="csY24" fmla="*/ 920931 h 3082834"/>
                <a:gd name="csX25" fmla="*/ 1060151 w 1073214"/>
                <a:gd name="csY25" fmla="*/ 1489166 h 3082834"/>
                <a:gd name="csX26" fmla="*/ 1034026 w 1073214"/>
                <a:gd name="csY26" fmla="*/ 2037806 h 3082834"/>
                <a:gd name="csX27" fmla="*/ 1027494 w 1073214"/>
                <a:gd name="csY27" fmla="*/ 2142309 h 3082834"/>
                <a:gd name="csX28" fmla="*/ 1020963 w 1073214"/>
                <a:gd name="csY28" fmla="*/ 2194560 h 3082834"/>
                <a:gd name="csX29" fmla="*/ 1001368 w 1073214"/>
                <a:gd name="csY29" fmla="*/ 2475411 h 3082834"/>
                <a:gd name="csX30" fmla="*/ 955648 w 1073214"/>
                <a:gd name="csY30" fmla="*/ 2619103 h 3082834"/>
                <a:gd name="csX31" fmla="*/ 903397 w 1073214"/>
                <a:gd name="csY31" fmla="*/ 2625634 h 3082834"/>
                <a:gd name="csX32" fmla="*/ 831551 w 1073214"/>
                <a:gd name="csY32" fmla="*/ 2664823 h 3082834"/>
                <a:gd name="csX33" fmla="*/ 896866 w 1073214"/>
                <a:gd name="csY33" fmla="*/ 2841172 h 3082834"/>
                <a:gd name="csX34" fmla="*/ 805425 w 1073214"/>
                <a:gd name="csY34" fmla="*/ 2952206 h 3082834"/>
                <a:gd name="csX35" fmla="*/ 727049 w 1073214"/>
                <a:gd name="csY35" fmla="*/ 2984864 h 3082834"/>
                <a:gd name="csX36" fmla="*/ 668266 w 1073214"/>
                <a:gd name="csY36" fmla="*/ 3010989 h 3082834"/>
                <a:gd name="csX37" fmla="*/ 655203 w 1073214"/>
                <a:gd name="csY37" fmla="*/ 3030583 h 3082834"/>
                <a:gd name="csX38" fmla="*/ 491917 w 1073214"/>
                <a:gd name="csY38" fmla="*/ 3082834 h 3082834"/>
                <a:gd name="csX39" fmla="*/ 348226 w 1073214"/>
                <a:gd name="csY39" fmla="*/ 3050177 h 3082834"/>
                <a:gd name="csX40" fmla="*/ 322100 w 1073214"/>
                <a:gd name="csY40" fmla="*/ 3010989 h 3082834"/>
                <a:gd name="csX41" fmla="*/ 295974 w 1073214"/>
                <a:gd name="csY41" fmla="*/ 2952206 h 3082834"/>
                <a:gd name="csX42" fmla="*/ 256786 w 1073214"/>
                <a:gd name="csY42" fmla="*/ 2893423 h 3082834"/>
                <a:gd name="csX43" fmla="*/ 224128 w 1073214"/>
                <a:gd name="csY43" fmla="*/ 2801983 h 3082834"/>
                <a:gd name="csX44" fmla="*/ 198003 w 1073214"/>
                <a:gd name="csY44" fmla="*/ 2684417 h 3082834"/>
                <a:gd name="csX45" fmla="*/ 171877 w 1073214"/>
                <a:gd name="csY45" fmla="*/ 2651760 h 3082834"/>
                <a:gd name="csX46" fmla="*/ 152283 w 1073214"/>
                <a:gd name="csY46" fmla="*/ 2586446 h 3082834"/>
                <a:gd name="csX47" fmla="*/ 126157 w 1073214"/>
                <a:gd name="csY47" fmla="*/ 2488474 h 3082834"/>
                <a:gd name="csX48" fmla="*/ 113094 w 1073214"/>
                <a:gd name="csY48" fmla="*/ 2455817 h 3082834"/>
                <a:gd name="csX49" fmla="*/ 100031 w 1073214"/>
                <a:gd name="csY49" fmla="*/ 2318657 h 3082834"/>
                <a:gd name="csX0" fmla="*/ 8591 w 1073214"/>
                <a:gd name="csY0" fmla="*/ 444137 h 3082834"/>
                <a:gd name="csX1" fmla="*/ 2060 w 1073214"/>
                <a:gd name="csY1" fmla="*/ 411480 h 3082834"/>
                <a:gd name="csX2" fmla="*/ 60843 w 1073214"/>
                <a:gd name="csY2" fmla="*/ 372291 h 3082834"/>
                <a:gd name="csX3" fmla="*/ 132688 w 1073214"/>
                <a:gd name="csY3" fmla="*/ 326571 h 3082834"/>
                <a:gd name="csX4" fmla="*/ 145751 w 1073214"/>
                <a:gd name="csY4" fmla="*/ 306977 h 3082834"/>
                <a:gd name="csX5" fmla="*/ 165346 w 1073214"/>
                <a:gd name="csY5" fmla="*/ 241663 h 3082834"/>
                <a:gd name="csX6" fmla="*/ 191471 w 1073214"/>
                <a:gd name="csY6" fmla="*/ 176349 h 3082834"/>
                <a:gd name="csX7" fmla="*/ 198003 w 1073214"/>
                <a:gd name="csY7" fmla="*/ 137160 h 3082834"/>
                <a:gd name="csX8" fmla="*/ 204534 w 1073214"/>
                <a:gd name="csY8" fmla="*/ 91440 h 3082834"/>
                <a:gd name="csX9" fmla="*/ 211066 w 1073214"/>
                <a:gd name="csY9" fmla="*/ 65314 h 3082834"/>
                <a:gd name="csX10" fmla="*/ 335163 w 1073214"/>
                <a:gd name="csY10" fmla="*/ 13063 h 3082834"/>
                <a:gd name="csX11" fmla="*/ 452728 w 1073214"/>
                <a:gd name="csY11" fmla="*/ 0 h 3082834"/>
                <a:gd name="csX12" fmla="*/ 720517 w 1073214"/>
                <a:gd name="csY12" fmla="*/ 19594 h 3082834"/>
                <a:gd name="csX13" fmla="*/ 779300 w 1073214"/>
                <a:gd name="csY13" fmla="*/ 52251 h 3082834"/>
                <a:gd name="csX14" fmla="*/ 844614 w 1073214"/>
                <a:gd name="csY14" fmla="*/ 84909 h 3082834"/>
                <a:gd name="csX15" fmla="*/ 864208 w 1073214"/>
                <a:gd name="csY15" fmla="*/ 111034 h 3082834"/>
                <a:gd name="csX16" fmla="*/ 877271 w 1073214"/>
                <a:gd name="csY16" fmla="*/ 137160 h 3082834"/>
                <a:gd name="csX17" fmla="*/ 936054 w 1073214"/>
                <a:gd name="csY17" fmla="*/ 195943 h 3082834"/>
                <a:gd name="csX18" fmla="*/ 988306 w 1073214"/>
                <a:gd name="csY18" fmla="*/ 254726 h 3082834"/>
                <a:gd name="csX19" fmla="*/ 1007900 w 1073214"/>
                <a:gd name="csY19" fmla="*/ 339634 h 3082834"/>
                <a:gd name="csX20" fmla="*/ 1027494 w 1073214"/>
                <a:gd name="csY20" fmla="*/ 391886 h 3082834"/>
                <a:gd name="csX21" fmla="*/ 1034026 w 1073214"/>
                <a:gd name="csY21" fmla="*/ 470263 h 3082834"/>
                <a:gd name="csX22" fmla="*/ 1073214 w 1073214"/>
                <a:gd name="csY22" fmla="*/ 620486 h 3082834"/>
                <a:gd name="csX23" fmla="*/ 1040557 w 1073214"/>
                <a:gd name="csY23" fmla="*/ 777240 h 3082834"/>
                <a:gd name="csX24" fmla="*/ 1053620 w 1073214"/>
                <a:gd name="csY24" fmla="*/ 920931 h 3082834"/>
                <a:gd name="csX25" fmla="*/ 1060151 w 1073214"/>
                <a:gd name="csY25" fmla="*/ 1489166 h 3082834"/>
                <a:gd name="csX26" fmla="*/ 1034026 w 1073214"/>
                <a:gd name="csY26" fmla="*/ 2037806 h 3082834"/>
                <a:gd name="csX27" fmla="*/ 1027494 w 1073214"/>
                <a:gd name="csY27" fmla="*/ 2142309 h 3082834"/>
                <a:gd name="csX28" fmla="*/ 1020963 w 1073214"/>
                <a:gd name="csY28" fmla="*/ 2194560 h 3082834"/>
                <a:gd name="csX29" fmla="*/ 1001368 w 1073214"/>
                <a:gd name="csY29" fmla="*/ 2475411 h 3082834"/>
                <a:gd name="csX30" fmla="*/ 955648 w 1073214"/>
                <a:gd name="csY30" fmla="*/ 2619103 h 3082834"/>
                <a:gd name="csX31" fmla="*/ 903397 w 1073214"/>
                <a:gd name="csY31" fmla="*/ 2625634 h 3082834"/>
                <a:gd name="csX32" fmla="*/ 922991 w 1073214"/>
                <a:gd name="csY32" fmla="*/ 2697480 h 3082834"/>
                <a:gd name="csX33" fmla="*/ 896866 w 1073214"/>
                <a:gd name="csY33" fmla="*/ 2841172 h 3082834"/>
                <a:gd name="csX34" fmla="*/ 805425 w 1073214"/>
                <a:gd name="csY34" fmla="*/ 2952206 h 3082834"/>
                <a:gd name="csX35" fmla="*/ 727049 w 1073214"/>
                <a:gd name="csY35" fmla="*/ 2984864 h 3082834"/>
                <a:gd name="csX36" fmla="*/ 668266 w 1073214"/>
                <a:gd name="csY36" fmla="*/ 3010989 h 3082834"/>
                <a:gd name="csX37" fmla="*/ 655203 w 1073214"/>
                <a:gd name="csY37" fmla="*/ 3030583 h 3082834"/>
                <a:gd name="csX38" fmla="*/ 491917 w 1073214"/>
                <a:gd name="csY38" fmla="*/ 3082834 h 3082834"/>
                <a:gd name="csX39" fmla="*/ 348226 w 1073214"/>
                <a:gd name="csY39" fmla="*/ 3050177 h 3082834"/>
                <a:gd name="csX40" fmla="*/ 322100 w 1073214"/>
                <a:gd name="csY40" fmla="*/ 3010989 h 3082834"/>
                <a:gd name="csX41" fmla="*/ 295974 w 1073214"/>
                <a:gd name="csY41" fmla="*/ 2952206 h 3082834"/>
                <a:gd name="csX42" fmla="*/ 256786 w 1073214"/>
                <a:gd name="csY42" fmla="*/ 2893423 h 3082834"/>
                <a:gd name="csX43" fmla="*/ 224128 w 1073214"/>
                <a:gd name="csY43" fmla="*/ 2801983 h 3082834"/>
                <a:gd name="csX44" fmla="*/ 198003 w 1073214"/>
                <a:gd name="csY44" fmla="*/ 2684417 h 3082834"/>
                <a:gd name="csX45" fmla="*/ 171877 w 1073214"/>
                <a:gd name="csY45" fmla="*/ 2651760 h 3082834"/>
                <a:gd name="csX46" fmla="*/ 152283 w 1073214"/>
                <a:gd name="csY46" fmla="*/ 2586446 h 3082834"/>
                <a:gd name="csX47" fmla="*/ 126157 w 1073214"/>
                <a:gd name="csY47" fmla="*/ 2488474 h 3082834"/>
                <a:gd name="csX48" fmla="*/ 113094 w 1073214"/>
                <a:gd name="csY48" fmla="*/ 2455817 h 3082834"/>
                <a:gd name="csX49" fmla="*/ 100031 w 1073214"/>
                <a:gd name="csY49" fmla="*/ 2318657 h 3082834"/>
                <a:gd name="csX0" fmla="*/ 8591 w 1073214"/>
                <a:gd name="csY0" fmla="*/ 444137 h 3082834"/>
                <a:gd name="csX1" fmla="*/ 2060 w 1073214"/>
                <a:gd name="csY1" fmla="*/ 411480 h 3082834"/>
                <a:gd name="csX2" fmla="*/ 60843 w 1073214"/>
                <a:gd name="csY2" fmla="*/ 372291 h 3082834"/>
                <a:gd name="csX3" fmla="*/ 132688 w 1073214"/>
                <a:gd name="csY3" fmla="*/ 326571 h 3082834"/>
                <a:gd name="csX4" fmla="*/ 145751 w 1073214"/>
                <a:gd name="csY4" fmla="*/ 306977 h 3082834"/>
                <a:gd name="csX5" fmla="*/ 165346 w 1073214"/>
                <a:gd name="csY5" fmla="*/ 241663 h 3082834"/>
                <a:gd name="csX6" fmla="*/ 191471 w 1073214"/>
                <a:gd name="csY6" fmla="*/ 176349 h 3082834"/>
                <a:gd name="csX7" fmla="*/ 198003 w 1073214"/>
                <a:gd name="csY7" fmla="*/ 137160 h 3082834"/>
                <a:gd name="csX8" fmla="*/ 204534 w 1073214"/>
                <a:gd name="csY8" fmla="*/ 91440 h 3082834"/>
                <a:gd name="csX9" fmla="*/ 211066 w 1073214"/>
                <a:gd name="csY9" fmla="*/ 65314 h 3082834"/>
                <a:gd name="csX10" fmla="*/ 335163 w 1073214"/>
                <a:gd name="csY10" fmla="*/ 13063 h 3082834"/>
                <a:gd name="csX11" fmla="*/ 452728 w 1073214"/>
                <a:gd name="csY11" fmla="*/ 0 h 3082834"/>
                <a:gd name="csX12" fmla="*/ 720517 w 1073214"/>
                <a:gd name="csY12" fmla="*/ 19594 h 3082834"/>
                <a:gd name="csX13" fmla="*/ 779300 w 1073214"/>
                <a:gd name="csY13" fmla="*/ 52251 h 3082834"/>
                <a:gd name="csX14" fmla="*/ 844614 w 1073214"/>
                <a:gd name="csY14" fmla="*/ 84909 h 3082834"/>
                <a:gd name="csX15" fmla="*/ 864208 w 1073214"/>
                <a:gd name="csY15" fmla="*/ 111034 h 3082834"/>
                <a:gd name="csX16" fmla="*/ 877271 w 1073214"/>
                <a:gd name="csY16" fmla="*/ 137160 h 3082834"/>
                <a:gd name="csX17" fmla="*/ 936054 w 1073214"/>
                <a:gd name="csY17" fmla="*/ 195943 h 3082834"/>
                <a:gd name="csX18" fmla="*/ 988306 w 1073214"/>
                <a:gd name="csY18" fmla="*/ 254726 h 3082834"/>
                <a:gd name="csX19" fmla="*/ 1007900 w 1073214"/>
                <a:gd name="csY19" fmla="*/ 339634 h 3082834"/>
                <a:gd name="csX20" fmla="*/ 1027494 w 1073214"/>
                <a:gd name="csY20" fmla="*/ 391886 h 3082834"/>
                <a:gd name="csX21" fmla="*/ 1034026 w 1073214"/>
                <a:gd name="csY21" fmla="*/ 470263 h 3082834"/>
                <a:gd name="csX22" fmla="*/ 1073214 w 1073214"/>
                <a:gd name="csY22" fmla="*/ 620486 h 3082834"/>
                <a:gd name="csX23" fmla="*/ 1040557 w 1073214"/>
                <a:gd name="csY23" fmla="*/ 777240 h 3082834"/>
                <a:gd name="csX24" fmla="*/ 1053620 w 1073214"/>
                <a:gd name="csY24" fmla="*/ 920931 h 3082834"/>
                <a:gd name="csX25" fmla="*/ 1060151 w 1073214"/>
                <a:gd name="csY25" fmla="*/ 1489166 h 3082834"/>
                <a:gd name="csX26" fmla="*/ 1034026 w 1073214"/>
                <a:gd name="csY26" fmla="*/ 2037806 h 3082834"/>
                <a:gd name="csX27" fmla="*/ 1027494 w 1073214"/>
                <a:gd name="csY27" fmla="*/ 2142309 h 3082834"/>
                <a:gd name="csX28" fmla="*/ 1020963 w 1073214"/>
                <a:gd name="csY28" fmla="*/ 2194560 h 3082834"/>
                <a:gd name="csX29" fmla="*/ 1001368 w 1073214"/>
                <a:gd name="csY29" fmla="*/ 2475411 h 3082834"/>
                <a:gd name="csX30" fmla="*/ 955648 w 1073214"/>
                <a:gd name="csY30" fmla="*/ 2619103 h 3082834"/>
                <a:gd name="csX31" fmla="*/ 942586 w 1073214"/>
                <a:gd name="csY31" fmla="*/ 2671354 h 3082834"/>
                <a:gd name="csX32" fmla="*/ 922991 w 1073214"/>
                <a:gd name="csY32" fmla="*/ 2697480 h 3082834"/>
                <a:gd name="csX33" fmla="*/ 896866 w 1073214"/>
                <a:gd name="csY33" fmla="*/ 2841172 h 3082834"/>
                <a:gd name="csX34" fmla="*/ 805425 w 1073214"/>
                <a:gd name="csY34" fmla="*/ 2952206 h 3082834"/>
                <a:gd name="csX35" fmla="*/ 727049 w 1073214"/>
                <a:gd name="csY35" fmla="*/ 2984864 h 3082834"/>
                <a:gd name="csX36" fmla="*/ 668266 w 1073214"/>
                <a:gd name="csY36" fmla="*/ 3010989 h 3082834"/>
                <a:gd name="csX37" fmla="*/ 655203 w 1073214"/>
                <a:gd name="csY37" fmla="*/ 3030583 h 3082834"/>
                <a:gd name="csX38" fmla="*/ 491917 w 1073214"/>
                <a:gd name="csY38" fmla="*/ 3082834 h 3082834"/>
                <a:gd name="csX39" fmla="*/ 348226 w 1073214"/>
                <a:gd name="csY39" fmla="*/ 3050177 h 3082834"/>
                <a:gd name="csX40" fmla="*/ 322100 w 1073214"/>
                <a:gd name="csY40" fmla="*/ 3010989 h 3082834"/>
                <a:gd name="csX41" fmla="*/ 295974 w 1073214"/>
                <a:gd name="csY41" fmla="*/ 2952206 h 3082834"/>
                <a:gd name="csX42" fmla="*/ 256786 w 1073214"/>
                <a:gd name="csY42" fmla="*/ 2893423 h 3082834"/>
                <a:gd name="csX43" fmla="*/ 224128 w 1073214"/>
                <a:gd name="csY43" fmla="*/ 2801983 h 3082834"/>
                <a:gd name="csX44" fmla="*/ 198003 w 1073214"/>
                <a:gd name="csY44" fmla="*/ 2684417 h 3082834"/>
                <a:gd name="csX45" fmla="*/ 171877 w 1073214"/>
                <a:gd name="csY45" fmla="*/ 2651760 h 3082834"/>
                <a:gd name="csX46" fmla="*/ 152283 w 1073214"/>
                <a:gd name="csY46" fmla="*/ 2586446 h 3082834"/>
                <a:gd name="csX47" fmla="*/ 126157 w 1073214"/>
                <a:gd name="csY47" fmla="*/ 2488474 h 3082834"/>
                <a:gd name="csX48" fmla="*/ 113094 w 1073214"/>
                <a:gd name="csY48" fmla="*/ 2455817 h 3082834"/>
                <a:gd name="csX49" fmla="*/ 100031 w 1073214"/>
                <a:gd name="csY49" fmla="*/ 2318657 h 3082834"/>
                <a:gd name="csX0" fmla="*/ 8591 w 1073214"/>
                <a:gd name="csY0" fmla="*/ 444137 h 3082834"/>
                <a:gd name="csX1" fmla="*/ 2060 w 1073214"/>
                <a:gd name="csY1" fmla="*/ 411480 h 3082834"/>
                <a:gd name="csX2" fmla="*/ 60843 w 1073214"/>
                <a:gd name="csY2" fmla="*/ 372291 h 3082834"/>
                <a:gd name="csX3" fmla="*/ 132688 w 1073214"/>
                <a:gd name="csY3" fmla="*/ 326571 h 3082834"/>
                <a:gd name="csX4" fmla="*/ 145751 w 1073214"/>
                <a:gd name="csY4" fmla="*/ 306977 h 3082834"/>
                <a:gd name="csX5" fmla="*/ 165346 w 1073214"/>
                <a:gd name="csY5" fmla="*/ 241663 h 3082834"/>
                <a:gd name="csX6" fmla="*/ 191471 w 1073214"/>
                <a:gd name="csY6" fmla="*/ 176349 h 3082834"/>
                <a:gd name="csX7" fmla="*/ 198003 w 1073214"/>
                <a:gd name="csY7" fmla="*/ 137160 h 3082834"/>
                <a:gd name="csX8" fmla="*/ 204534 w 1073214"/>
                <a:gd name="csY8" fmla="*/ 91440 h 3082834"/>
                <a:gd name="csX9" fmla="*/ 211066 w 1073214"/>
                <a:gd name="csY9" fmla="*/ 65314 h 3082834"/>
                <a:gd name="csX10" fmla="*/ 335163 w 1073214"/>
                <a:gd name="csY10" fmla="*/ 13063 h 3082834"/>
                <a:gd name="csX11" fmla="*/ 452728 w 1073214"/>
                <a:gd name="csY11" fmla="*/ 0 h 3082834"/>
                <a:gd name="csX12" fmla="*/ 720517 w 1073214"/>
                <a:gd name="csY12" fmla="*/ 19594 h 3082834"/>
                <a:gd name="csX13" fmla="*/ 779300 w 1073214"/>
                <a:gd name="csY13" fmla="*/ 52251 h 3082834"/>
                <a:gd name="csX14" fmla="*/ 844614 w 1073214"/>
                <a:gd name="csY14" fmla="*/ 84909 h 3082834"/>
                <a:gd name="csX15" fmla="*/ 864208 w 1073214"/>
                <a:gd name="csY15" fmla="*/ 111034 h 3082834"/>
                <a:gd name="csX16" fmla="*/ 877271 w 1073214"/>
                <a:gd name="csY16" fmla="*/ 137160 h 3082834"/>
                <a:gd name="csX17" fmla="*/ 936054 w 1073214"/>
                <a:gd name="csY17" fmla="*/ 195943 h 3082834"/>
                <a:gd name="csX18" fmla="*/ 988306 w 1073214"/>
                <a:gd name="csY18" fmla="*/ 254726 h 3082834"/>
                <a:gd name="csX19" fmla="*/ 1007900 w 1073214"/>
                <a:gd name="csY19" fmla="*/ 339634 h 3082834"/>
                <a:gd name="csX20" fmla="*/ 1027494 w 1073214"/>
                <a:gd name="csY20" fmla="*/ 391886 h 3082834"/>
                <a:gd name="csX21" fmla="*/ 1034026 w 1073214"/>
                <a:gd name="csY21" fmla="*/ 470263 h 3082834"/>
                <a:gd name="csX22" fmla="*/ 1073214 w 1073214"/>
                <a:gd name="csY22" fmla="*/ 620486 h 3082834"/>
                <a:gd name="csX23" fmla="*/ 1040557 w 1073214"/>
                <a:gd name="csY23" fmla="*/ 777240 h 3082834"/>
                <a:gd name="csX24" fmla="*/ 1053620 w 1073214"/>
                <a:gd name="csY24" fmla="*/ 920931 h 3082834"/>
                <a:gd name="csX25" fmla="*/ 1060151 w 1073214"/>
                <a:gd name="csY25" fmla="*/ 1489166 h 3082834"/>
                <a:gd name="csX26" fmla="*/ 1034026 w 1073214"/>
                <a:gd name="csY26" fmla="*/ 2037806 h 3082834"/>
                <a:gd name="csX27" fmla="*/ 1027494 w 1073214"/>
                <a:gd name="csY27" fmla="*/ 2142309 h 3082834"/>
                <a:gd name="csX28" fmla="*/ 1020963 w 1073214"/>
                <a:gd name="csY28" fmla="*/ 2194560 h 3082834"/>
                <a:gd name="csX29" fmla="*/ 1001368 w 1073214"/>
                <a:gd name="csY29" fmla="*/ 2475411 h 3082834"/>
                <a:gd name="csX30" fmla="*/ 955648 w 1073214"/>
                <a:gd name="csY30" fmla="*/ 2619103 h 3082834"/>
                <a:gd name="csX31" fmla="*/ 949165 w 1073214"/>
                <a:gd name="csY31" fmla="*/ 2625305 h 3082834"/>
                <a:gd name="csX32" fmla="*/ 922991 w 1073214"/>
                <a:gd name="csY32" fmla="*/ 2697480 h 3082834"/>
                <a:gd name="csX33" fmla="*/ 896866 w 1073214"/>
                <a:gd name="csY33" fmla="*/ 2841172 h 3082834"/>
                <a:gd name="csX34" fmla="*/ 805425 w 1073214"/>
                <a:gd name="csY34" fmla="*/ 2952206 h 3082834"/>
                <a:gd name="csX35" fmla="*/ 727049 w 1073214"/>
                <a:gd name="csY35" fmla="*/ 2984864 h 3082834"/>
                <a:gd name="csX36" fmla="*/ 668266 w 1073214"/>
                <a:gd name="csY36" fmla="*/ 3010989 h 3082834"/>
                <a:gd name="csX37" fmla="*/ 655203 w 1073214"/>
                <a:gd name="csY37" fmla="*/ 3030583 h 3082834"/>
                <a:gd name="csX38" fmla="*/ 491917 w 1073214"/>
                <a:gd name="csY38" fmla="*/ 3082834 h 3082834"/>
                <a:gd name="csX39" fmla="*/ 348226 w 1073214"/>
                <a:gd name="csY39" fmla="*/ 3050177 h 3082834"/>
                <a:gd name="csX40" fmla="*/ 322100 w 1073214"/>
                <a:gd name="csY40" fmla="*/ 3010989 h 3082834"/>
                <a:gd name="csX41" fmla="*/ 295974 w 1073214"/>
                <a:gd name="csY41" fmla="*/ 2952206 h 3082834"/>
                <a:gd name="csX42" fmla="*/ 256786 w 1073214"/>
                <a:gd name="csY42" fmla="*/ 2893423 h 3082834"/>
                <a:gd name="csX43" fmla="*/ 224128 w 1073214"/>
                <a:gd name="csY43" fmla="*/ 2801983 h 3082834"/>
                <a:gd name="csX44" fmla="*/ 198003 w 1073214"/>
                <a:gd name="csY44" fmla="*/ 2684417 h 3082834"/>
                <a:gd name="csX45" fmla="*/ 171877 w 1073214"/>
                <a:gd name="csY45" fmla="*/ 2651760 h 3082834"/>
                <a:gd name="csX46" fmla="*/ 152283 w 1073214"/>
                <a:gd name="csY46" fmla="*/ 2586446 h 3082834"/>
                <a:gd name="csX47" fmla="*/ 126157 w 1073214"/>
                <a:gd name="csY47" fmla="*/ 2488474 h 3082834"/>
                <a:gd name="csX48" fmla="*/ 113094 w 1073214"/>
                <a:gd name="csY48" fmla="*/ 2455817 h 3082834"/>
                <a:gd name="csX49" fmla="*/ 100031 w 1073214"/>
                <a:gd name="csY49" fmla="*/ 2318657 h 3082834"/>
                <a:gd name="csX0" fmla="*/ 8591 w 1073214"/>
                <a:gd name="csY0" fmla="*/ 444137 h 3082834"/>
                <a:gd name="csX1" fmla="*/ 2060 w 1073214"/>
                <a:gd name="csY1" fmla="*/ 411480 h 3082834"/>
                <a:gd name="csX2" fmla="*/ 60843 w 1073214"/>
                <a:gd name="csY2" fmla="*/ 372291 h 3082834"/>
                <a:gd name="csX3" fmla="*/ 132688 w 1073214"/>
                <a:gd name="csY3" fmla="*/ 326571 h 3082834"/>
                <a:gd name="csX4" fmla="*/ 145751 w 1073214"/>
                <a:gd name="csY4" fmla="*/ 306977 h 3082834"/>
                <a:gd name="csX5" fmla="*/ 165346 w 1073214"/>
                <a:gd name="csY5" fmla="*/ 241663 h 3082834"/>
                <a:gd name="csX6" fmla="*/ 191471 w 1073214"/>
                <a:gd name="csY6" fmla="*/ 176349 h 3082834"/>
                <a:gd name="csX7" fmla="*/ 198003 w 1073214"/>
                <a:gd name="csY7" fmla="*/ 137160 h 3082834"/>
                <a:gd name="csX8" fmla="*/ 204534 w 1073214"/>
                <a:gd name="csY8" fmla="*/ 91440 h 3082834"/>
                <a:gd name="csX9" fmla="*/ 211066 w 1073214"/>
                <a:gd name="csY9" fmla="*/ 65314 h 3082834"/>
                <a:gd name="csX10" fmla="*/ 335163 w 1073214"/>
                <a:gd name="csY10" fmla="*/ 13063 h 3082834"/>
                <a:gd name="csX11" fmla="*/ 452728 w 1073214"/>
                <a:gd name="csY11" fmla="*/ 0 h 3082834"/>
                <a:gd name="csX12" fmla="*/ 720517 w 1073214"/>
                <a:gd name="csY12" fmla="*/ 19594 h 3082834"/>
                <a:gd name="csX13" fmla="*/ 779300 w 1073214"/>
                <a:gd name="csY13" fmla="*/ 52251 h 3082834"/>
                <a:gd name="csX14" fmla="*/ 844614 w 1073214"/>
                <a:gd name="csY14" fmla="*/ 84909 h 3082834"/>
                <a:gd name="csX15" fmla="*/ 864208 w 1073214"/>
                <a:gd name="csY15" fmla="*/ 111034 h 3082834"/>
                <a:gd name="csX16" fmla="*/ 877271 w 1073214"/>
                <a:gd name="csY16" fmla="*/ 137160 h 3082834"/>
                <a:gd name="csX17" fmla="*/ 936054 w 1073214"/>
                <a:gd name="csY17" fmla="*/ 195943 h 3082834"/>
                <a:gd name="csX18" fmla="*/ 988306 w 1073214"/>
                <a:gd name="csY18" fmla="*/ 254726 h 3082834"/>
                <a:gd name="csX19" fmla="*/ 1007900 w 1073214"/>
                <a:gd name="csY19" fmla="*/ 339634 h 3082834"/>
                <a:gd name="csX20" fmla="*/ 1027494 w 1073214"/>
                <a:gd name="csY20" fmla="*/ 391886 h 3082834"/>
                <a:gd name="csX21" fmla="*/ 1034026 w 1073214"/>
                <a:gd name="csY21" fmla="*/ 470263 h 3082834"/>
                <a:gd name="csX22" fmla="*/ 1073214 w 1073214"/>
                <a:gd name="csY22" fmla="*/ 620486 h 3082834"/>
                <a:gd name="csX23" fmla="*/ 1040557 w 1073214"/>
                <a:gd name="csY23" fmla="*/ 777240 h 3082834"/>
                <a:gd name="csX24" fmla="*/ 1053620 w 1073214"/>
                <a:gd name="csY24" fmla="*/ 920931 h 3082834"/>
                <a:gd name="csX25" fmla="*/ 1060151 w 1073214"/>
                <a:gd name="csY25" fmla="*/ 1489166 h 3082834"/>
                <a:gd name="csX26" fmla="*/ 1034026 w 1073214"/>
                <a:gd name="csY26" fmla="*/ 2037806 h 3082834"/>
                <a:gd name="csX27" fmla="*/ 1027494 w 1073214"/>
                <a:gd name="csY27" fmla="*/ 2142309 h 3082834"/>
                <a:gd name="csX28" fmla="*/ 1020963 w 1073214"/>
                <a:gd name="csY28" fmla="*/ 2194560 h 3082834"/>
                <a:gd name="csX29" fmla="*/ 1001368 w 1073214"/>
                <a:gd name="csY29" fmla="*/ 2475411 h 3082834"/>
                <a:gd name="csX30" fmla="*/ 955648 w 1073214"/>
                <a:gd name="csY30" fmla="*/ 2619103 h 3082834"/>
                <a:gd name="csX31" fmla="*/ 931622 w 1073214"/>
                <a:gd name="csY31" fmla="*/ 2677932 h 3082834"/>
                <a:gd name="csX32" fmla="*/ 922991 w 1073214"/>
                <a:gd name="csY32" fmla="*/ 2697480 h 3082834"/>
                <a:gd name="csX33" fmla="*/ 896866 w 1073214"/>
                <a:gd name="csY33" fmla="*/ 2841172 h 3082834"/>
                <a:gd name="csX34" fmla="*/ 805425 w 1073214"/>
                <a:gd name="csY34" fmla="*/ 2952206 h 3082834"/>
                <a:gd name="csX35" fmla="*/ 727049 w 1073214"/>
                <a:gd name="csY35" fmla="*/ 2984864 h 3082834"/>
                <a:gd name="csX36" fmla="*/ 668266 w 1073214"/>
                <a:gd name="csY36" fmla="*/ 3010989 h 3082834"/>
                <a:gd name="csX37" fmla="*/ 655203 w 1073214"/>
                <a:gd name="csY37" fmla="*/ 3030583 h 3082834"/>
                <a:gd name="csX38" fmla="*/ 491917 w 1073214"/>
                <a:gd name="csY38" fmla="*/ 3082834 h 3082834"/>
                <a:gd name="csX39" fmla="*/ 348226 w 1073214"/>
                <a:gd name="csY39" fmla="*/ 3050177 h 3082834"/>
                <a:gd name="csX40" fmla="*/ 322100 w 1073214"/>
                <a:gd name="csY40" fmla="*/ 3010989 h 3082834"/>
                <a:gd name="csX41" fmla="*/ 295974 w 1073214"/>
                <a:gd name="csY41" fmla="*/ 2952206 h 3082834"/>
                <a:gd name="csX42" fmla="*/ 256786 w 1073214"/>
                <a:gd name="csY42" fmla="*/ 2893423 h 3082834"/>
                <a:gd name="csX43" fmla="*/ 224128 w 1073214"/>
                <a:gd name="csY43" fmla="*/ 2801983 h 3082834"/>
                <a:gd name="csX44" fmla="*/ 198003 w 1073214"/>
                <a:gd name="csY44" fmla="*/ 2684417 h 3082834"/>
                <a:gd name="csX45" fmla="*/ 171877 w 1073214"/>
                <a:gd name="csY45" fmla="*/ 2651760 h 3082834"/>
                <a:gd name="csX46" fmla="*/ 152283 w 1073214"/>
                <a:gd name="csY46" fmla="*/ 2586446 h 3082834"/>
                <a:gd name="csX47" fmla="*/ 126157 w 1073214"/>
                <a:gd name="csY47" fmla="*/ 2488474 h 3082834"/>
                <a:gd name="csX48" fmla="*/ 113094 w 1073214"/>
                <a:gd name="csY48" fmla="*/ 2455817 h 3082834"/>
                <a:gd name="csX49" fmla="*/ 100031 w 1073214"/>
                <a:gd name="csY49" fmla="*/ 2318657 h 3082834"/>
                <a:gd name="csX0" fmla="*/ 8591 w 1073214"/>
                <a:gd name="csY0" fmla="*/ 444137 h 3082834"/>
                <a:gd name="csX1" fmla="*/ 2060 w 1073214"/>
                <a:gd name="csY1" fmla="*/ 411480 h 3082834"/>
                <a:gd name="csX2" fmla="*/ 60843 w 1073214"/>
                <a:gd name="csY2" fmla="*/ 372291 h 3082834"/>
                <a:gd name="csX3" fmla="*/ 132688 w 1073214"/>
                <a:gd name="csY3" fmla="*/ 326571 h 3082834"/>
                <a:gd name="csX4" fmla="*/ 145751 w 1073214"/>
                <a:gd name="csY4" fmla="*/ 306977 h 3082834"/>
                <a:gd name="csX5" fmla="*/ 165346 w 1073214"/>
                <a:gd name="csY5" fmla="*/ 241663 h 3082834"/>
                <a:gd name="csX6" fmla="*/ 191471 w 1073214"/>
                <a:gd name="csY6" fmla="*/ 176349 h 3082834"/>
                <a:gd name="csX7" fmla="*/ 198003 w 1073214"/>
                <a:gd name="csY7" fmla="*/ 137160 h 3082834"/>
                <a:gd name="csX8" fmla="*/ 204534 w 1073214"/>
                <a:gd name="csY8" fmla="*/ 91440 h 3082834"/>
                <a:gd name="csX9" fmla="*/ 211066 w 1073214"/>
                <a:gd name="csY9" fmla="*/ 65314 h 3082834"/>
                <a:gd name="csX10" fmla="*/ 335163 w 1073214"/>
                <a:gd name="csY10" fmla="*/ 13063 h 3082834"/>
                <a:gd name="csX11" fmla="*/ 452728 w 1073214"/>
                <a:gd name="csY11" fmla="*/ 0 h 3082834"/>
                <a:gd name="csX12" fmla="*/ 720517 w 1073214"/>
                <a:gd name="csY12" fmla="*/ 19594 h 3082834"/>
                <a:gd name="csX13" fmla="*/ 779300 w 1073214"/>
                <a:gd name="csY13" fmla="*/ 52251 h 3082834"/>
                <a:gd name="csX14" fmla="*/ 844614 w 1073214"/>
                <a:gd name="csY14" fmla="*/ 84909 h 3082834"/>
                <a:gd name="csX15" fmla="*/ 864208 w 1073214"/>
                <a:gd name="csY15" fmla="*/ 111034 h 3082834"/>
                <a:gd name="csX16" fmla="*/ 877271 w 1073214"/>
                <a:gd name="csY16" fmla="*/ 137160 h 3082834"/>
                <a:gd name="csX17" fmla="*/ 936054 w 1073214"/>
                <a:gd name="csY17" fmla="*/ 195943 h 3082834"/>
                <a:gd name="csX18" fmla="*/ 988306 w 1073214"/>
                <a:gd name="csY18" fmla="*/ 254726 h 3082834"/>
                <a:gd name="csX19" fmla="*/ 1007900 w 1073214"/>
                <a:gd name="csY19" fmla="*/ 339634 h 3082834"/>
                <a:gd name="csX20" fmla="*/ 1027494 w 1073214"/>
                <a:gd name="csY20" fmla="*/ 391886 h 3082834"/>
                <a:gd name="csX21" fmla="*/ 1034026 w 1073214"/>
                <a:gd name="csY21" fmla="*/ 470263 h 3082834"/>
                <a:gd name="csX22" fmla="*/ 1073214 w 1073214"/>
                <a:gd name="csY22" fmla="*/ 620486 h 3082834"/>
                <a:gd name="csX23" fmla="*/ 1040557 w 1073214"/>
                <a:gd name="csY23" fmla="*/ 777240 h 3082834"/>
                <a:gd name="csX24" fmla="*/ 1053620 w 1073214"/>
                <a:gd name="csY24" fmla="*/ 920931 h 3082834"/>
                <a:gd name="csX25" fmla="*/ 1060151 w 1073214"/>
                <a:gd name="csY25" fmla="*/ 1489166 h 3082834"/>
                <a:gd name="csX26" fmla="*/ 1034026 w 1073214"/>
                <a:gd name="csY26" fmla="*/ 2037806 h 3082834"/>
                <a:gd name="csX27" fmla="*/ 1027494 w 1073214"/>
                <a:gd name="csY27" fmla="*/ 2142309 h 3082834"/>
                <a:gd name="csX28" fmla="*/ 1020963 w 1073214"/>
                <a:gd name="csY28" fmla="*/ 2194560 h 3082834"/>
                <a:gd name="csX29" fmla="*/ 1001368 w 1073214"/>
                <a:gd name="csY29" fmla="*/ 2475411 h 3082834"/>
                <a:gd name="csX30" fmla="*/ 955648 w 1073214"/>
                <a:gd name="csY30" fmla="*/ 2619103 h 3082834"/>
                <a:gd name="csX31" fmla="*/ 938200 w 1073214"/>
                <a:gd name="csY31" fmla="*/ 2647232 h 3082834"/>
                <a:gd name="csX32" fmla="*/ 922991 w 1073214"/>
                <a:gd name="csY32" fmla="*/ 2697480 h 3082834"/>
                <a:gd name="csX33" fmla="*/ 896866 w 1073214"/>
                <a:gd name="csY33" fmla="*/ 2841172 h 3082834"/>
                <a:gd name="csX34" fmla="*/ 805425 w 1073214"/>
                <a:gd name="csY34" fmla="*/ 2952206 h 3082834"/>
                <a:gd name="csX35" fmla="*/ 727049 w 1073214"/>
                <a:gd name="csY35" fmla="*/ 2984864 h 3082834"/>
                <a:gd name="csX36" fmla="*/ 668266 w 1073214"/>
                <a:gd name="csY36" fmla="*/ 3010989 h 3082834"/>
                <a:gd name="csX37" fmla="*/ 655203 w 1073214"/>
                <a:gd name="csY37" fmla="*/ 3030583 h 3082834"/>
                <a:gd name="csX38" fmla="*/ 491917 w 1073214"/>
                <a:gd name="csY38" fmla="*/ 3082834 h 3082834"/>
                <a:gd name="csX39" fmla="*/ 348226 w 1073214"/>
                <a:gd name="csY39" fmla="*/ 3050177 h 3082834"/>
                <a:gd name="csX40" fmla="*/ 322100 w 1073214"/>
                <a:gd name="csY40" fmla="*/ 3010989 h 3082834"/>
                <a:gd name="csX41" fmla="*/ 295974 w 1073214"/>
                <a:gd name="csY41" fmla="*/ 2952206 h 3082834"/>
                <a:gd name="csX42" fmla="*/ 256786 w 1073214"/>
                <a:gd name="csY42" fmla="*/ 2893423 h 3082834"/>
                <a:gd name="csX43" fmla="*/ 224128 w 1073214"/>
                <a:gd name="csY43" fmla="*/ 2801983 h 3082834"/>
                <a:gd name="csX44" fmla="*/ 198003 w 1073214"/>
                <a:gd name="csY44" fmla="*/ 2684417 h 3082834"/>
                <a:gd name="csX45" fmla="*/ 171877 w 1073214"/>
                <a:gd name="csY45" fmla="*/ 2651760 h 3082834"/>
                <a:gd name="csX46" fmla="*/ 152283 w 1073214"/>
                <a:gd name="csY46" fmla="*/ 2586446 h 3082834"/>
                <a:gd name="csX47" fmla="*/ 126157 w 1073214"/>
                <a:gd name="csY47" fmla="*/ 2488474 h 3082834"/>
                <a:gd name="csX48" fmla="*/ 113094 w 1073214"/>
                <a:gd name="csY48" fmla="*/ 2455817 h 3082834"/>
                <a:gd name="csX49" fmla="*/ 100031 w 1073214"/>
                <a:gd name="csY49" fmla="*/ 2318657 h 3082834"/>
                <a:gd name="csX0" fmla="*/ 8591 w 1073214"/>
                <a:gd name="csY0" fmla="*/ 444137 h 3082834"/>
                <a:gd name="csX1" fmla="*/ 2060 w 1073214"/>
                <a:gd name="csY1" fmla="*/ 411480 h 3082834"/>
                <a:gd name="csX2" fmla="*/ 60843 w 1073214"/>
                <a:gd name="csY2" fmla="*/ 372291 h 3082834"/>
                <a:gd name="csX3" fmla="*/ 132688 w 1073214"/>
                <a:gd name="csY3" fmla="*/ 326571 h 3082834"/>
                <a:gd name="csX4" fmla="*/ 145751 w 1073214"/>
                <a:gd name="csY4" fmla="*/ 306977 h 3082834"/>
                <a:gd name="csX5" fmla="*/ 165346 w 1073214"/>
                <a:gd name="csY5" fmla="*/ 241663 h 3082834"/>
                <a:gd name="csX6" fmla="*/ 191471 w 1073214"/>
                <a:gd name="csY6" fmla="*/ 176349 h 3082834"/>
                <a:gd name="csX7" fmla="*/ 198003 w 1073214"/>
                <a:gd name="csY7" fmla="*/ 137160 h 3082834"/>
                <a:gd name="csX8" fmla="*/ 204534 w 1073214"/>
                <a:gd name="csY8" fmla="*/ 91440 h 3082834"/>
                <a:gd name="csX9" fmla="*/ 211066 w 1073214"/>
                <a:gd name="csY9" fmla="*/ 65314 h 3082834"/>
                <a:gd name="csX10" fmla="*/ 335163 w 1073214"/>
                <a:gd name="csY10" fmla="*/ 13063 h 3082834"/>
                <a:gd name="csX11" fmla="*/ 452728 w 1073214"/>
                <a:gd name="csY11" fmla="*/ 0 h 3082834"/>
                <a:gd name="csX12" fmla="*/ 720517 w 1073214"/>
                <a:gd name="csY12" fmla="*/ 19594 h 3082834"/>
                <a:gd name="csX13" fmla="*/ 779300 w 1073214"/>
                <a:gd name="csY13" fmla="*/ 52251 h 3082834"/>
                <a:gd name="csX14" fmla="*/ 844614 w 1073214"/>
                <a:gd name="csY14" fmla="*/ 84909 h 3082834"/>
                <a:gd name="csX15" fmla="*/ 864208 w 1073214"/>
                <a:gd name="csY15" fmla="*/ 111034 h 3082834"/>
                <a:gd name="csX16" fmla="*/ 877271 w 1073214"/>
                <a:gd name="csY16" fmla="*/ 137160 h 3082834"/>
                <a:gd name="csX17" fmla="*/ 936054 w 1073214"/>
                <a:gd name="csY17" fmla="*/ 195943 h 3082834"/>
                <a:gd name="csX18" fmla="*/ 988306 w 1073214"/>
                <a:gd name="csY18" fmla="*/ 254726 h 3082834"/>
                <a:gd name="csX19" fmla="*/ 1007900 w 1073214"/>
                <a:gd name="csY19" fmla="*/ 339634 h 3082834"/>
                <a:gd name="csX20" fmla="*/ 1027494 w 1073214"/>
                <a:gd name="csY20" fmla="*/ 391886 h 3082834"/>
                <a:gd name="csX21" fmla="*/ 1034026 w 1073214"/>
                <a:gd name="csY21" fmla="*/ 470263 h 3082834"/>
                <a:gd name="csX22" fmla="*/ 1073214 w 1073214"/>
                <a:gd name="csY22" fmla="*/ 620486 h 3082834"/>
                <a:gd name="csX23" fmla="*/ 1040557 w 1073214"/>
                <a:gd name="csY23" fmla="*/ 777240 h 3082834"/>
                <a:gd name="csX24" fmla="*/ 1053620 w 1073214"/>
                <a:gd name="csY24" fmla="*/ 920931 h 3082834"/>
                <a:gd name="csX25" fmla="*/ 1060151 w 1073214"/>
                <a:gd name="csY25" fmla="*/ 1489166 h 3082834"/>
                <a:gd name="csX26" fmla="*/ 1034026 w 1073214"/>
                <a:gd name="csY26" fmla="*/ 2037806 h 3082834"/>
                <a:gd name="csX27" fmla="*/ 1027494 w 1073214"/>
                <a:gd name="csY27" fmla="*/ 2142309 h 3082834"/>
                <a:gd name="csX28" fmla="*/ 1020963 w 1073214"/>
                <a:gd name="csY28" fmla="*/ 2194560 h 3082834"/>
                <a:gd name="csX29" fmla="*/ 1001368 w 1073214"/>
                <a:gd name="csY29" fmla="*/ 2475411 h 3082834"/>
                <a:gd name="csX30" fmla="*/ 977576 w 1073214"/>
                <a:gd name="csY30" fmla="*/ 2562090 h 3082834"/>
                <a:gd name="csX31" fmla="*/ 938200 w 1073214"/>
                <a:gd name="csY31" fmla="*/ 2647232 h 3082834"/>
                <a:gd name="csX32" fmla="*/ 922991 w 1073214"/>
                <a:gd name="csY32" fmla="*/ 2697480 h 3082834"/>
                <a:gd name="csX33" fmla="*/ 896866 w 1073214"/>
                <a:gd name="csY33" fmla="*/ 2841172 h 3082834"/>
                <a:gd name="csX34" fmla="*/ 805425 w 1073214"/>
                <a:gd name="csY34" fmla="*/ 2952206 h 3082834"/>
                <a:gd name="csX35" fmla="*/ 727049 w 1073214"/>
                <a:gd name="csY35" fmla="*/ 2984864 h 3082834"/>
                <a:gd name="csX36" fmla="*/ 668266 w 1073214"/>
                <a:gd name="csY36" fmla="*/ 3010989 h 3082834"/>
                <a:gd name="csX37" fmla="*/ 655203 w 1073214"/>
                <a:gd name="csY37" fmla="*/ 3030583 h 3082834"/>
                <a:gd name="csX38" fmla="*/ 491917 w 1073214"/>
                <a:gd name="csY38" fmla="*/ 3082834 h 3082834"/>
                <a:gd name="csX39" fmla="*/ 348226 w 1073214"/>
                <a:gd name="csY39" fmla="*/ 3050177 h 3082834"/>
                <a:gd name="csX40" fmla="*/ 322100 w 1073214"/>
                <a:gd name="csY40" fmla="*/ 3010989 h 3082834"/>
                <a:gd name="csX41" fmla="*/ 295974 w 1073214"/>
                <a:gd name="csY41" fmla="*/ 2952206 h 3082834"/>
                <a:gd name="csX42" fmla="*/ 256786 w 1073214"/>
                <a:gd name="csY42" fmla="*/ 2893423 h 3082834"/>
                <a:gd name="csX43" fmla="*/ 224128 w 1073214"/>
                <a:gd name="csY43" fmla="*/ 2801983 h 3082834"/>
                <a:gd name="csX44" fmla="*/ 198003 w 1073214"/>
                <a:gd name="csY44" fmla="*/ 2684417 h 3082834"/>
                <a:gd name="csX45" fmla="*/ 171877 w 1073214"/>
                <a:gd name="csY45" fmla="*/ 2651760 h 3082834"/>
                <a:gd name="csX46" fmla="*/ 152283 w 1073214"/>
                <a:gd name="csY46" fmla="*/ 2586446 h 3082834"/>
                <a:gd name="csX47" fmla="*/ 126157 w 1073214"/>
                <a:gd name="csY47" fmla="*/ 2488474 h 3082834"/>
                <a:gd name="csX48" fmla="*/ 113094 w 1073214"/>
                <a:gd name="csY48" fmla="*/ 2455817 h 3082834"/>
                <a:gd name="csX49" fmla="*/ 100031 w 1073214"/>
                <a:gd name="csY49" fmla="*/ 2318657 h 3082834"/>
                <a:gd name="csX0" fmla="*/ 8591 w 1073214"/>
                <a:gd name="csY0" fmla="*/ 444137 h 3082834"/>
                <a:gd name="csX1" fmla="*/ 2060 w 1073214"/>
                <a:gd name="csY1" fmla="*/ 411480 h 3082834"/>
                <a:gd name="csX2" fmla="*/ 60843 w 1073214"/>
                <a:gd name="csY2" fmla="*/ 372291 h 3082834"/>
                <a:gd name="csX3" fmla="*/ 132688 w 1073214"/>
                <a:gd name="csY3" fmla="*/ 326571 h 3082834"/>
                <a:gd name="csX4" fmla="*/ 145751 w 1073214"/>
                <a:gd name="csY4" fmla="*/ 306977 h 3082834"/>
                <a:gd name="csX5" fmla="*/ 165346 w 1073214"/>
                <a:gd name="csY5" fmla="*/ 241663 h 3082834"/>
                <a:gd name="csX6" fmla="*/ 191471 w 1073214"/>
                <a:gd name="csY6" fmla="*/ 176349 h 3082834"/>
                <a:gd name="csX7" fmla="*/ 198003 w 1073214"/>
                <a:gd name="csY7" fmla="*/ 137160 h 3082834"/>
                <a:gd name="csX8" fmla="*/ 204534 w 1073214"/>
                <a:gd name="csY8" fmla="*/ 91440 h 3082834"/>
                <a:gd name="csX9" fmla="*/ 211066 w 1073214"/>
                <a:gd name="csY9" fmla="*/ 65314 h 3082834"/>
                <a:gd name="csX10" fmla="*/ 335163 w 1073214"/>
                <a:gd name="csY10" fmla="*/ 13063 h 3082834"/>
                <a:gd name="csX11" fmla="*/ 452728 w 1073214"/>
                <a:gd name="csY11" fmla="*/ 0 h 3082834"/>
                <a:gd name="csX12" fmla="*/ 720517 w 1073214"/>
                <a:gd name="csY12" fmla="*/ 19594 h 3082834"/>
                <a:gd name="csX13" fmla="*/ 779300 w 1073214"/>
                <a:gd name="csY13" fmla="*/ 52251 h 3082834"/>
                <a:gd name="csX14" fmla="*/ 844614 w 1073214"/>
                <a:gd name="csY14" fmla="*/ 84909 h 3082834"/>
                <a:gd name="csX15" fmla="*/ 864208 w 1073214"/>
                <a:gd name="csY15" fmla="*/ 111034 h 3082834"/>
                <a:gd name="csX16" fmla="*/ 877271 w 1073214"/>
                <a:gd name="csY16" fmla="*/ 137160 h 3082834"/>
                <a:gd name="csX17" fmla="*/ 936054 w 1073214"/>
                <a:gd name="csY17" fmla="*/ 195943 h 3082834"/>
                <a:gd name="csX18" fmla="*/ 988306 w 1073214"/>
                <a:gd name="csY18" fmla="*/ 254726 h 3082834"/>
                <a:gd name="csX19" fmla="*/ 1007900 w 1073214"/>
                <a:gd name="csY19" fmla="*/ 339634 h 3082834"/>
                <a:gd name="csX20" fmla="*/ 1027494 w 1073214"/>
                <a:gd name="csY20" fmla="*/ 391886 h 3082834"/>
                <a:gd name="csX21" fmla="*/ 1034026 w 1073214"/>
                <a:gd name="csY21" fmla="*/ 470263 h 3082834"/>
                <a:gd name="csX22" fmla="*/ 1073214 w 1073214"/>
                <a:gd name="csY22" fmla="*/ 620486 h 3082834"/>
                <a:gd name="csX23" fmla="*/ 1040557 w 1073214"/>
                <a:gd name="csY23" fmla="*/ 777240 h 3082834"/>
                <a:gd name="csX24" fmla="*/ 1053620 w 1073214"/>
                <a:gd name="csY24" fmla="*/ 920931 h 3082834"/>
                <a:gd name="csX25" fmla="*/ 1060151 w 1073214"/>
                <a:gd name="csY25" fmla="*/ 1489166 h 3082834"/>
                <a:gd name="csX26" fmla="*/ 1034026 w 1073214"/>
                <a:gd name="csY26" fmla="*/ 2037806 h 3082834"/>
                <a:gd name="csX27" fmla="*/ 1027494 w 1073214"/>
                <a:gd name="csY27" fmla="*/ 2142309 h 3082834"/>
                <a:gd name="csX28" fmla="*/ 1020963 w 1073214"/>
                <a:gd name="csY28" fmla="*/ 2194560 h 3082834"/>
                <a:gd name="csX29" fmla="*/ 1001368 w 1073214"/>
                <a:gd name="csY29" fmla="*/ 2475411 h 3082834"/>
                <a:gd name="csX30" fmla="*/ 977576 w 1073214"/>
                <a:gd name="csY30" fmla="*/ 2562090 h 3082834"/>
                <a:gd name="csX31" fmla="*/ 938200 w 1073214"/>
                <a:gd name="csY31" fmla="*/ 2647232 h 3082834"/>
                <a:gd name="csX32" fmla="*/ 927376 w 1073214"/>
                <a:gd name="csY32" fmla="*/ 2725986 h 3082834"/>
                <a:gd name="csX33" fmla="*/ 896866 w 1073214"/>
                <a:gd name="csY33" fmla="*/ 2841172 h 3082834"/>
                <a:gd name="csX34" fmla="*/ 805425 w 1073214"/>
                <a:gd name="csY34" fmla="*/ 2952206 h 3082834"/>
                <a:gd name="csX35" fmla="*/ 727049 w 1073214"/>
                <a:gd name="csY35" fmla="*/ 2984864 h 3082834"/>
                <a:gd name="csX36" fmla="*/ 668266 w 1073214"/>
                <a:gd name="csY36" fmla="*/ 3010989 h 3082834"/>
                <a:gd name="csX37" fmla="*/ 655203 w 1073214"/>
                <a:gd name="csY37" fmla="*/ 3030583 h 3082834"/>
                <a:gd name="csX38" fmla="*/ 491917 w 1073214"/>
                <a:gd name="csY38" fmla="*/ 3082834 h 3082834"/>
                <a:gd name="csX39" fmla="*/ 348226 w 1073214"/>
                <a:gd name="csY39" fmla="*/ 3050177 h 3082834"/>
                <a:gd name="csX40" fmla="*/ 322100 w 1073214"/>
                <a:gd name="csY40" fmla="*/ 3010989 h 3082834"/>
                <a:gd name="csX41" fmla="*/ 295974 w 1073214"/>
                <a:gd name="csY41" fmla="*/ 2952206 h 3082834"/>
                <a:gd name="csX42" fmla="*/ 256786 w 1073214"/>
                <a:gd name="csY42" fmla="*/ 2893423 h 3082834"/>
                <a:gd name="csX43" fmla="*/ 224128 w 1073214"/>
                <a:gd name="csY43" fmla="*/ 2801983 h 3082834"/>
                <a:gd name="csX44" fmla="*/ 198003 w 1073214"/>
                <a:gd name="csY44" fmla="*/ 2684417 h 3082834"/>
                <a:gd name="csX45" fmla="*/ 171877 w 1073214"/>
                <a:gd name="csY45" fmla="*/ 2651760 h 3082834"/>
                <a:gd name="csX46" fmla="*/ 152283 w 1073214"/>
                <a:gd name="csY46" fmla="*/ 2586446 h 3082834"/>
                <a:gd name="csX47" fmla="*/ 126157 w 1073214"/>
                <a:gd name="csY47" fmla="*/ 2488474 h 3082834"/>
                <a:gd name="csX48" fmla="*/ 113094 w 1073214"/>
                <a:gd name="csY48" fmla="*/ 2455817 h 3082834"/>
                <a:gd name="csX49" fmla="*/ 100031 w 1073214"/>
                <a:gd name="csY49" fmla="*/ 2318657 h 3082834"/>
                <a:gd name="csX0" fmla="*/ 8591 w 1073214"/>
                <a:gd name="csY0" fmla="*/ 444137 h 3082834"/>
                <a:gd name="csX1" fmla="*/ 2060 w 1073214"/>
                <a:gd name="csY1" fmla="*/ 411480 h 3082834"/>
                <a:gd name="csX2" fmla="*/ 60843 w 1073214"/>
                <a:gd name="csY2" fmla="*/ 372291 h 3082834"/>
                <a:gd name="csX3" fmla="*/ 132688 w 1073214"/>
                <a:gd name="csY3" fmla="*/ 326571 h 3082834"/>
                <a:gd name="csX4" fmla="*/ 145751 w 1073214"/>
                <a:gd name="csY4" fmla="*/ 306977 h 3082834"/>
                <a:gd name="csX5" fmla="*/ 165346 w 1073214"/>
                <a:gd name="csY5" fmla="*/ 241663 h 3082834"/>
                <a:gd name="csX6" fmla="*/ 191471 w 1073214"/>
                <a:gd name="csY6" fmla="*/ 176349 h 3082834"/>
                <a:gd name="csX7" fmla="*/ 198003 w 1073214"/>
                <a:gd name="csY7" fmla="*/ 137160 h 3082834"/>
                <a:gd name="csX8" fmla="*/ 204534 w 1073214"/>
                <a:gd name="csY8" fmla="*/ 91440 h 3082834"/>
                <a:gd name="csX9" fmla="*/ 211066 w 1073214"/>
                <a:gd name="csY9" fmla="*/ 65314 h 3082834"/>
                <a:gd name="csX10" fmla="*/ 335163 w 1073214"/>
                <a:gd name="csY10" fmla="*/ 13063 h 3082834"/>
                <a:gd name="csX11" fmla="*/ 452728 w 1073214"/>
                <a:gd name="csY11" fmla="*/ 0 h 3082834"/>
                <a:gd name="csX12" fmla="*/ 720517 w 1073214"/>
                <a:gd name="csY12" fmla="*/ 19594 h 3082834"/>
                <a:gd name="csX13" fmla="*/ 779300 w 1073214"/>
                <a:gd name="csY13" fmla="*/ 52251 h 3082834"/>
                <a:gd name="csX14" fmla="*/ 844614 w 1073214"/>
                <a:gd name="csY14" fmla="*/ 84909 h 3082834"/>
                <a:gd name="csX15" fmla="*/ 864208 w 1073214"/>
                <a:gd name="csY15" fmla="*/ 111034 h 3082834"/>
                <a:gd name="csX16" fmla="*/ 877271 w 1073214"/>
                <a:gd name="csY16" fmla="*/ 137160 h 3082834"/>
                <a:gd name="csX17" fmla="*/ 936054 w 1073214"/>
                <a:gd name="csY17" fmla="*/ 195943 h 3082834"/>
                <a:gd name="csX18" fmla="*/ 988306 w 1073214"/>
                <a:gd name="csY18" fmla="*/ 254726 h 3082834"/>
                <a:gd name="csX19" fmla="*/ 1007900 w 1073214"/>
                <a:gd name="csY19" fmla="*/ 339634 h 3082834"/>
                <a:gd name="csX20" fmla="*/ 1027494 w 1073214"/>
                <a:gd name="csY20" fmla="*/ 391886 h 3082834"/>
                <a:gd name="csX21" fmla="*/ 1034026 w 1073214"/>
                <a:gd name="csY21" fmla="*/ 470263 h 3082834"/>
                <a:gd name="csX22" fmla="*/ 1073214 w 1073214"/>
                <a:gd name="csY22" fmla="*/ 620486 h 3082834"/>
                <a:gd name="csX23" fmla="*/ 1040557 w 1073214"/>
                <a:gd name="csY23" fmla="*/ 777240 h 3082834"/>
                <a:gd name="csX24" fmla="*/ 1053620 w 1073214"/>
                <a:gd name="csY24" fmla="*/ 920931 h 3082834"/>
                <a:gd name="csX25" fmla="*/ 1060151 w 1073214"/>
                <a:gd name="csY25" fmla="*/ 1489166 h 3082834"/>
                <a:gd name="csX26" fmla="*/ 1034026 w 1073214"/>
                <a:gd name="csY26" fmla="*/ 2037806 h 3082834"/>
                <a:gd name="csX27" fmla="*/ 1027494 w 1073214"/>
                <a:gd name="csY27" fmla="*/ 2142309 h 3082834"/>
                <a:gd name="csX28" fmla="*/ 1020963 w 1073214"/>
                <a:gd name="csY28" fmla="*/ 2194560 h 3082834"/>
                <a:gd name="csX29" fmla="*/ 1001368 w 1073214"/>
                <a:gd name="csY29" fmla="*/ 2475411 h 3082834"/>
                <a:gd name="csX30" fmla="*/ 977576 w 1073214"/>
                <a:gd name="csY30" fmla="*/ 2562090 h 3082834"/>
                <a:gd name="csX31" fmla="*/ 942586 w 1073214"/>
                <a:gd name="csY31" fmla="*/ 2673546 h 3082834"/>
                <a:gd name="csX32" fmla="*/ 927376 w 1073214"/>
                <a:gd name="csY32" fmla="*/ 2725986 h 3082834"/>
                <a:gd name="csX33" fmla="*/ 896866 w 1073214"/>
                <a:gd name="csY33" fmla="*/ 2841172 h 3082834"/>
                <a:gd name="csX34" fmla="*/ 805425 w 1073214"/>
                <a:gd name="csY34" fmla="*/ 2952206 h 3082834"/>
                <a:gd name="csX35" fmla="*/ 727049 w 1073214"/>
                <a:gd name="csY35" fmla="*/ 2984864 h 3082834"/>
                <a:gd name="csX36" fmla="*/ 668266 w 1073214"/>
                <a:gd name="csY36" fmla="*/ 3010989 h 3082834"/>
                <a:gd name="csX37" fmla="*/ 655203 w 1073214"/>
                <a:gd name="csY37" fmla="*/ 3030583 h 3082834"/>
                <a:gd name="csX38" fmla="*/ 491917 w 1073214"/>
                <a:gd name="csY38" fmla="*/ 3082834 h 3082834"/>
                <a:gd name="csX39" fmla="*/ 348226 w 1073214"/>
                <a:gd name="csY39" fmla="*/ 3050177 h 3082834"/>
                <a:gd name="csX40" fmla="*/ 322100 w 1073214"/>
                <a:gd name="csY40" fmla="*/ 3010989 h 3082834"/>
                <a:gd name="csX41" fmla="*/ 295974 w 1073214"/>
                <a:gd name="csY41" fmla="*/ 2952206 h 3082834"/>
                <a:gd name="csX42" fmla="*/ 256786 w 1073214"/>
                <a:gd name="csY42" fmla="*/ 2893423 h 3082834"/>
                <a:gd name="csX43" fmla="*/ 224128 w 1073214"/>
                <a:gd name="csY43" fmla="*/ 2801983 h 3082834"/>
                <a:gd name="csX44" fmla="*/ 198003 w 1073214"/>
                <a:gd name="csY44" fmla="*/ 2684417 h 3082834"/>
                <a:gd name="csX45" fmla="*/ 171877 w 1073214"/>
                <a:gd name="csY45" fmla="*/ 2651760 h 3082834"/>
                <a:gd name="csX46" fmla="*/ 152283 w 1073214"/>
                <a:gd name="csY46" fmla="*/ 2586446 h 3082834"/>
                <a:gd name="csX47" fmla="*/ 126157 w 1073214"/>
                <a:gd name="csY47" fmla="*/ 2488474 h 3082834"/>
                <a:gd name="csX48" fmla="*/ 113094 w 1073214"/>
                <a:gd name="csY48" fmla="*/ 2455817 h 3082834"/>
                <a:gd name="csX49" fmla="*/ 100031 w 1073214"/>
                <a:gd name="csY49" fmla="*/ 2318657 h 3082834"/>
                <a:gd name="csX0" fmla="*/ 8591 w 1073214"/>
                <a:gd name="csY0" fmla="*/ 444137 h 3082834"/>
                <a:gd name="csX1" fmla="*/ 2060 w 1073214"/>
                <a:gd name="csY1" fmla="*/ 411480 h 3082834"/>
                <a:gd name="csX2" fmla="*/ 60843 w 1073214"/>
                <a:gd name="csY2" fmla="*/ 372291 h 3082834"/>
                <a:gd name="csX3" fmla="*/ 132688 w 1073214"/>
                <a:gd name="csY3" fmla="*/ 326571 h 3082834"/>
                <a:gd name="csX4" fmla="*/ 145751 w 1073214"/>
                <a:gd name="csY4" fmla="*/ 306977 h 3082834"/>
                <a:gd name="csX5" fmla="*/ 165346 w 1073214"/>
                <a:gd name="csY5" fmla="*/ 241663 h 3082834"/>
                <a:gd name="csX6" fmla="*/ 191471 w 1073214"/>
                <a:gd name="csY6" fmla="*/ 176349 h 3082834"/>
                <a:gd name="csX7" fmla="*/ 198003 w 1073214"/>
                <a:gd name="csY7" fmla="*/ 137160 h 3082834"/>
                <a:gd name="csX8" fmla="*/ 204534 w 1073214"/>
                <a:gd name="csY8" fmla="*/ 91440 h 3082834"/>
                <a:gd name="csX9" fmla="*/ 211066 w 1073214"/>
                <a:gd name="csY9" fmla="*/ 65314 h 3082834"/>
                <a:gd name="csX10" fmla="*/ 335163 w 1073214"/>
                <a:gd name="csY10" fmla="*/ 13063 h 3082834"/>
                <a:gd name="csX11" fmla="*/ 452728 w 1073214"/>
                <a:gd name="csY11" fmla="*/ 0 h 3082834"/>
                <a:gd name="csX12" fmla="*/ 720517 w 1073214"/>
                <a:gd name="csY12" fmla="*/ 19594 h 3082834"/>
                <a:gd name="csX13" fmla="*/ 779300 w 1073214"/>
                <a:gd name="csY13" fmla="*/ 52251 h 3082834"/>
                <a:gd name="csX14" fmla="*/ 844614 w 1073214"/>
                <a:gd name="csY14" fmla="*/ 84909 h 3082834"/>
                <a:gd name="csX15" fmla="*/ 864208 w 1073214"/>
                <a:gd name="csY15" fmla="*/ 111034 h 3082834"/>
                <a:gd name="csX16" fmla="*/ 877271 w 1073214"/>
                <a:gd name="csY16" fmla="*/ 137160 h 3082834"/>
                <a:gd name="csX17" fmla="*/ 936054 w 1073214"/>
                <a:gd name="csY17" fmla="*/ 195943 h 3082834"/>
                <a:gd name="csX18" fmla="*/ 988306 w 1073214"/>
                <a:gd name="csY18" fmla="*/ 254726 h 3082834"/>
                <a:gd name="csX19" fmla="*/ 1007900 w 1073214"/>
                <a:gd name="csY19" fmla="*/ 339634 h 3082834"/>
                <a:gd name="csX20" fmla="*/ 1027494 w 1073214"/>
                <a:gd name="csY20" fmla="*/ 391886 h 3082834"/>
                <a:gd name="csX21" fmla="*/ 1034026 w 1073214"/>
                <a:gd name="csY21" fmla="*/ 470263 h 3082834"/>
                <a:gd name="csX22" fmla="*/ 1073214 w 1073214"/>
                <a:gd name="csY22" fmla="*/ 620486 h 3082834"/>
                <a:gd name="csX23" fmla="*/ 1040557 w 1073214"/>
                <a:gd name="csY23" fmla="*/ 777240 h 3082834"/>
                <a:gd name="csX24" fmla="*/ 1053620 w 1073214"/>
                <a:gd name="csY24" fmla="*/ 920931 h 3082834"/>
                <a:gd name="csX25" fmla="*/ 1060151 w 1073214"/>
                <a:gd name="csY25" fmla="*/ 1489166 h 3082834"/>
                <a:gd name="csX26" fmla="*/ 1034026 w 1073214"/>
                <a:gd name="csY26" fmla="*/ 2037806 h 3082834"/>
                <a:gd name="csX27" fmla="*/ 1027494 w 1073214"/>
                <a:gd name="csY27" fmla="*/ 2142309 h 3082834"/>
                <a:gd name="csX28" fmla="*/ 1020963 w 1073214"/>
                <a:gd name="csY28" fmla="*/ 2194560 h 3082834"/>
                <a:gd name="csX29" fmla="*/ 1001368 w 1073214"/>
                <a:gd name="csY29" fmla="*/ 2475411 h 3082834"/>
                <a:gd name="csX30" fmla="*/ 977576 w 1073214"/>
                <a:gd name="csY30" fmla="*/ 2562090 h 3082834"/>
                <a:gd name="csX31" fmla="*/ 949164 w 1073214"/>
                <a:gd name="csY31" fmla="*/ 2682317 h 3082834"/>
                <a:gd name="csX32" fmla="*/ 927376 w 1073214"/>
                <a:gd name="csY32" fmla="*/ 2725986 h 3082834"/>
                <a:gd name="csX33" fmla="*/ 896866 w 1073214"/>
                <a:gd name="csY33" fmla="*/ 2841172 h 3082834"/>
                <a:gd name="csX34" fmla="*/ 805425 w 1073214"/>
                <a:gd name="csY34" fmla="*/ 2952206 h 3082834"/>
                <a:gd name="csX35" fmla="*/ 727049 w 1073214"/>
                <a:gd name="csY35" fmla="*/ 2984864 h 3082834"/>
                <a:gd name="csX36" fmla="*/ 668266 w 1073214"/>
                <a:gd name="csY36" fmla="*/ 3010989 h 3082834"/>
                <a:gd name="csX37" fmla="*/ 655203 w 1073214"/>
                <a:gd name="csY37" fmla="*/ 3030583 h 3082834"/>
                <a:gd name="csX38" fmla="*/ 491917 w 1073214"/>
                <a:gd name="csY38" fmla="*/ 3082834 h 3082834"/>
                <a:gd name="csX39" fmla="*/ 348226 w 1073214"/>
                <a:gd name="csY39" fmla="*/ 3050177 h 3082834"/>
                <a:gd name="csX40" fmla="*/ 322100 w 1073214"/>
                <a:gd name="csY40" fmla="*/ 3010989 h 3082834"/>
                <a:gd name="csX41" fmla="*/ 295974 w 1073214"/>
                <a:gd name="csY41" fmla="*/ 2952206 h 3082834"/>
                <a:gd name="csX42" fmla="*/ 256786 w 1073214"/>
                <a:gd name="csY42" fmla="*/ 2893423 h 3082834"/>
                <a:gd name="csX43" fmla="*/ 224128 w 1073214"/>
                <a:gd name="csY43" fmla="*/ 2801983 h 3082834"/>
                <a:gd name="csX44" fmla="*/ 198003 w 1073214"/>
                <a:gd name="csY44" fmla="*/ 2684417 h 3082834"/>
                <a:gd name="csX45" fmla="*/ 171877 w 1073214"/>
                <a:gd name="csY45" fmla="*/ 2651760 h 3082834"/>
                <a:gd name="csX46" fmla="*/ 152283 w 1073214"/>
                <a:gd name="csY46" fmla="*/ 2586446 h 3082834"/>
                <a:gd name="csX47" fmla="*/ 126157 w 1073214"/>
                <a:gd name="csY47" fmla="*/ 2488474 h 3082834"/>
                <a:gd name="csX48" fmla="*/ 113094 w 1073214"/>
                <a:gd name="csY48" fmla="*/ 2455817 h 3082834"/>
                <a:gd name="csX49" fmla="*/ 100031 w 1073214"/>
                <a:gd name="csY49" fmla="*/ 2318657 h 3082834"/>
                <a:gd name="csX0" fmla="*/ 8591 w 1073214"/>
                <a:gd name="csY0" fmla="*/ 444137 h 3082834"/>
                <a:gd name="csX1" fmla="*/ 2060 w 1073214"/>
                <a:gd name="csY1" fmla="*/ 411480 h 3082834"/>
                <a:gd name="csX2" fmla="*/ 60843 w 1073214"/>
                <a:gd name="csY2" fmla="*/ 372291 h 3082834"/>
                <a:gd name="csX3" fmla="*/ 132688 w 1073214"/>
                <a:gd name="csY3" fmla="*/ 326571 h 3082834"/>
                <a:gd name="csX4" fmla="*/ 145751 w 1073214"/>
                <a:gd name="csY4" fmla="*/ 306977 h 3082834"/>
                <a:gd name="csX5" fmla="*/ 165346 w 1073214"/>
                <a:gd name="csY5" fmla="*/ 241663 h 3082834"/>
                <a:gd name="csX6" fmla="*/ 191471 w 1073214"/>
                <a:gd name="csY6" fmla="*/ 176349 h 3082834"/>
                <a:gd name="csX7" fmla="*/ 198003 w 1073214"/>
                <a:gd name="csY7" fmla="*/ 137160 h 3082834"/>
                <a:gd name="csX8" fmla="*/ 204534 w 1073214"/>
                <a:gd name="csY8" fmla="*/ 91440 h 3082834"/>
                <a:gd name="csX9" fmla="*/ 211066 w 1073214"/>
                <a:gd name="csY9" fmla="*/ 65314 h 3082834"/>
                <a:gd name="csX10" fmla="*/ 335163 w 1073214"/>
                <a:gd name="csY10" fmla="*/ 13063 h 3082834"/>
                <a:gd name="csX11" fmla="*/ 452728 w 1073214"/>
                <a:gd name="csY11" fmla="*/ 0 h 3082834"/>
                <a:gd name="csX12" fmla="*/ 720517 w 1073214"/>
                <a:gd name="csY12" fmla="*/ 19594 h 3082834"/>
                <a:gd name="csX13" fmla="*/ 779300 w 1073214"/>
                <a:gd name="csY13" fmla="*/ 52251 h 3082834"/>
                <a:gd name="csX14" fmla="*/ 844614 w 1073214"/>
                <a:gd name="csY14" fmla="*/ 84909 h 3082834"/>
                <a:gd name="csX15" fmla="*/ 864208 w 1073214"/>
                <a:gd name="csY15" fmla="*/ 111034 h 3082834"/>
                <a:gd name="csX16" fmla="*/ 877271 w 1073214"/>
                <a:gd name="csY16" fmla="*/ 137160 h 3082834"/>
                <a:gd name="csX17" fmla="*/ 936054 w 1073214"/>
                <a:gd name="csY17" fmla="*/ 195943 h 3082834"/>
                <a:gd name="csX18" fmla="*/ 988306 w 1073214"/>
                <a:gd name="csY18" fmla="*/ 254726 h 3082834"/>
                <a:gd name="csX19" fmla="*/ 1007900 w 1073214"/>
                <a:gd name="csY19" fmla="*/ 339634 h 3082834"/>
                <a:gd name="csX20" fmla="*/ 1027494 w 1073214"/>
                <a:gd name="csY20" fmla="*/ 391886 h 3082834"/>
                <a:gd name="csX21" fmla="*/ 1034026 w 1073214"/>
                <a:gd name="csY21" fmla="*/ 470263 h 3082834"/>
                <a:gd name="csX22" fmla="*/ 1073214 w 1073214"/>
                <a:gd name="csY22" fmla="*/ 620486 h 3082834"/>
                <a:gd name="csX23" fmla="*/ 1040557 w 1073214"/>
                <a:gd name="csY23" fmla="*/ 777240 h 3082834"/>
                <a:gd name="csX24" fmla="*/ 1053620 w 1073214"/>
                <a:gd name="csY24" fmla="*/ 920931 h 3082834"/>
                <a:gd name="csX25" fmla="*/ 1060151 w 1073214"/>
                <a:gd name="csY25" fmla="*/ 1489166 h 3082834"/>
                <a:gd name="csX26" fmla="*/ 1034026 w 1073214"/>
                <a:gd name="csY26" fmla="*/ 2037806 h 3082834"/>
                <a:gd name="csX27" fmla="*/ 1027494 w 1073214"/>
                <a:gd name="csY27" fmla="*/ 2142309 h 3082834"/>
                <a:gd name="csX28" fmla="*/ 1020963 w 1073214"/>
                <a:gd name="csY28" fmla="*/ 2194560 h 3082834"/>
                <a:gd name="csX29" fmla="*/ 1001368 w 1073214"/>
                <a:gd name="csY29" fmla="*/ 2475411 h 3082834"/>
                <a:gd name="csX30" fmla="*/ 977576 w 1073214"/>
                <a:gd name="csY30" fmla="*/ 2562090 h 3082834"/>
                <a:gd name="csX31" fmla="*/ 968900 w 1073214"/>
                <a:gd name="csY31" fmla="*/ 2583641 h 3082834"/>
                <a:gd name="csX32" fmla="*/ 927376 w 1073214"/>
                <a:gd name="csY32" fmla="*/ 2725986 h 3082834"/>
                <a:gd name="csX33" fmla="*/ 896866 w 1073214"/>
                <a:gd name="csY33" fmla="*/ 2841172 h 3082834"/>
                <a:gd name="csX34" fmla="*/ 805425 w 1073214"/>
                <a:gd name="csY34" fmla="*/ 2952206 h 3082834"/>
                <a:gd name="csX35" fmla="*/ 727049 w 1073214"/>
                <a:gd name="csY35" fmla="*/ 2984864 h 3082834"/>
                <a:gd name="csX36" fmla="*/ 668266 w 1073214"/>
                <a:gd name="csY36" fmla="*/ 3010989 h 3082834"/>
                <a:gd name="csX37" fmla="*/ 655203 w 1073214"/>
                <a:gd name="csY37" fmla="*/ 3030583 h 3082834"/>
                <a:gd name="csX38" fmla="*/ 491917 w 1073214"/>
                <a:gd name="csY38" fmla="*/ 3082834 h 3082834"/>
                <a:gd name="csX39" fmla="*/ 348226 w 1073214"/>
                <a:gd name="csY39" fmla="*/ 3050177 h 3082834"/>
                <a:gd name="csX40" fmla="*/ 322100 w 1073214"/>
                <a:gd name="csY40" fmla="*/ 3010989 h 3082834"/>
                <a:gd name="csX41" fmla="*/ 295974 w 1073214"/>
                <a:gd name="csY41" fmla="*/ 2952206 h 3082834"/>
                <a:gd name="csX42" fmla="*/ 256786 w 1073214"/>
                <a:gd name="csY42" fmla="*/ 2893423 h 3082834"/>
                <a:gd name="csX43" fmla="*/ 224128 w 1073214"/>
                <a:gd name="csY43" fmla="*/ 2801983 h 3082834"/>
                <a:gd name="csX44" fmla="*/ 198003 w 1073214"/>
                <a:gd name="csY44" fmla="*/ 2684417 h 3082834"/>
                <a:gd name="csX45" fmla="*/ 171877 w 1073214"/>
                <a:gd name="csY45" fmla="*/ 2651760 h 3082834"/>
                <a:gd name="csX46" fmla="*/ 152283 w 1073214"/>
                <a:gd name="csY46" fmla="*/ 2586446 h 3082834"/>
                <a:gd name="csX47" fmla="*/ 126157 w 1073214"/>
                <a:gd name="csY47" fmla="*/ 2488474 h 3082834"/>
                <a:gd name="csX48" fmla="*/ 113094 w 1073214"/>
                <a:gd name="csY48" fmla="*/ 2455817 h 3082834"/>
                <a:gd name="csX49" fmla="*/ 100031 w 1073214"/>
                <a:gd name="csY49" fmla="*/ 2318657 h 3082834"/>
                <a:gd name="csX0" fmla="*/ 8591 w 1073214"/>
                <a:gd name="csY0" fmla="*/ 444137 h 3082834"/>
                <a:gd name="csX1" fmla="*/ 2060 w 1073214"/>
                <a:gd name="csY1" fmla="*/ 411480 h 3082834"/>
                <a:gd name="csX2" fmla="*/ 60843 w 1073214"/>
                <a:gd name="csY2" fmla="*/ 372291 h 3082834"/>
                <a:gd name="csX3" fmla="*/ 132688 w 1073214"/>
                <a:gd name="csY3" fmla="*/ 326571 h 3082834"/>
                <a:gd name="csX4" fmla="*/ 145751 w 1073214"/>
                <a:gd name="csY4" fmla="*/ 306977 h 3082834"/>
                <a:gd name="csX5" fmla="*/ 165346 w 1073214"/>
                <a:gd name="csY5" fmla="*/ 241663 h 3082834"/>
                <a:gd name="csX6" fmla="*/ 191471 w 1073214"/>
                <a:gd name="csY6" fmla="*/ 176349 h 3082834"/>
                <a:gd name="csX7" fmla="*/ 198003 w 1073214"/>
                <a:gd name="csY7" fmla="*/ 137160 h 3082834"/>
                <a:gd name="csX8" fmla="*/ 204534 w 1073214"/>
                <a:gd name="csY8" fmla="*/ 91440 h 3082834"/>
                <a:gd name="csX9" fmla="*/ 211066 w 1073214"/>
                <a:gd name="csY9" fmla="*/ 65314 h 3082834"/>
                <a:gd name="csX10" fmla="*/ 335163 w 1073214"/>
                <a:gd name="csY10" fmla="*/ 13063 h 3082834"/>
                <a:gd name="csX11" fmla="*/ 452728 w 1073214"/>
                <a:gd name="csY11" fmla="*/ 0 h 3082834"/>
                <a:gd name="csX12" fmla="*/ 720517 w 1073214"/>
                <a:gd name="csY12" fmla="*/ 19594 h 3082834"/>
                <a:gd name="csX13" fmla="*/ 779300 w 1073214"/>
                <a:gd name="csY13" fmla="*/ 52251 h 3082834"/>
                <a:gd name="csX14" fmla="*/ 844614 w 1073214"/>
                <a:gd name="csY14" fmla="*/ 84909 h 3082834"/>
                <a:gd name="csX15" fmla="*/ 864208 w 1073214"/>
                <a:gd name="csY15" fmla="*/ 111034 h 3082834"/>
                <a:gd name="csX16" fmla="*/ 877271 w 1073214"/>
                <a:gd name="csY16" fmla="*/ 137160 h 3082834"/>
                <a:gd name="csX17" fmla="*/ 936054 w 1073214"/>
                <a:gd name="csY17" fmla="*/ 195943 h 3082834"/>
                <a:gd name="csX18" fmla="*/ 988306 w 1073214"/>
                <a:gd name="csY18" fmla="*/ 254726 h 3082834"/>
                <a:gd name="csX19" fmla="*/ 1007900 w 1073214"/>
                <a:gd name="csY19" fmla="*/ 339634 h 3082834"/>
                <a:gd name="csX20" fmla="*/ 1027494 w 1073214"/>
                <a:gd name="csY20" fmla="*/ 391886 h 3082834"/>
                <a:gd name="csX21" fmla="*/ 1034026 w 1073214"/>
                <a:gd name="csY21" fmla="*/ 470263 h 3082834"/>
                <a:gd name="csX22" fmla="*/ 1073214 w 1073214"/>
                <a:gd name="csY22" fmla="*/ 620486 h 3082834"/>
                <a:gd name="csX23" fmla="*/ 1040557 w 1073214"/>
                <a:gd name="csY23" fmla="*/ 777240 h 3082834"/>
                <a:gd name="csX24" fmla="*/ 1053620 w 1073214"/>
                <a:gd name="csY24" fmla="*/ 920931 h 3082834"/>
                <a:gd name="csX25" fmla="*/ 1060151 w 1073214"/>
                <a:gd name="csY25" fmla="*/ 1489166 h 3082834"/>
                <a:gd name="csX26" fmla="*/ 1034026 w 1073214"/>
                <a:gd name="csY26" fmla="*/ 2037806 h 3082834"/>
                <a:gd name="csX27" fmla="*/ 1027494 w 1073214"/>
                <a:gd name="csY27" fmla="*/ 2142309 h 3082834"/>
                <a:gd name="csX28" fmla="*/ 1020963 w 1073214"/>
                <a:gd name="csY28" fmla="*/ 2194560 h 3082834"/>
                <a:gd name="csX29" fmla="*/ 1001368 w 1073214"/>
                <a:gd name="csY29" fmla="*/ 2475411 h 3082834"/>
                <a:gd name="csX30" fmla="*/ 977576 w 1073214"/>
                <a:gd name="csY30" fmla="*/ 2562090 h 3082834"/>
                <a:gd name="csX31" fmla="*/ 968900 w 1073214"/>
                <a:gd name="csY31" fmla="*/ 2583641 h 3082834"/>
                <a:gd name="csX32" fmla="*/ 927376 w 1073214"/>
                <a:gd name="csY32" fmla="*/ 2725986 h 3082834"/>
                <a:gd name="csX33" fmla="*/ 896866 w 1073214"/>
                <a:gd name="csY33" fmla="*/ 2841172 h 3082834"/>
                <a:gd name="csX34" fmla="*/ 805425 w 1073214"/>
                <a:gd name="csY34" fmla="*/ 2952206 h 3082834"/>
                <a:gd name="csX35" fmla="*/ 727049 w 1073214"/>
                <a:gd name="csY35" fmla="*/ 2984864 h 3082834"/>
                <a:gd name="csX36" fmla="*/ 692387 w 1073214"/>
                <a:gd name="csY36" fmla="*/ 3010989 h 3082834"/>
                <a:gd name="csX37" fmla="*/ 655203 w 1073214"/>
                <a:gd name="csY37" fmla="*/ 3030583 h 3082834"/>
                <a:gd name="csX38" fmla="*/ 491917 w 1073214"/>
                <a:gd name="csY38" fmla="*/ 3082834 h 3082834"/>
                <a:gd name="csX39" fmla="*/ 348226 w 1073214"/>
                <a:gd name="csY39" fmla="*/ 3050177 h 3082834"/>
                <a:gd name="csX40" fmla="*/ 322100 w 1073214"/>
                <a:gd name="csY40" fmla="*/ 3010989 h 3082834"/>
                <a:gd name="csX41" fmla="*/ 295974 w 1073214"/>
                <a:gd name="csY41" fmla="*/ 2952206 h 3082834"/>
                <a:gd name="csX42" fmla="*/ 256786 w 1073214"/>
                <a:gd name="csY42" fmla="*/ 2893423 h 3082834"/>
                <a:gd name="csX43" fmla="*/ 224128 w 1073214"/>
                <a:gd name="csY43" fmla="*/ 2801983 h 3082834"/>
                <a:gd name="csX44" fmla="*/ 198003 w 1073214"/>
                <a:gd name="csY44" fmla="*/ 2684417 h 3082834"/>
                <a:gd name="csX45" fmla="*/ 171877 w 1073214"/>
                <a:gd name="csY45" fmla="*/ 2651760 h 3082834"/>
                <a:gd name="csX46" fmla="*/ 152283 w 1073214"/>
                <a:gd name="csY46" fmla="*/ 2586446 h 3082834"/>
                <a:gd name="csX47" fmla="*/ 126157 w 1073214"/>
                <a:gd name="csY47" fmla="*/ 2488474 h 3082834"/>
                <a:gd name="csX48" fmla="*/ 113094 w 1073214"/>
                <a:gd name="csY48" fmla="*/ 2455817 h 3082834"/>
                <a:gd name="csX49" fmla="*/ 100031 w 1073214"/>
                <a:gd name="csY49" fmla="*/ 2318657 h 3082834"/>
                <a:gd name="csX0" fmla="*/ 8591 w 1073214"/>
                <a:gd name="csY0" fmla="*/ 444137 h 3082834"/>
                <a:gd name="csX1" fmla="*/ 2060 w 1073214"/>
                <a:gd name="csY1" fmla="*/ 411480 h 3082834"/>
                <a:gd name="csX2" fmla="*/ 60843 w 1073214"/>
                <a:gd name="csY2" fmla="*/ 372291 h 3082834"/>
                <a:gd name="csX3" fmla="*/ 132688 w 1073214"/>
                <a:gd name="csY3" fmla="*/ 326571 h 3082834"/>
                <a:gd name="csX4" fmla="*/ 145751 w 1073214"/>
                <a:gd name="csY4" fmla="*/ 306977 h 3082834"/>
                <a:gd name="csX5" fmla="*/ 165346 w 1073214"/>
                <a:gd name="csY5" fmla="*/ 241663 h 3082834"/>
                <a:gd name="csX6" fmla="*/ 191471 w 1073214"/>
                <a:gd name="csY6" fmla="*/ 176349 h 3082834"/>
                <a:gd name="csX7" fmla="*/ 198003 w 1073214"/>
                <a:gd name="csY7" fmla="*/ 137160 h 3082834"/>
                <a:gd name="csX8" fmla="*/ 204534 w 1073214"/>
                <a:gd name="csY8" fmla="*/ 91440 h 3082834"/>
                <a:gd name="csX9" fmla="*/ 211066 w 1073214"/>
                <a:gd name="csY9" fmla="*/ 65314 h 3082834"/>
                <a:gd name="csX10" fmla="*/ 335163 w 1073214"/>
                <a:gd name="csY10" fmla="*/ 13063 h 3082834"/>
                <a:gd name="csX11" fmla="*/ 452728 w 1073214"/>
                <a:gd name="csY11" fmla="*/ 0 h 3082834"/>
                <a:gd name="csX12" fmla="*/ 720517 w 1073214"/>
                <a:gd name="csY12" fmla="*/ 19594 h 3082834"/>
                <a:gd name="csX13" fmla="*/ 779300 w 1073214"/>
                <a:gd name="csY13" fmla="*/ 52251 h 3082834"/>
                <a:gd name="csX14" fmla="*/ 844614 w 1073214"/>
                <a:gd name="csY14" fmla="*/ 84909 h 3082834"/>
                <a:gd name="csX15" fmla="*/ 864208 w 1073214"/>
                <a:gd name="csY15" fmla="*/ 111034 h 3082834"/>
                <a:gd name="csX16" fmla="*/ 877271 w 1073214"/>
                <a:gd name="csY16" fmla="*/ 137160 h 3082834"/>
                <a:gd name="csX17" fmla="*/ 936054 w 1073214"/>
                <a:gd name="csY17" fmla="*/ 195943 h 3082834"/>
                <a:gd name="csX18" fmla="*/ 988306 w 1073214"/>
                <a:gd name="csY18" fmla="*/ 254726 h 3082834"/>
                <a:gd name="csX19" fmla="*/ 1007900 w 1073214"/>
                <a:gd name="csY19" fmla="*/ 339634 h 3082834"/>
                <a:gd name="csX20" fmla="*/ 1027494 w 1073214"/>
                <a:gd name="csY20" fmla="*/ 391886 h 3082834"/>
                <a:gd name="csX21" fmla="*/ 1034026 w 1073214"/>
                <a:gd name="csY21" fmla="*/ 470263 h 3082834"/>
                <a:gd name="csX22" fmla="*/ 1073214 w 1073214"/>
                <a:gd name="csY22" fmla="*/ 620486 h 3082834"/>
                <a:gd name="csX23" fmla="*/ 1040557 w 1073214"/>
                <a:gd name="csY23" fmla="*/ 777240 h 3082834"/>
                <a:gd name="csX24" fmla="*/ 1053620 w 1073214"/>
                <a:gd name="csY24" fmla="*/ 920931 h 3082834"/>
                <a:gd name="csX25" fmla="*/ 1060151 w 1073214"/>
                <a:gd name="csY25" fmla="*/ 1489166 h 3082834"/>
                <a:gd name="csX26" fmla="*/ 1034026 w 1073214"/>
                <a:gd name="csY26" fmla="*/ 2037806 h 3082834"/>
                <a:gd name="csX27" fmla="*/ 1027494 w 1073214"/>
                <a:gd name="csY27" fmla="*/ 2142309 h 3082834"/>
                <a:gd name="csX28" fmla="*/ 1020963 w 1073214"/>
                <a:gd name="csY28" fmla="*/ 2194560 h 3082834"/>
                <a:gd name="csX29" fmla="*/ 1001368 w 1073214"/>
                <a:gd name="csY29" fmla="*/ 2475411 h 3082834"/>
                <a:gd name="csX30" fmla="*/ 977576 w 1073214"/>
                <a:gd name="csY30" fmla="*/ 2562090 h 3082834"/>
                <a:gd name="csX31" fmla="*/ 968900 w 1073214"/>
                <a:gd name="csY31" fmla="*/ 2583641 h 3082834"/>
                <a:gd name="csX32" fmla="*/ 927376 w 1073214"/>
                <a:gd name="csY32" fmla="*/ 2725986 h 3082834"/>
                <a:gd name="csX33" fmla="*/ 896866 w 1073214"/>
                <a:gd name="csY33" fmla="*/ 2841172 h 3082834"/>
                <a:gd name="csX34" fmla="*/ 805425 w 1073214"/>
                <a:gd name="csY34" fmla="*/ 2952206 h 3082834"/>
                <a:gd name="csX35" fmla="*/ 740205 w 1073214"/>
                <a:gd name="csY35" fmla="*/ 2984864 h 3082834"/>
                <a:gd name="csX36" fmla="*/ 692387 w 1073214"/>
                <a:gd name="csY36" fmla="*/ 3010989 h 3082834"/>
                <a:gd name="csX37" fmla="*/ 655203 w 1073214"/>
                <a:gd name="csY37" fmla="*/ 3030583 h 3082834"/>
                <a:gd name="csX38" fmla="*/ 491917 w 1073214"/>
                <a:gd name="csY38" fmla="*/ 3082834 h 3082834"/>
                <a:gd name="csX39" fmla="*/ 348226 w 1073214"/>
                <a:gd name="csY39" fmla="*/ 3050177 h 3082834"/>
                <a:gd name="csX40" fmla="*/ 322100 w 1073214"/>
                <a:gd name="csY40" fmla="*/ 3010989 h 3082834"/>
                <a:gd name="csX41" fmla="*/ 295974 w 1073214"/>
                <a:gd name="csY41" fmla="*/ 2952206 h 3082834"/>
                <a:gd name="csX42" fmla="*/ 256786 w 1073214"/>
                <a:gd name="csY42" fmla="*/ 2893423 h 3082834"/>
                <a:gd name="csX43" fmla="*/ 224128 w 1073214"/>
                <a:gd name="csY43" fmla="*/ 2801983 h 3082834"/>
                <a:gd name="csX44" fmla="*/ 198003 w 1073214"/>
                <a:gd name="csY44" fmla="*/ 2684417 h 3082834"/>
                <a:gd name="csX45" fmla="*/ 171877 w 1073214"/>
                <a:gd name="csY45" fmla="*/ 2651760 h 3082834"/>
                <a:gd name="csX46" fmla="*/ 152283 w 1073214"/>
                <a:gd name="csY46" fmla="*/ 2586446 h 3082834"/>
                <a:gd name="csX47" fmla="*/ 126157 w 1073214"/>
                <a:gd name="csY47" fmla="*/ 2488474 h 3082834"/>
                <a:gd name="csX48" fmla="*/ 113094 w 1073214"/>
                <a:gd name="csY48" fmla="*/ 2455817 h 3082834"/>
                <a:gd name="csX49" fmla="*/ 100031 w 1073214"/>
                <a:gd name="csY49" fmla="*/ 2318657 h 3082834"/>
                <a:gd name="csX0" fmla="*/ 8591 w 1070298"/>
                <a:gd name="csY0" fmla="*/ 444137 h 3082834"/>
                <a:gd name="csX1" fmla="*/ 2060 w 1070298"/>
                <a:gd name="csY1" fmla="*/ 411480 h 3082834"/>
                <a:gd name="csX2" fmla="*/ 60843 w 1070298"/>
                <a:gd name="csY2" fmla="*/ 372291 h 3082834"/>
                <a:gd name="csX3" fmla="*/ 132688 w 1070298"/>
                <a:gd name="csY3" fmla="*/ 326571 h 3082834"/>
                <a:gd name="csX4" fmla="*/ 145751 w 1070298"/>
                <a:gd name="csY4" fmla="*/ 306977 h 3082834"/>
                <a:gd name="csX5" fmla="*/ 165346 w 1070298"/>
                <a:gd name="csY5" fmla="*/ 241663 h 3082834"/>
                <a:gd name="csX6" fmla="*/ 191471 w 1070298"/>
                <a:gd name="csY6" fmla="*/ 176349 h 3082834"/>
                <a:gd name="csX7" fmla="*/ 198003 w 1070298"/>
                <a:gd name="csY7" fmla="*/ 137160 h 3082834"/>
                <a:gd name="csX8" fmla="*/ 204534 w 1070298"/>
                <a:gd name="csY8" fmla="*/ 91440 h 3082834"/>
                <a:gd name="csX9" fmla="*/ 211066 w 1070298"/>
                <a:gd name="csY9" fmla="*/ 65314 h 3082834"/>
                <a:gd name="csX10" fmla="*/ 335163 w 1070298"/>
                <a:gd name="csY10" fmla="*/ 13063 h 3082834"/>
                <a:gd name="csX11" fmla="*/ 452728 w 1070298"/>
                <a:gd name="csY11" fmla="*/ 0 h 3082834"/>
                <a:gd name="csX12" fmla="*/ 720517 w 1070298"/>
                <a:gd name="csY12" fmla="*/ 19594 h 3082834"/>
                <a:gd name="csX13" fmla="*/ 779300 w 1070298"/>
                <a:gd name="csY13" fmla="*/ 52251 h 3082834"/>
                <a:gd name="csX14" fmla="*/ 844614 w 1070298"/>
                <a:gd name="csY14" fmla="*/ 84909 h 3082834"/>
                <a:gd name="csX15" fmla="*/ 864208 w 1070298"/>
                <a:gd name="csY15" fmla="*/ 111034 h 3082834"/>
                <a:gd name="csX16" fmla="*/ 877271 w 1070298"/>
                <a:gd name="csY16" fmla="*/ 137160 h 3082834"/>
                <a:gd name="csX17" fmla="*/ 936054 w 1070298"/>
                <a:gd name="csY17" fmla="*/ 195943 h 3082834"/>
                <a:gd name="csX18" fmla="*/ 988306 w 1070298"/>
                <a:gd name="csY18" fmla="*/ 254726 h 3082834"/>
                <a:gd name="csX19" fmla="*/ 1007900 w 1070298"/>
                <a:gd name="csY19" fmla="*/ 339634 h 3082834"/>
                <a:gd name="csX20" fmla="*/ 1027494 w 1070298"/>
                <a:gd name="csY20" fmla="*/ 391886 h 3082834"/>
                <a:gd name="csX21" fmla="*/ 1034026 w 1070298"/>
                <a:gd name="csY21" fmla="*/ 470263 h 3082834"/>
                <a:gd name="csX22" fmla="*/ 1042514 w 1070298"/>
                <a:gd name="csY22" fmla="*/ 624872 h 3082834"/>
                <a:gd name="csX23" fmla="*/ 1040557 w 1070298"/>
                <a:gd name="csY23" fmla="*/ 777240 h 3082834"/>
                <a:gd name="csX24" fmla="*/ 1053620 w 1070298"/>
                <a:gd name="csY24" fmla="*/ 920931 h 3082834"/>
                <a:gd name="csX25" fmla="*/ 1060151 w 1070298"/>
                <a:gd name="csY25" fmla="*/ 1489166 h 3082834"/>
                <a:gd name="csX26" fmla="*/ 1034026 w 1070298"/>
                <a:gd name="csY26" fmla="*/ 2037806 h 3082834"/>
                <a:gd name="csX27" fmla="*/ 1027494 w 1070298"/>
                <a:gd name="csY27" fmla="*/ 2142309 h 3082834"/>
                <a:gd name="csX28" fmla="*/ 1020963 w 1070298"/>
                <a:gd name="csY28" fmla="*/ 2194560 h 3082834"/>
                <a:gd name="csX29" fmla="*/ 1001368 w 1070298"/>
                <a:gd name="csY29" fmla="*/ 2475411 h 3082834"/>
                <a:gd name="csX30" fmla="*/ 977576 w 1070298"/>
                <a:gd name="csY30" fmla="*/ 2562090 h 3082834"/>
                <a:gd name="csX31" fmla="*/ 968900 w 1070298"/>
                <a:gd name="csY31" fmla="*/ 2583641 h 3082834"/>
                <a:gd name="csX32" fmla="*/ 927376 w 1070298"/>
                <a:gd name="csY32" fmla="*/ 2725986 h 3082834"/>
                <a:gd name="csX33" fmla="*/ 896866 w 1070298"/>
                <a:gd name="csY33" fmla="*/ 2841172 h 3082834"/>
                <a:gd name="csX34" fmla="*/ 805425 w 1070298"/>
                <a:gd name="csY34" fmla="*/ 2952206 h 3082834"/>
                <a:gd name="csX35" fmla="*/ 740205 w 1070298"/>
                <a:gd name="csY35" fmla="*/ 2984864 h 3082834"/>
                <a:gd name="csX36" fmla="*/ 692387 w 1070298"/>
                <a:gd name="csY36" fmla="*/ 3010989 h 3082834"/>
                <a:gd name="csX37" fmla="*/ 655203 w 1070298"/>
                <a:gd name="csY37" fmla="*/ 3030583 h 3082834"/>
                <a:gd name="csX38" fmla="*/ 491917 w 1070298"/>
                <a:gd name="csY38" fmla="*/ 3082834 h 3082834"/>
                <a:gd name="csX39" fmla="*/ 348226 w 1070298"/>
                <a:gd name="csY39" fmla="*/ 3050177 h 3082834"/>
                <a:gd name="csX40" fmla="*/ 322100 w 1070298"/>
                <a:gd name="csY40" fmla="*/ 3010989 h 3082834"/>
                <a:gd name="csX41" fmla="*/ 295974 w 1070298"/>
                <a:gd name="csY41" fmla="*/ 2952206 h 3082834"/>
                <a:gd name="csX42" fmla="*/ 256786 w 1070298"/>
                <a:gd name="csY42" fmla="*/ 2893423 h 3082834"/>
                <a:gd name="csX43" fmla="*/ 224128 w 1070298"/>
                <a:gd name="csY43" fmla="*/ 2801983 h 3082834"/>
                <a:gd name="csX44" fmla="*/ 198003 w 1070298"/>
                <a:gd name="csY44" fmla="*/ 2684417 h 3082834"/>
                <a:gd name="csX45" fmla="*/ 171877 w 1070298"/>
                <a:gd name="csY45" fmla="*/ 2651760 h 3082834"/>
                <a:gd name="csX46" fmla="*/ 152283 w 1070298"/>
                <a:gd name="csY46" fmla="*/ 2586446 h 3082834"/>
                <a:gd name="csX47" fmla="*/ 126157 w 1070298"/>
                <a:gd name="csY47" fmla="*/ 2488474 h 3082834"/>
                <a:gd name="csX48" fmla="*/ 113094 w 1070298"/>
                <a:gd name="csY48" fmla="*/ 2455817 h 3082834"/>
                <a:gd name="csX49" fmla="*/ 100031 w 1070298"/>
                <a:gd name="csY49" fmla="*/ 2318657 h 3082834"/>
                <a:gd name="csX0" fmla="*/ 8591 w 1070298"/>
                <a:gd name="csY0" fmla="*/ 444137 h 3082834"/>
                <a:gd name="csX1" fmla="*/ 2060 w 1070298"/>
                <a:gd name="csY1" fmla="*/ 411480 h 3082834"/>
                <a:gd name="csX2" fmla="*/ 60843 w 1070298"/>
                <a:gd name="csY2" fmla="*/ 372291 h 3082834"/>
                <a:gd name="csX3" fmla="*/ 132688 w 1070298"/>
                <a:gd name="csY3" fmla="*/ 326571 h 3082834"/>
                <a:gd name="csX4" fmla="*/ 126016 w 1070298"/>
                <a:gd name="csY4" fmla="*/ 296013 h 3082834"/>
                <a:gd name="csX5" fmla="*/ 165346 w 1070298"/>
                <a:gd name="csY5" fmla="*/ 241663 h 3082834"/>
                <a:gd name="csX6" fmla="*/ 191471 w 1070298"/>
                <a:gd name="csY6" fmla="*/ 176349 h 3082834"/>
                <a:gd name="csX7" fmla="*/ 198003 w 1070298"/>
                <a:gd name="csY7" fmla="*/ 137160 h 3082834"/>
                <a:gd name="csX8" fmla="*/ 204534 w 1070298"/>
                <a:gd name="csY8" fmla="*/ 91440 h 3082834"/>
                <a:gd name="csX9" fmla="*/ 211066 w 1070298"/>
                <a:gd name="csY9" fmla="*/ 65314 h 3082834"/>
                <a:gd name="csX10" fmla="*/ 335163 w 1070298"/>
                <a:gd name="csY10" fmla="*/ 13063 h 3082834"/>
                <a:gd name="csX11" fmla="*/ 452728 w 1070298"/>
                <a:gd name="csY11" fmla="*/ 0 h 3082834"/>
                <a:gd name="csX12" fmla="*/ 720517 w 1070298"/>
                <a:gd name="csY12" fmla="*/ 19594 h 3082834"/>
                <a:gd name="csX13" fmla="*/ 779300 w 1070298"/>
                <a:gd name="csY13" fmla="*/ 52251 h 3082834"/>
                <a:gd name="csX14" fmla="*/ 844614 w 1070298"/>
                <a:gd name="csY14" fmla="*/ 84909 h 3082834"/>
                <a:gd name="csX15" fmla="*/ 864208 w 1070298"/>
                <a:gd name="csY15" fmla="*/ 111034 h 3082834"/>
                <a:gd name="csX16" fmla="*/ 877271 w 1070298"/>
                <a:gd name="csY16" fmla="*/ 137160 h 3082834"/>
                <a:gd name="csX17" fmla="*/ 936054 w 1070298"/>
                <a:gd name="csY17" fmla="*/ 195943 h 3082834"/>
                <a:gd name="csX18" fmla="*/ 988306 w 1070298"/>
                <a:gd name="csY18" fmla="*/ 254726 h 3082834"/>
                <a:gd name="csX19" fmla="*/ 1007900 w 1070298"/>
                <a:gd name="csY19" fmla="*/ 339634 h 3082834"/>
                <a:gd name="csX20" fmla="*/ 1027494 w 1070298"/>
                <a:gd name="csY20" fmla="*/ 391886 h 3082834"/>
                <a:gd name="csX21" fmla="*/ 1034026 w 1070298"/>
                <a:gd name="csY21" fmla="*/ 470263 h 3082834"/>
                <a:gd name="csX22" fmla="*/ 1042514 w 1070298"/>
                <a:gd name="csY22" fmla="*/ 624872 h 3082834"/>
                <a:gd name="csX23" fmla="*/ 1040557 w 1070298"/>
                <a:gd name="csY23" fmla="*/ 777240 h 3082834"/>
                <a:gd name="csX24" fmla="*/ 1053620 w 1070298"/>
                <a:gd name="csY24" fmla="*/ 920931 h 3082834"/>
                <a:gd name="csX25" fmla="*/ 1060151 w 1070298"/>
                <a:gd name="csY25" fmla="*/ 1489166 h 3082834"/>
                <a:gd name="csX26" fmla="*/ 1034026 w 1070298"/>
                <a:gd name="csY26" fmla="*/ 2037806 h 3082834"/>
                <a:gd name="csX27" fmla="*/ 1027494 w 1070298"/>
                <a:gd name="csY27" fmla="*/ 2142309 h 3082834"/>
                <a:gd name="csX28" fmla="*/ 1020963 w 1070298"/>
                <a:gd name="csY28" fmla="*/ 2194560 h 3082834"/>
                <a:gd name="csX29" fmla="*/ 1001368 w 1070298"/>
                <a:gd name="csY29" fmla="*/ 2475411 h 3082834"/>
                <a:gd name="csX30" fmla="*/ 977576 w 1070298"/>
                <a:gd name="csY30" fmla="*/ 2562090 h 3082834"/>
                <a:gd name="csX31" fmla="*/ 968900 w 1070298"/>
                <a:gd name="csY31" fmla="*/ 2583641 h 3082834"/>
                <a:gd name="csX32" fmla="*/ 927376 w 1070298"/>
                <a:gd name="csY32" fmla="*/ 2725986 h 3082834"/>
                <a:gd name="csX33" fmla="*/ 896866 w 1070298"/>
                <a:gd name="csY33" fmla="*/ 2841172 h 3082834"/>
                <a:gd name="csX34" fmla="*/ 805425 w 1070298"/>
                <a:gd name="csY34" fmla="*/ 2952206 h 3082834"/>
                <a:gd name="csX35" fmla="*/ 740205 w 1070298"/>
                <a:gd name="csY35" fmla="*/ 2984864 h 3082834"/>
                <a:gd name="csX36" fmla="*/ 692387 w 1070298"/>
                <a:gd name="csY36" fmla="*/ 3010989 h 3082834"/>
                <a:gd name="csX37" fmla="*/ 655203 w 1070298"/>
                <a:gd name="csY37" fmla="*/ 3030583 h 3082834"/>
                <a:gd name="csX38" fmla="*/ 491917 w 1070298"/>
                <a:gd name="csY38" fmla="*/ 3082834 h 3082834"/>
                <a:gd name="csX39" fmla="*/ 348226 w 1070298"/>
                <a:gd name="csY39" fmla="*/ 3050177 h 3082834"/>
                <a:gd name="csX40" fmla="*/ 322100 w 1070298"/>
                <a:gd name="csY40" fmla="*/ 3010989 h 3082834"/>
                <a:gd name="csX41" fmla="*/ 295974 w 1070298"/>
                <a:gd name="csY41" fmla="*/ 2952206 h 3082834"/>
                <a:gd name="csX42" fmla="*/ 256786 w 1070298"/>
                <a:gd name="csY42" fmla="*/ 2893423 h 3082834"/>
                <a:gd name="csX43" fmla="*/ 224128 w 1070298"/>
                <a:gd name="csY43" fmla="*/ 2801983 h 3082834"/>
                <a:gd name="csX44" fmla="*/ 198003 w 1070298"/>
                <a:gd name="csY44" fmla="*/ 2684417 h 3082834"/>
                <a:gd name="csX45" fmla="*/ 171877 w 1070298"/>
                <a:gd name="csY45" fmla="*/ 2651760 h 3082834"/>
                <a:gd name="csX46" fmla="*/ 152283 w 1070298"/>
                <a:gd name="csY46" fmla="*/ 2586446 h 3082834"/>
                <a:gd name="csX47" fmla="*/ 126157 w 1070298"/>
                <a:gd name="csY47" fmla="*/ 2488474 h 3082834"/>
                <a:gd name="csX48" fmla="*/ 113094 w 1070298"/>
                <a:gd name="csY48" fmla="*/ 2455817 h 3082834"/>
                <a:gd name="csX49" fmla="*/ 100031 w 1070298"/>
                <a:gd name="csY49" fmla="*/ 2318657 h 3082834"/>
                <a:gd name="csX0" fmla="*/ 8591 w 1070298"/>
                <a:gd name="csY0" fmla="*/ 444137 h 3082834"/>
                <a:gd name="csX1" fmla="*/ 2060 w 1070298"/>
                <a:gd name="csY1" fmla="*/ 411480 h 3082834"/>
                <a:gd name="csX2" fmla="*/ 60843 w 1070298"/>
                <a:gd name="csY2" fmla="*/ 372291 h 3082834"/>
                <a:gd name="csX3" fmla="*/ 108567 w 1070298"/>
                <a:gd name="csY3" fmla="*/ 330956 h 3082834"/>
                <a:gd name="csX4" fmla="*/ 126016 w 1070298"/>
                <a:gd name="csY4" fmla="*/ 296013 h 3082834"/>
                <a:gd name="csX5" fmla="*/ 165346 w 1070298"/>
                <a:gd name="csY5" fmla="*/ 241663 h 3082834"/>
                <a:gd name="csX6" fmla="*/ 191471 w 1070298"/>
                <a:gd name="csY6" fmla="*/ 176349 h 3082834"/>
                <a:gd name="csX7" fmla="*/ 198003 w 1070298"/>
                <a:gd name="csY7" fmla="*/ 137160 h 3082834"/>
                <a:gd name="csX8" fmla="*/ 204534 w 1070298"/>
                <a:gd name="csY8" fmla="*/ 91440 h 3082834"/>
                <a:gd name="csX9" fmla="*/ 211066 w 1070298"/>
                <a:gd name="csY9" fmla="*/ 65314 h 3082834"/>
                <a:gd name="csX10" fmla="*/ 335163 w 1070298"/>
                <a:gd name="csY10" fmla="*/ 13063 h 3082834"/>
                <a:gd name="csX11" fmla="*/ 452728 w 1070298"/>
                <a:gd name="csY11" fmla="*/ 0 h 3082834"/>
                <a:gd name="csX12" fmla="*/ 720517 w 1070298"/>
                <a:gd name="csY12" fmla="*/ 19594 h 3082834"/>
                <a:gd name="csX13" fmla="*/ 779300 w 1070298"/>
                <a:gd name="csY13" fmla="*/ 52251 h 3082834"/>
                <a:gd name="csX14" fmla="*/ 844614 w 1070298"/>
                <a:gd name="csY14" fmla="*/ 84909 h 3082834"/>
                <a:gd name="csX15" fmla="*/ 864208 w 1070298"/>
                <a:gd name="csY15" fmla="*/ 111034 h 3082834"/>
                <a:gd name="csX16" fmla="*/ 877271 w 1070298"/>
                <a:gd name="csY16" fmla="*/ 137160 h 3082834"/>
                <a:gd name="csX17" fmla="*/ 936054 w 1070298"/>
                <a:gd name="csY17" fmla="*/ 195943 h 3082834"/>
                <a:gd name="csX18" fmla="*/ 988306 w 1070298"/>
                <a:gd name="csY18" fmla="*/ 254726 h 3082834"/>
                <a:gd name="csX19" fmla="*/ 1007900 w 1070298"/>
                <a:gd name="csY19" fmla="*/ 339634 h 3082834"/>
                <a:gd name="csX20" fmla="*/ 1027494 w 1070298"/>
                <a:gd name="csY20" fmla="*/ 391886 h 3082834"/>
                <a:gd name="csX21" fmla="*/ 1034026 w 1070298"/>
                <a:gd name="csY21" fmla="*/ 470263 h 3082834"/>
                <a:gd name="csX22" fmla="*/ 1042514 w 1070298"/>
                <a:gd name="csY22" fmla="*/ 624872 h 3082834"/>
                <a:gd name="csX23" fmla="*/ 1040557 w 1070298"/>
                <a:gd name="csY23" fmla="*/ 777240 h 3082834"/>
                <a:gd name="csX24" fmla="*/ 1053620 w 1070298"/>
                <a:gd name="csY24" fmla="*/ 920931 h 3082834"/>
                <a:gd name="csX25" fmla="*/ 1060151 w 1070298"/>
                <a:gd name="csY25" fmla="*/ 1489166 h 3082834"/>
                <a:gd name="csX26" fmla="*/ 1034026 w 1070298"/>
                <a:gd name="csY26" fmla="*/ 2037806 h 3082834"/>
                <a:gd name="csX27" fmla="*/ 1027494 w 1070298"/>
                <a:gd name="csY27" fmla="*/ 2142309 h 3082834"/>
                <a:gd name="csX28" fmla="*/ 1020963 w 1070298"/>
                <a:gd name="csY28" fmla="*/ 2194560 h 3082834"/>
                <a:gd name="csX29" fmla="*/ 1001368 w 1070298"/>
                <a:gd name="csY29" fmla="*/ 2475411 h 3082834"/>
                <a:gd name="csX30" fmla="*/ 977576 w 1070298"/>
                <a:gd name="csY30" fmla="*/ 2562090 h 3082834"/>
                <a:gd name="csX31" fmla="*/ 968900 w 1070298"/>
                <a:gd name="csY31" fmla="*/ 2583641 h 3082834"/>
                <a:gd name="csX32" fmla="*/ 927376 w 1070298"/>
                <a:gd name="csY32" fmla="*/ 2725986 h 3082834"/>
                <a:gd name="csX33" fmla="*/ 896866 w 1070298"/>
                <a:gd name="csY33" fmla="*/ 2841172 h 3082834"/>
                <a:gd name="csX34" fmla="*/ 805425 w 1070298"/>
                <a:gd name="csY34" fmla="*/ 2952206 h 3082834"/>
                <a:gd name="csX35" fmla="*/ 740205 w 1070298"/>
                <a:gd name="csY35" fmla="*/ 2984864 h 3082834"/>
                <a:gd name="csX36" fmla="*/ 692387 w 1070298"/>
                <a:gd name="csY36" fmla="*/ 3010989 h 3082834"/>
                <a:gd name="csX37" fmla="*/ 655203 w 1070298"/>
                <a:gd name="csY37" fmla="*/ 3030583 h 3082834"/>
                <a:gd name="csX38" fmla="*/ 491917 w 1070298"/>
                <a:gd name="csY38" fmla="*/ 3082834 h 3082834"/>
                <a:gd name="csX39" fmla="*/ 348226 w 1070298"/>
                <a:gd name="csY39" fmla="*/ 3050177 h 3082834"/>
                <a:gd name="csX40" fmla="*/ 322100 w 1070298"/>
                <a:gd name="csY40" fmla="*/ 3010989 h 3082834"/>
                <a:gd name="csX41" fmla="*/ 295974 w 1070298"/>
                <a:gd name="csY41" fmla="*/ 2952206 h 3082834"/>
                <a:gd name="csX42" fmla="*/ 256786 w 1070298"/>
                <a:gd name="csY42" fmla="*/ 2893423 h 3082834"/>
                <a:gd name="csX43" fmla="*/ 224128 w 1070298"/>
                <a:gd name="csY43" fmla="*/ 2801983 h 3082834"/>
                <a:gd name="csX44" fmla="*/ 198003 w 1070298"/>
                <a:gd name="csY44" fmla="*/ 2684417 h 3082834"/>
                <a:gd name="csX45" fmla="*/ 171877 w 1070298"/>
                <a:gd name="csY45" fmla="*/ 2651760 h 3082834"/>
                <a:gd name="csX46" fmla="*/ 152283 w 1070298"/>
                <a:gd name="csY46" fmla="*/ 2586446 h 3082834"/>
                <a:gd name="csX47" fmla="*/ 126157 w 1070298"/>
                <a:gd name="csY47" fmla="*/ 2488474 h 3082834"/>
                <a:gd name="csX48" fmla="*/ 113094 w 1070298"/>
                <a:gd name="csY48" fmla="*/ 2455817 h 3082834"/>
                <a:gd name="csX49" fmla="*/ 100031 w 1070298"/>
                <a:gd name="csY49" fmla="*/ 2318657 h 3082834"/>
                <a:gd name="csX0" fmla="*/ 87 w 1061794"/>
                <a:gd name="csY0" fmla="*/ 444137 h 3082834"/>
                <a:gd name="csX1" fmla="*/ 43990 w 1061794"/>
                <a:gd name="csY1" fmla="*/ 411480 h 3082834"/>
                <a:gd name="csX2" fmla="*/ 52339 w 1061794"/>
                <a:gd name="csY2" fmla="*/ 372291 h 3082834"/>
                <a:gd name="csX3" fmla="*/ 100063 w 1061794"/>
                <a:gd name="csY3" fmla="*/ 330956 h 3082834"/>
                <a:gd name="csX4" fmla="*/ 117512 w 1061794"/>
                <a:gd name="csY4" fmla="*/ 296013 h 3082834"/>
                <a:gd name="csX5" fmla="*/ 156842 w 1061794"/>
                <a:gd name="csY5" fmla="*/ 241663 h 3082834"/>
                <a:gd name="csX6" fmla="*/ 182967 w 1061794"/>
                <a:gd name="csY6" fmla="*/ 176349 h 3082834"/>
                <a:gd name="csX7" fmla="*/ 189499 w 1061794"/>
                <a:gd name="csY7" fmla="*/ 137160 h 3082834"/>
                <a:gd name="csX8" fmla="*/ 196030 w 1061794"/>
                <a:gd name="csY8" fmla="*/ 91440 h 3082834"/>
                <a:gd name="csX9" fmla="*/ 202562 w 1061794"/>
                <a:gd name="csY9" fmla="*/ 65314 h 3082834"/>
                <a:gd name="csX10" fmla="*/ 326659 w 1061794"/>
                <a:gd name="csY10" fmla="*/ 13063 h 3082834"/>
                <a:gd name="csX11" fmla="*/ 444224 w 1061794"/>
                <a:gd name="csY11" fmla="*/ 0 h 3082834"/>
                <a:gd name="csX12" fmla="*/ 712013 w 1061794"/>
                <a:gd name="csY12" fmla="*/ 19594 h 3082834"/>
                <a:gd name="csX13" fmla="*/ 770796 w 1061794"/>
                <a:gd name="csY13" fmla="*/ 52251 h 3082834"/>
                <a:gd name="csX14" fmla="*/ 836110 w 1061794"/>
                <a:gd name="csY14" fmla="*/ 84909 h 3082834"/>
                <a:gd name="csX15" fmla="*/ 855704 w 1061794"/>
                <a:gd name="csY15" fmla="*/ 111034 h 3082834"/>
                <a:gd name="csX16" fmla="*/ 868767 w 1061794"/>
                <a:gd name="csY16" fmla="*/ 137160 h 3082834"/>
                <a:gd name="csX17" fmla="*/ 927550 w 1061794"/>
                <a:gd name="csY17" fmla="*/ 195943 h 3082834"/>
                <a:gd name="csX18" fmla="*/ 979802 w 1061794"/>
                <a:gd name="csY18" fmla="*/ 254726 h 3082834"/>
                <a:gd name="csX19" fmla="*/ 999396 w 1061794"/>
                <a:gd name="csY19" fmla="*/ 339634 h 3082834"/>
                <a:gd name="csX20" fmla="*/ 1018990 w 1061794"/>
                <a:gd name="csY20" fmla="*/ 391886 h 3082834"/>
                <a:gd name="csX21" fmla="*/ 1025522 w 1061794"/>
                <a:gd name="csY21" fmla="*/ 470263 h 3082834"/>
                <a:gd name="csX22" fmla="*/ 1034010 w 1061794"/>
                <a:gd name="csY22" fmla="*/ 624872 h 3082834"/>
                <a:gd name="csX23" fmla="*/ 1032053 w 1061794"/>
                <a:gd name="csY23" fmla="*/ 777240 h 3082834"/>
                <a:gd name="csX24" fmla="*/ 1045116 w 1061794"/>
                <a:gd name="csY24" fmla="*/ 920931 h 3082834"/>
                <a:gd name="csX25" fmla="*/ 1051647 w 1061794"/>
                <a:gd name="csY25" fmla="*/ 1489166 h 3082834"/>
                <a:gd name="csX26" fmla="*/ 1025522 w 1061794"/>
                <a:gd name="csY26" fmla="*/ 2037806 h 3082834"/>
                <a:gd name="csX27" fmla="*/ 1018990 w 1061794"/>
                <a:gd name="csY27" fmla="*/ 2142309 h 3082834"/>
                <a:gd name="csX28" fmla="*/ 1012459 w 1061794"/>
                <a:gd name="csY28" fmla="*/ 2194560 h 3082834"/>
                <a:gd name="csX29" fmla="*/ 992864 w 1061794"/>
                <a:gd name="csY29" fmla="*/ 2475411 h 3082834"/>
                <a:gd name="csX30" fmla="*/ 969072 w 1061794"/>
                <a:gd name="csY30" fmla="*/ 2562090 h 3082834"/>
                <a:gd name="csX31" fmla="*/ 960396 w 1061794"/>
                <a:gd name="csY31" fmla="*/ 2583641 h 3082834"/>
                <a:gd name="csX32" fmla="*/ 918872 w 1061794"/>
                <a:gd name="csY32" fmla="*/ 2725986 h 3082834"/>
                <a:gd name="csX33" fmla="*/ 888362 w 1061794"/>
                <a:gd name="csY33" fmla="*/ 2841172 h 3082834"/>
                <a:gd name="csX34" fmla="*/ 796921 w 1061794"/>
                <a:gd name="csY34" fmla="*/ 2952206 h 3082834"/>
                <a:gd name="csX35" fmla="*/ 731701 w 1061794"/>
                <a:gd name="csY35" fmla="*/ 2984864 h 3082834"/>
                <a:gd name="csX36" fmla="*/ 683883 w 1061794"/>
                <a:gd name="csY36" fmla="*/ 3010989 h 3082834"/>
                <a:gd name="csX37" fmla="*/ 646699 w 1061794"/>
                <a:gd name="csY37" fmla="*/ 3030583 h 3082834"/>
                <a:gd name="csX38" fmla="*/ 483413 w 1061794"/>
                <a:gd name="csY38" fmla="*/ 3082834 h 3082834"/>
                <a:gd name="csX39" fmla="*/ 339722 w 1061794"/>
                <a:gd name="csY39" fmla="*/ 3050177 h 3082834"/>
                <a:gd name="csX40" fmla="*/ 313596 w 1061794"/>
                <a:gd name="csY40" fmla="*/ 3010989 h 3082834"/>
                <a:gd name="csX41" fmla="*/ 287470 w 1061794"/>
                <a:gd name="csY41" fmla="*/ 2952206 h 3082834"/>
                <a:gd name="csX42" fmla="*/ 248282 w 1061794"/>
                <a:gd name="csY42" fmla="*/ 2893423 h 3082834"/>
                <a:gd name="csX43" fmla="*/ 215624 w 1061794"/>
                <a:gd name="csY43" fmla="*/ 2801983 h 3082834"/>
                <a:gd name="csX44" fmla="*/ 189499 w 1061794"/>
                <a:gd name="csY44" fmla="*/ 2684417 h 3082834"/>
                <a:gd name="csX45" fmla="*/ 163373 w 1061794"/>
                <a:gd name="csY45" fmla="*/ 2651760 h 3082834"/>
                <a:gd name="csX46" fmla="*/ 143779 w 1061794"/>
                <a:gd name="csY46" fmla="*/ 2586446 h 3082834"/>
                <a:gd name="csX47" fmla="*/ 117653 w 1061794"/>
                <a:gd name="csY47" fmla="*/ 2488474 h 3082834"/>
                <a:gd name="csX48" fmla="*/ 104590 w 1061794"/>
                <a:gd name="csY48" fmla="*/ 2455817 h 3082834"/>
                <a:gd name="csX49" fmla="*/ 91527 w 1061794"/>
                <a:gd name="csY49" fmla="*/ 2318657 h 3082834"/>
                <a:gd name="csX0" fmla="*/ 582 w 1022818"/>
                <a:gd name="csY0" fmla="*/ 444137 h 3082834"/>
                <a:gd name="csX1" fmla="*/ 5014 w 1022818"/>
                <a:gd name="csY1" fmla="*/ 411480 h 3082834"/>
                <a:gd name="csX2" fmla="*/ 13363 w 1022818"/>
                <a:gd name="csY2" fmla="*/ 372291 h 3082834"/>
                <a:gd name="csX3" fmla="*/ 61087 w 1022818"/>
                <a:gd name="csY3" fmla="*/ 330956 h 3082834"/>
                <a:gd name="csX4" fmla="*/ 78536 w 1022818"/>
                <a:gd name="csY4" fmla="*/ 296013 h 3082834"/>
                <a:gd name="csX5" fmla="*/ 117866 w 1022818"/>
                <a:gd name="csY5" fmla="*/ 241663 h 3082834"/>
                <a:gd name="csX6" fmla="*/ 143991 w 1022818"/>
                <a:gd name="csY6" fmla="*/ 176349 h 3082834"/>
                <a:gd name="csX7" fmla="*/ 150523 w 1022818"/>
                <a:gd name="csY7" fmla="*/ 137160 h 3082834"/>
                <a:gd name="csX8" fmla="*/ 157054 w 1022818"/>
                <a:gd name="csY8" fmla="*/ 91440 h 3082834"/>
                <a:gd name="csX9" fmla="*/ 163586 w 1022818"/>
                <a:gd name="csY9" fmla="*/ 65314 h 3082834"/>
                <a:gd name="csX10" fmla="*/ 287683 w 1022818"/>
                <a:gd name="csY10" fmla="*/ 13063 h 3082834"/>
                <a:gd name="csX11" fmla="*/ 405248 w 1022818"/>
                <a:gd name="csY11" fmla="*/ 0 h 3082834"/>
                <a:gd name="csX12" fmla="*/ 673037 w 1022818"/>
                <a:gd name="csY12" fmla="*/ 19594 h 3082834"/>
                <a:gd name="csX13" fmla="*/ 731820 w 1022818"/>
                <a:gd name="csY13" fmla="*/ 52251 h 3082834"/>
                <a:gd name="csX14" fmla="*/ 797134 w 1022818"/>
                <a:gd name="csY14" fmla="*/ 84909 h 3082834"/>
                <a:gd name="csX15" fmla="*/ 816728 w 1022818"/>
                <a:gd name="csY15" fmla="*/ 111034 h 3082834"/>
                <a:gd name="csX16" fmla="*/ 829791 w 1022818"/>
                <a:gd name="csY16" fmla="*/ 137160 h 3082834"/>
                <a:gd name="csX17" fmla="*/ 888574 w 1022818"/>
                <a:gd name="csY17" fmla="*/ 195943 h 3082834"/>
                <a:gd name="csX18" fmla="*/ 940826 w 1022818"/>
                <a:gd name="csY18" fmla="*/ 254726 h 3082834"/>
                <a:gd name="csX19" fmla="*/ 960420 w 1022818"/>
                <a:gd name="csY19" fmla="*/ 339634 h 3082834"/>
                <a:gd name="csX20" fmla="*/ 980014 w 1022818"/>
                <a:gd name="csY20" fmla="*/ 391886 h 3082834"/>
                <a:gd name="csX21" fmla="*/ 986546 w 1022818"/>
                <a:gd name="csY21" fmla="*/ 470263 h 3082834"/>
                <a:gd name="csX22" fmla="*/ 995034 w 1022818"/>
                <a:gd name="csY22" fmla="*/ 624872 h 3082834"/>
                <a:gd name="csX23" fmla="*/ 993077 w 1022818"/>
                <a:gd name="csY23" fmla="*/ 777240 h 3082834"/>
                <a:gd name="csX24" fmla="*/ 1006140 w 1022818"/>
                <a:gd name="csY24" fmla="*/ 920931 h 3082834"/>
                <a:gd name="csX25" fmla="*/ 1012671 w 1022818"/>
                <a:gd name="csY25" fmla="*/ 1489166 h 3082834"/>
                <a:gd name="csX26" fmla="*/ 986546 w 1022818"/>
                <a:gd name="csY26" fmla="*/ 2037806 h 3082834"/>
                <a:gd name="csX27" fmla="*/ 980014 w 1022818"/>
                <a:gd name="csY27" fmla="*/ 2142309 h 3082834"/>
                <a:gd name="csX28" fmla="*/ 973483 w 1022818"/>
                <a:gd name="csY28" fmla="*/ 2194560 h 3082834"/>
                <a:gd name="csX29" fmla="*/ 953888 w 1022818"/>
                <a:gd name="csY29" fmla="*/ 2475411 h 3082834"/>
                <a:gd name="csX30" fmla="*/ 930096 w 1022818"/>
                <a:gd name="csY30" fmla="*/ 2562090 h 3082834"/>
                <a:gd name="csX31" fmla="*/ 921420 w 1022818"/>
                <a:gd name="csY31" fmla="*/ 2583641 h 3082834"/>
                <a:gd name="csX32" fmla="*/ 879896 w 1022818"/>
                <a:gd name="csY32" fmla="*/ 2725986 h 3082834"/>
                <a:gd name="csX33" fmla="*/ 849386 w 1022818"/>
                <a:gd name="csY33" fmla="*/ 2841172 h 3082834"/>
                <a:gd name="csX34" fmla="*/ 757945 w 1022818"/>
                <a:gd name="csY34" fmla="*/ 2952206 h 3082834"/>
                <a:gd name="csX35" fmla="*/ 692725 w 1022818"/>
                <a:gd name="csY35" fmla="*/ 2984864 h 3082834"/>
                <a:gd name="csX36" fmla="*/ 644907 w 1022818"/>
                <a:gd name="csY36" fmla="*/ 3010989 h 3082834"/>
                <a:gd name="csX37" fmla="*/ 607723 w 1022818"/>
                <a:gd name="csY37" fmla="*/ 3030583 h 3082834"/>
                <a:gd name="csX38" fmla="*/ 444437 w 1022818"/>
                <a:gd name="csY38" fmla="*/ 3082834 h 3082834"/>
                <a:gd name="csX39" fmla="*/ 300746 w 1022818"/>
                <a:gd name="csY39" fmla="*/ 3050177 h 3082834"/>
                <a:gd name="csX40" fmla="*/ 274620 w 1022818"/>
                <a:gd name="csY40" fmla="*/ 3010989 h 3082834"/>
                <a:gd name="csX41" fmla="*/ 248494 w 1022818"/>
                <a:gd name="csY41" fmla="*/ 2952206 h 3082834"/>
                <a:gd name="csX42" fmla="*/ 209306 w 1022818"/>
                <a:gd name="csY42" fmla="*/ 2893423 h 3082834"/>
                <a:gd name="csX43" fmla="*/ 176648 w 1022818"/>
                <a:gd name="csY43" fmla="*/ 2801983 h 3082834"/>
                <a:gd name="csX44" fmla="*/ 150523 w 1022818"/>
                <a:gd name="csY44" fmla="*/ 2684417 h 3082834"/>
                <a:gd name="csX45" fmla="*/ 124397 w 1022818"/>
                <a:gd name="csY45" fmla="*/ 2651760 h 3082834"/>
                <a:gd name="csX46" fmla="*/ 104803 w 1022818"/>
                <a:gd name="csY46" fmla="*/ 2586446 h 3082834"/>
                <a:gd name="csX47" fmla="*/ 78677 w 1022818"/>
                <a:gd name="csY47" fmla="*/ 2488474 h 3082834"/>
                <a:gd name="csX48" fmla="*/ 65614 w 1022818"/>
                <a:gd name="csY48" fmla="*/ 2455817 h 3082834"/>
                <a:gd name="csX49" fmla="*/ 52551 w 1022818"/>
                <a:gd name="csY49" fmla="*/ 2318657 h 3082834"/>
                <a:gd name="csX0" fmla="*/ 1104 w 1023340"/>
                <a:gd name="csY0" fmla="*/ 444137 h 3082834"/>
                <a:gd name="csX1" fmla="*/ 5536 w 1023340"/>
                <a:gd name="csY1" fmla="*/ 411480 h 3082834"/>
                <a:gd name="csX2" fmla="*/ 35814 w 1023340"/>
                <a:gd name="csY2" fmla="*/ 365712 h 3082834"/>
                <a:gd name="csX3" fmla="*/ 61609 w 1023340"/>
                <a:gd name="csY3" fmla="*/ 330956 h 3082834"/>
                <a:gd name="csX4" fmla="*/ 79058 w 1023340"/>
                <a:gd name="csY4" fmla="*/ 296013 h 3082834"/>
                <a:gd name="csX5" fmla="*/ 118388 w 1023340"/>
                <a:gd name="csY5" fmla="*/ 241663 h 3082834"/>
                <a:gd name="csX6" fmla="*/ 144513 w 1023340"/>
                <a:gd name="csY6" fmla="*/ 176349 h 3082834"/>
                <a:gd name="csX7" fmla="*/ 151045 w 1023340"/>
                <a:gd name="csY7" fmla="*/ 137160 h 3082834"/>
                <a:gd name="csX8" fmla="*/ 157576 w 1023340"/>
                <a:gd name="csY8" fmla="*/ 91440 h 3082834"/>
                <a:gd name="csX9" fmla="*/ 164108 w 1023340"/>
                <a:gd name="csY9" fmla="*/ 65314 h 3082834"/>
                <a:gd name="csX10" fmla="*/ 288205 w 1023340"/>
                <a:gd name="csY10" fmla="*/ 13063 h 3082834"/>
                <a:gd name="csX11" fmla="*/ 405770 w 1023340"/>
                <a:gd name="csY11" fmla="*/ 0 h 3082834"/>
                <a:gd name="csX12" fmla="*/ 673559 w 1023340"/>
                <a:gd name="csY12" fmla="*/ 19594 h 3082834"/>
                <a:gd name="csX13" fmla="*/ 732342 w 1023340"/>
                <a:gd name="csY13" fmla="*/ 52251 h 3082834"/>
                <a:gd name="csX14" fmla="*/ 797656 w 1023340"/>
                <a:gd name="csY14" fmla="*/ 84909 h 3082834"/>
                <a:gd name="csX15" fmla="*/ 817250 w 1023340"/>
                <a:gd name="csY15" fmla="*/ 111034 h 3082834"/>
                <a:gd name="csX16" fmla="*/ 830313 w 1023340"/>
                <a:gd name="csY16" fmla="*/ 137160 h 3082834"/>
                <a:gd name="csX17" fmla="*/ 889096 w 1023340"/>
                <a:gd name="csY17" fmla="*/ 195943 h 3082834"/>
                <a:gd name="csX18" fmla="*/ 941348 w 1023340"/>
                <a:gd name="csY18" fmla="*/ 254726 h 3082834"/>
                <a:gd name="csX19" fmla="*/ 960942 w 1023340"/>
                <a:gd name="csY19" fmla="*/ 339634 h 3082834"/>
                <a:gd name="csX20" fmla="*/ 980536 w 1023340"/>
                <a:gd name="csY20" fmla="*/ 391886 h 3082834"/>
                <a:gd name="csX21" fmla="*/ 987068 w 1023340"/>
                <a:gd name="csY21" fmla="*/ 470263 h 3082834"/>
                <a:gd name="csX22" fmla="*/ 995556 w 1023340"/>
                <a:gd name="csY22" fmla="*/ 624872 h 3082834"/>
                <a:gd name="csX23" fmla="*/ 993599 w 1023340"/>
                <a:gd name="csY23" fmla="*/ 777240 h 3082834"/>
                <a:gd name="csX24" fmla="*/ 1006662 w 1023340"/>
                <a:gd name="csY24" fmla="*/ 920931 h 3082834"/>
                <a:gd name="csX25" fmla="*/ 1013193 w 1023340"/>
                <a:gd name="csY25" fmla="*/ 1489166 h 3082834"/>
                <a:gd name="csX26" fmla="*/ 987068 w 1023340"/>
                <a:gd name="csY26" fmla="*/ 2037806 h 3082834"/>
                <a:gd name="csX27" fmla="*/ 980536 w 1023340"/>
                <a:gd name="csY27" fmla="*/ 2142309 h 3082834"/>
                <a:gd name="csX28" fmla="*/ 974005 w 1023340"/>
                <a:gd name="csY28" fmla="*/ 2194560 h 3082834"/>
                <a:gd name="csX29" fmla="*/ 954410 w 1023340"/>
                <a:gd name="csY29" fmla="*/ 2475411 h 3082834"/>
                <a:gd name="csX30" fmla="*/ 930618 w 1023340"/>
                <a:gd name="csY30" fmla="*/ 2562090 h 3082834"/>
                <a:gd name="csX31" fmla="*/ 921942 w 1023340"/>
                <a:gd name="csY31" fmla="*/ 2583641 h 3082834"/>
                <a:gd name="csX32" fmla="*/ 880418 w 1023340"/>
                <a:gd name="csY32" fmla="*/ 2725986 h 3082834"/>
                <a:gd name="csX33" fmla="*/ 849908 w 1023340"/>
                <a:gd name="csY33" fmla="*/ 2841172 h 3082834"/>
                <a:gd name="csX34" fmla="*/ 758467 w 1023340"/>
                <a:gd name="csY34" fmla="*/ 2952206 h 3082834"/>
                <a:gd name="csX35" fmla="*/ 693247 w 1023340"/>
                <a:gd name="csY35" fmla="*/ 2984864 h 3082834"/>
                <a:gd name="csX36" fmla="*/ 645429 w 1023340"/>
                <a:gd name="csY36" fmla="*/ 3010989 h 3082834"/>
                <a:gd name="csX37" fmla="*/ 608245 w 1023340"/>
                <a:gd name="csY37" fmla="*/ 3030583 h 3082834"/>
                <a:gd name="csX38" fmla="*/ 444959 w 1023340"/>
                <a:gd name="csY38" fmla="*/ 3082834 h 3082834"/>
                <a:gd name="csX39" fmla="*/ 301268 w 1023340"/>
                <a:gd name="csY39" fmla="*/ 3050177 h 3082834"/>
                <a:gd name="csX40" fmla="*/ 275142 w 1023340"/>
                <a:gd name="csY40" fmla="*/ 3010989 h 3082834"/>
                <a:gd name="csX41" fmla="*/ 249016 w 1023340"/>
                <a:gd name="csY41" fmla="*/ 2952206 h 3082834"/>
                <a:gd name="csX42" fmla="*/ 209828 w 1023340"/>
                <a:gd name="csY42" fmla="*/ 2893423 h 3082834"/>
                <a:gd name="csX43" fmla="*/ 177170 w 1023340"/>
                <a:gd name="csY43" fmla="*/ 2801983 h 3082834"/>
                <a:gd name="csX44" fmla="*/ 151045 w 1023340"/>
                <a:gd name="csY44" fmla="*/ 2684417 h 3082834"/>
                <a:gd name="csX45" fmla="*/ 124919 w 1023340"/>
                <a:gd name="csY45" fmla="*/ 2651760 h 3082834"/>
                <a:gd name="csX46" fmla="*/ 105325 w 1023340"/>
                <a:gd name="csY46" fmla="*/ 2586446 h 3082834"/>
                <a:gd name="csX47" fmla="*/ 79199 w 1023340"/>
                <a:gd name="csY47" fmla="*/ 2488474 h 3082834"/>
                <a:gd name="csX48" fmla="*/ 66136 w 1023340"/>
                <a:gd name="csY48" fmla="*/ 2455817 h 3082834"/>
                <a:gd name="csX49" fmla="*/ 53073 w 1023340"/>
                <a:gd name="csY49" fmla="*/ 2318657 h 3082834"/>
                <a:gd name="csX0" fmla="*/ 1682 w 1023918"/>
                <a:gd name="csY0" fmla="*/ 444137 h 3082834"/>
                <a:gd name="csX1" fmla="*/ 6114 w 1023918"/>
                <a:gd name="csY1" fmla="*/ 411480 h 3082834"/>
                <a:gd name="csX2" fmla="*/ 49549 w 1023918"/>
                <a:gd name="csY2" fmla="*/ 376676 h 3082834"/>
                <a:gd name="csX3" fmla="*/ 62187 w 1023918"/>
                <a:gd name="csY3" fmla="*/ 330956 h 3082834"/>
                <a:gd name="csX4" fmla="*/ 79636 w 1023918"/>
                <a:gd name="csY4" fmla="*/ 296013 h 3082834"/>
                <a:gd name="csX5" fmla="*/ 118966 w 1023918"/>
                <a:gd name="csY5" fmla="*/ 241663 h 3082834"/>
                <a:gd name="csX6" fmla="*/ 145091 w 1023918"/>
                <a:gd name="csY6" fmla="*/ 176349 h 3082834"/>
                <a:gd name="csX7" fmla="*/ 151623 w 1023918"/>
                <a:gd name="csY7" fmla="*/ 137160 h 3082834"/>
                <a:gd name="csX8" fmla="*/ 158154 w 1023918"/>
                <a:gd name="csY8" fmla="*/ 91440 h 3082834"/>
                <a:gd name="csX9" fmla="*/ 164686 w 1023918"/>
                <a:gd name="csY9" fmla="*/ 65314 h 3082834"/>
                <a:gd name="csX10" fmla="*/ 288783 w 1023918"/>
                <a:gd name="csY10" fmla="*/ 13063 h 3082834"/>
                <a:gd name="csX11" fmla="*/ 406348 w 1023918"/>
                <a:gd name="csY11" fmla="*/ 0 h 3082834"/>
                <a:gd name="csX12" fmla="*/ 674137 w 1023918"/>
                <a:gd name="csY12" fmla="*/ 19594 h 3082834"/>
                <a:gd name="csX13" fmla="*/ 732920 w 1023918"/>
                <a:gd name="csY13" fmla="*/ 52251 h 3082834"/>
                <a:gd name="csX14" fmla="*/ 798234 w 1023918"/>
                <a:gd name="csY14" fmla="*/ 84909 h 3082834"/>
                <a:gd name="csX15" fmla="*/ 817828 w 1023918"/>
                <a:gd name="csY15" fmla="*/ 111034 h 3082834"/>
                <a:gd name="csX16" fmla="*/ 830891 w 1023918"/>
                <a:gd name="csY16" fmla="*/ 137160 h 3082834"/>
                <a:gd name="csX17" fmla="*/ 889674 w 1023918"/>
                <a:gd name="csY17" fmla="*/ 195943 h 3082834"/>
                <a:gd name="csX18" fmla="*/ 941926 w 1023918"/>
                <a:gd name="csY18" fmla="*/ 254726 h 3082834"/>
                <a:gd name="csX19" fmla="*/ 961520 w 1023918"/>
                <a:gd name="csY19" fmla="*/ 339634 h 3082834"/>
                <a:gd name="csX20" fmla="*/ 981114 w 1023918"/>
                <a:gd name="csY20" fmla="*/ 391886 h 3082834"/>
                <a:gd name="csX21" fmla="*/ 987646 w 1023918"/>
                <a:gd name="csY21" fmla="*/ 470263 h 3082834"/>
                <a:gd name="csX22" fmla="*/ 996134 w 1023918"/>
                <a:gd name="csY22" fmla="*/ 624872 h 3082834"/>
                <a:gd name="csX23" fmla="*/ 994177 w 1023918"/>
                <a:gd name="csY23" fmla="*/ 777240 h 3082834"/>
                <a:gd name="csX24" fmla="*/ 1007240 w 1023918"/>
                <a:gd name="csY24" fmla="*/ 920931 h 3082834"/>
                <a:gd name="csX25" fmla="*/ 1013771 w 1023918"/>
                <a:gd name="csY25" fmla="*/ 1489166 h 3082834"/>
                <a:gd name="csX26" fmla="*/ 987646 w 1023918"/>
                <a:gd name="csY26" fmla="*/ 2037806 h 3082834"/>
                <a:gd name="csX27" fmla="*/ 981114 w 1023918"/>
                <a:gd name="csY27" fmla="*/ 2142309 h 3082834"/>
                <a:gd name="csX28" fmla="*/ 974583 w 1023918"/>
                <a:gd name="csY28" fmla="*/ 2194560 h 3082834"/>
                <a:gd name="csX29" fmla="*/ 954988 w 1023918"/>
                <a:gd name="csY29" fmla="*/ 2475411 h 3082834"/>
                <a:gd name="csX30" fmla="*/ 931196 w 1023918"/>
                <a:gd name="csY30" fmla="*/ 2562090 h 3082834"/>
                <a:gd name="csX31" fmla="*/ 922520 w 1023918"/>
                <a:gd name="csY31" fmla="*/ 2583641 h 3082834"/>
                <a:gd name="csX32" fmla="*/ 880996 w 1023918"/>
                <a:gd name="csY32" fmla="*/ 2725986 h 3082834"/>
                <a:gd name="csX33" fmla="*/ 850486 w 1023918"/>
                <a:gd name="csY33" fmla="*/ 2841172 h 3082834"/>
                <a:gd name="csX34" fmla="*/ 759045 w 1023918"/>
                <a:gd name="csY34" fmla="*/ 2952206 h 3082834"/>
                <a:gd name="csX35" fmla="*/ 693825 w 1023918"/>
                <a:gd name="csY35" fmla="*/ 2984864 h 3082834"/>
                <a:gd name="csX36" fmla="*/ 646007 w 1023918"/>
                <a:gd name="csY36" fmla="*/ 3010989 h 3082834"/>
                <a:gd name="csX37" fmla="*/ 608823 w 1023918"/>
                <a:gd name="csY37" fmla="*/ 3030583 h 3082834"/>
                <a:gd name="csX38" fmla="*/ 445537 w 1023918"/>
                <a:gd name="csY38" fmla="*/ 3082834 h 3082834"/>
                <a:gd name="csX39" fmla="*/ 301846 w 1023918"/>
                <a:gd name="csY39" fmla="*/ 3050177 h 3082834"/>
                <a:gd name="csX40" fmla="*/ 275720 w 1023918"/>
                <a:gd name="csY40" fmla="*/ 3010989 h 3082834"/>
                <a:gd name="csX41" fmla="*/ 249594 w 1023918"/>
                <a:gd name="csY41" fmla="*/ 2952206 h 3082834"/>
                <a:gd name="csX42" fmla="*/ 210406 w 1023918"/>
                <a:gd name="csY42" fmla="*/ 2893423 h 3082834"/>
                <a:gd name="csX43" fmla="*/ 177748 w 1023918"/>
                <a:gd name="csY43" fmla="*/ 2801983 h 3082834"/>
                <a:gd name="csX44" fmla="*/ 151623 w 1023918"/>
                <a:gd name="csY44" fmla="*/ 2684417 h 3082834"/>
                <a:gd name="csX45" fmla="*/ 125497 w 1023918"/>
                <a:gd name="csY45" fmla="*/ 2651760 h 3082834"/>
                <a:gd name="csX46" fmla="*/ 105903 w 1023918"/>
                <a:gd name="csY46" fmla="*/ 2586446 h 3082834"/>
                <a:gd name="csX47" fmla="*/ 79777 w 1023918"/>
                <a:gd name="csY47" fmla="*/ 2488474 h 3082834"/>
                <a:gd name="csX48" fmla="*/ 66714 w 1023918"/>
                <a:gd name="csY48" fmla="*/ 2455817 h 3082834"/>
                <a:gd name="csX49" fmla="*/ 53651 w 1023918"/>
                <a:gd name="csY49" fmla="*/ 2318657 h 3082834"/>
                <a:gd name="csX0" fmla="*/ 147 w 1022383"/>
                <a:gd name="csY0" fmla="*/ 444137 h 3082834"/>
                <a:gd name="csX1" fmla="*/ 28700 w 1022383"/>
                <a:gd name="csY1" fmla="*/ 413673 h 3082834"/>
                <a:gd name="csX2" fmla="*/ 48014 w 1022383"/>
                <a:gd name="csY2" fmla="*/ 376676 h 3082834"/>
                <a:gd name="csX3" fmla="*/ 60652 w 1022383"/>
                <a:gd name="csY3" fmla="*/ 330956 h 3082834"/>
                <a:gd name="csX4" fmla="*/ 78101 w 1022383"/>
                <a:gd name="csY4" fmla="*/ 296013 h 3082834"/>
                <a:gd name="csX5" fmla="*/ 117431 w 1022383"/>
                <a:gd name="csY5" fmla="*/ 241663 h 3082834"/>
                <a:gd name="csX6" fmla="*/ 143556 w 1022383"/>
                <a:gd name="csY6" fmla="*/ 176349 h 3082834"/>
                <a:gd name="csX7" fmla="*/ 150088 w 1022383"/>
                <a:gd name="csY7" fmla="*/ 137160 h 3082834"/>
                <a:gd name="csX8" fmla="*/ 156619 w 1022383"/>
                <a:gd name="csY8" fmla="*/ 91440 h 3082834"/>
                <a:gd name="csX9" fmla="*/ 163151 w 1022383"/>
                <a:gd name="csY9" fmla="*/ 65314 h 3082834"/>
                <a:gd name="csX10" fmla="*/ 287248 w 1022383"/>
                <a:gd name="csY10" fmla="*/ 13063 h 3082834"/>
                <a:gd name="csX11" fmla="*/ 404813 w 1022383"/>
                <a:gd name="csY11" fmla="*/ 0 h 3082834"/>
                <a:gd name="csX12" fmla="*/ 672602 w 1022383"/>
                <a:gd name="csY12" fmla="*/ 19594 h 3082834"/>
                <a:gd name="csX13" fmla="*/ 731385 w 1022383"/>
                <a:gd name="csY13" fmla="*/ 52251 h 3082834"/>
                <a:gd name="csX14" fmla="*/ 796699 w 1022383"/>
                <a:gd name="csY14" fmla="*/ 84909 h 3082834"/>
                <a:gd name="csX15" fmla="*/ 816293 w 1022383"/>
                <a:gd name="csY15" fmla="*/ 111034 h 3082834"/>
                <a:gd name="csX16" fmla="*/ 829356 w 1022383"/>
                <a:gd name="csY16" fmla="*/ 137160 h 3082834"/>
                <a:gd name="csX17" fmla="*/ 888139 w 1022383"/>
                <a:gd name="csY17" fmla="*/ 195943 h 3082834"/>
                <a:gd name="csX18" fmla="*/ 940391 w 1022383"/>
                <a:gd name="csY18" fmla="*/ 254726 h 3082834"/>
                <a:gd name="csX19" fmla="*/ 959985 w 1022383"/>
                <a:gd name="csY19" fmla="*/ 339634 h 3082834"/>
                <a:gd name="csX20" fmla="*/ 979579 w 1022383"/>
                <a:gd name="csY20" fmla="*/ 391886 h 3082834"/>
                <a:gd name="csX21" fmla="*/ 986111 w 1022383"/>
                <a:gd name="csY21" fmla="*/ 470263 h 3082834"/>
                <a:gd name="csX22" fmla="*/ 994599 w 1022383"/>
                <a:gd name="csY22" fmla="*/ 624872 h 3082834"/>
                <a:gd name="csX23" fmla="*/ 992642 w 1022383"/>
                <a:gd name="csY23" fmla="*/ 777240 h 3082834"/>
                <a:gd name="csX24" fmla="*/ 1005705 w 1022383"/>
                <a:gd name="csY24" fmla="*/ 920931 h 3082834"/>
                <a:gd name="csX25" fmla="*/ 1012236 w 1022383"/>
                <a:gd name="csY25" fmla="*/ 1489166 h 3082834"/>
                <a:gd name="csX26" fmla="*/ 986111 w 1022383"/>
                <a:gd name="csY26" fmla="*/ 2037806 h 3082834"/>
                <a:gd name="csX27" fmla="*/ 979579 w 1022383"/>
                <a:gd name="csY27" fmla="*/ 2142309 h 3082834"/>
                <a:gd name="csX28" fmla="*/ 973048 w 1022383"/>
                <a:gd name="csY28" fmla="*/ 2194560 h 3082834"/>
                <a:gd name="csX29" fmla="*/ 953453 w 1022383"/>
                <a:gd name="csY29" fmla="*/ 2475411 h 3082834"/>
                <a:gd name="csX30" fmla="*/ 929661 w 1022383"/>
                <a:gd name="csY30" fmla="*/ 2562090 h 3082834"/>
                <a:gd name="csX31" fmla="*/ 920985 w 1022383"/>
                <a:gd name="csY31" fmla="*/ 2583641 h 3082834"/>
                <a:gd name="csX32" fmla="*/ 879461 w 1022383"/>
                <a:gd name="csY32" fmla="*/ 2725986 h 3082834"/>
                <a:gd name="csX33" fmla="*/ 848951 w 1022383"/>
                <a:gd name="csY33" fmla="*/ 2841172 h 3082834"/>
                <a:gd name="csX34" fmla="*/ 757510 w 1022383"/>
                <a:gd name="csY34" fmla="*/ 2952206 h 3082834"/>
                <a:gd name="csX35" fmla="*/ 692290 w 1022383"/>
                <a:gd name="csY35" fmla="*/ 2984864 h 3082834"/>
                <a:gd name="csX36" fmla="*/ 644472 w 1022383"/>
                <a:gd name="csY36" fmla="*/ 3010989 h 3082834"/>
                <a:gd name="csX37" fmla="*/ 607288 w 1022383"/>
                <a:gd name="csY37" fmla="*/ 3030583 h 3082834"/>
                <a:gd name="csX38" fmla="*/ 444002 w 1022383"/>
                <a:gd name="csY38" fmla="*/ 3082834 h 3082834"/>
                <a:gd name="csX39" fmla="*/ 300311 w 1022383"/>
                <a:gd name="csY39" fmla="*/ 3050177 h 3082834"/>
                <a:gd name="csX40" fmla="*/ 274185 w 1022383"/>
                <a:gd name="csY40" fmla="*/ 3010989 h 3082834"/>
                <a:gd name="csX41" fmla="*/ 248059 w 1022383"/>
                <a:gd name="csY41" fmla="*/ 2952206 h 3082834"/>
                <a:gd name="csX42" fmla="*/ 208871 w 1022383"/>
                <a:gd name="csY42" fmla="*/ 2893423 h 3082834"/>
                <a:gd name="csX43" fmla="*/ 176213 w 1022383"/>
                <a:gd name="csY43" fmla="*/ 2801983 h 3082834"/>
                <a:gd name="csX44" fmla="*/ 150088 w 1022383"/>
                <a:gd name="csY44" fmla="*/ 2684417 h 3082834"/>
                <a:gd name="csX45" fmla="*/ 123962 w 1022383"/>
                <a:gd name="csY45" fmla="*/ 2651760 h 3082834"/>
                <a:gd name="csX46" fmla="*/ 104368 w 1022383"/>
                <a:gd name="csY46" fmla="*/ 2586446 h 3082834"/>
                <a:gd name="csX47" fmla="*/ 78242 w 1022383"/>
                <a:gd name="csY47" fmla="*/ 2488474 h 3082834"/>
                <a:gd name="csX48" fmla="*/ 65179 w 1022383"/>
                <a:gd name="csY48" fmla="*/ 2455817 h 3082834"/>
                <a:gd name="csX49" fmla="*/ 52116 w 1022383"/>
                <a:gd name="csY49" fmla="*/ 2318657 h 3082834"/>
                <a:gd name="csX0" fmla="*/ 363 w 1005056"/>
                <a:gd name="csY0" fmla="*/ 444137 h 3082834"/>
                <a:gd name="csX1" fmla="*/ 11373 w 1005056"/>
                <a:gd name="csY1" fmla="*/ 413673 h 3082834"/>
                <a:gd name="csX2" fmla="*/ 30687 w 1005056"/>
                <a:gd name="csY2" fmla="*/ 376676 h 3082834"/>
                <a:gd name="csX3" fmla="*/ 43325 w 1005056"/>
                <a:gd name="csY3" fmla="*/ 330956 h 3082834"/>
                <a:gd name="csX4" fmla="*/ 60774 w 1005056"/>
                <a:gd name="csY4" fmla="*/ 296013 h 3082834"/>
                <a:gd name="csX5" fmla="*/ 100104 w 1005056"/>
                <a:gd name="csY5" fmla="*/ 241663 h 3082834"/>
                <a:gd name="csX6" fmla="*/ 126229 w 1005056"/>
                <a:gd name="csY6" fmla="*/ 176349 h 3082834"/>
                <a:gd name="csX7" fmla="*/ 132761 w 1005056"/>
                <a:gd name="csY7" fmla="*/ 137160 h 3082834"/>
                <a:gd name="csX8" fmla="*/ 139292 w 1005056"/>
                <a:gd name="csY8" fmla="*/ 91440 h 3082834"/>
                <a:gd name="csX9" fmla="*/ 145824 w 1005056"/>
                <a:gd name="csY9" fmla="*/ 65314 h 3082834"/>
                <a:gd name="csX10" fmla="*/ 269921 w 1005056"/>
                <a:gd name="csY10" fmla="*/ 13063 h 3082834"/>
                <a:gd name="csX11" fmla="*/ 387486 w 1005056"/>
                <a:gd name="csY11" fmla="*/ 0 h 3082834"/>
                <a:gd name="csX12" fmla="*/ 655275 w 1005056"/>
                <a:gd name="csY12" fmla="*/ 19594 h 3082834"/>
                <a:gd name="csX13" fmla="*/ 714058 w 1005056"/>
                <a:gd name="csY13" fmla="*/ 52251 h 3082834"/>
                <a:gd name="csX14" fmla="*/ 779372 w 1005056"/>
                <a:gd name="csY14" fmla="*/ 84909 h 3082834"/>
                <a:gd name="csX15" fmla="*/ 798966 w 1005056"/>
                <a:gd name="csY15" fmla="*/ 111034 h 3082834"/>
                <a:gd name="csX16" fmla="*/ 812029 w 1005056"/>
                <a:gd name="csY16" fmla="*/ 137160 h 3082834"/>
                <a:gd name="csX17" fmla="*/ 870812 w 1005056"/>
                <a:gd name="csY17" fmla="*/ 195943 h 3082834"/>
                <a:gd name="csX18" fmla="*/ 923064 w 1005056"/>
                <a:gd name="csY18" fmla="*/ 254726 h 3082834"/>
                <a:gd name="csX19" fmla="*/ 942658 w 1005056"/>
                <a:gd name="csY19" fmla="*/ 339634 h 3082834"/>
                <a:gd name="csX20" fmla="*/ 962252 w 1005056"/>
                <a:gd name="csY20" fmla="*/ 391886 h 3082834"/>
                <a:gd name="csX21" fmla="*/ 968784 w 1005056"/>
                <a:gd name="csY21" fmla="*/ 470263 h 3082834"/>
                <a:gd name="csX22" fmla="*/ 977272 w 1005056"/>
                <a:gd name="csY22" fmla="*/ 624872 h 3082834"/>
                <a:gd name="csX23" fmla="*/ 975315 w 1005056"/>
                <a:gd name="csY23" fmla="*/ 777240 h 3082834"/>
                <a:gd name="csX24" fmla="*/ 988378 w 1005056"/>
                <a:gd name="csY24" fmla="*/ 920931 h 3082834"/>
                <a:gd name="csX25" fmla="*/ 994909 w 1005056"/>
                <a:gd name="csY25" fmla="*/ 1489166 h 3082834"/>
                <a:gd name="csX26" fmla="*/ 968784 w 1005056"/>
                <a:gd name="csY26" fmla="*/ 2037806 h 3082834"/>
                <a:gd name="csX27" fmla="*/ 962252 w 1005056"/>
                <a:gd name="csY27" fmla="*/ 2142309 h 3082834"/>
                <a:gd name="csX28" fmla="*/ 955721 w 1005056"/>
                <a:gd name="csY28" fmla="*/ 2194560 h 3082834"/>
                <a:gd name="csX29" fmla="*/ 936126 w 1005056"/>
                <a:gd name="csY29" fmla="*/ 2475411 h 3082834"/>
                <a:gd name="csX30" fmla="*/ 912334 w 1005056"/>
                <a:gd name="csY30" fmla="*/ 2562090 h 3082834"/>
                <a:gd name="csX31" fmla="*/ 903658 w 1005056"/>
                <a:gd name="csY31" fmla="*/ 2583641 h 3082834"/>
                <a:gd name="csX32" fmla="*/ 862134 w 1005056"/>
                <a:gd name="csY32" fmla="*/ 2725986 h 3082834"/>
                <a:gd name="csX33" fmla="*/ 831624 w 1005056"/>
                <a:gd name="csY33" fmla="*/ 2841172 h 3082834"/>
                <a:gd name="csX34" fmla="*/ 740183 w 1005056"/>
                <a:gd name="csY34" fmla="*/ 2952206 h 3082834"/>
                <a:gd name="csX35" fmla="*/ 674963 w 1005056"/>
                <a:gd name="csY35" fmla="*/ 2984864 h 3082834"/>
                <a:gd name="csX36" fmla="*/ 627145 w 1005056"/>
                <a:gd name="csY36" fmla="*/ 3010989 h 3082834"/>
                <a:gd name="csX37" fmla="*/ 589961 w 1005056"/>
                <a:gd name="csY37" fmla="*/ 3030583 h 3082834"/>
                <a:gd name="csX38" fmla="*/ 426675 w 1005056"/>
                <a:gd name="csY38" fmla="*/ 3082834 h 3082834"/>
                <a:gd name="csX39" fmla="*/ 282984 w 1005056"/>
                <a:gd name="csY39" fmla="*/ 3050177 h 3082834"/>
                <a:gd name="csX40" fmla="*/ 256858 w 1005056"/>
                <a:gd name="csY40" fmla="*/ 3010989 h 3082834"/>
                <a:gd name="csX41" fmla="*/ 230732 w 1005056"/>
                <a:gd name="csY41" fmla="*/ 2952206 h 3082834"/>
                <a:gd name="csX42" fmla="*/ 191544 w 1005056"/>
                <a:gd name="csY42" fmla="*/ 2893423 h 3082834"/>
                <a:gd name="csX43" fmla="*/ 158886 w 1005056"/>
                <a:gd name="csY43" fmla="*/ 2801983 h 3082834"/>
                <a:gd name="csX44" fmla="*/ 132761 w 1005056"/>
                <a:gd name="csY44" fmla="*/ 2684417 h 3082834"/>
                <a:gd name="csX45" fmla="*/ 106635 w 1005056"/>
                <a:gd name="csY45" fmla="*/ 2651760 h 3082834"/>
                <a:gd name="csX46" fmla="*/ 87041 w 1005056"/>
                <a:gd name="csY46" fmla="*/ 2586446 h 3082834"/>
                <a:gd name="csX47" fmla="*/ 60915 w 1005056"/>
                <a:gd name="csY47" fmla="*/ 2488474 h 3082834"/>
                <a:gd name="csX48" fmla="*/ 47852 w 1005056"/>
                <a:gd name="csY48" fmla="*/ 2455817 h 3082834"/>
                <a:gd name="csX49" fmla="*/ 34789 w 1005056"/>
                <a:gd name="csY49" fmla="*/ 2318657 h 3082834"/>
                <a:gd name="csX0" fmla="*/ 363 w 1005056"/>
                <a:gd name="csY0" fmla="*/ 444137 h 3082834"/>
                <a:gd name="csX1" fmla="*/ 11373 w 1005056"/>
                <a:gd name="csY1" fmla="*/ 413673 h 3082834"/>
                <a:gd name="csX2" fmla="*/ 30687 w 1005056"/>
                <a:gd name="csY2" fmla="*/ 376676 h 3082834"/>
                <a:gd name="csX3" fmla="*/ 47711 w 1005056"/>
                <a:gd name="csY3" fmla="*/ 317799 h 3082834"/>
                <a:gd name="csX4" fmla="*/ 60774 w 1005056"/>
                <a:gd name="csY4" fmla="*/ 296013 h 3082834"/>
                <a:gd name="csX5" fmla="*/ 100104 w 1005056"/>
                <a:gd name="csY5" fmla="*/ 241663 h 3082834"/>
                <a:gd name="csX6" fmla="*/ 126229 w 1005056"/>
                <a:gd name="csY6" fmla="*/ 176349 h 3082834"/>
                <a:gd name="csX7" fmla="*/ 132761 w 1005056"/>
                <a:gd name="csY7" fmla="*/ 137160 h 3082834"/>
                <a:gd name="csX8" fmla="*/ 139292 w 1005056"/>
                <a:gd name="csY8" fmla="*/ 91440 h 3082834"/>
                <a:gd name="csX9" fmla="*/ 145824 w 1005056"/>
                <a:gd name="csY9" fmla="*/ 65314 h 3082834"/>
                <a:gd name="csX10" fmla="*/ 269921 w 1005056"/>
                <a:gd name="csY10" fmla="*/ 13063 h 3082834"/>
                <a:gd name="csX11" fmla="*/ 387486 w 1005056"/>
                <a:gd name="csY11" fmla="*/ 0 h 3082834"/>
                <a:gd name="csX12" fmla="*/ 655275 w 1005056"/>
                <a:gd name="csY12" fmla="*/ 19594 h 3082834"/>
                <a:gd name="csX13" fmla="*/ 714058 w 1005056"/>
                <a:gd name="csY13" fmla="*/ 52251 h 3082834"/>
                <a:gd name="csX14" fmla="*/ 779372 w 1005056"/>
                <a:gd name="csY14" fmla="*/ 84909 h 3082834"/>
                <a:gd name="csX15" fmla="*/ 798966 w 1005056"/>
                <a:gd name="csY15" fmla="*/ 111034 h 3082834"/>
                <a:gd name="csX16" fmla="*/ 812029 w 1005056"/>
                <a:gd name="csY16" fmla="*/ 137160 h 3082834"/>
                <a:gd name="csX17" fmla="*/ 870812 w 1005056"/>
                <a:gd name="csY17" fmla="*/ 195943 h 3082834"/>
                <a:gd name="csX18" fmla="*/ 923064 w 1005056"/>
                <a:gd name="csY18" fmla="*/ 254726 h 3082834"/>
                <a:gd name="csX19" fmla="*/ 942658 w 1005056"/>
                <a:gd name="csY19" fmla="*/ 339634 h 3082834"/>
                <a:gd name="csX20" fmla="*/ 962252 w 1005056"/>
                <a:gd name="csY20" fmla="*/ 391886 h 3082834"/>
                <a:gd name="csX21" fmla="*/ 968784 w 1005056"/>
                <a:gd name="csY21" fmla="*/ 470263 h 3082834"/>
                <a:gd name="csX22" fmla="*/ 977272 w 1005056"/>
                <a:gd name="csY22" fmla="*/ 624872 h 3082834"/>
                <a:gd name="csX23" fmla="*/ 975315 w 1005056"/>
                <a:gd name="csY23" fmla="*/ 777240 h 3082834"/>
                <a:gd name="csX24" fmla="*/ 988378 w 1005056"/>
                <a:gd name="csY24" fmla="*/ 920931 h 3082834"/>
                <a:gd name="csX25" fmla="*/ 994909 w 1005056"/>
                <a:gd name="csY25" fmla="*/ 1489166 h 3082834"/>
                <a:gd name="csX26" fmla="*/ 968784 w 1005056"/>
                <a:gd name="csY26" fmla="*/ 2037806 h 3082834"/>
                <a:gd name="csX27" fmla="*/ 962252 w 1005056"/>
                <a:gd name="csY27" fmla="*/ 2142309 h 3082834"/>
                <a:gd name="csX28" fmla="*/ 955721 w 1005056"/>
                <a:gd name="csY28" fmla="*/ 2194560 h 3082834"/>
                <a:gd name="csX29" fmla="*/ 936126 w 1005056"/>
                <a:gd name="csY29" fmla="*/ 2475411 h 3082834"/>
                <a:gd name="csX30" fmla="*/ 912334 w 1005056"/>
                <a:gd name="csY30" fmla="*/ 2562090 h 3082834"/>
                <a:gd name="csX31" fmla="*/ 903658 w 1005056"/>
                <a:gd name="csY31" fmla="*/ 2583641 h 3082834"/>
                <a:gd name="csX32" fmla="*/ 862134 w 1005056"/>
                <a:gd name="csY32" fmla="*/ 2725986 h 3082834"/>
                <a:gd name="csX33" fmla="*/ 831624 w 1005056"/>
                <a:gd name="csY33" fmla="*/ 2841172 h 3082834"/>
                <a:gd name="csX34" fmla="*/ 740183 w 1005056"/>
                <a:gd name="csY34" fmla="*/ 2952206 h 3082834"/>
                <a:gd name="csX35" fmla="*/ 674963 w 1005056"/>
                <a:gd name="csY35" fmla="*/ 2984864 h 3082834"/>
                <a:gd name="csX36" fmla="*/ 627145 w 1005056"/>
                <a:gd name="csY36" fmla="*/ 3010989 h 3082834"/>
                <a:gd name="csX37" fmla="*/ 589961 w 1005056"/>
                <a:gd name="csY37" fmla="*/ 3030583 h 3082834"/>
                <a:gd name="csX38" fmla="*/ 426675 w 1005056"/>
                <a:gd name="csY38" fmla="*/ 3082834 h 3082834"/>
                <a:gd name="csX39" fmla="*/ 282984 w 1005056"/>
                <a:gd name="csY39" fmla="*/ 3050177 h 3082834"/>
                <a:gd name="csX40" fmla="*/ 256858 w 1005056"/>
                <a:gd name="csY40" fmla="*/ 3010989 h 3082834"/>
                <a:gd name="csX41" fmla="*/ 230732 w 1005056"/>
                <a:gd name="csY41" fmla="*/ 2952206 h 3082834"/>
                <a:gd name="csX42" fmla="*/ 191544 w 1005056"/>
                <a:gd name="csY42" fmla="*/ 2893423 h 3082834"/>
                <a:gd name="csX43" fmla="*/ 158886 w 1005056"/>
                <a:gd name="csY43" fmla="*/ 2801983 h 3082834"/>
                <a:gd name="csX44" fmla="*/ 132761 w 1005056"/>
                <a:gd name="csY44" fmla="*/ 2684417 h 3082834"/>
                <a:gd name="csX45" fmla="*/ 106635 w 1005056"/>
                <a:gd name="csY45" fmla="*/ 2651760 h 3082834"/>
                <a:gd name="csX46" fmla="*/ 87041 w 1005056"/>
                <a:gd name="csY46" fmla="*/ 2586446 h 3082834"/>
                <a:gd name="csX47" fmla="*/ 60915 w 1005056"/>
                <a:gd name="csY47" fmla="*/ 2488474 h 3082834"/>
                <a:gd name="csX48" fmla="*/ 47852 w 1005056"/>
                <a:gd name="csY48" fmla="*/ 2455817 h 3082834"/>
                <a:gd name="csX49" fmla="*/ 34789 w 1005056"/>
                <a:gd name="csY49" fmla="*/ 2318657 h 3082834"/>
                <a:gd name="csX0" fmla="*/ 363 w 1005056"/>
                <a:gd name="csY0" fmla="*/ 444137 h 3082834"/>
                <a:gd name="csX1" fmla="*/ 11373 w 1005056"/>
                <a:gd name="csY1" fmla="*/ 413673 h 3082834"/>
                <a:gd name="csX2" fmla="*/ 30687 w 1005056"/>
                <a:gd name="csY2" fmla="*/ 376676 h 3082834"/>
                <a:gd name="csX3" fmla="*/ 47711 w 1005056"/>
                <a:gd name="csY3" fmla="*/ 317799 h 3082834"/>
                <a:gd name="csX4" fmla="*/ 71738 w 1005056"/>
                <a:gd name="csY4" fmla="*/ 278471 h 3082834"/>
                <a:gd name="csX5" fmla="*/ 100104 w 1005056"/>
                <a:gd name="csY5" fmla="*/ 241663 h 3082834"/>
                <a:gd name="csX6" fmla="*/ 126229 w 1005056"/>
                <a:gd name="csY6" fmla="*/ 176349 h 3082834"/>
                <a:gd name="csX7" fmla="*/ 132761 w 1005056"/>
                <a:gd name="csY7" fmla="*/ 137160 h 3082834"/>
                <a:gd name="csX8" fmla="*/ 139292 w 1005056"/>
                <a:gd name="csY8" fmla="*/ 91440 h 3082834"/>
                <a:gd name="csX9" fmla="*/ 145824 w 1005056"/>
                <a:gd name="csY9" fmla="*/ 65314 h 3082834"/>
                <a:gd name="csX10" fmla="*/ 269921 w 1005056"/>
                <a:gd name="csY10" fmla="*/ 13063 h 3082834"/>
                <a:gd name="csX11" fmla="*/ 387486 w 1005056"/>
                <a:gd name="csY11" fmla="*/ 0 h 3082834"/>
                <a:gd name="csX12" fmla="*/ 655275 w 1005056"/>
                <a:gd name="csY12" fmla="*/ 19594 h 3082834"/>
                <a:gd name="csX13" fmla="*/ 714058 w 1005056"/>
                <a:gd name="csY13" fmla="*/ 52251 h 3082834"/>
                <a:gd name="csX14" fmla="*/ 779372 w 1005056"/>
                <a:gd name="csY14" fmla="*/ 84909 h 3082834"/>
                <a:gd name="csX15" fmla="*/ 798966 w 1005056"/>
                <a:gd name="csY15" fmla="*/ 111034 h 3082834"/>
                <a:gd name="csX16" fmla="*/ 812029 w 1005056"/>
                <a:gd name="csY16" fmla="*/ 137160 h 3082834"/>
                <a:gd name="csX17" fmla="*/ 870812 w 1005056"/>
                <a:gd name="csY17" fmla="*/ 195943 h 3082834"/>
                <a:gd name="csX18" fmla="*/ 923064 w 1005056"/>
                <a:gd name="csY18" fmla="*/ 254726 h 3082834"/>
                <a:gd name="csX19" fmla="*/ 942658 w 1005056"/>
                <a:gd name="csY19" fmla="*/ 339634 h 3082834"/>
                <a:gd name="csX20" fmla="*/ 962252 w 1005056"/>
                <a:gd name="csY20" fmla="*/ 391886 h 3082834"/>
                <a:gd name="csX21" fmla="*/ 968784 w 1005056"/>
                <a:gd name="csY21" fmla="*/ 470263 h 3082834"/>
                <a:gd name="csX22" fmla="*/ 977272 w 1005056"/>
                <a:gd name="csY22" fmla="*/ 624872 h 3082834"/>
                <a:gd name="csX23" fmla="*/ 975315 w 1005056"/>
                <a:gd name="csY23" fmla="*/ 777240 h 3082834"/>
                <a:gd name="csX24" fmla="*/ 988378 w 1005056"/>
                <a:gd name="csY24" fmla="*/ 920931 h 3082834"/>
                <a:gd name="csX25" fmla="*/ 994909 w 1005056"/>
                <a:gd name="csY25" fmla="*/ 1489166 h 3082834"/>
                <a:gd name="csX26" fmla="*/ 968784 w 1005056"/>
                <a:gd name="csY26" fmla="*/ 2037806 h 3082834"/>
                <a:gd name="csX27" fmla="*/ 962252 w 1005056"/>
                <a:gd name="csY27" fmla="*/ 2142309 h 3082834"/>
                <a:gd name="csX28" fmla="*/ 955721 w 1005056"/>
                <a:gd name="csY28" fmla="*/ 2194560 h 3082834"/>
                <a:gd name="csX29" fmla="*/ 936126 w 1005056"/>
                <a:gd name="csY29" fmla="*/ 2475411 h 3082834"/>
                <a:gd name="csX30" fmla="*/ 912334 w 1005056"/>
                <a:gd name="csY30" fmla="*/ 2562090 h 3082834"/>
                <a:gd name="csX31" fmla="*/ 903658 w 1005056"/>
                <a:gd name="csY31" fmla="*/ 2583641 h 3082834"/>
                <a:gd name="csX32" fmla="*/ 862134 w 1005056"/>
                <a:gd name="csY32" fmla="*/ 2725986 h 3082834"/>
                <a:gd name="csX33" fmla="*/ 831624 w 1005056"/>
                <a:gd name="csY33" fmla="*/ 2841172 h 3082834"/>
                <a:gd name="csX34" fmla="*/ 740183 w 1005056"/>
                <a:gd name="csY34" fmla="*/ 2952206 h 3082834"/>
                <a:gd name="csX35" fmla="*/ 674963 w 1005056"/>
                <a:gd name="csY35" fmla="*/ 2984864 h 3082834"/>
                <a:gd name="csX36" fmla="*/ 627145 w 1005056"/>
                <a:gd name="csY36" fmla="*/ 3010989 h 3082834"/>
                <a:gd name="csX37" fmla="*/ 589961 w 1005056"/>
                <a:gd name="csY37" fmla="*/ 3030583 h 3082834"/>
                <a:gd name="csX38" fmla="*/ 426675 w 1005056"/>
                <a:gd name="csY38" fmla="*/ 3082834 h 3082834"/>
                <a:gd name="csX39" fmla="*/ 282984 w 1005056"/>
                <a:gd name="csY39" fmla="*/ 3050177 h 3082834"/>
                <a:gd name="csX40" fmla="*/ 256858 w 1005056"/>
                <a:gd name="csY40" fmla="*/ 3010989 h 3082834"/>
                <a:gd name="csX41" fmla="*/ 230732 w 1005056"/>
                <a:gd name="csY41" fmla="*/ 2952206 h 3082834"/>
                <a:gd name="csX42" fmla="*/ 191544 w 1005056"/>
                <a:gd name="csY42" fmla="*/ 2893423 h 3082834"/>
                <a:gd name="csX43" fmla="*/ 158886 w 1005056"/>
                <a:gd name="csY43" fmla="*/ 2801983 h 3082834"/>
                <a:gd name="csX44" fmla="*/ 132761 w 1005056"/>
                <a:gd name="csY44" fmla="*/ 2684417 h 3082834"/>
                <a:gd name="csX45" fmla="*/ 106635 w 1005056"/>
                <a:gd name="csY45" fmla="*/ 2651760 h 3082834"/>
                <a:gd name="csX46" fmla="*/ 87041 w 1005056"/>
                <a:gd name="csY46" fmla="*/ 2586446 h 3082834"/>
                <a:gd name="csX47" fmla="*/ 60915 w 1005056"/>
                <a:gd name="csY47" fmla="*/ 2488474 h 3082834"/>
                <a:gd name="csX48" fmla="*/ 47852 w 1005056"/>
                <a:gd name="csY48" fmla="*/ 2455817 h 3082834"/>
                <a:gd name="csX49" fmla="*/ 34789 w 1005056"/>
                <a:gd name="csY49" fmla="*/ 2318657 h 3082834"/>
                <a:gd name="csX0" fmla="*/ 351 w 1005044"/>
                <a:gd name="csY0" fmla="*/ 444137 h 3082834"/>
                <a:gd name="csX1" fmla="*/ 11361 w 1005044"/>
                <a:gd name="csY1" fmla="*/ 413673 h 3082834"/>
                <a:gd name="csX2" fmla="*/ 28483 w 1005044"/>
                <a:gd name="csY2" fmla="*/ 359133 h 3082834"/>
                <a:gd name="csX3" fmla="*/ 47699 w 1005044"/>
                <a:gd name="csY3" fmla="*/ 317799 h 3082834"/>
                <a:gd name="csX4" fmla="*/ 71726 w 1005044"/>
                <a:gd name="csY4" fmla="*/ 278471 h 3082834"/>
                <a:gd name="csX5" fmla="*/ 100092 w 1005044"/>
                <a:gd name="csY5" fmla="*/ 241663 h 3082834"/>
                <a:gd name="csX6" fmla="*/ 126217 w 1005044"/>
                <a:gd name="csY6" fmla="*/ 176349 h 3082834"/>
                <a:gd name="csX7" fmla="*/ 132749 w 1005044"/>
                <a:gd name="csY7" fmla="*/ 137160 h 3082834"/>
                <a:gd name="csX8" fmla="*/ 139280 w 1005044"/>
                <a:gd name="csY8" fmla="*/ 91440 h 3082834"/>
                <a:gd name="csX9" fmla="*/ 145812 w 1005044"/>
                <a:gd name="csY9" fmla="*/ 65314 h 3082834"/>
                <a:gd name="csX10" fmla="*/ 269909 w 1005044"/>
                <a:gd name="csY10" fmla="*/ 13063 h 3082834"/>
                <a:gd name="csX11" fmla="*/ 387474 w 1005044"/>
                <a:gd name="csY11" fmla="*/ 0 h 3082834"/>
                <a:gd name="csX12" fmla="*/ 655263 w 1005044"/>
                <a:gd name="csY12" fmla="*/ 19594 h 3082834"/>
                <a:gd name="csX13" fmla="*/ 714046 w 1005044"/>
                <a:gd name="csY13" fmla="*/ 52251 h 3082834"/>
                <a:gd name="csX14" fmla="*/ 779360 w 1005044"/>
                <a:gd name="csY14" fmla="*/ 84909 h 3082834"/>
                <a:gd name="csX15" fmla="*/ 798954 w 1005044"/>
                <a:gd name="csY15" fmla="*/ 111034 h 3082834"/>
                <a:gd name="csX16" fmla="*/ 812017 w 1005044"/>
                <a:gd name="csY16" fmla="*/ 137160 h 3082834"/>
                <a:gd name="csX17" fmla="*/ 870800 w 1005044"/>
                <a:gd name="csY17" fmla="*/ 195943 h 3082834"/>
                <a:gd name="csX18" fmla="*/ 923052 w 1005044"/>
                <a:gd name="csY18" fmla="*/ 254726 h 3082834"/>
                <a:gd name="csX19" fmla="*/ 942646 w 1005044"/>
                <a:gd name="csY19" fmla="*/ 339634 h 3082834"/>
                <a:gd name="csX20" fmla="*/ 962240 w 1005044"/>
                <a:gd name="csY20" fmla="*/ 391886 h 3082834"/>
                <a:gd name="csX21" fmla="*/ 968772 w 1005044"/>
                <a:gd name="csY21" fmla="*/ 470263 h 3082834"/>
                <a:gd name="csX22" fmla="*/ 977260 w 1005044"/>
                <a:gd name="csY22" fmla="*/ 624872 h 3082834"/>
                <a:gd name="csX23" fmla="*/ 975303 w 1005044"/>
                <a:gd name="csY23" fmla="*/ 777240 h 3082834"/>
                <a:gd name="csX24" fmla="*/ 988366 w 1005044"/>
                <a:gd name="csY24" fmla="*/ 920931 h 3082834"/>
                <a:gd name="csX25" fmla="*/ 994897 w 1005044"/>
                <a:gd name="csY25" fmla="*/ 1489166 h 3082834"/>
                <a:gd name="csX26" fmla="*/ 968772 w 1005044"/>
                <a:gd name="csY26" fmla="*/ 2037806 h 3082834"/>
                <a:gd name="csX27" fmla="*/ 962240 w 1005044"/>
                <a:gd name="csY27" fmla="*/ 2142309 h 3082834"/>
                <a:gd name="csX28" fmla="*/ 955709 w 1005044"/>
                <a:gd name="csY28" fmla="*/ 2194560 h 3082834"/>
                <a:gd name="csX29" fmla="*/ 936114 w 1005044"/>
                <a:gd name="csY29" fmla="*/ 2475411 h 3082834"/>
                <a:gd name="csX30" fmla="*/ 912322 w 1005044"/>
                <a:gd name="csY30" fmla="*/ 2562090 h 3082834"/>
                <a:gd name="csX31" fmla="*/ 903646 w 1005044"/>
                <a:gd name="csY31" fmla="*/ 2583641 h 3082834"/>
                <a:gd name="csX32" fmla="*/ 862122 w 1005044"/>
                <a:gd name="csY32" fmla="*/ 2725986 h 3082834"/>
                <a:gd name="csX33" fmla="*/ 831612 w 1005044"/>
                <a:gd name="csY33" fmla="*/ 2841172 h 3082834"/>
                <a:gd name="csX34" fmla="*/ 740171 w 1005044"/>
                <a:gd name="csY34" fmla="*/ 2952206 h 3082834"/>
                <a:gd name="csX35" fmla="*/ 674951 w 1005044"/>
                <a:gd name="csY35" fmla="*/ 2984864 h 3082834"/>
                <a:gd name="csX36" fmla="*/ 627133 w 1005044"/>
                <a:gd name="csY36" fmla="*/ 3010989 h 3082834"/>
                <a:gd name="csX37" fmla="*/ 589949 w 1005044"/>
                <a:gd name="csY37" fmla="*/ 3030583 h 3082834"/>
                <a:gd name="csX38" fmla="*/ 426663 w 1005044"/>
                <a:gd name="csY38" fmla="*/ 3082834 h 3082834"/>
                <a:gd name="csX39" fmla="*/ 282972 w 1005044"/>
                <a:gd name="csY39" fmla="*/ 3050177 h 3082834"/>
                <a:gd name="csX40" fmla="*/ 256846 w 1005044"/>
                <a:gd name="csY40" fmla="*/ 3010989 h 3082834"/>
                <a:gd name="csX41" fmla="*/ 230720 w 1005044"/>
                <a:gd name="csY41" fmla="*/ 2952206 h 3082834"/>
                <a:gd name="csX42" fmla="*/ 191532 w 1005044"/>
                <a:gd name="csY42" fmla="*/ 2893423 h 3082834"/>
                <a:gd name="csX43" fmla="*/ 158874 w 1005044"/>
                <a:gd name="csY43" fmla="*/ 2801983 h 3082834"/>
                <a:gd name="csX44" fmla="*/ 132749 w 1005044"/>
                <a:gd name="csY44" fmla="*/ 2684417 h 3082834"/>
                <a:gd name="csX45" fmla="*/ 106623 w 1005044"/>
                <a:gd name="csY45" fmla="*/ 2651760 h 3082834"/>
                <a:gd name="csX46" fmla="*/ 87029 w 1005044"/>
                <a:gd name="csY46" fmla="*/ 2586446 h 3082834"/>
                <a:gd name="csX47" fmla="*/ 60903 w 1005044"/>
                <a:gd name="csY47" fmla="*/ 2488474 h 3082834"/>
                <a:gd name="csX48" fmla="*/ 47840 w 1005044"/>
                <a:gd name="csY48" fmla="*/ 2455817 h 3082834"/>
                <a:gd name="csX49" fmla="*/ 34777 w 1005044"/>
                <a:gd name="csY49" fmla="*/ 2318657 h 3082834"/>
                <a:gd name="csX0" fmla="*/ 351 w 1005044"/>
                <a:gd name="csY0" fmla="*/ 444137 h 3082834"/>
                <a:gd name="csX1" fmla="*/ 11361 w 1005044"/>
                <a:gd name="csY1" fmla="*/ 413673 h 3082834"/>
                <a:gd name="csX2" fmla="*/ 28483 w 1005044"/>
                <a:gd name="csY2" fmla="*/ 359133 h 3082834"/>
                <a:gd name="csX3" fmla="*/ 47699 w 1005044"/>
                <a:gd name="csY3" fmla="*/ 317799 h 3082834"/>
                <a:gd name="csX4" fmla="*/ 71726 w 1005044"/>
                <a:gd name="csY4" fmla="*/ 278471 h 3082834"/>
                <a:gd name="csX5" fmla="*/ 100092 w 1005044"/>
                <a:gd name="csY5" fmla="*/ 241663 h 3082834"/>
                <a:gd name="csX6" fmla="*/ 126217 w 1005044"/>
                <a:gd name="csY6" fmla="*/ 176349 h 3082834"/>
                <a:gd name="csX7" fmla="*/ 132749 w 1005044"/>
                <a:gd name="csY7" fmla="*/ 137160 h 3082834"/>
                <a:gd name="csX8" fmla="*/ 139280 w 1005044"/>
                <a:gd name="csY8" fmla="*/ 91440 h 3082834"/>
                <a:gd name="csX9" fmla="*/ 202825 w 1005044"/>
                <a:gd name="csY9" fmla="*/ 43386 h 3082834"/>
                <a:gd name="csX10" fmla="*/ 269909 w 1005044"/>
                <a:gd name="csY10" fmla="*/ 13063 h 3082834"/>
                <a:gd name="csX11" fmla="*/ 387474 w 1005044"/>
                <a:gd name="csY11" fmla="*/ 0 h 3082834"/>
                <a:gd name="csX12" fmla="*/ 655263 w 1005044"/>
                <a:gd name="csY12" fmla="*/ 19594 h 3082834"/>
                <a:gd name="csX13" fmla="*/ 714046 w 1005044"/>
                <a:gd name="csY13" fmla="*/ 52251 h 3082834"/>
                <a:gd name="csX14" fmla="*/ 779360 w 1005044"/>
                <a:gd name="csY14" fmla="*/ 84909 h 3082834"/>
                <a:gd name="csX15" fmla="*/ 798954 w 1005044"/>
                <a:gd name="csY15" fmla="*/ 111034 h 3082834"/>
                <a:gd name="csX16" fmla="*/ 812017 w 1005044"/>
                <a:gd name="csY16" fmla="*/ 137160 h 3082834"/>
                <a:gd name="csX17" fmla="*/ 870800 w 1005044"/>
                <a:gd name="csY17" fmla="*/ 195943 h 3082834"/>
                <a:gd name="csX18" fmla="*/ 923052 w 1005044"/>
                <a:gd name="csY18" fmla="*/ 254726 h 3082834"/>
                <a:gd name="csX19" fmla="*/ 942646 w 1005044"/>
                <a:gd name="csY19" fmla="*/ 339634 h 3082834"/>
                <a:gd name="csX20" fmla="*/ 962240 w 1005044"/>
                <a:gd name="csY20" fmla="*/ 391886 h 3082834"/>
                <a:gd name="csX21" fmla="*/ 968772 w 1005044"/>
                <a:gd name="csY21" fmla="*/ 470263 h 3082834"/>
                <a:gd name="csX22" fmla="*/ 977260 w 1005044"/>
                <a:gd name="csY22" fmla="*/ 624872 h 3082834"/>
                <a:gd name="csX23" fmla="*/ 975303 w 1005044"/>
                <a:gd name="csY23" fmla="*/ 777240 h 3082834"/>
                <a:gd name="csX24" fmla="*/ 988366 w 1005044"/>
                <a:gd name="csY24" fmla="*/ 920931 h 3082834"/>
                <a:gd name="csX25" fmla="*/ 994897 w 1005044"/>
                <a:gd name="csY25" fmla="*/ 1489166 h 3082834"/>
                <a:gd name="csX26" fmla="*/ 968772 w 1005044"/>
                <a:gd name="csY26" fmla="*/ 2037806 h 3082834"/>
                <a:gd name="csX27" fmla="*/ 962240 w 1005044"/>
                <a:gd name="csY27" fmla="*/ 2142309 h 3082834"/>
                <a:gd name="csX28" fmla="*/ 955709 w 1005044"/>
                <a:gd name="csY28" fmla="*/ 2194560 h 3082834"/>
                <a:gd name="csX29" fmla="*/ 936114 w 1005044"/>
                <a:gd name="csY29" fmla="*/ 2475411 h 3082834"/>
                <a:gd name="csX30" fmla="*/ 912322 w 1005044"/>
                <a:gd name="csY30" fmla="*/ 2562090 h 3082834"/>
                <a:gd name="csX31" fmla="*/ 903646 w 1005044"/>
                <a:gd name="csY31" fmla="*/ 2583641 h 3082834"/>
                <a:gd name="csX32" fmla="*/ 862122 w 1005044"/>
                <a:gd name="csY32" fmla="*/ 2725986 h 3082834"/>
                <a:gd name="csX33" fmla="*/ 831612 w 1005044"/>
                <a:gd name="csY33" fmla="*/ 2841172 h 3082834"/>
                <a:gd name="csX34" fmla="*/ 740171 w 1005044"/>
                <a:gd name="csY34" fmla="*/ 2952206 h 3082834"/>
                <a:gd name="csX35" fmla="*/ 674951 w 1005044"/>
                <a:gd name="csY35" fmla="*/ 2984864 h 3082834"/>
                <a:gd name="csX36" fmla="*/ 627133 w 1005044"/>
                <a:gd name="csY36" fmla="*/ 3010989 h 3082834"/>
                <a:gd name="csX37" fmla="*/ 589949 w 1005044"/>
                <a:gd name="csY37" fmla="*/ 3030583 h 3082834"/>
                <a:gd name="csX38" fmla="*/ 426663 w 1005044"/>
                <a:gd name="csY38" fmla="*/ 3082834 h 3082834"/>
                <a:gd name="csX39" fmla="*/ 282972 w 1005044"/>
                <a:gd name="csY39" fmla="*/ 3050177 h 3082834"/>
                <a:gd name="csX40" fmla="*/ 256846 w 1005044"/>
                <a:gd name="csY40" fmla="*/ 3010989 h 3082834"/>
                <a:gd name="csX41" fmla="*/ 230720 w 1005044"/>
                <a:gd name="csY41" fmla="*/ 2952206 h 3082834"/>
                <a:gd name="csX42" fmla="*/ 191532 w 1005044"/>
                <a:gd name="csY42" fmla="*/ 2893423 h 3082834"/>
                <a:gd name="csX43" fmla="*/ 158874 w 1005044"/>
                <a:gd name="csY43" fmla="*/ 2801983 h 3082834"/>
                <a:gd name="csX44" fmla="*/ 132749 w 1005044"/>
                <a:gd name="csY44" fmla="*/ 2684417 h 3082834"/>
                <a:gd name="csX45" fmla="*/ 106623 w 1005044"/>
                <a:gd name="csY45" fmla="*/ 2651760 h 3082834"/>
                <a:gd name="csX46" fmla="*/ 87029 w 1005044"/>
                <a:gd name="csY46" fmla="*/ 2586446 h 3082834"/>
                <a:gd name="csX47" fmla="*/ 60903 w 1005044"/>
                <a:gd name="csY47" fmla="*/ 2488474 h 3082834"/>
                <a:gd name="csX48" fmla="*/ 47840 w 1005044"/>
                <a:gd name="csY48" fmla="*/ 2455817 h 3082834"/>
                <a:gd name="csX49" fmla="*/ 34777 w 1005044"/>
                <a:gd name="csY49" fmla="*/ 2318657 h 3082834"/>
                <a:gd name="csX0" fmla="*/ 351 w 1005044"/>
                <a:gd name="csY0" fmla="*/ 444137 h 3082834"/>
                <a:gd name="csX1" fmla="*/ 11361 w 1005044"/>
                <a:gd name="csY1" fmla="*/ 413673 h 3082834"/>
                <a:gd name="csX2" fmla="*/ 28483 w 1005044"/>
                <a:gd name="csY2" fmla="*/ 359133 h 3082834"/>
                <a:gd name="csX3" fmla="*/ 47699 w 1005044"/>
                <a:gd name="csY3" fmla="*/ 317799 h 3082834"/>
                <a:gd name="csX4" fmla="*/ 71726 w 1005044"/>
                <a:gd name="csY4" fmla="*/ 278471 h 3082834"/>
                <a:gd name="csX5" fmla="*/ 100092 w 1005044"/>
                <a:gd name="csY5" fmla="*/ 241663 h 3082834"/>
                <a:gd name="csX6" fmla="*/ 126217 w 1005044"/>
                <a:gd name="csY6" fmla="*/ 176349 h 3082834"/>
                <a:gd name="csX7" fmla="*/ 132749 w 1005044"/>
                <a:gd name="csY7" fmla="*/ 137160 h 3082834"/>
                <a:gd name="csX8" fmla="*/ 139280 w 1005044"/>
                <a:gd name="csY8" fmla="*/ 91440 h 3082834"/>
                <a:gd name="csX9" fmla="*/ 187476 w 1005044"/>
                <a:gd name="csY9" fmla="*/ 39001 h 3082834"/>
                <a:gd name="csX10" fmla="*/ 269909 w 1005044"/>
                <a:gd name="csY10" fmla="*/ 13063 h 3082834"/>
                <a:gd name="csX11" fmla="*/ 387474 w 1005044"/>
                <a:gd name="csY11" fmla="*/ 0 h 3082834"/>
                <a:gd name="csX12" fmla="*/ 655263 w 1005044"/>
                <a:gd name="csY12" fmla="*/ 19594 h 3082834"/>
                <a:gd name="csX13" fmla="*/ 714046 w 1005044"/>
                <a:gd name="csY13" fmla="*/ 52251 h 3082834"/>
                <a:gd name="csX14" fmla="*/ 779360 w 1005044"/>
                <a:gd name="csY14" fmla="*/ 84909 h 3082834"/>
                <a:gd name="csX15" fmla="*/ 798954 w 1005044"/>
                <a:gd name="csY15" fmla="*/ 111034 h 3082834"/>
                <a:gd name="csX16" fmla="*/ 812017 w 1005044"/>
                <a:gd name="csY16" fmla="*/ 137160 h 3082834"/>
                <a:gd name="csX17" fmla="*/ 870800 w 1005044"/>
                <a:gd name="csY17" fmla="*/ 195943 h 3082834"/>
                <a:gd name="csX18" fmla="*/ 923052 w 1005044"/>
                <a:gd name="csY18" fmla="*/ 254726 h 3082834"/>
                <a:gd name="csX19" fmla="*/ 942646 w 1005044"/>
                <a:gd name="csY19" fmla="*/ 339634 h 3082834"/>
                <a:gd name="csX20" fmla="*/ 962240 w 1005044"/>
                <a:gd name="csY20" fmla="*/ 391886 h 3082834"/>
                <a:gd name="csX21" fmla="*/ 968772 w 1005044"/>
                <a:gd name="csY21" fmla="*/ 470263 h 3082834"/>
                <a:gd name="csX22" fmla="*/ 977260 w 1005044"/>
                <a:gd name="csY22" fmla="*/ 624872 h 3082834"/>
                <a:gd name="csX23" fmla="*/ 975303 w 1005044"/>
                <a:gd name="csY23" fmla="*/ 777240 h 3082834"/>
                <a:gd name="csX24" fmla="*/ 988366 w 1005044"/>
                <a:gd name="csY24" fmla="*/ 920931 h 3082834"/>
                <a:gd name="csX25" fmla="*/ 994897 w 1005044"/>
                <a:gd name="csY25" fmla="*/ 1489166 h 3082834"/>
                <a:gd name="csX26" fmla="*/ 968772 w 1005044"/>
                <a:gd name="csY26" fmla="*/ 2037806 h 3082834"/>
                <a:gd name="csX27" fmla="*/ 962240 w 1005044"/>
                <a:gd name="csY27" fmla="*/ 2142309 h 3082834"/>
                <a:gd name="csX28" fmla="*/ 955709 w 1005044"/>
                <a:gd name="csY28" fmla="*/ 2194560 h 3082834"/>
                <a:gd name="csX29" fmla="*/ 936114 w 1005044"/>
                <a:gd name="csY29" fmla="*/ 2475411 h 3082834"/>
                <a:gd name="csX30" fmla="*/ 912322 w 1005044"/>
                <a:gd name="csY30" fmla="*/ 2562090 h 3082834"/>
                <a:gd name="csX31" fmla="*/ 903646 w 1005044"/>
                <a:gd name="csY31" fmla="*/ 2583641 h 3082834"/>
                <a:gd name="csX32" fmla="*/ 862122 w 1005044"/>
                <a:gd name="csY32" fmla="*/ 2725986 h 3082834"/>
                <a:gd name="csX33" fmla="*/ 831612 w 1005044"/>
                <a:gd name="csY33" fmla="*/ 2841172 h 3082834"/>
                <a:gd name="csX34" fmla="*/ 740171 w 1005044"/>
                <a:gd name="csY34" fmla="*/ 2952206 h 3082834"/>
                <a:gd name="csX35" fmla="*/ 674951 w 1005044"/>
                <a:gd name="csY35" fmla="*/ 2984864 h 3082834"/>
                <a:gd name="csX36" fmla="*/ 627133 w 1005044"/>
                <a:gd name="csY36" fmla="*/ 3010989 h 3082834"/>
                <a:gd name="csX37" fmla="*/ 589949 w 1005044"/>
                <a:gd name="csY37" fmla="*/ 3030583 h 3082834"/>
                <a:gd name="csX38" fmla="*/ 426663 w 1005044"/>
                <a:gd name="csY38" fmla="*/ 3082834 h 3082834"/>
                <a:gd name="csX39" fmla="*/ 282972 w 1005044"/>
                <a:gd name="csY39" fmla="*/ 3050177 h 3082834"/>
                <a:gd name="csX40" fmla="*/ 256846 w 1005044"/>
                <a:gd name="csY40" fmla="*/ 3010989 h 3082834"/>
                <a:gd name="csX41" fmla="*/ 230720 w 1005044"/>
                <a:gd name="csY41" fmla="*/ 2952206 h 3082834"/>
                <a:gd name="csX42" fmla="*/ 191532 w 1005044"/>
                <a:gd name="csY42" fmla="*/ 2893423 h 3082834"/>
                <a:gd name="csX43" fmla="*/ 158874 w 1005044"/>
                <a:gd name="csY43" fmla="*/ 2801983 h 3082834"/>
                <a:gd name="csX44" fmla="*/ 132749 w 1005044"/>
                <a:gd name="csY44" fmla="*/ 2684417 h 3082834"/>
                <a:gd name="csX45" fmla="*/ 106623 w 1005044"/>
                <a:gd name="csY45" fmla="*/ 2651760 h 3082834"/>
                <a:gd name="csX46" fmla="*/ 87029 w 1005044"/>
                <a:gd name="csY46" fmla="*/ 2586446 h 3082834"/>
                <a:gd name="csX47" fmla="*/ 60903 w 1005044"/>
                <a:gd name="csY47" fmla="*/ 2488474 h 3082834"/>
                <a:gd name="csX48" fmla="*/ 47840 w 1005044"/>
                <a:gd name="csY48" fmla="*/ 2455817 h 3082834"/>
                <a:gd name="csX49" fmla="*/ 34777 w 1005044"/>
                <a:gd name="csY49" fmla="*/ 2318657 h 3082834"/>
                <a:gd name="csX0" fmla="*/ 351 w 1005044"/>
                <a:gd name="csY0" fmla="*/ 448264 h 3086961"/>
                <a:gd name="csX1" fmla="*/ 11361 w 1005044"/>
                <a:gd name="csY1" fmla="*/ 417800 h 3086961"/>
                <a:gd name="csX2" fmla="*/ 28483 w 1005044"/>
                <a:gd name="csY2" fmla="*/ 363260 h 3086961"/>
                <a:gd name="csX3" fmla="*/ 47699 w 1005044"/>
                <a:gd name="csY3" fmla="*/ 321926 h 3086961"/>
                <a:gd name="csX4" fmla="*/ 71726 w 1005044"/>
                <a:gd name="csY4" fmla="*/ 282598 h 3086961"/>
                <a:gd name="csX5" fmla="*/ 100092 w 1005044"/>
                <a:gd name="csY5" fmla="*/ 245790 h 3086961"/>
                <a:gd name="csX6" fmla="*/ 126217 w 1005044"/>
                <a:gd name="csY6" fmla="*/ 180476 h 3086961"/>
                <a:gd name="csX7" fmla="*/ 132749 w 1005044"/>
                <a:gd name="csY7" fmla="*/ 141287 h 3086961"/>
                <a:gd name="csX8" fmla="*/ 139280 w 1005044"/>
                <a:gd name="csY8" fmla="*/ 95567 h 3086961"/>
                <a:gd name="csX9" fmla="*/ 187476 w 1005044"/>
                <a:gd name="csY9" fmla="*/ 43128 h 3086961"/>
                <a:gd name="csX10" fmla="*/ 283066 w 1005044"/>
                <a:gd name="csY10" fmla="*/ 1841 h 3086961"/>
                <a:gd name="csX11" fmla="*/ 387474 w 1005044"/>
                <a:gd name="csY11" fmla="*/ 4127 h 3086961"/>
                <a:gd name="csX12" fmla="*/ 655263 w 1005044"/>
                <a:gd name="csY12" fmla="*/ 23721 h 3086961"/>
                <a:gd name="csX13" fmla="*/ 714046 w 1005044"/>
                <a:gd name="csY13" fmla="*/ 56378 h 3086961"/>
                <a:gd name="csX14" fmla="*/ 779360 w 1005044"/>
                <a:gd name="csY14" fmla="*/ 89036 h 3086961"/>
                <a:gd name="csX15" fmla="*/ 798954 w 1005044"/>
                <a:gd name="csY15" fmla="*/ 115161 h 3086961"/>
                <a:gd name="csX16" fmla="*/ 812017 w 1005044"/>
                <a:gd name="csY16" fmla="*/ 141287 h 3086961"/>
                <a:gd name="csX17" fmla="*/ 870800 w 1005044"/>
                <a:gd name="csY17" fmla="*/ 200070 h 3086961"/>
                <a:gd name="csX18" fmla="*/ 923052 w 1005044"/>
                <a:gd name="csY18" fmla="*/ 258853 h 3086961"/>
                <a:gd name="csX19" fmla="*/ 942646 w 1005044"/>
                <a:gd name="csY19" fmla="*/ 343761 h 3086961"/>
                <a:gd name="csX20" fmla="*/ 962240 w 1005044"/>
                <a:gd name="csY20" fmla="*/ 396013 h 3086961"/>
                <a:gd name="csX21" fmla="*/ 968772 w 1005044"/>
                <a:gd name="csY21" fmla="*/ 474390 h 3086961"/>
                <a:gd name="csX22" fmla="*/ 977260 w 1005044"/>
                <a:gd name="csY22" fmla="*/ 628999 h 3086961"/>
                <a:gd name="csX23" fmla="*/ 975303 w 1005044"/>
                <a:gd name="csY23" fmla="*/ 781367 h 3086961"/>
                <a:gd name="csX24" fmla="*/ 988366 w 1005044"/>
                <a:gd name="csY24" fmla="*/ 925058 h 3086961"/>
                <a:gd name="csX25" fmla="*/ 994897 w 1005044"/>
                <a:gd name="csY25" fmla="*/ 1493293 h 3086961"/>
                <a:gd name="csX26" fmla="*/ 968772 w 1005044"/>
                <a:gd name="csY26" fmla="*/ 2041933 h 3086961"/>
                <a:gd name="csX27" fmla="*/ 962240 w 1005044"/>
                <a:gd name="csY27" fmla="*/ 2146436 h 3086961"/>
                <a:gd name="csX28" fmla="*/ 955709 w 1005044"/>
                <a:gd name="csY28" fmla="*/ 2198687 h 3086961"/>
                <a:gd name="csX29" fmla="*/ 936114 w 1005044"/>
                <a:gd name="csY29" fmla="*/ 2479538 h 3086961"/>
                <a:gd name="csX30" fmla="*/ 912322 w 1005044"/>
                <a:gd name="csY30" fmla="*/ 2566217 h 3086961"/>
                <a:gd name="csX31" fmla="*/ 903646 w 1005044"/>
                <a:gd name="csY31" fmla="*/ 2587768 h 3086961"/>
                <a:gd name="csX32" fmla="*/ 862122 w 1005044"/>
                <a:gd name="csY32" fmla="*/ 2730113 h 3086961"/>
                <a:gd name="csX33" fmla="*/ 831612 w 1005044"/>
                <a:gd name="csY33" fmla="*/ 2845299 h 3086961"/>
                <a:gd name="csX34" fmla="*/ 740171 w 1005044"/>
                <a:gd name="csY34" fmla="*/ 2956333 h 3086961"/>
                <a:gd name="csX35" fmla="*/ 674951 w 1005044"/>
                <a:gd name="csY35" fmla="*/ 2988991 h 3086961"/>
                <a:gd name="csX36" fmla="*/ 627133 w 1005044"/>
                <a:gd name="csY36" fmla="*/ 3015116 h 3086961"/>
                <a:gd name="csX37" fmla="*/ 589949 w 1005044"/>
                <a:gd name="csY37" fmla="*/ 3034710 h 3086961"/>
                <a:gd name="csX38" fmla="*/ 426663 w 1005044"/>
                <a:gd name="csY38" fmla="*/ 3086961 h 3086961"/>
                <a:gd name="csX39" fmla="*/ 282972 w 1005044"/>
                <a:gd name="csY39" fmla="*/ 3054304 h 3086961"/>
                <a:gd name="csX40" fmla="*/ 256846 w 1005044"/>
                <a:gd name="csY40" fmla="*/ 3015116 h 3086961"/>
                <a:gd name="csX41" fmla="*/ 230720 w 1005044"/>
                <a:gd name="csY41" fmla="*/ 2956333 h 3086961"/>
                <a:gd name="csX42" fmla="*/ 191532 w 1005044"/>
                <a:gd name="csY42" fmla="*/ 2897550 h 3086961"/>
                <a:gd name="csX43" fmla="*/ 158874 w 1005044"/>
                <a:gd name="csY43" fmla="*/ 2806110 h 3086961"/>
                <a:gd name="csX44" fmla="*/ 132749 w 1005044"/>
                <a:gd name="csY44" fmla="*/ 2688544 h 3086961"/>
                <a:gd name="csX45" fmla="*/ 106623 w 1005044"/>
                <a:gd name="csY45" fmla="*/ 2655887 h 3086961"/>
                <a:gd name="csX46" fmla="*/ 87029 w 1005044"/>
                <a:gd name="csY46" fmla="*/ 2590573 h 3086961"/>
                <a:gd name="csX47" fmla="*/ 60903 w 1005044"/>
                <a:gd name="csY47" fmla="*/ 2492601 h 3086961"/>
                <a:gd name="csX48" fmla="*/ 47840 w 1005044"/>
                <a:gd name="csY48" fmla="*/ 2459944 h 3086961"/>
                <a:gd name="csX49" fmla="*/ 34777 w 1005044"/>
                <a:gd name="csY49" fmla="*/ 2322784 h 3086961"/>
                <a:gd name="csX0" fmla="*/ 291 w 1004984"/>
                <a:gd name="csY0" fmla="*/ 448264 h 3086961"/>
                <a:gd name="csX1" fmla="*/ 11301 w 1004984"/>
                <a:gd name="csY1" fmla="*/ 417800 h 3086961"/>
                <a:gd name="csX2" fmla="*/ 15266 w 1004984"/>
                <a:gd name="csY2" fmla="*/ 376416 h 3086961"/>
                <a:gd name="csX3" fmla="*/ 47639 w 1004984"/>
                <a:gd name="csY3" fmla="*/ 321926 h 3086961"/>
                <a:gd name="csX4" fmla="*/ 71666 w 1004984"/>
                <a:gd name="csY4" fmla="*/ 282598 h 3086961"/>
                <a:gd name="csX5" fmla="*/ 100032 w 1004984"/>
                <a:gd name="csY5" fmla="*/ 245790 h 3086961"/>
                <a:gd name="csX6" fmla="*/ 126157 w 1004984"/>
                <a:gd name="csY6" fmla="*/ 180476 h 3086961"/>
                <a:gd name="csX7" fmla="*/ 132689 w 1004984"/>
                <a:gd name="csY7" fmla="*/ 141287 h 3086961"/>
                <a:gd name="csX8" fmla="*/ 139220 w 1004984"/>
                <a:gd name="csY8" fmla="*/ 95567 h 3086961"/>
                <a:gd name="csX9" fmla="*/ 187416 w 1004984"/>
                <a:gd name="csY9" fmla="*/ 43128 h 3086961"/>
                <a:gd name="csX10" fmla="*/ 283006 w 1004984"/>
                <a:gd name="csY10" fmla="*/ 1841 h 3086961"/>
                <a:gd name="csX11" fmla="*/ 387414 w 1004984"/>
                <a:gd name="csY11" fmla="*/ 4127 h 3086961"/>
                <a:gd name="csX12" fmla="*/ 655203 w 1004984"/>
                <a:gd name="csY12" fmla="*/ 23721 h 3086961"/>
                <a:gd name="csX13" fmla="*/ 713986 w 1004984"/>
                <a:gd name="csY13" fmla="*/ 56378 h 3086961"/>
                <a:gd name="csX14" fmla="*/ 779300 w 1004984"/>
                <a:gd name="csY14" fmla="*/ 89036 h 3086961"/>
                <a:gd name="csX15" fmla="*/ 798894 w 1004984"/>
                <a:gd name="csY15" fmla="*/ 115161 h 3086961"/>
                <a:gd name="csX16" fmla="*/ 811957 w 1004984"/>
                <a:gd name="csY16" fmla="*/ 141287 h 3086961"/>
                <a:gd name="csX17" fmla="*/ 870740 w 1004984"/>
                <a:gd name="csY17" fmla="*/ 200070 h 3086961"/>
                <a:gd name="csX18" fmla="*/ 922992 w 1004984"/>
                <a:gd name="csY18" fmla="*/ 258853 h 3086961"/>
                <a:gd name="csX19" fmla="*/ 942586 w 1004984"/>
                <a:gd name="csY19" fmla="*/ 343761 h 3086961"/>
                <a:gd name="csX20" fmla="*/ 962180 w 1004984"/>
                <a:gd name="csY20" fmla="*/ 396013 h 3086961"/>
                <a:gd name="csX21" fmla="*/ 968712 w 1004984"/>
                <a:gd name="csY21" fmla="*/ 474390 h 3086961"/>
                <a:gd name="csX22" fmla="*/ 977200 w 1004984"/>
                <a:gd name="csY22" fmla="*/ 628999 h 3086961"/>
                <a:gd name="csX23" fmla="*/ 975243 w 1004984"/>
                <a:gd name="csY23" fmla="*/ 781367 h 3086961"/>
                <a:gd name="csX24" fmla="*/ 988306 w 1004984"/>
                <a:gd name="csY24" fmla="*/ 925058 h 3086961"/>
                <a:gd name="csX25" fmla="*/ 994837 w 1004984"/>
                <a:gd name="csY25" fmla="*/ 1493293 h 3086961"/>
                <a:gd name="csX26" fmla="*/ 968712 w 1004984"/>
                <a:gd name="csY26" fmla="*/ 2041933 h 3086961"/>
                <a:gd name="csX27" fmla="*/ 962180 w 1004984"/>
                <a:gd name="csY27" fmla="*/ 2146436 h 3086961"/>
                <a:gd name="csX28" fmla="*/ 955649 w 1004984"/>
                <a:gd name="csY28" fmla="*/ 2198687 h 3086961"/>
                <a:gd name="csX29" fmla="*/ 936054 w 1004984"/>
                <a:gd name="csY29" fmla="*/ 2479538 h 3086961"/>
                <a:gd name="csX30" fmla="*/ 912262 w 1004984"/>
                <a:gd name="csY30" fmla="*/ 2566217 h 3086961"/>
                <a:gd name="csX31" fmla="*/ 903586 w 1004984"/>
                <a:gd name="csY31" fmla="*/ 2587768 h 3086961"/>
                <a:gd name="csX32" fmla="*/ 862062 w 1004984"/>
                <a:gd name="csY32" fmla="*/ 2730113 h 3086961"/>
                <a:gd name="csX33" fmla="*/ 831552 w 1004984"/>
                <a:gd name="csY33" fmla="*/ 2845299 h 3086961"/>
                <a:gd name="csX34" fmla="*/ 740111 w 1004984"/>
                <a:gd name="csY34" fmla="*/ 2956333 h 3086961"/>
                <a:gd name="csX35" fmla="*/ 674891 w 1004984"/>
                <a:gd name="csY35" fmla="*/ 2988991 h 3086961"/>
                <a:gd name="csX36" fmla="*/ 627073 w 1004984"/>
                <a:gd name="csY36" fmla="*/ 3015116 h 3086961"/>
                <a:gd name="csX37" fmla="*/ 589889 w 1004984"/>
                <a:gd name="csY37" fmla="*/ 3034710 h 3086961"/>
                <a:gd name="csX38" fmla="*/ 426603 w 1004984"/>
                <a:gd name="csY38" fmla="*/ 3086961 h 3086961"/>
                <a:gd name="csX39" fmla="*/ 282912 w 1004984"/>
                <a:gd name="csY39" fmla="*/ 3054304 h 3086961"/>
                <a:gd name="csX40" fmla="*/ 256786 w 1004984"/>
                <a:gd name="csY40" fmla="*/ 3015116 h 3086961"/>
                <a:gd name="csX41" fmla="*/ 230660 w 1004984"/>
                <a:gd name="csY41" fmla="*/ 2956333 h 3086961"/>
                <a:gd name="csX42" fmla="*/ 191472 w 1004984"/>
                <a:gd name="csY42" fmla="*/ 2897550 h 3086961"/>
                <a:gd name="csX43" fmla="*/ 158814 w 1004984"/>
                <a:gd name="csY43" fmla="*/ 2806110 h 3086961"/>
                <a:gd name="csX44" fmla="*/ 132689 w 1004984"/>
                <a:gd name="csY44" fmla="*/ 2688544 h 3086961"/>
                <a:gd name="csX45" fmla="*/ 106563 w 1004984"/>
                <a:gd name="csY45" fmla="*/ 2655887 h 3086961"/>
                <a:gd name="csX46" fmla="*/ 86969 w 1004984"/>
                <a:gd name="csY46" fmla="*/ 2590573 h 3086961"/>
                <a:gd name="csX47" fmla="*/ 60843 w 1004984"/>
                <a:gd name="csY47" fmla="*/ 2492601 h 3086961"/>
                <a:gd name="csX48" fmla="*/ 47780 w 1004984"/>
                <a:gd name="csY48" fmla="*/ 2459944 h 3086961"/>
                <a:gd name="csX49" fmla="*/ 34717 w 1004984"/>
                <a:gd name="csY49" fmla="*/ 2322784 h 3086961"/>
                <a:gd name="csX0" fmla="*/ 19904 w 1024597"/>
                <a:gd name="csY0" fmla="*/ 448264 h 3086961"/>
                <a:gd name="csX1" fmla="*/ 215 w 1024597"/>
                <a:gd name="csY1" fmla="*/ 417800 h 3086961"/>
                <a:gd name="csX2" fmla="*/ 34879 w 1024597"/>
                <a:gd name="csY2" fmla="*/ 376416 h 3086961"/>
                <a:gd name="csX3" fmla="*/ 67252 w 1024597"/>
                <a:gd name="csY3" fmla="*/ 321926 h 3086961"/>
                <a:gd name="csX4" fmla="*/ 91279 w 1024597"/>
                <a:gd name="csY4" fmla="*/ 282598 h 3086961"/>
                <a:gd name="csX5" fmla="*/ 119645 w 1024597"/>
                <a:gd name="csY5" fmla="*/ 245790 h 3086961"/>
                <a:gd name="csX6" fmla="*/ 145770 w 1024597"/>
                <a:gd name="csY6" fmla="*/ 180476 h 3086961"/>
                <a:gd name="csX7" fmla="*/ 152302 w 1024597"/>
                <a:gd name="csY7" fmla="*/ 141287 h 3086961"/>
                <a:gd name="csX8" fmla="*/ 158833 w 1024597"/>
                <a:gd name="csY8" fmla="*/ 95567 h 3086961"/>
                <a:gd name="csX9" fmla="*/ 207029 w 1024597"/>
                <a:gd name="csY9" fmla="*/ 43128 h 3086961"/>
                <a:gd name="csX10" fmla="*/ 302619 w 1024597"/>
                <a:gd name="csY10" fmla="*/ 1841 h 3086961"/>
                <a:gd name="csX11" fmla="*/ 407027 w 1024597"/>
                <a:gd name="csY11" fmla="*/ 4127 h 3086961"/>
                <a:gd name="csX12" fmla="*/ 674816 w 1024597"/>
                <a:gd name="csY12" fmla="*/ 23721 h 3086961"/>
                <a:gd name="csX13" fmla="*/ 733599 w 1024597"/>
                <a:gd name="csY13" fmla="*/ 56378 h 3086961"/>
                <a:gd name="csX14" fmla="*/ 798913 w 1024597"/>
                <a:gd name="csY14" fmla="*/ 89036 h 3086961"/>
                <a:gd name="csX15" fmla="*/ 818507 w 1024597"/>
                <a:gd name="csY15" fmla="*/ 115161 h 3086961"/>
                <a:gd name="csX16" fmla="*/ 831570 w 1024597"/>
                <a:gd name="csY16" fmla="*/ 141287 h 3086961"/>
                <a:gd name="csX17" fmla="*/ 890353 w 1024597"/>
                <a:gd name="csY17" fmla="*/ 200070 h 3086961"/>
                <a:gd name="csX18" fmla="*/ 942605 w 1024597"/>
                <a:gd name="csY18" fmla="*/ 258853 h 3086961"/>
                <a:gd name="csX19" fmla="*/ 962199 w 1024597"/>
                <a:gd name="csY19" fmla="*/ 343761 h 3086961"/>
                <a:gd name="csX20" fmla="*/ 981793 w 1024597"/>
                <a:gd name="csY20" fmla="*/ 396013 h 3086961"/>
                <a:gd name="csX21" fmla="*/ 988325 w 1024597"/>
                <a:gd name="csY21" fmla="*/ 474390 h 3086961"/>
                <a:gd name="csX22" fmla="*/ 996813 w 1024597"/>
                <a:gd name="csY22" fmla="*/ 628999 h 3086961"/>
                <a:gd name="csX23" fmla="*/ 994856 w 1024597"/>
                <a:gd name="csY23" fmla="*/ 781367 h 3086961"/>
                <a:gd name="csX24" fmla="*/ 1007919 w 1024597"/>
                <a:gd name="csY24" fmla="*/ 925058 h 3086961"/>
                <a:gd name="csX25" fmla="*/ 1014450 w 1024597"/>
                <a:gd name="csY25" fmla="*/ 1493293 h 3086961"/>
                <a:gd name="csX26" fmla="*/ 988325 w 1024597"/>
                <a:gd name="csY26" fmla="*/ 2041933 h 3086961"/>
                <a:gd name="csX27" fmla="*/ 981793 w 1024597"/>
                <a:gd name="csY27" fmla="*/ 2146436 h 3086961"/>
                <a:gd name="csX28" fmla="*/ 975262 w 1024597"/>
                <a:gd name="csY28" fmla="*/ 2198687 h 3086961"/>
                <a:gd name="csX29" fmla="*/ 955667 w 1024597"/>
                <a:gd name="csY29" fmla="*/ 2479538 h 3086961"/>
                <a:gd name="csX30" fmla="*/ 931875 w 1024597"/>
                <a:gd name="csY30" fmla="*/ 2566217 h 3086961"/>
                <a:gd name="csX31" fmla="*/ 923199 w 1024597"/>
                <a:gd name="csY31" fmla="*/ 2587768 h 3086961"/>
                <a:gd name="csX32" fmla="*/ 881675 w 1024597"/>
                <a:gd name="csY32" fmla="*/ 2730113 h 3086961"/>
                <a:gd name="csX33" fmla="*/ 851165 w 1024597"/>
                <a:gd name="csY33" fmla="*/ 2845299 h 3086961"/>
                <a:gd name="csX34" fmla="*/ 759724 w 1024597"/>
                <a:gd name="csY34" fmla="*/ 2956333 h 3086961"/>
                <a:gd name="csX35" fmla="*/ 694504 w 1024597"/>
                <a:gd name="csY35" fmla="*/ 2988991 h 3086961"/>
                <a:gd name="csX36" fmla="*/ 646686 w 1024597"/>
                <a:gd name="csY36" fmla="*/ 3015116 h 3086961"/>
                <a:gd name="csX37" fmla="*/ 609502 w 1024597"/>
                <a:gd name="csY37" fmla="*/ 3034710 h 3086961"/>
                <a:gd name="csX38" fmla="*/ 446216 w 1024597"/>
                <a:gd name="csY38" fmla="*/ 3086961 h 3086961"/>
                <a:gd name="csX39" fmla="*/ 302525 w 1024597"/>
                <a:gd name="csY39" fmla="*/ 3054304 h 3086961"/>
                <a:gd name="csX40" fmla="*/ 276399 w 1024597"/>
                <a:gd name="csY40" fmla="*/ 3015116 h 3086961"/>
                <a:gd name="csX41" fmla="*/ 250273 w 1024597"/>
                <a:gd name="csY41" fmla="*/ 2956333 h 3086961"/>
                <a:gd name="csX42" fmla="*/ 211085 w 1024597"/>
                <a:gd name="csY42" fmla="*/ 2897550 h 3086961"/>
                <a:gd name="csX43" fmla="*/ 178427 w 1024597"/>
                <a:gd name="csY43" fmla="*/ 2806110 h 3086961"/>
                <a:gd name="csX44" fmla="*/ 152302 w 1024597"/>
                <a:gd name="csY44" fmla="*/ 2688544 h 3086961"/>
                <a:gd name="csX45" fmla="*/ 126176 w 1024597"/>
                <a:gd name="csY45" fmla="*/ 2655887 h 3086961"/>
                <a:gd name="csX46" fmla="*/ 106582 w 1024597"/>
                <a:gd name="csY46" fmla="*/ 2590573 h 3086961"/>
                <a:gd name="csX47" fmla="*/ 80456 w 1024597"/>
                <a:gd name="csY47" fmla="*/ 2492601 h 3086961"/>
                <a:gd name="csX48" fmla="*/ 67393 w 1024597"/>
                <a:gd name="csY48" fmla="*/ 2459944 h 3086961"/>
                <a:gd name="csX49" fmla="*/ 54330 w 1024597"/>
                <a:gd name="csY49" fmla="*/ 2322784 h 3086961"/>
                <a:gd name="csX0" fmla="*/ 19935 w 1024628"/>
                <a:gd name="csY0" fmla="*/ 448264 h 3086961"/>
                <a:gd name="csX1" fmla="*/ 246 w 1024628"/>
                <a:gd name="csY1" fmla="*/ 417800 h 3086961"/>
                <a:gd name="csX2" fmla="*/ 12982 w 1024628"/>
                <a:gd name="csY2" fmla="*/ 385187 h 3086961"/>
                <a:gd name="csX3" fmla="*/ 67283 w 1024628"/>
                <a:gd name="csY3" fmla="*/ 321926 h 3086961"/>
                <a:gd name="csX4" fmla="*/ 91310 w 1024628"/>
                <a:gd name="csY4" fmla="*/ 282598 h 3086961"/>
                <a:gd name="csX5" fmla="*/ 119676 w 1024628"/>
                <a:gd name="csY5" fmla="*/ 245790 h 3086961"/>
                <a:gd name="csX6" fmla="*/ 145801 w 1024628"/>
                <a:gd name="csY6" fmla="*/ 180476 h 3086961"/>
                <a:gd name="csX7" fmla="*/ 152333 w 1024628"/>
                <a:gd name="csY7" fmla="*/ 141287 h 3086961"/>
                <a:gd name="csX8" fmla="*/ 158864 w 1024628"/>
                <a:gd name="csY8" fmla="*/ 95567 h 3086961"/>
                <a:gd name="csX9" fmla="*/ 207060 w 1024628"/>
                <a:gd name="csY9" fmla="*/ 43128 h 3086961"/>
                <a:gd name="csX10" fmla="*/ 302650 w 1024628"/>
                <a:gd name="csY10" fmla="*/ 1841 h 3086961"/>
                <a:gd name="csX11" fmla="*/ 407058 w 1024628"/>
                <a:gd name="csY11" fmla="*/ 4127 h 3086961"/>
                <a:gd name="csX12" fmla="*/ 674847 w 1024628"/>
                <a:gd name="csY12" fmla="*/ 23721 h 3086961"/>
                <a:gd name="csX13" fmla="*/ 733630 w 1024628"/>
                <a:gd name="csY13" fmla="*/ 56378 h 3086961"/>
                <a:gd name="csX14" fmla="*/ 798944 w 1024628"/>
                <a:gd name="csY14" fmla="*/ 89036 h 3086961"/>
                <a:gd name="csX15" fmla="*/ 818538 w 1024628"/>
                <a:gd name="csY15" fmla="*/ 115161 h 3086961"/>
                <a:gd name="csX16" fmla="*/ 831601 w 1024628"/>
                <a:gd name="csY16" fmla="*/ 141287 h 3086961"/>
                <a:gd name="csX17" fmla="*/ 890384 w 1024628"/>
                <a:gd name="csY17" fmla="*/ 200070 h 3086961"/>
                <a:gd name="csX18" fmla="*/ 942636 w 1024628"/>
                <a:gd name="csY18" fmla="*/ 258853 h 3086961"/>
                <a:gd name="csX19" fmla="*/ 962230 w 1024628"/>
                <a:gd name="csY19" fmla="*/ 343761 h 3086961"/>
                <a:gd name="csX20" fmla="*/ 981824 w 1024628"/>
                <a:gd name="csY20" fmla="*/ 396013 h 3086961"/>
                <a:gd name="csX21" fmla="*/ 988356 w 1024628"/>
                <a:gd name="csY21" fmla="*/ 474390 h 3086961"/>
                <a:gd name="csX22" fmla="*/ 996844 w 1024628"/>
                <a:gd name="csY22" fmla="*/ 628999 h 3086961"/>
                <a:gd name="csX23" fmla="*/ 994887 w 1024628"/>
                <a:gd name="csY23" fmla="*/ 781367 h 3086961"/>
                <a:gd name="csX24" fmla="*/ 1007950 w 1024628"/>
                <a:gd name="csY24" fmla="*/ 925058 h 3086961"/>
                <a:gd name="csX25" fmla="*/ 1014481 w 1024628"/>
                <a:gd name="csY25" fmla="*/ 1493293 h 3086961"/>
                <a:gd name="csX26" fmla="*/ 988356 w 1024628"/>
                <a:gd name="csY26" fmla="*/ 2041933 h 3086961"/>
                <a:gd name="csX27" fmla="*/ 981824 w 1024628"/>
                <a:gd name="csY27" fmla="*/ 2146436 h 3086961"/>
                <a:gd name="csX28" fmla="*/ 975293 w 1024628"/>
                <a:gd name="csY28" fmla="*/ 2198687 h 3086961"/>
                <a:gd name="csX29" fmla="*/ 955698 w 1024628"/>
                <a:gd name="csY29" fmla="*/ 2479538 h 3086961"/>
                <a:gd name="csX30" fmla="*/ 931906 w 1024628"/>
                <a:gd name="csY30" fmla="*/ 2566217 h 3086961"/>
                <a:gd name="csX31" fmla="*/ 923230 w 1024628"/>
                <a:gd name="csY31" fmla="*/ 2587768 h 3086961"/>
                <a:gd name="csX32" fmla="*/ 881706 w 1024628"/>
                <a:gd name="csY32" fmla="*/ 2730113 h 3086961"/>
                <a:gd name="csX33" fmla="*/ 851196 w 1024628"/>
                <a:gd name="csY33" fmla="*/ 2845299 h 3086961"/>
                <a:gd name="csX34" fmla="*/ 759755 w 1024628"/>
                <a:gd name="csY34" fmla="*/ 2956333 h 3086961"/>
                <a:gd name="csX35" fmla="*/ 694535 w 1024628"/>
                <a:gd name="csY35" fmla="*/ 2988991 h 3086961"/>
                <a:gd name="csX36" fmla="*/ 646717 w 1024628"/>
                <a:gd name="csY36" fmla="*/ 3015116 h 3086961"/>
                <a:gd name="csX37" fmla="*/ 609533 w 1024628"/>
                <a:gd name="csY37" fmla="*/ 3034710 h 3086961"/>
                <a:gd name="csX38" fmla="*/ 446247 w 1024628"/>
                <a:gd name="csY38" fmla="*/ 3086961 h 3086961"/>
                <a:gd name="csX39" fmla="*/ 302556 w 1024628"/>
                <a:gd name="csY39" fmla="*/ 3054304 h 3086961"/>
                <a:gd name="csX40" fmla="*/ 276430 w 1024628"/>
                <a:gd name="csY40" fmla="*/ 3015116 h 3086961"/>
                <a:gd name="csX41" fmla="*/ 250304 w 1024628"/>
                <a:gd name="csY41" fmla="*/ 2956333 h 3086961"/>
                <a:gd name="csX42" fmla="*/ 211116 w 1024628"/>
                <a:gd name="csY42" fmla="*/ 2897550 h 3086961"/>
                <a:gd name="csX43" fmla="*/ 178458 w 1024628"/>
                <a:gd name="csY43" fmla="*/ 2806110 h 3086961"/>
                <a:gd name="csX44" fmla="*/ 152333 w 1024628"/>
                <a:gd name="csY44" fmla="*/ 2688544 h 3086961"/>
                <a:gd name="csX45" fmla="*/ 126207 w 1024628"/>
                <a:gd name="csY45" fmla="*/ 2655887 h 3086961"/>
                <a:gd name="csX46" fmla="*/ 106613 w 1024628"/>
                <a:gd name="csY46" fmla="*/ 2590573 h 3086961"/>
                <a:gd name="csX47" fmla="*/ 80487 w 1024628"/>
                <a:gd name="csY47" fmla="*/ 2492601 h 3086961"/>
                <a:gd name="csX48" fmla="*/ 67424 w 1024628"/>
                <a:gd name="csY48" fmla="*/ 2459944 h 3086961"/>
                <a:gd name="csX49" fmla="*/ 54361 w 1024628"/>
                <a:gd name="csY49" fmla="*/ 2322784 h 3086961"/>
                <a:gd name="csX0" fmla="*/ 948 w 1027569"/>
                <a:gd name="csY0" fmla="*/ 448264 h 3086961"/>
                <a:gd name="csX1" fmla="*/ 3187 w 1027569"/>
                <a:gd name="csY1" fmla="*/ 417800 h 3086961"/>
                <a:gd name="csX2" fmla="*/ 15923 w 1027569"/>
                <a:gd name="csY2" fmla="*/ 385187 h 3086961"/>
                <a:gd name="csX3" fmla="*/ 70224 w 1027569"/>
                <a:gd name="csY3" fmla="*/ 321926 h 3086961"/>
                <a:gd name="csX4" fmla="*/ 94251 w 1027569"/>
                <a:gd name="csY4" fmla="*/ 282598 h 3086961"/>
                <a:gd name="csX5" fmla="*/ 122617 w 1027569"/>
                <a:gd name="csY5" fmla="*/ 245790 h 3086961"/>
                <a:gd name="csX6" fmla="*/ 148742 w 1027569"/>
                <a:gd name="csY6" fmla="*/ 180476 h 3086961"/>
                <a:gd name="csX7" fmla="*/ 155274 w 1027569"/>
                <a:gd name="csY7" fmla="*/ 141287 h 3086961"/>
                <a:gd name="csX8" fmla="*/ 161805 w 1027569"/>
                <a:gd name="csY8" fmla="*/ 95567 h 3086961"/>
                <a:gd name="csX9" fmla="*/ 210001 w 1027569"/>
                <a:gd name="csY9" fmla="*/ 43128 h 3086961"/>
                <a:gd name="csX10" fmla="*/ 305591 w 1027569"/>
                <a:gd name="csY10" fmla="*/ 1841 h 3086961"/>
                <a:gd name="csX11" fmla="*/ 409999 w 1027569"/>
                <a:gd name="csY11" fmla="*/ 4127 h 3086961"/>
                <a:gd name="csX12" fmla="*/ 677788 w 1027569"/>
                <a:gd name="csY12" fmla="*/ 23721 h 3086961"/>
                <a:gd name="csX13" fmla="*/ 736571 w 1027569"/>
                <a:gd name="csY13" fmla="*/ 56378 h 3086961"/>
                <a:gd name="csX14" fmla="*/ 801885 w 1027569"/>
                <a:gd name="csY14" fmla="*/ 89036 h 3086961"/>
                <a:gd name="csX15" fmla="*/ 821479 w 1027569"/>
                <a:gd name="csY15" fmla="*/ 115161 h 3086961"/>
                <a:gd name="csX16" fmla="*/ 834542 w 1027569"/>
                <a:gd name="csY16" fmla="*/ 141287 h 3086961"/>
                <a:gd name="csX17" fmla="*/ 893325 w 1027569"/>
                <a:gd name="csY17" fmla="*/ 200070 h 3086961"/>
                <a:gd name="csX18" fmla="*/ 945577 w 1027569"/>
                <a:gd name="csY18" fmla="*/ 258853 h 3086961"/>
                <a:gd name="csX19" fmla="*/ 965171 w 1027569"/>
                <a:gd name="csY19" fmla="*/ 343761 h 3086961"/>
                <a:gd name="csX20" fmla="*/ 984765 w 1027569"/>
                <a:gd name="csY20" fmla="*/ 396013 h 3086961"/>
                <a:gd name="csX21" fmla="*/ 991297 w 1027569"/>
                <a:gd name="csY21" fmla="*/ 474390 h 3086961"/>
                <a:gd name="csX22" fmla="*/ 999785 w 1027569"/>
                <a:gd name="csY22" fmla="*/ 628999 h 3086961"/>
                <a:gd name="csX23" fmla="*/ 997828 w 1027569"/>
                <a:gd name="csY23" fmla="*/ 781367 h 3086961"/>
                <a:gd name="csX24" fmla="*/ 1010891 w 1027569"/>
                <a:gd name="csY24" fmla="*/ 925058 h 3086961"/>
                <a:gd name="csX25" fmla="*/ 1017422 w 1027569"/>
                <a:gd name="csY25" fmla="*/ 1493293 h 3086961"/>
                <a:gd name="csX26" fmla="*/ 991297 w 1027569"/>
                <a:gd name="csY26" fmla="*/ 2041933 h 3086961"/>
                <a:gd name="csX27" fmla="*/ 984765 w 1027569"/>
                <a:gd name="csY27" fmla="*/ 2146436 h 3086961"/>
                <a:gd name="csX28" fmla="*/ 978234 w 1027569"/>
                <a:gd name="csY28" fmla="*/ 2198687 h 3086961"/>
                <a:gd name="csX29" fmla="*/ 958639 w 1027569"/>
                <a:gd name="csY29" fmla="*/ 2479538 h 3086961"/>
                <a:gd name="csX30" fmla="*/ 934847 w 1027569"/>
                <a:gd name="csY30" fmla="*/ 2566217 h 3086961"/>
                <a:gd name="csX31" fmla="*/ 926171 w 1027569"/>
                <a:gd name="csY31" fmla="*/ 2587768 h 3086961"/>
                <a:gd name="csX32" fmla="*/ 884647 w 1027569"/>
                <a:gd name="csY32" fmla="*/ 2730113 h 3086961"/>
                <a:gd name="csX33" fmla="*/ 854137 w 1027569"/>
                <a:gd name="csY33" fmla="*/ 2845299 h 3086961"/>
                <a:gd name="csX34" fmla="*/ 762696 w 1027569"/>
                <a:gd name="csY34" fmla="*/ 2956333 h 3086961"/>
                <a:gd name="csX35" fmla="*/ 697476 w 1027569"/>
                <a:gd name="csY35" fmla="*/ 2988991 h 3086961"/>
                <a:gd name="csX36" fmla="*/ 649658 w 1027569"/>
                <a:gd name="csY36" fmla="*/ 3015116 h 3086961"/>
                <a:gd name="csX37" fmla="*/ 612474 w 1027569"/>
                <a:gd name="csY37" fmla="*/ 3034710 h 3086961"/>
                <a:gd name="csX38" fmla="*/ 449188 w 1027569"/>
                <a:gd name="csY38" fmla="*/ 3086961 h 3086961"/>
                <a:gd name="csX39" fmla="*/ 305497 w 1027569"/>
                <a:gd name="csY39" fmla="*/ 3054304 h 3086961"/>
                <a:gd name="csX40" fmla="*/ 279371 w 1027569"/>
                <a:gd name="csY40" fmla="*/ 3015116 h 3086961"/>
                <a:gd name="csX41" fmla="*/ 253245 w 1027569"/>
                <a:gd name="csY41" fmla="*/ 2956333 h 3086961"/>
                <a:gd name="csX42" fmla="*/ 214057 w 1027569"/>
                <a:gd name="csY42" fmla="*/ 2897550 h 3086961"/>
                <a:gd name="csX43" fmla="*/ 181399 w 1027569"/>
                <a:gd name="csY43" fmla="*/ 2806110 h 3086961"/>
                <a:gd name="csX44" fmla="*/ 155274 w 1027569"/>
                <a:gd name="csY44" fmla="*/ 2688544 h 3086961"/>
                <a:gd name="csX45" fmla="*/ 129148 w 1027569"/>
                <a:gd name="csY45" fmla="*/ 2655887 h 3086961"/>
                <a:gd name="csX46" fmla="*/ 109554 w 1027569"/>
                <a:gd name="csY46" fmla="*/ 2590573 h 3086961"/>
                <a:gd name="csX47" fmla="*/ 83428 w 1027569"/>
                <a:gd name="csY47" fmla="*/ 2492601 h 3086961"/>
                <a:gd name="csX48" fmla="*/ 70365 w 1027569"/>
                <a:gd name="csY48" fmla="*/ 2459944 h 3086961"/>
                <a:gd name="csX49" fmla="*/ 57302 w 1027569"/>
                <a:gd name="csY49" fmla="*/ 2322784 h 3086961"/>
                <a:gd name="csX0" fmla="*/ 948 w 1027569"/>
                <a:gd name="csY0" fmla="*/ 448264 h 3086961"/>
                <a:gd name="csX1" fmla="*/ 3187 w 1027569"/>
                <a:gd name="csY1" fmla="*/ 417800 h 3086961"/>
                <a:gd name="csX2" fmla="*/ 15923 w 1027569"/>
                <a:gd name="csY2" fmla="*/ 385187 h 3086961"/>
                <a:gd name="csX3" fmla="*/ 70224 w 1027569"/>
                <a:gd name="csY3" fmla="*/ 321926 h 3086961"/>
                <a:gd name="csX4" fmla="*/ 94251 w 1027569"/>
                <a:gd name="csY4" fmla="*/ 282598 h 3086961"/>
                <a:gd name="csX5" fmla="*/ 122617 w 1027569"/>
                <a:gd name="csY5" fmla="*/ 245790 h 3086961"/>
                <a:gd name="csX6" fmla="*/ 148742 w 1027569"/>
                <a:gd name="csY6" fmla="*/ 180476 h 3086961"/>
                <a:gd name="csX7" fmla="*/ 137731 w 1027569"/>
                <a:gd name="csY7" fmla="*/ 141287 h 3086961"/>
                <a:gd name="csX8" fmla="*/ 161805 w 1027569"/>
                <a:gd name="csY8" fmla="*/ 95567 h 3086961"/>
                <a:gd name="csX9" fmla="*/ 210001 w 1027569"/>
                <a:gd name="csY9" fmla="*/ 43128 h 3086961"/>
                <a:gd name="csX10" fmla="*/ 305591 w 1027569"/>
                <a:gd name="csY10" fmla="*/ 1841 h 3086961"/>
                <a:gd name="csX11" fmla="*/ 409999 w 1027569"/>
                <a:gd name="csY11" fmla="*/ 4127 h 3086961"/>
                <a:gd name="csX12" fmla="*/ 677788 w 1027569"/>
                <a:gd name="csY12" fmla="*/ 23721 h 3086961"/>
                <a:gd name="csX13" fmla="*/ 736571 w 1027569"/>
                <a:gd name="csY13" fmla="*/ 56378 h 3086961"/>
                <a:gd name="csX14" fmla="*/ 801885 w 1027569"/>
                <a:gd name="csY14" fmla="*/ 89036 h 3086961"/>
                <a:gd name="csX15" fmla="*/ 821479 w 1027569"/>
                <a:gd name="csY15" fmla="*/ 115161 h 3086961"/>
                <a:gd name="csX16" fmla="*/ 834542 w 1027569"/>
                <a:gd name="csY16" fmla="*/ 141287 h 3086961"/>
                <a:gd name="csX17" fmla="*/ 893325 w 1027569"/>
                <a:gd name="csY17" fmla="*/ 200070 h 3086961"/>
                <a:gd name="csX18" fmla="*/ 945577 w 1027569"/>
                <a:gd name="csY18" fmla="*/ 258853 h 3086961"/>
                <a:gd name="csX19" fmla="*/ 965171 w 1027569"/>
                <a:gd name="csY19" fmla="*/ 343761 h 3086961"/>
                <a:gd name="csX20" fmla="*/ 984765 w 1027569"/>
                <a:gd name="csY20" fmla="*/ 396013 h 3086961"/>
                <a:gd name="csX21" fmla="*/ 991297 w 1027569"/>
                <a:gd name="csY21" fmla="*/ 474390 h 3086961"/>
                <a:gd name="csX22" fmla="*/ 999785 w 1027569"/>
                <a:gd name="csY22" fmla="*/ 628999 h 3086961"/>
                <a:gd name="csX23" fmla="*/ 997828 w 1027569"/>
                <a:gd name="csY23" fmla="*/ 781367 h 3086961"/>
                <a:gd name="csX24" fmla="*/ 1010891 w 1027569"/>
                <a:gd name="csY24" fmla="*/ 925058 h 3086961"/>
                <a:gd name="csX25" fmla="*/ 1017422 w 1027569"/>
                <a:gd name="csY25" fmla="*/ 1493293 h 3086961"/>
                <a:gd name="csX26" fmla="*/ 991297 w 1027569"/>
                <a:gd name="csY26" fmla="*/ 2041933 h 3086961"/>
                <a:gd name="csX27" fmla="*/ 984765 w 1027569"/>
                <a:gd name="csY27" fmla="*/ 2146436 h 3086961"/>
                <a:gd name="csX28" fmla="*/ 978234 w 1027569"/>
                <a:gd name="csY28" fmla="*/ 2198687 h 3086961"/>
                <a:gd name="csX29" fmla="*/ 958639 w 1027569"/>
                <a:gd name="csY29" fmla="*/ 2479538 h 3086961"/>
                <a:gd name="csX30" fmla="*/ 934847 w 1027569"/>
                <a:gd name="csY30" fmla="*/ 2566217 h 3086961"/>
                <a:gd name="csX31" fmla="*/ 926171 w 1027569"/>
                <a:gd name="csY31" fmla="*/ 2587768 h 3086961"/>
                <a:gd name="csX32" fmla="*/ 884647 w 1027569"/>
                <a:gd name="csY32" fmla="*/ 2730113 h 3086961"/>
                <a:gd name="csX33" fmla="*/ 854137 w 1027569"/>
                <a:gd name="csY33" fmla="*/ 2845299 h 3086961"/>
                <a:gd name="csX34" fmla="*/ 762696 w 1027569"/>
                <a:gd name="csY34" fmla="*/ 2956333 h 3086961"/>
                <a:gd name="csX35" fmla="*/ 697476 w 1027569"/>
                <a:gd name="csY35" fmla="*/ 2988991 h 3086961"/>
                <a:gd name="csX36" fmla="*/ 649658 w 1027569"/>
                <a:gd name="csY36" fmla="*/ 3015116 h 3086961"/>
                <a:gd name="csX37" fmla="*/ 612474 w 1027569"/>
                <a:gd name="csY37" fmla="*/ 3034710 h 3086961"/>
                <a:gd name="csX38" fmla="*/ 449188 w 1027569"/>
                <a:gd name="csY38" fmla="*/ 3086961 h 3086961"/>
                <a:gd name="csX39" fmla="*/ 305497 w 1027569"/>
                <a:gd name="csY39" fmla="*/ 3054304 h 3086961"/>
                <a:gd name="csX40" fmla="*/ 279371 w 1027569"/>
                <a:gd name="csY40" fmla="*/ 3015116 h 3086961"/>
                <a:gd name="csX41" fmla="*/ 253245 w 1027569"/>
                <a:gd name="csY41" fmla="*/ 2956333 h 3086961"/>
                <a:gd name="csX42" fmla="*/ 214057 w 1027569"/>
                <a:gd name="csY42" fmla="*/ 2897550 h 3086961"/>
                <a:gd name="csX43" fmla="*/ 181399 w 1027569"/>
                <a:gd name="csY43" fmla="*/ 2806110 h 3086961"/>
                <a:gd name="csX44" fmla="*/ 155274 w 1027569"/>
                <a:gd name="csY44" fmla="*/ 2688544 h 3086961"/>
                <a:gd name="csX45" fmla="*/ 129148 w 1027569"/>
                <a:gd name="csY45" fmla="*/ 2655887 h 3086961"/>
                <a:gd name="csX46" fmla="*/ 109554 w 1027569"/>
                <a:gd name="csY46" fmla="*/ 2590573 h 3086961"/>
                <a:gd name="csX47" fmla="*/ 83428 w 1027569"/>
                <a:gd name="csY47" fmla="*/ 2492601 h 3086961"/>
                <a:gd name="csX48" fmla="*/ 70365 w 1027569"/>
                <a:gd name="csY48" fmla="*/ 2459944 h 3086961"/>
                <a:gd name="csX49" fmla="*/ 57302 w 1027569"/>
                <a:gd name="csY49" fmla="*/ 2322784 h 3086961"/>
                <a:gd name="csX0" fmla="*/ 948 w 1027569"/>
                <a:gd name="csY0" fmla="*/ 448264 h 3086961"/>
                <a:gd name="csX1" fmla="*/ 3187 w 1027569"/>
                <a:gd name="csY1" fmla="*/ 417800 h 3086961"/>
                <a:gd name="csX2" fmla="*/ 15923 w 1027569"/>
                <a:gd name="csY2" fmla="*/ 385187 h 3086961"/>
                <a:gd name="csX3" fmla="*/ 70224 w 1027569"/>
                <a:gd name="csY3" fmla="*/ 321926 h 3086961"/>
                <a:gd name="csX4" fmla="*/ 94251 w 1027569"/>
                <a:gd name="csY4" fmla="*/ 282598 h 3086961"/>
                <a:gd name="csX5" fmla="*/ 122617 w 1027569"/>
                <a:gd name="csY5" fmla="*/ 245790 h 3086961"/>
                <a:gd name="csX6" fmla="*/ 129007 w 1027569"/>
                <a:gd name="csY6" fmla="*/ 180476 h 3086961"/>
                <a:gd name="csX7" fmla="*/ 137731 w 1027569"/>
                <a:gd name="csY7" fmla="*/ 141287 h 3086961"/>
                <a:gd name="csX8" fmla="*/ 161805 w 1027569"/>
                <a:gd name="csY8" fmla="*/ 95567 h 3086961"/>
                <a:gd name="csX9" fmla="*/ 210001 w 1027569"/>
                <a:gd name="csY9" fmla="*/ 43128 h 3086961"/>
                <a:gd name="csX10" fmla="*/ 305591 w 1027569"/>
                <a:gd name="csY10" fmla="*/ 1841 h 3086961"/>
                <a:gd name="csX11" fmla="*/ 409999 w 1027569"/>
                <a:gd name="csY11" fmla="*/ 4127 h 3086961"/>
                <a:gd name="csX12" fmla="*/ 677788 w 1027569"/>
                <a:gd name="csY12" fmla="*/ 23721 h 3086961"/>
                <a:gd name="csX13" fmla="*/ 736571 w 1027569"/>
                <a:gd name="csY13" fmla="*/ 56378 h 3086961"/>
                <a:gd name="csX14" fmla="*/ 801885 w 1027569"/>
                <a:gd name="csY14" fmla="*/ 89036 h 3086961"/>
                <a:gd name="csX15" fmla="*/ 821479 w 1027569"/>
                <a:gd name="csY15" fmla="*/ 115161 h 3086961"/>
                <a:gd name="csX16" fmla="*/ 834542 w 1027569"/>
                <a:gd name="csY16" fmla="*/ 141287 h 3086961"/>
                <a:gd name="csX17" fmla="*/ 893325 w 1027569"/>
                <a:gd name="csY17" fmla="*/ 200070 h 3086961"/>
                <a:gd name="csX18" fmla="*/ 945577 w 1027569"/>
                <a:gd name="csY18" fmla="*/ 258853 h 3086961"/>
                <a:gd name="csX19" fmla="*/ 965171 w 1027569"/>
                <a:gd name="csY19" fmla="*/ 343761 h 3086961"/>
                <a:gd name="csX20" fmla="*/ 984765 w 1027569"/>
                <a:gd name="csY20" fmla="*/ 396013 h 3086961"/>
                <a:gd name="csX21" fmla="*/ 991297 w 1027569"/>
                <a:gd name="csY21" fmla="*/ 474390 h 3086961"/>
                <a:gd name="csX22" fmla="*/ 999785 w 1027569"/>
                <a:gd name="csY22" fmla="*/ 628999 h 3086961"/>
                <a:gd name="csX23" fmla="*/ 997828 w 1027569"/>
                <a:gd name="csY23" fmla="*/ 781367 h 3086961"/>
                <a:gd name="csX24" fmla="*/ 1010891 w 1027569"/>
                <a:gd name="csY24" fmla="*/ 925058 h 3086961"/>
                <a:gd name="csX25" fmla="*/ 1017422 w 1027569"/>
                <a:gd name="csY25" fmla="*/ 1493293 h 3086961"/>
                <a:gd name="csX26" fmla="*/ 991297 w 1027569"/>
                <a:gd name="csY26" fmla="*/ 2041933 h 3086961"/>
                <a:gd name="csX27" fmla="*/ 984765 w 1027569"/>
                <a:gd name="csY27" fmla="*/ 2146436 h 3086961"/>
                <a:gd name="csX28" fmla="*/ 978234 w 1027569"/>
                <a:gd name="csY28" fmla="*/ 2198687 h 3086961"/>
                <a:gd name="csX29" fmla="*/ 958639 w 1027569"/>
                <a:gd name="csY29" fmla="*/ 2479538 h 3086961"/>
                <a:gd name="csX30" fmla="*/ 934847 w 1027569"/>
                <a:gd name="csY30" fmla="*/ 2566217 h 3086961"/>
                <a:gd name="csX31" fmla="*/ 926171 w 1027569"/>
                <a:gd name="csY31" fmla="*/ 2587768 h 3086961"/>
                <a:gd name="csX32" fmla="*/ 884647 w 1027569"/>
                <a:gd name="csY32" fmla="*/ 2730113 h 3086961"/>
                <a:gd name="csX33" fmla="*/ 854137 w 1027569"/>
                <a:gd name="csY33" fmla="*/ 2845299 h 3086961"/>
                <a:gd name="csX34" fmla="*/ 762696 w 1027569"/>
                <a:gd name="csY34" fmla="*/ 2956333 h 3086961"/>
                <a:gd name="csX35" fmla="*/ 697476 w 1027569"/>
                <a:gd name="csY35" fmla="*/ 2988991 h 3086961"/>
                <a:gd name="csX36" fmla="*/ 649658 w 1027569"/>
                <a:gd name="csY36" fmla="*/ 3015116 h 3086961"/>
                <a:gd name="csX37" fmla="*/ 612474 w 1027569"/>
                <a:gd name="csY37" fmla="*/ 3034710 h 3086961"/>
                <a:gd name="csX38" fmla="*/ 449188 w 1027569"/>
                <a:gd name="csY38" fmla="*/ 3086961 h 3086961"/>
                <a:gd name="csX39" fmla="*/ 305497 w 1027569"/>
                <a:gd name="csY39" fmla="*/ 3054304 h 3086961"/>
                <a:gd name="csX40" fmla="*/ 279371 w 1027569"/>
                <a:gd name="csY40" fmla="*/ 3015116 h 3086961"/>
                <a:gd name="csX41" fmla="*/ 253245 w 1027569"/>
                <a:gd name="csY41" fmla="*/ 2956333 h 3086961"/>
                <a:gd name="csX42" fmla="*/ 214057 w 1027569"/>
                <a:gd name="csY42" fmla="*/ 2897550 h 3086961"/>
                <a:gd name="csX43" fmla="*/ 181399 w 1027569"/>
                <a:gd name="csY43" fmla="*/ 2806110 h 3086961"/>
                <a:gd name="csX44" fmla="*/ 155274 w 1027569"/>
                <a:gd name="csY44" fmla="*/ 2688544 h 3086961"/>
                <a:gd name="csX45" fmla="*/ 129148 w 1027569"/>
                <a:gd name="csY45" fmla="*/ 2655887 h 3086961"/>
                <a:gd name="csX46" fmla="*/ 109554 w 1027569"/>
                <a:gd name="csY46" fmla="*/ 2590573 h 3086961"/>
                <a:gd name="csX47" fmla="*/ 83428 w 1027569"/>
                <a:gd name="csY47" fmla="*/ 2492601 h 3086961"/>
                <a:gd name="csX48" fmla="*/ 70365 w 1027569"/>
                <a:gd name="csY48" fmla="*/ 2459944 h 3086961"/>
                <a:gd name="csX49" fmla="*/ 57302 w 1027569"/>
                <a:gd name="csY49" fmla="*/ 2322784 h 3086961"/>
                <a:gd name="csX0" fmla="*/ 948 w 1027569"/>
                <a:gd name="csY0" fmla="*/ 448264 h 3086961"/>
                <a:gd name="csX1" fmla="*/ 3187 w 1027569"/>
                <a:gd name="csY1" fmla="*/ 417800 h 3086961"/>
                <a:gd name="csX2" fmla="*/ 15923 w 1027569"/>
                <a:gd name="csY2" fmla="*/ 385187 h 3086961"/>
                <a:gd name="csX3" fmla="*/ 70224 w 1027569"/>
                <a:gd name="csY3" fmla="*/ 321926 h 3086961"/>
                <a:gd name="csX4" fmla="*/ 94251 w 1027569"/>
                <a:gd name="csY4" fmla="*/ 282598 h 3086961"/>
                <a:gd name="csX5" fmla="*/ 100689 w 1027569"/>
                <a:gd name="csY5" fmla="*/ 245790 h 3086961"/>
                <a:gd name="csX6" fmla="*/ 129007 w 1027569"/>
                <a:gd name="csY6" fmla="*/ 180476 h 3086961"/>
                <a:gd name="csX7" fmla="*/ 137731 w 1027569"/>
                <a:gd name="csY7" fmla="*/ 141287 h 3086961"/>
                <a:gd name="csX8" fmla="*/ 161805 w 1027569"/>
                <a:gd name="csY8" fmla="*/ 95567 h 3086961"/>
                <a:gd name="csX9" fmla="*/ 210001 w 1027569"/>
                <a:gd name="csY9" fmla="*/ 43128 h 3086961"/>
                <a:gd name="csX10" fmla="*/ 305591 w 1027569"/>
                <a:gd name="csY10" fmla="*/ 1841 h 3086961"/>
                <a:gd name="csX11" fmla="*/ 409999 w 1027569"/>
                <a:gd name="csY11" fmla="*/ 4127 h 3086961"/>
                <a:gd name="csX12" fmla="*/ 677788 w 1027569"/>
                <a:gd name="csY12" fmla="*/ 23721 h 3086961"/>
                <a:gd name="csX13" fmla="*/ 736571 w 1027569"/>
                <a:gd name="csY13" fmla="*/ 56378 h 3086961"/>
                <a:gd name="csX14" fmla="*/ 801885 w 1027569"/>
                <a:gd name="csY14" fmla="*/ 89036 h 3086961"/>
                <a:gd name="csX15" fmla="*/ 821479 w 1027569"/>
                <a:gd name="csY15" fmla="*/ 115161 h 3086961"/>
                <a:gd name="csX16" fmla="*/ 834542 w 1027569"/>
                <a:gd name="csY16" fmla="*/ 141287 h 3086961"/>
                <a:gd name="csX17" fmla="*/ 893325 w 1027569"/>
                <a:gd name="csY17" fmla="*/ 200070 h 3086961"/>
                <a:gd name="csX18" fmla="*/ 945577 w 1027569"/>
                <a:gd name="csY18" fmla="*/ 258853 h 3086961"/>
                <a:gd name="csX19" fmla="*/ 965171 w 1027569"/>
                <a:gd name="csY19" fmla="*/ 343761 h 3086961"/>
                <a:gd name="csX20" fmla="*/ 984765 w 1027569"/>
                <a:gd name="csY20" fmla="*/ 396013 h 3086961"/>
                <a:gd name="csX21" fmla="*/ 991297 w 1027569"/>
                <a:gd name="csY21" fmla="*/ 474390 h 3086961"/>
                <a:gd name="csX22" fmla="*/ 999785 w 1027569"/>
                <a:gd name="csY22" fmla="*/ 628999 h 3086961"/>
                <a:gd name="csX23" fmla="*/ 997828 w 1027569"/>
                <a:gd name="csY23" fmla="*/ 781367 h 3086961"/>
                <a:gd name="csX24" fmla="*/ 1010891 w 1027569"/>
                <a:gd name="csY24" fmla="*/ 925058 h 3086961"/>
                <a:gd name="csX25" fmla="*/ 1017422 w 1027569"/>
                <a:gd name="csY25" fmla="*/ 1493293 h 3086961"/>
                <a:gd name="csX26" fmla="*/ 991297 w 1027569"/>
                <a:gd name="csY26" fmla="*/ 2041933 h 3086961"/>
                <a:gd name="csX27" fmla="*/ 984765 w 1027569"/>
                <a:gd name="csY27" fmla="*/ 2146436 h 3086961"/>
                <a:gd name="csX28" fmla="*/ 978234 w 1027569"/>
                <a:gd name="csY28" fmla="*/ 2198687 h 3086961"/>
                <a:gd name="csX29" fmla="*/ 958639 w 1027569"/>
                <a:gd name="csY29" fmla="*/ 2479538 h 3086961"/>
                <a:gd name="csX30" fmla="*/ 934847 w 1027569"/>
                <a:gd name="csY30" fmla="*/ 2566217 h 3086961"/>
                <a:gd name="csX31" fmla="*/ 926171 w 1027569"/>
                <a:gd name="csY31" fmla="*/ 2587768 h 3086961"/>
                <a:gd name="csX32" fmla="*/ 884647 w 1027569"/>
                <a:gd name="csY32" fmla="*/ 2730113 h 3086961"/>
                <a:gd name="csX33" fmla="*/ 854137 w 1027569"/>
                <a:gd name="csY33" fmla="*/ 2845299 h 3086961"/>
                <a:gd name="csX34" fmla="*/ 762696 w 1027569"/>
                <a:gd name="csY34" fmla="*/ 2956333 h 3086961"/>
                <a:gd name="csX35" fmla="*/ 697476 w 1027569"/>
                <a:gd name="csY35" fmla="*/ 2988991 h 3086961"/>
                <a:gd name="csX36" fmla="*/ 649658 w 1027569"/>
                <a:gd name="csY36" fmla="*/ 3015116 h 3086961"/>
                <a:gd name="csX37" fmla="*/ 612474 w 1027569"/>
                <a:gd name="csY37" fmla="*/ 3034710 h 3086961"/>
                <a:gd name="csX38" fmla="*/ 449188 w 1027569"/>
                <a:gd name="csY38" fmla="*/ 3086961 h 3086961"/>
                <a:gd name="csX39" fmla="*/ 305497 w 1027569"/>
                <a:gd name="csY39" fmla="*/ 3054304 h 3086961"/>
                <a:gd name="csX40" fmla="*/ 279371 w 1027569"/>
                <a:gd name="csY40" fmla="*/ 3015116 h 3086961"/>
                <a:gd name="csX41" fmla="*/ 253245 w 1027569"/>
                <a:gd name="csY41" fmla="*/ 2956333 h 3086961"/>
                <a:gd name="csX42" fmla="*/ 214057 w 1027569"/>
                <a:gd name="csY42" fmla="*/ 2897550 h 3086961"/>
                <a:gd name="csX43" fmla="*/ 181399 w 1027569"/>
                <a:gd name="csY43" fmla="*/ 2806110 h 3086961"/>
                <a:gd name="csX44" fmla="*/ 155274 w 1027569"/>
                <a:gd name="csY44" fmla="*/ 2688544 h 3086961"/>
                <a:gd name="csX45" fmla="*/ 129148 w 1027569"/>
                <a:gd name="csY45" fmla="*/ 2655887 h 3086961"/>
                <a:gd name="csX46" fmla="*/ 109554 w 1027569"/>
                <a:gd name="csY46" fmla="*/ 2590573 h 3086961"/>
                <a:gd name="csX47" fmla="*/ 83428 w 1027569"/>
                <a:gd name="csY47" fmla="*/ 2492601 h 3086961"/>
                <a:gd name="csX48" fmla="*/ 70365 w 1027569"/>
                <a:gd name="csY48" fmla="*/ 2459944 h 3086961"/>
                <a:gd name="csX49" fmla="*/ 57302 w 1027569"/>
                <a:gd name="csY49" fmla="*/ 2322784 h 3086961"/>
                <a:gd name="csX0" fmla="*/ 948 w 1027569"/>
                <a:gd name="csY0" fmla="*/ 448264 h 3086961"/>
                <a:gd name="csX1" fmla="*/ 3187 w 1027569"/>
                <a:gd name="csY1" fmla="*/ 417800 h 3086961"/>
                <a:gd name="csX2" fmla="*/ 15923 w 1027569"/>
                <a:gd name="csY2" fmla="*/ 385187 h 3086961"/>
                <a:gd name="csX3" fmla="*/ 70224 w 1027569"/>
                <a:gd name="csY3" fmla="*/ 321926 h 3086961"/>
                <a:gd name="csX4" fmla="*/ 85480 w 1027569"/>
                <a:gd name="csY4" fmla="*/ 282598 h 3086961"/>
                <a:gd name="csX5" fmla="*/ 100689 w 1027569"/>
                <a:gd name="csY5" fmla="*/ 245790 h 3086961"/>
                <a:gd name="csX6" fmla="*/ 129007 w 1027569"/>
                <a:gd name="csY6" fmla="*/ 180476 h 3086961"/>
                <a:gd name="csX7" fmla="*/ 137731 w 1027569"/>
                <a:gd name="csY7" fmla="*/ 141287 h 3086961"/>
                <a:gd name="csX8" fmla="*/ 161805 w 1027569"/>
                <a:gd name="csY8" fmla="*/ 95567 h 3086961"/>
                <a:gd name="csX9" fmla="*/ 210001 w 1027569"/>
                <a:gd name="csY9" fmla="*/ 43128 h 3086961"/>
                <a:gd name="csX10" fmla="*/ 305591 w 1027569"/>
                <a:gd name="csY10" fmla="*/ 1841 h 3086961"/>
                <a:gd name="csX11" fmla="*/ 409999 w 1027569"/>
                <a:gd name="csY11" fmla="*/ 4127 h 3086961"/>
                <a:gd name="csX12" fmla="*/ 677788 w 1027569"/>
                <a:gd name="csY12" fmla="*/ 23721 h 3086961"/>
                <a:gd name="csX13" fmla="*/ 736571 w 1027569"/>
                <a:gd name="csY13" fmla="*/ 56378 h 3086961"/>
                <a:gd name="csX14" fmla="*/ 801885 w 1027569"/>
                <a:gd name="csY14" fmla="*/ 89036 h 3086961"/>
                <a:gd name="csX15" fmla="*/ 821479 w 1027569"/>
                <a:gd name="csY15" fmla="*/ 115161 h 3086961"/>
                <a:gd name="csX16" fmla="*/ 834542 w 1027569"/>
                <a:gd name="csY16" fmla="*/ 141287 h 3086961"/>
                <a:gd name="csX17" fmla="*/ 893325 w 1027569"/>
                <a:gd name="csY17" fmla="*/ 200070 h 3086961"/>
                <a:gd name="csX18" fmla="*/ 945577 w 1027569"/>
                <a:gd name="csY18" fmla="*/ 258853 h 3086961"/>
                <a:gd name="csX19" fmla="*/ 965171 w 1027569"/>
                <a:gd name="csY19" fmla="*/ 343761 h 3086961"/>
                <a:gd name="csX20" fmla="*/ 984765 w 1027569"/>
                <a:gd name="csY20" fmla="*/ 396013 h 3086961"/>
                <a:gd name="csX21" fmla="*/ 991297 w 1027569"/>
                <a:gd name="csY21" fmla="*/ 474390 h 3086961"/>
                <a:gd name="csX22" fmla="*/ 999785 w 1027569"/>
                <a:gd name="csY22" fmla="*/ 628999 h 3086961"/>
                <a:gd name="csX23" fmla="*/ 997828 w 1027569"/>
                <a:gd name="csY23" fmla="*/ 781367 h 3086961"/>
                <a:gd name="csX24" fmla="*/ 1010891 w 1027569"/>
                <a:gd name="csY24" fmla="*/ 925058 h 3086961"/>
                <a:gd name="csX25" fmla="*/ 1017422 w 1027569"/>
                <a:gd name="csY25" fmla="*/ 1493293 h 3086961"/>
                <a:gd name="csX26" fmla="*/ 991297 w 1027569"/>
                <a:gd name="csY26" fmla="*/ 2041933 h 3086961"/>
                <a:gd name="csX27" fmla="*/ 984765 w 1027569"/>
                <a:gd name="csY27" fmla="*/ 2146436 h 3086961"/>
                <a:gd name="csX28" fmla="*/ 978234 w 1027569"/>
                <a:gd name="csY28" fmla="*/ 2198687 h 3086961"/>
                <a:gd name="csX29" fmla="*/ 958639 w 1027569"/>
                <a:gd name="csY29" fmla="*/ 2479538 h 3086961"/>
                <a:gd name="csX30" fmla="*/ 934847 w 1027569"/>
                <a:gd name="csY30" fmla="*/ 2566217 h 3086961"/>
                <a:gd name="csX31" fmla="*/ 926171 w 1027569"/>
                <a:gd name="csY31" fmla="*/ 2587768 h 3086961"/>
                <a:gd name="csX32" fmla="*/ 884647 w 1027569"/>
                <a:gd name="csY32" fmla="*/ 2730113 h 3086961"/>
                <a:gd name="csX33" fmla="*/ 854137 w 1027569"/>
                <a:gd name="csY33" fmla="*/ 2845299 h 3086961"/>
                <a:gd name="csX34" fmla="*/ 762696 w 1027569"/>
                <a:gd name="csY34" fmla="*/ 2956333 h 3086961"/>
                <a:gd name="csX35" fmla="*/ 697476 w 1027569"/>
                <a:gd name="csY35" fmla="*/ 2988991 h 3086961"/>
                <a:gd name="csX36" fmla="*/ 649658 w 1027569"/>
                <a:gd name="csY36" fmla="*/ 3015116 h 3086961"/>
                <a:gd name="csX37" fmla="*/ 612474 w 1027569"/>
                <a:gd name="csY37" fmla="*/ 3034710 h 3086961"/>
                <a:gd name="csX38" fmla="*/ 449188 w 1027569"/>
                <a:gd name="csY38" fmla="*/ 3086961 h 3086961"/>
                <a:gd name="csX39" fmla="*/ 305497 w 1027569"/>
                <a:gd name="csY39" fmla="*/ 3054304 h 3086961"/>
                <a:gd name="csX40" fmla="*/ 279371 w 1027569"/>
                <a:gd name="csY40" fmla="*/ 3015116 h 3086961"/>
                <a:gd name="csX41" fmla="*/ 253245 w 1027569"/>
                <a:gd name="csY41" fmla="*/ 2956333 h 3086961"/>
                <a:gd name="csX42" fmla="*/ 214057 w 1027569"/>
                <a:gd name="csY42" fmla="*/ 2897550 h 3086961"/>
                <a:gd name="csX43" fmla="*/ 181399 w 1027569"/>
                <a:gd name="csY43" fmla="*/ 2806110 h 3086961"/>
                <a:gd name="csX44" fmla="*/ 155274 w 1027569"/>
                <a:gd name="csY44" fmla="*/ 2688544 h 3086961"/>
                <a:gd name="csX45" fmla="*/ 129148 w 1027569"/>
                <a:gd name="csY45" fmla="*/ 2655887 h 3086961"/>
                <a:gd name="csX46" fmla="*/ 109554 w 1027569"/>
                <a:gd name="csY46" fmla="*/ 2590573 h 3086961"/>
                <a:gd name="csX47" fmla="*/ 83428 w 1027569"/>
                <a:gd name="csY47" fmla="*/ 2492601 h 3086961"/>
                <a:gd name="csX48" fmla="*/ 70365 w 1027569"/>
                <a:gd name="csY48" fmla="*/ 2459944 h 3086961"/>
                <a:gd name="csX49" fmla="*/ 57302 w 1027569"/>
                <a:gd name="csY49" fmla="*/ 2322784 h 3086961"/>
                <a:gd name="csX0" fmla="*/ 948 w 1027569"/>
                <a:gd name="csY0" fmla="*/ 448264 h 3086961"/>
                <a:gd name="csX1" fmla="*/ 3187 w 1027569"/>
                <a:gd name="csY1" fmla="*/ 417800 h 3086961"/>
                <a:gd name="csX2" fmla="*/ 15923 w 1027569"/>
                <a:gd name="csY2" fmla="*/ 385187 h 3086961"/>
                <a:gd name="csX3" fmla="*/ 54874 w 1027569"/>
                <a:gd name="csY3" fmla="*/ 321926 h 3086961"/>
                <a:gd name="csX4" fmla="*/ 85480 w 1027569"/>
                <a:gd name="csY4" fmla="*/ 282598 h 3086961"/>
                <a:gd name="csX5" fmla="*/ 100689 w 1027569"/>
                <a:gd name="csY5" fmla="*/ 245790 h 3086961"/>
                <a:gd name="csX6" fmla="*/ 129007 w 1027569"/>
                <a:gd name="csY6" fmla="*/ 180476 h 3086961"/>
                <a:gd name="csX7" fmla="*/ 137731 w 1027569"/>
                <a:gd name="csY7" fmla="*/ 141287 h 3086961"/>
                <a:gd name="csX8" fmla="*/ 161805 w 1027569"/>
                <a:gd name="csY8" fmla="*/ 95567 h 3086961"/>
                <a:gd name="csX9" fmla="*/ 210001 w 1027569"/>
                <a:gd name="csY9" fmla="*/ 43128 h 3086961"/>
                <a:gd name="csX10" fmla="*/ 305591 w 1027569"/>
                <a:gd name="csY10" fmla="*/ 1841 h 3086961"/>
                <a:gd name="csX11" fmla="*/ 409999 w 1027569"/>
                <a:gd name="csY11" fmla="*/ 4127 h 3086961"/>
                <a:gd name="csX12" fmla="*/ 677788 w 1027569"/>
                <a:gd name="csY12" fmla="*/ 23721 h 3086961"/>
                <a:gd name="csX13" fmla="*/ 736571 w 1027569"/>
                <a:gd name="csY13" fmla="*/ 56378 h 3086961"/>
                <a:gd name="csX14" fmla="*/ 801885 w 1027569"/>
                <a:gd name="csY14" fmla="*/ 89036 h 3086961"/>
                <a:gd name="csX15" fmla="*/ 821479 w 1027569"/>
                <a:gd name="csY15" fmla="*/ 115161 h 3086961"/>
                <a:gd name="csX16" fmla="*/ 834542 w 1027569"/>
                <a:gd name="csY16" fmla="*/ 141287 h 3086961"/>
                <a:gd name="csX17" fmla="*/ 893325 w 1027569"/>
                <a:gd name="csY17" fmla="*/ 200070 h 3086961"/>
                <a:gd name="csX18" fmla="*/ 945577 w 1027569"/>
                <a:gd name="csY18" fmla="*/ 258853 h 3086961"/>
                <a:gd name="csX19" fmla="*/ 965171 w 1027569"/>
                <a:gd name="csY19" fmla="*/ 343761 h 3086961"/>
                <a:gd name="csX20" fmla="*/ 984765 w 1027569"/>
                <a:gd name="csY20" fmla="*/ 396013 h 3086961"/>
                <a:gd name="csX21" fmla="*/ 991297 w 1027569"/>
                <a:gd name="csY21" fmla="*/ 474390 h 3086961"/>
                <a:gd name="csX22" fmla="*/ 999785 w 1027569"/>
                <a:gd name="csY22" fmla="*/ 628999 h 3086961"/>
                <a:gd name="csX23" fmla="*/ 997828 w 1027569"/>
                <a:gd name="csY23" fmla="*/ 781367 h 3086961"/>
                <a:gd name="csX24" fmla="*/ 1010891 w 1027569"/>
                <a:gd name="csY24" fmla="*/ 925058 h 3086961"/>
                <a:gd name="csX25" fmla="*/ 1017422 w 1027569"/>
                <a:gd name="csY25" fmla="*/ 1493293 h 3086961"/>
                <a:gd name="csX26" fmla="*/ 991297 w 1027569"/>
                <a:gd name="csY26" fmla="*/ 2041933 h 3086961"/>
                <a:gd name="csX27" fmla="*/ 984765 w 1027569"/>
                <a:gd name="csY27" fmla="*/ 2146436 h 3086961"/>
                <a:gd name="csX28" fmla="*/ 978234 w 1027569"/>
                <a:gd name="csY28" fmla="*/ 2198687 h 3086961"/>
                <a:gd name="csX29" fmla="*/ 958639 w 1027569"/>
                <a:gd name="csY29" fmla="*/ 2479538 h 3086961"/>
                <a:gd name="csX30" fmla="*/ 934847 w 1027569"/>
                <a:gd name="csY30" fmla="*/ 2566217 h 3086961"/>
                <a:gd name="csX31" fmla="*/ 926171 w 1027569"/>
                <a:gd name="csY31" fmla="*/ 2587768 h 3086961"/>
                <a:gd name="csX32" fmla="*/ 884647 w 1027569"/>
                <a:gd name="csY32" fmla="*/ 2730113 h 3086961"/>
                <a:gd name="csX33" fmla="*/ 854137 w 1027569"/>
                <a:gd name="csY33" fmla="*/ 2845299 h 3086961"/>
                <a:gd name="csX34" fmla="*/ 762696 w 1027569"/>
                <a:gd name="csY34" fmla="*/ 2956333 h 3086961"/>
                <a:gd name="csX35" fmla="*/ 697476 w 1027569"/>
                <a:gd name="csY35" fmla="*/ 2988991 h 3086961"/>
                <a:gd name="csX36" fmla="*/ 649658 w 1027569"/>
                <a:gd name="csY36" fmla="*/ 3015116 h 3086961"/>
                <a:gd name="csX37" fmla="*/ 612474 w 1027569"/>
                <a:gd name="csY37" fmla="*/ 3034710 h 3086961"/>
                <a:gd name="csX38" fmla="*/ 449188 w 1027569"/>
                <a:gd name="csY38" fmla="*/ 3086961 h 3086961"/>
                <a:gd name="csX39" fmla="*/ 305497 w 1027569"/>
                <a:gd name="csY39" fmla="*/ 3054304 h 3086961"/>
                <a:gd name="csX40" fmla="*/ 279371 w 1027569"/>
                <a:gd name="csY40" fmla="*/ 3015116 h 3086961"/>
                <a:gd name="csX41" fmla="*/ 253245 w 1027569"/>
                <a:gd name="csY41" fmla="*/ 2956333 h 3086961"/>
                <a:gd name="csX42" fmla="*/ 214057 w 1027569"/>
                <a:gd name="csY42" fmla="*/ 2897550 h 3086961"/>
                <a:gd name="csX43" fmla="*/ 181399 w 1027569"/>
                <a:gd name="csY43" fmla="*/ 2806110 h 3086961"/>
                <a:gd name="csX44" fmla="*/ 155274 w 1027569"/>
                <a:gd name="csY44" fmla="*/ 2688544 h 3086961"/>
                <a:gd name="csX45" fmla="*/ 129148 w 1027569"/>
                <a:gd name="csY45" fmla="*/ 2655887 h 3086961"/>
                <a:gd name="csX46" fmla="*/ 109554 w 1027569"/>
                <a:gd name="csY46" fmla="*/ 2590573 h 3086961"/>
                <a:gd name="csX47" fmla="*/ 83428 w 1027569"/>
                <a:gd name="csY47" fmla="*/ 2492601 h 3086961"/>
                <a:gd name="csX48" fmla="*/ 70365 w 1027569"/>
                <a:gd name="csY48" fmla="*/ 2459944 h 3086961"/>
                <a:gd name="csX49" fmla="*/ 57302 w 1027569"/>
                <a:gd name="csY49" fmla="*/ 2322784 h 3086961"/>
                <a:gd name="csX0" fmla="*/ 948 w 1027569"/>
                <a:gd name="csY0" fmla="*/ 448264 h 3086961"/>
                <a:gd name="csX1" fmla="*/ 3187 w 1027569"/>
                <a:gd name="csY1" fmla="*/ 417800 h 3086961"/>
                <a:gd name="csX2" fmla="*/ 15923 w 1027569"/>
                <a:gd name="csY2" fmla="*/ 385187 h 3086961"/>
                <a:gd name="csX3" fmla="*/ 54874 w 1027569"/>
                <a:gd name="csY3" fmla="*/ 321926 h 3086961"/>
                <a:gd name="csX4" fmla="*/ 74516 w 1027569"/>
                <a:gd name="csY4" fmla="*/ 282598 h 3086961"/>
                <a:gd name="csX5" fmla="*/ 100689 w 1027569"/>
                <a:gd name="csY5" fmla="*/ 245790 h 3086961"/>
                <a:gd name="csX6" fmla="*/ 129007 w 1027569"/>
                <a:gd name="csY6" fmla="*/ 180476 h 3086961"/>
                <a:gd name="csX7" fmla="*/ 137731 w 1027569"/>
                <a:gd name="csY7" fmla="*/ 141287 h 3086961"/>
                <a:gd name="csX8" fmla="*/ 161805 w 1027569"/>
                <a:gd name="csY8" fmla="*/ 95567 h 3086961"/>
                <a:gd name="csX9" fmla="*/ 210001 w 1027569"/>
                <a:gd name="csY9" fmla="*/ 43128 h 3086961"/>
                <a:gd name="csX10" fmla="*/ 305591 w 1027569"/>
                <a:gd name="csY10" fmla="*/ 1841 h 3086961"/>
                <a:gd name="csX11" fmla="*/ 409999 w 1027569"/>
                <a:gd name="csY11" fmla="*/ 4127 h 3086961"/>
                <a:gd name="csX12" fmla="*/ 677788 w 1027569"/>
                <a:gd name="csY12" fmla="*/ 23721 h 3086961"/>
                <a:gd name="csX13" fmla="*/ 736571 w 1027569"/>
                <a:gd name="csY13" fmla="*/ 56378 h 3086961"/>
                <a:gd name="csX14" fmla="*/ 801885 w 1027569"/>
                <a:gd name="csY14" fmla="*/ 89036 h 3086961"/>
                <a:gd name="csX15" fmla="*/ 821479 w 1027569"/>
                <a:gd name="csY15" fmla="*/ 115161 h 3086961"/>
                <a:gd name="csX16" fmla="*/ 834542 w 1027569"/>
                <a:gd name="csY16" fmla="*/ 141287 h 3086961"/>
                <a:gd name="csX17" fmla="*/ 893325 w 1027569"/>
                <a:gd name="csY17" fmla="*/ 200070 h 3086961"/>
                <a:gd name="csX18" fmla="*/ 945577 w 1027569"/>
                <a:gd name="csY18" fmla="*/ 258853 h 3086961"/>
                <a:gd name="csX19" fmla="*/ 965171 w 1027569"/>
                <a:gd name="csY19" fmla="*/ 343761 h 3086961"/>
                <a:gd name="csX20" fmla="*/ 984765 w 1027569"/>
                <a:gd name="csY20" fmla="*/ 396013 h 3086961"/>
                <a:gd name="csX21" fmla="*/ 991297 w 1027569"/>
                <a:gd name="csY21" fmla="*/ 474390 h 3086961"/>
                <a:gd name="csX22" fmla="*/ 999785 w 1027569"/>
                <a:gd name="csY22" fmla="*/ 628999 h 3086961"/>
                <a:gd name="csX23" fmla="*/ 997828 w 1027569"/>
                <a:gd name="csY23" fmla="*/ 781367 h 3086961"/>
                <a:gd name="csX24" fmla="*/ 1010891 w 1027569"/>
                <a:gd name="csY24" fmla="*/ 925058 h 3086961"/>
                <a:gd name="csX25" fmla="*/ 1017422 w 1027569"/>
                <a:gd name="csY25" fmla="*/ 1493293 h 3086961"/>
                <a:gd name="csX26" fmla="*/ 991297 w 1027569"/>
                <a:gd name="csY26" fmla="*/ 2041933 h 3086961"/>
                <a:gd name="csX27" fmla="*/ 984765 w 1027569"/>
                <a:gd name="csY27" fmla="*/ 2146436 h 3086961"/>
                <a:gd name="csX28" fmla="*/ 978234 w 1027569"/>
                <a:gd name="csY28" fmla="*/ 2198687 h 3086961"/>
                <a:gd name="csX29" fmla="*/ 958639 w 1027569"/>
                <a:gd name="csY29" fmla="*/ 2479538 h 3086961"/>
                <a:gd name="csX30" fmla="*/ 934847 w 1027569"/>
                <a:gd name="csY30" fmla="*/ 2566217 h 3086961"/>
                <a:gd name="csX31" fmla="*/ 926171 w 1027569"/>
                <a:gd name="csY31" fmla="*/ 2587768 h 3086961"/>
                <a:gd name="csX32" fmla="*/ 884647 w 1027569"/>
                <a:gd name="csY32" fmla="*/ 2730113 h 3086961"/>
                <a:gd name="csX33" fmla="*/ 854137 w 1027569"/>
                <a:gd name="csY33" fmla="*/ 2845299 h 3086961"/>
                <a:gd name="csX34" fmla="*/ 762696 w 1027569"/>
                <a:gd name="csY34" fmla="*/ 2956333 h 3086961"/>
                <a:gd name="csX35" fmla="*/ 697476 w 1027569"/>
                <a:gd name="csY35" fmla="*/ 2988991 h 3086961"/>
                <a:gd name="csX36" fmla="*/ 649658 w 1027569"/>
                <a:gd name="csY36" fmla="*/ 3015116 h 3086961"/>
                <a:gd name="csX37" fmla="*/ 612474 w 1027569"/>
                <a:gd name="csY37" fmla="*/ 3034710 h 3086961"/>
                <a:gd name="csX38" fmla="*/ 449188 w 1027569"/>
                <a:gd name="csY38" fmla="*/ 3086961 h 3086961"/>
                <a:gd name="csX39" fmla="*/ 305497 w 1027569"/>
                <a:gd name="csY39" fmla="*/ 3054304 h 3086961"/>
                <a:gd name="csX40" fmla="*/ 279371 w 1027569"/>
                <a:gd name="csY40" fmla="*/ 3015116 h 3086961"/>
                <a:gd name="csX41" fmla="*/ 253245 w 1027569"/>
                <a:gd name="csY41" fmla="*/ 2956333 h 3086961"/>
                <a:gd name="csX42" fmla="*/ 214057 w 1027569"/>
                <a:gd name="csY42" fmla="*/ 2897550 h 3086961"/>
                <a:gd name="csX43" fmla="*/ 181399 w 1027569"/>
                <a:gd name="csY43" fmla="*/ 2806110 h 3086961"/>
                <a:gd name="csX44" fmla="*/ 155274 w 1027569"/>
                <a:gd name="csY44" fmla="*/ 2688544 h 3086961"/>
                <a:gd name="csX45" fmla="*/ 129148 w 1027569"/>
                <a:gd name="csY45" fmla="*/ 2655887 h 3086961"/>
                <a:gd name="csX46" fmla="*/ 109554 w 1027569"/>
                <a:gd name="csY46" fmla="*/ 2590573 h 3086961"/>
                <a:gd name="csX47" fmla="*/ 83428 w 1027569"/>
                <a:gd name="csY47" fmla="*/ 2492601 h 3086961"/>
                <a:gd name="csX48" fmla="*/ 70365 w 1027569"/>
                <a:gd name="csY48" fmla="*/ 2459944 h 3086961"/>
                <a:gd name="csX49" fmla="*/ 57302 w 1027569"/>
                <a:gd name="csY49" fmla="*/ 2322784 h 3086961"/>
                <a:gd name="csX0" fmla="*/ 948 w 1027569"/>
                <a:gd name="csY0" fmla="*/ 448264 h 3086961"/>
                <a:gd name="csX1" fmla="*/ 3187 w 1027569"/>
                <a:gd name="csY1" fmla="*/ 417800 h 3086961"/>
                <a:gd name="csX2" fmla="*/ 15923 w 1027569"/>
                <a:gd name="csY2" fmla="*/ 385187 h 3086961"/>
                <a:gd name="csX3" fmla="*/ 48296 w 1027569"/>
                <a:gd name="csY3" fmla="*/ 321926 h 3086961"/>
                <a:gd name="csX4" fmla="*/ 74516 w 1027569"/>
                <a:gd name="csY4" fmla="*/ 282598 h 3086961"/>
                <a:gd name="csX5" fmla="*/ 100689 w 1027569"/>
                <a:gd name="csY5" fmla="*/ 245790 h 3086961"/>
                <a:gd name="csX6" fmla="*/ 129007 w 1027569"/>
                <a:gd name="csY6" fmla="*/ 180476 h 3086961"/>
                <a:gd name="csX7" fmla="*/ 137731 w 1027569"/>
                <a:gd name="csY7" fmla="*/ 141287 h 3086961"/>
                <a:gd name="csX8" fmla="*/ 161805 w 1027569"/>
                <a:gd name="csY8" fmla="*/ 95567 h 3086961"/>
                <a:gd name="csX9" fmla="*/ 210001 w 1027569"/>
                <a:gd name="csY9" fmla="*/ 43128 h 3086961"/>
                <a:gd name="csX10" fmla="*/ 305591 w 1027569"/>
                <a:gd name="csY10" fmla="*/ 1841 h 3086961"/>
                <a:gd name="csX11" fmla="*/ 409999 w 1027569"/>
                <a:gd name="csY11" fmla="*/ 4127 h 3086961"/>
                <a:gd name="csX12" fmla="*/ 677788 w 1027569"/>
                <a:gd name="csY12" fmla="*/ 23721 h 3086961"/>
                <a:gd name="csX13" fmla="*/ 736571 w 1027569"/>
                <a:gd name="csY13" fmla="*/ 56378 h 3086961"/>
                <a:gd name="csX14" fmla="*/ 801885 w 1027569"/>
                <a:gd name="csY14" fmla="*/ 89036 h 3086961"/>
                <a:gd name="csX15" fmla="*/ 821479 w 1027569"/>
                <a:gd name="csY15" fmla="*/ 115161 h 3086961"/>
                <a:gd name="csX16" fmla="*/ 834542 w 1027569"/>
                <a:gd name="csY16" fmla="*/ 141287 h 3086961"/>
                <a:gd name="csX17" fmla="*/ 893325 w 1027569"/>
                <a:gd name="csY17" fmla="*/ 200070 h 3086961"/>
                <a:gd name="csX18" fmla="*/ 945577 w 1027569"/>
                <a:gd name="csY18" fmla="*/ 258853 h 3086961"/>
                <a:gd name="csX19" fmla="*/ 965171 w 1027569"/>
                <a:gd name="csY19" fmla="*/ 343761 h 3086961"/>
                <a:gd name="csX20" fmla="*/ 984765 w 1027569"/>
                <a:gd name="csY20" fmla="*/ 396013 h 3086961"/>
                <a:gd name="csX21" fmla="*/ 991297 w 1027569"/>
                <a:gd name="csY21" fmla="*/ 474390 h 3086961"/>
                <a:gd name="csX22" fmla="*/ 999785 w 1027569"/>
                <a:gd name="csY22" fmla="*/ 628999 h 3086961"/>
                <a:gd name="csX23" fmla="*/ 997828 w 1027569"/>
                <a:gd name="csY23" fmla="*/ 781367 h 3086961"/>
                <a:gd name="csX24" fmla="*/ 1010891 w 1027569"/>
                <a:gd name="csY24" fmla="*/ 925058 h 3086961"/>
                <a:gd name="csX25" fmla="*/ 1017422 w 1027569"/>
                <a:gd name="csY25" fmla="*/ 1493293 h 3086961"/>
                <a:gd name="csX26" fmla="*/ 991297 w 1027569"/>
                <a:gd name="csY26" fmla="*/ 2041933 h 3086961"/>
                <a:gd name="csX27" fmla="*/ 984765 w 1027569"/>
                <a:gd name="csY27" fmla="*/ 2146436 h 3086961"/>
                <a:gd name="csX28" fmla="*/ 978234 w 1027569"/>
                <a:gd name="csY28" fmla="*/ 2198687 h 3086961"/>
                <a:gd name="csX29" fmla="*/ 958639 w 1027569"/>
                <a:gd name="csY29" fmla="*/ 2479538 h 3086961"/>
                <a:gd name="csX30" fmla="*/ 934847 w 1027569"/>
                <a:gd name="csY30" fmla="*/ 2566217 h 3086961"/>
                <a:gd name="csX31" fmla="*/ 926171 w 1027569"/>
                <a:gd name="csY31" fmla="*/ 2587768 h 3086961"/>
                <a:gd name="csX32" fmla="*/ 884647 w 1027569"/>
                <a:gd name="csY32" fmla="*/ 2730113 h 3086961"/>
                <a:gd name="csX33" fmla="*/ 854137 w 1027569"/>
                <a:gd name="csY33" fmla="*/ 2845299 h 3086961"/>
                <a:gd name="csX34" fmla="*/ 762696 w 1027569"/>
                <a:gd name="csY34" fmla="*/ 2956333 h 3086961"/>
                <a:gd name="csX35" fmla="*/ 697476 w 1027569"/>
                <a:gd name="csY35" fmla="*/ 2988991 h 3086961"/>
                <a:gd name="csX36" fmla="*/ 649658 w 1027569"/>
                <a:gd name="csY36" fmla="*/ 3015116 h 3086961"/>
                <a:gd name="csX37" fmla="*/ 612474 w 1027569"/>
                <a:gd name="csY37" fmla="*/ 3034710 h 3086961"/>
                <a:gd name="csX38" fmla="*/ 449188 w 1027569"/>
                <a:gd name="csY38" fmla="*/ 3086961 h 3086961"/>
                <a:gd name="csX39" fmla="*/ 305497 w 1027569"/>
                <a:gd name="csY39" fmla="*/ 3054304 h 3086961"/>
                <a:gd name="csX40" fmla="*/ 279371 w 1027569"/>
                <a:gd name="csY40" fmla="*/ 3015116 h 3086961"/>
                <a:gd name="csX41" fmla="*/ 253245 w 1027569"/>
                <a:gd name="csY41" fmla="*/ 2956333 h 3086961"/>
                <a:gd name="csX42" fmla="*/ 214057 w 1027569"/>
                <a:gd name="csY42" fmla="*/ 2897550 h 3086961"/>
                <a:gd name="csX43" fmla="*/ 181399 w 1027569"/>
                <a:gd name="csY43" fmla="*/ 2806110 h 3086961"/>
                <a:gd name="csX44" fmla="*/ 155274 w 1027569"/>
                <a:gd name="csY44" fmla="*/ 2688544 h 3086961"/>
                <a:gd name="csX45" fmla="*/ 129148 w 1027569"/>
                <a:gd name="csY45" fmla="*/ 2655887 h 3086961"/>
                <a:gd name="csX46" fmla="*/ 109554 w 1027569"/>
                <a:gd name="csY46" fmla="*/ 2590573 h 3086961"/>
                <a:gd name="csX47" fmla="*/ 83428 w 1027569"/>
                <a:gd name="csY47" fmla="*/ 2492601 h 3086961"/>
                <a:gd name="csX48" fmla="*/ 70365 w 1027569"/>
                <a:gd name="csY48" fmla="*/ 2459944 h 3086961"/>
                <a:gd name="csX49" fmla="*/ 57302 w 1027569"/>
                <a:gd name="csY49" fmla="*/ 2322784 h 3086961"/>
                <a:gd name="csX0" fmla="*/ 948 w 1027569"/>
                <a:gd name="csY0" fmla="*/ 448264 h 3086961"/>
                <a:gd name="csX1" fmla="*/ 3187 w 1027569"/>
                <a:gd name="csY1" fmla="*/ 417800 h 3086961"/>
                <a:gd name="csX2" fmla="*/ 15923 w 1027569"/>
                <a:gd name="csY2" fmla="*/ 385187 h 3086961"/>
                <a:gd name="csX3" fmla="*/ 48296 w 1027569"/>
                <a:gd name="csY3" fmla="*/ 321926 h 3086961"/>
                <a:gd name="csX4" fmla="*/ 74516 w 1027569"/>
                <a:gd name="csY4" fmla="*/ 282598 h 3086961"/>
                <a:gd name="csX5" fmla="*/ 98496 w 1027569"/>
                <a:gd name="csY5" fmla="*/ 228247 h 3086961"/>
                <a:gd name="csX6" fmla="*/ 129007 w 1027569"/>
                <a:gd name="csY6" fmla="*/ 180476 h 3086961"/>
                <a:gd name="csX7" fmla="*/ 137731 w 1027569"/>
                <a:gd name="csY7" fmla="*/ 141287 h 3086961"/>
                <a:gd name="csX8" fmla="*/ 161805 w 1027569"/>
                <a:gd name="csY8" fmla="*/ 95567 h 3086961"/>
                <a:gd name="csX9" fmla="*/ 210001 w 1027569"/>
                <a:gd name="csY9" fmla="*/ 43128 h 3086961"/>
                <a:gd name="csX10" fmla="*/ 305591 w 1027569"/>
                <a:gd name="csY10" fmla="*/ 1841 h 3086961"/>
                <a:gd name="csX11" fmla="*/ 409999 w 1027569"/>
                <a:gd name="csY11" fmla="*/ 4127 h 3086961"/>
                <a:gd name="csX12" fmla="*/ 677788 w 1027569"/>
                <a:gd name="csY12" fmla="*/ 23721 h 3086961"/>
                <a:gd name="csX13" fmla="*/ 736571 w 1027569"/>
                <a:gd name="csY13" fmla="*/ 56378 h 3086961"/>
                <a:gd name="csX14" fmla="*/ 801885 w 1027569"/>
                <a:gd name="csY14" fmla="*/ 89036 h 3086961"/>
                <a:gd name="csX15" fmla="*/ 821479 w 1027569"/>
                <a:gd name="csY15" fmla="*/ 115161 h 3086961"/>
                <a:gd name="csX16" fmla="*/ 834542 w 1027569"/>
                <a:gd name="csY16" fmla="*/ 141287 h 3086961"/>
                <a:gd name="csX17" fmla="*/ 893325 w 1027569"/>
                <a:gd name="csY17" fmla="*/ 200070 h 3086961"/>
                <a:gd name="csX18" fmla="*/ 945577 w 1027569"/>
                <a:gd name="csY18" fmla="*/ 258853 h 3086961"/>
                <a:gd name="csX19" fmla="*/ 965171 w 1027569"/>
                <a:gd name="csY19" fmla="*/ 343761 h 3086961"/>
                <a:gd name="csX20" fmla="*/ 984765 w 1027569"/>
                <a:gd name="csY20" fmla="*/ 396013 h 3086961"/>
                <a:gd name="csX21" fmla="*/ 991297 w 1027569"/>
                <a:gd name="csY21" fmla="*/ 474390 h 3086961"/>
                <a:gd name="csX22" fmla="*/ 999785 w 1027569"/>
                <a:gd name="csY22" fmla="*/ 628999 h 3086961"/>
                <a:gd name="csX23" fmla="*/ 997828 w 1027569"/>
                <a:gd name="csY23" fmla="*/ 781367 h 3086961"/>
                <a:gd name="csX24" fmla="*/ 1010891 w 1027569"/>
                <a:gd name="csY24" fmla="*/ 925058 h 3086961"/>
                <a:gd name="csX25" fmla="*/ 1017422 w 1027569"/>
                <a:gd name="csY25" fmla="*/ 1493293 h 3086961"/>
                <a:gd name="csX26" fmla="*/ 991297 w 1027569"/>
                <a:gd name="csY26" fmla="*/ 2041933 h 3086961"/>
                <a:gd name="csX27" fmla="*/ 984765 w 1027569"/>
                <a:gd name="csY27" fmla="*/ 2146436 h 3086961"/>
                <a:gd name="csX28" fmla="*/ 978234 w 1027569"/>
                <a:gd name="csY28" fmla="*/ 2198687 h 3086961"/>
                <a:gd name="csX29" fmla="*/ 958639 w 1027569"/>
                <a:gd name="csY29" fmla="*/ 2479538 h 3086961"/>
                <a:gd name="csX30" fmla="*/ 934847 w 1027569"/>
                <a:gd name="csY30" fmla="*/ 2566217 h 3086961"/>
                <a:gd name="csX31" fmla="*/ 926171 w 1027569"/>
                <a:gd name="csY31" fmla="*/ 2587768 h 3086961"/>
                <a:gd name="csX32" fmla="*/ 884647 w 1027569"/>
                <a:gd name="csY32" fmla="*/ 2730113 h 3086961"/>
                <a:gd name="csX33" fmla="*/ 854137 w 1027569"/>
                <a:gd name="csY33" fmla="*/ 2845299 h 3086961"/>
                <a:gd name="csX34" fmla="*/ 762696 w 1027569"/>
                <a:gd name="csY34" fmla="*/ 2956333 h 3086961"/>
                <a:gd name="csX35" fmla="*/ 697476 w 1027569"/>
                <a:gd name="csY35" fmla="*/ 2988991 h 3086961"/>
                <a:gd name="csX36" fmla="*/ 649658 w 1027569"/>
                <a:gd name="csY36" fmla="*/ 3015116 h 3086961"/>
                <a:gd name="csX37" fmla="*/ 612474 w 1027569"/>
                <a:gd name="csY37" fmla="*/ 3034710 h 3086961"/>
                <a:gd name="csX38" fmla="*/ 449188 w 1027569"/>
                <a:gd name="csY38" fmla="*/ 3086961 h 3086961"/>
                <a:gd name="csX39" fmla="*/ 305497 w 1027569"/>
                <a:gd name="csY39" fmla="*/ 3054304 h 3086961"/>
                <a:gd name="csX40" fmla="*/ 279371 w 1027569"/>
                <a:gd name="csY40" fmla="*/ 3015116 h 3086961"/>
                <a:gd name="csX41" fmla="*/ 253245 w 1027569"/>
                <a:gd name="csY41" fmla="*/ 2956333 h 3086961"/>
                <a:gd name="csX42" fmla="*/ 214057 w 1027569"/>
                <a:gd name="csY42" fmla="*/ 2897550 h 3086961"/>
                <a:gd name="csX43" fmla="*/ 181399 w 1027569"/>
                <a:gd name="csY43" fmla="*/ 2806110 h 3086961"/>
                <a:gd name="csX44" fmla="*/ 155274 w 1027569"/>
                <a:gd name="csY44" fmla="*/ 2688544 h 3086961"/>
                <a:gd name="csX45" fmla="*/ 129148 w 1027569"/>
                <a:gd name="csY45" fmla="*/ 2655887 h 3086961"/>
                <a:gd name="csX46" fmla="*/ 109554 w 1027569"/>
                <a:gd name="csY46" fmla="*/ 2590573 h 3086961"/>
                <a:gd name="csX47" fmla="*/ 83428 w 1027569"/>
                <a:gd name="csY47" fmla="*/ 2492601 h 3086961"/>
                <a:gd name="csX48" fmla="*/ 70365 w 1027569"/>
                <a:gd name="csY48" fmla="*/ 2459944 h 3086961"/>
                <a:gd name="csX49" fmla="*/ 57302 w 1027569"/>
                <a:gd name="csY49" fmla="*/ 2322784 h 3086961"/>
                <a:gd name="csX0" fmla="*/ 948 w 1027569"/>
                <a:gd name="csY0" fmla="*/ 448264 h 3086961"/>
                <a:gd name="csX1" fmla="*/ 3187 w 1027569"/>
                <a:gd name="csY1" fmla="*/ 417800 h 3086961"/>
                <a:gd name="csX2" fmla="*/ 15923 w 1027569"/>
                <a:gd name="csY2" fmla="*/ 385187 h 3086961"/>
                <a:gd name="csX3" fmla="*/ 48296 w 1027569"/>
                <a:gd name="csY3" fmla="*/ 321926 h 3086961"/>
                <a:gd name="csX4" fmla="*/ 74516 w 1027569"/>
                <a:gd name="csY4" fmla="*/ 282598 h 3086961"/>
                <a:gd name="csX5" fmla="*/ 98496 w 1027569"/>
                <a:gd name="csY5" fmla="*/ 228247 h 3086961"/>
                <a:gd name="csX6" fmla="*/ 129007 w 1027569"/>
                <a:gd name="csY6" fmla="*/ 171705 h 3086961"/>
                <a:gd name="csX7" fmla="*/ 137731 w 1027569"/>
                <a:gd name="csY7" fmla="*/ 141287 h 3086961"/>
                <a:gd name="csX8" fmla="*/ 161805 w 1027569"/>
                <a:gd name="csY8" fmla="*/ 95567 h 3086961"/>
                <a:gd name="csX9" fmla="*/ 210001 w 1027569"/>
                <a:gd name="csY9" fmla="*/ 43128 h 3086961"/>
                <a:gd name="csX10" fmla="*/ 305591 w 1027569"/>
                <a:gd name="csY10" fmla="*/ 1841 h 3086961"/>
                <a:gd name="csX11" fmla="*/ 409999 w 1027569"/>
                <a:gd name="csY11" fmla="*/ 4127 h 3086961"/>
                <a:gd name="csX12" fmla="*/ 677788 w 1027569"/>
                <a:gd name="csY12" fmla="*/ 23721 h 3086961"/>
                <a:gd name="csX13" fmla="*/ 736571 w 1027569"/>
                <a:gd name="csY13" fmla="*/ 56378 h 3086961"/>
                <a:gd name="csX14" fmla="*/ 801885 w 1027569"/>
                <a:gd name="csY14" fmla="*/ 89036 h 3086961"/>
                <a:gd name="csX15" fmla="*/ 821479 w 1027569"/>
                <a:gd name="csY15" fmla="*/ 115161 h 3086961"/>
                <a:gd name="csX16" fmla="*/ 834542 w 1027569"/>
                <a:gd name="csY16" fmla="*/ 141287 h 3086961"/>
                <a:gd name="csX17" fmla="*/ 893325 w 1027569"/>
                <a:gd name="csY17" fmla="*/ 200070 h 3086961"/>
                <a:gd name="csX18" fmla="*/ 945577 w 1027569"/>
                <a:gd name="csY18" fmla="*/ 258853 h 3086961"/>
                <a:gd name="csX19" fmla="*/ 965171 w 1027569"/>
                <a:gd name="csY19" fmla="*/ 343761 h 3086961"/>
                <a:gd name="csX20" fmla="*/ 984765 w 1027569"/>
                <a:gd name="csY20" fmla="*/ 396013 h 3086961"/>
                <a:gd name="csX21" fmla="*/ 991297 w 1027569"/>
                <a:gd name="csY21" fmla="*/ 474390 h 3086961"/>
                <a:gd name="csX22" fmla="*/ 999785 w 1027569"/>
                <a:gd name="csY22" fmla="*/ 628999 h 3086961"/>
                <a:gd name="csX23" fmla="*/ 997828 w 1027569"/>
                <a:gd name="csY23" fmla="*/ 781367 h 3086961"/>
                <a:gd name="csX24" fmla="*/ 1010891 w 1027569"/>
                <a:gd name="csY24" fmla="*/ 925058 h 3086961"/>
                <a:gd name="csX25" fmla="*/ 1017422 w 1027569"/>
                <a:gd name="csY25" fmla="*/ 1493293 h 3086961"/>
                <a:gd name="csX26" fmla="*/ 991297 w 1027569"/>
                <a:gd name="csY26" fmla="*/ 2041933 h 3086961"/>
                <a:gd name="csX27" fmla="*/ 984765 w 1027569"/>
                <a:gd name="csY27" fmla="*/ 2146436 h 3086961"/>
                <a:gd name="csX28" fmla="*/ 978234 w 1027569"/>
                <a:gd name="csY28" fmla="*/ 2198687 h 3086961"/>
                <a:gd name="csX29" fmla="*/ 958639 w 1027569"/>
                <a:gd name="csY29" fmla="*/ 2479538 h 3086961"/>
                <a:gd name="csX30" fmla="*/ 934847 w 1027569"/>
                <a:gd name="csY30" fmla="*/ 2566217 h 3086961"/>
                <a:gd name="csX31" fmla="*/ 926171 w 1027569"/>
                <a:gd name="csY31" fmla="*/ 2587768 h 3086961"/>
                <a:gd name="csX32" fmla="*/ 884647 w 1027569"/>
                <a:gd name="csY32" fmla="*/ 2730113 h 3086961"/>
                <a:gd name="csX33" fmla="*/ 854137 w 1027569"/>
                <a:gd name="csY33" fmla="*/ 2845299 h 3086961"/>
                <a:gd name="csX34" fmla="*/ 762696 w 1027569"/>
                <a:gd name="csY34" fmla="*/ 2956333 h 3086961"/>
                <a:gd name="csX35" fmla="*/ 697476 w 1027569"/>
                <a:gd name="csY35" fmla="*/ 2988991 h 3086961"/>
                <a:gd name="csX36" fmla="*/ 649658 w 1027569"/>
                <a:gd name="csY36" fmla="*/ 3015116 h 3086961"/>
                <a:gd name="csX37" fmla="*/ 612474 w 1027569"/>
                <a:gd name="csY37" fmla="*/ 3034710 h 3086961"/>
                <a:gd name="csX38" fmla="*/ 449188 w 1027569"/>
                <a:gd name="csY38" fmla="*/ 3086961 h 3086961"/>
                <a:gd name="csX39" fmla="*/ 305497 w 1027569"/>
                <a:gd name="csY39" fmla="*/ 3054304 h 3086961"/>
                <a:gd name="csX40" fmla="*/ 279371 w 1027569"/>
                <a:gd name="csY40" fmla="*/ 3015116 h 3086961"/>
                <a:gd name="csX41" fmla="*/ 253245 w 1027569"/>
                <a:gd name="csY41" fmla="*/ 2956333 h 3086961"/>
                <a:gd name="csX42" fmla="*/ 214057 w 1027569"/>
                <a:gd name="csY42" fmla="*/ 2897550 h 3086961"/>
                <a:gd name="csX43" fmla="*/ 181399 w 1027569"/>
                <a:gd name="csY43" fmla="*/ 2806110 h 3086961"/>
                <a:gd name="csX44" fmla="*/ 155274 w 1027569"/>
                <a:gd name="csY44" fmla="*/ 2688544 h 3086961"/>
                <a:gd name="csX45" fmla="*/ 129148 w 1027569"/>
                <a:gd name="csY45" fmla="*/ 2655887 h 3086961"/>
                <a:gd name="csX46" fmla="*/ 109554 w 1027569"/>
                <a:gd name="csY46" fmla="*/ 2590573 h 3086961"/>
                <a:gd name="csX47" fmla="*/ 83428 w 1027569"/>
                <a:gd name="csY47" fmla="*/ 2492601 h 3086961"/>
                <a:gd name="csX48" fmla="*/ 70365 w 1027569"/>
                <a:gd name="csY48" fmla="*/ 2459944 h 3086961"/>
                <a:gd name="csX49" fmla="*/ 57302 w 1027569"/>
                <a:gd name="csY49" fmla="*/ 2322784 h 3086961"/>
                <a:gd name="csX0" fmla="*/ 2850 w 1029471"/>
                <a:gd name="csY0" fmla="*/ 448264 h 3086961"/>
                <a:gd name="csX1" fmla="*/ 5089 w 1029471"/>
                <a:gd name="csY1" fmla="*/ 417800 h 3086961"/>
                <a:gd name="csX2" fmla="*/ 52910 w 1029471"/>
                <a:gd name="csY2" fmla="*/ 321595 h 3086961"/>
                <a:gd name="csX3" fmla="*/ 50198 w 1029471"/>
                <a:gd name="csY3" fmla="*/ 321926 h 3086961"/>
                <a:gd name="csX4" fmla="*/ 76418 w 1029471"/>
                <a:gd name="csY4" fmla="*/ 282598 h 3086961"/>
                <a:gd name="csX5" fmla="*/ 100398 w 1029471"/>
                <a:gd name="csY5" fmla="*/ 228247 h 3086961"/>
                <a:gd name="csX6" fmla="*/ 130909 w 1029471"/>
                <a:gd name="csY6" fmla="*/ 171705 h 3086961"/>
                <a:gd name="csX7" fmla="*/ 139633 w 1029471"/>
                <a:gd name="csY7" fmla="*/ 141287 h 3086961"/>
                <a:gd name="csX8" fmla="*/ 163707 w 1029471"/>
                <a:gd name="csY8" fmla="*/ 95567 h 3086961"/>
                <a:gd name="csX9" fmla="*/ 211903 w 1029471"/>
                <a:gd name="csY9" fmla="*/ 43128 h 3086961"/>
                <a:gd name="csX10" fmla="*/ 307493 w 1029471"/>
                <a:gd name="csY10" fmla="*/ 1841 h 3086961"/>
                <a:gd name="csX11" fmla="*/ 411901 w 1029471"/>
                <a:gd name="csY11" fmla="*/ 4127 h 3086961"/>
                <a:gd name="csX12" fmla="*/ 679690 w 1029471"/>
                <a:gd name="csY12" fmla="*/ 23721 h 3086961"/>
                <a:gd name="csX13" fmla="*/ 738473 w 1029471"/>
                <a:gd name="csY13" fmla="*/ 56378 h 3086961"/>
                <a:gd name="csX14" fmla="*/ 803787 w 1029471"/>
                <a:gd name="csY14" fmla="*/ 89036 h 3086961"/>
                <a:gd name="csX15" fmla="*/ 823381 w 1029471"/>
                <a:gd name="csY15" fmla="*/ 115161 h 3086961"/>
                <a:gd name="csX16" fmla="*/ 836444 w 1029471"/>
                <a:gd name="csY16" fmla="*/ 141287 h 3086961"/>
                <a:gd name="csX17" fmla="*/ 895227 w 1029471"/>
                <a:gd name="csY17" fmla="*/ 200070 h 3086961"/>
                <a:gd name="csX18" fmla="*/ 947479 w 1029471"/>
                <a:gd name="csY18" fmla="*/ 258853 h 3086961"/>
                <a:gd name="csX19" fmla="*/ 967073 w 1029471"/>
                <a:gd name="csY19" fmla="*/ 343761 h 3086961"/>
                <a:gd name="csX20" fmla="*/ 986667 w 1029471"/>
                <a:gd name="csY20" fmla="*/ 396013 h 3086961"/>
                <a:gd name="csX21" fmla="*/ 993199 w 1029471"/>
                <a:gd name="csY21" fmla="*/ 474390 h 3086961"/>
                <a:gd name="csX22" fmla="*/ 1001687 w 1029471"/>
                <a:gd name="csY22" fmla="*/ 628999 h 3086961"/>
                <a:gd name="csX23" fmla="*/ 999730 w 1029471"/>
                <a:gd name="csY23" fmla="*/ 781367 h 3086961"/>
                <a:gd name="csX24" fmla="*/ 1012793 w 1029471"/>
                <a:gd name="csY24" fmla="*/ 925058 h 3086961"/>
                <a:gd name="csX25" fmla="*/ 1019324 w 1029471"/>
                <a:gd name="csY25" fmla="*/ 1493293 h 3086961"/>
                <a:gd name="csX26" fmla="*/ 993199 w 1029471"/>
                <a:gd name="csY26" fmla="*/ 2041933 h 3086961"/>
                <a:gd name="csX27" fmla="*/ 986667 w 1029471"/>
                <a:gd name="csY27" fmla="*/ 2146436 h 3086961"/>
                <a:gd name="csX28" fmla="*/ 980136 w 1029471"/>
                <a:gd name="csY28" fmla="*/ 2198687 h 3086961"/>
                <a:gd name="csX29" fmla="*/ 960541 w 1029471"/>
                <a:gd name="csY29" fmla="*/ 2479538 h 3086961"/>
                <a:gd name="csX30" fmla="*/ 936749 w 1029471"/>
                <a:gd name="csY30" fmla="*/ 2566217 h 3086961"/>
                <a:gd name="csX31" fmla="*/ 928073 w 1029471"/>
                <a:gd name="csY31" fmla="*/ 2587768 h 3086961"/>
                <a:gd name="csX32" fmla="*/ 886549 w 1029471"/>
                <a:gd name="csY32" fmla="*/ 2730113 h 3086961"/>
                <a:gd name="csX33" fmla="*/ 856039 w 1029471"/>
                <a:gd name="csY33" fmla="*/ 2845299 h 3086961"/>
                <a:gd name="csX34" fmla="*/ 764598 w 1029471"/>
                <a:gd name="csY34" fmla="*/ 2956333 h 3086961"/>
                <a:gd name="csX35" fmla="*/ 699378 w 1029471"/>
                <a:gd name="csY35" fmla="*/ 2988991 h 3086961"/>
                <a:gd name="csX36" fmla="*/ 651560 w 1029471"/>
                <a:gd name="csY36" fmla="*/ 3015116 h 3086961"/>
                <a:gd name="csX37" fmla="*/ 614376 w 1029471"/>
                <a:gd name="csY37" fmla="*/ 3034710 h 3086961"/>
                <a:gd name="csX38" fmla="*/ 451090 w 1029471"/>
                <a:gd name="csY38" fmla="*/ 3086961 h 3086961"/>
                <a:gd name="csX39" fmla="*/ 307399 w 1029471"/>
                <a:gd name="csY39" fmla="*/ 3054304 h 3086961"/>
                <a:gd name="csX40" fmla="*/ 281273 w 1029471"/>
                <a:gd name="csY40" fmla="*/ 3015116 h 3086961"/>
                <a:gd name="csX41" fmla="*/ 255147 w 1029471"/>
                <a:gd name="csY41" fmla="*/ 2956333 h 3086961"/>
                <a:gd name="csX42" fmla="*/ 215959 w 1029471"/>
                <a:gd name="csY42" fmla="*/ 2897550 h 3086961"/>
                <a:gd name="csX43" fmla="*/ 183301 w 1029471"/>
                <a:gd name="csY43" fmla="*/ 2806110 h 3086961"/>
                <a:gd name="csX44" fmla="*/ 157176 w 1029471"/>
                <a:gd name="csY44" fmla="*/ 2688544 h 3086961"/>
                <a:gd name="csX45" fmla="*/ 131050 w 1029471"/>
                <a:gd name="csY45" fmla="*/ 2655887 h 3086961"/>
                <a:gd name="csX46" fmla="*/ 111456 w 1029471"/>
                <a:gd name="csY46" fmla="*/ 2590573 h 3086961"/>
                <a:gd name="csX47" fmla="*/ 85330 w 1029471"/>
                <a:gd name="csY47" fmla="*/ 2492601 h 3086961"/>
                <a:gd name="csX48" fmla="*/ 72267 w 1029471"/>
                <a:gd name="csY48" fmla="*/ 2459944 h 3086961"/>
                <a:gd name="csX49" fmla="*/ 59204 w 1029471"/>
                <a:gd name="csY49" fmla="*/ 2322784 h 3086961"/>
                <a:gd name="csX0" fmla="*/ 2850 w 1029471"/>
                <a:gd name="csY0" fmla="*/ 448264 h 3086961"/>
                <a:gd name="csX1" fmla="*/ 5089 w 1029471"/>
                <a:gd name="csY1" fmla="*/ 417800 h 3086961"/>
                <a:gd name="csX2" fmla="*/ 52910 w 1029471"/>
                <a:gd name="csY2" fmla="*/ 321595 h 3086961"/>
                <a:gd name="csX3" fmla="*/ 34848 w 1029471"/>
                <a:gd name="csY3" fmla="*/ 372360 h 3086961"/>
                <a:gd name="csX4" fmla="*/ 76418 w 1029471"/>
                <a:gd name="csY4" fmla="*/ 282598 h 3086961"/>
                <a:gd name="csX5" fmla="*/ 100398 w 1029471"/>
                <a:gd name="csY5" fmla="*/ 228247 h 3086961"/>
                <a:gd name="csX6" fmla="*/ 130909 w 1029471"/>
                <a:gd name="csY6" fmla="*/ 171705 h 3086961"/>
                <a:gd name="csX7" fmla="*/ 139633 w 1029471"/>
                <a:gd name="csY7" fmla="*/ 141287 h 3086961"/>
                <a:gd name="csX8" fmla="*/ 163707 w 1029471"/>
                <a:gd name="csY8" fmla="*/ 95567 h 3086961"/>
                <a:gd name="csX9" fmla="*/ 211903 w 1029471"/>
                <a:gd name="csY9" fmla="*/ 43128 h 3086961"/>
                <a:gd name="csX10" fmla="*/ 307493 w 1029471"/>
                <a:gd name="csY10" fmla="*/ 1841 h 3086961"/>
                <a:gd name="csX11" fmla="*/ 411901 w 1029471"/>
                <a:gd name="csY11" fmla="*/ 4127 h 3086961"/>
                <a:gd name="csX12" fmla="*/ 679690 w 1029471"/>
                <a:gd name="csY12" fmla="*/ 23721 h 3086961"/>
                <a:gd name="csX13" fmla="*/ 738473 w 1029471"/>
                <a:gd name="csY13" fmla="*/ 56378 h 3086961"/>
                <a:gd name="csX14" fmla="*/ 803787 w 1029471"/>
                <a:gd name="csY14" fmla="*/ 89036 h 3086961"/>
                <a:gd name="csX15" fmla="*/ 823381 w 1029471"/>
                <a:gd name="csY15" fmla="*/ 115161 h 3086961"/>
                <a:gd name="csX16" fmla="*/ 836444 w 1029471"/>
                <a:gd name="csY16" fmla="*/ 141287 h 3086961"/>
                <a:gd name="csX17" fmla="*/ 895227 w 1029471"/>
                <a:gd name="csY17" fmla="*/ 200070 h 3086961"/>
                <a:gd name="csX18" fmla="*/ 947479 w 1029471"/>
                <a:gd name="csY18" fmla="*/ 258853 h 3086961"/>
                <a:gd name="csX19" fmla="*/ 967073 w 1029471"/>
                <a:gd name="csY19" fmla="*/ 343761 h 3086961"/>
                <a:gd name="csX20" fmla="*/ 986667 w 1029471"/>
                <a:gd name="csY20" fmla="*/ 396013 h 3086961"/>
                <a:gd name="csX21" fmla="*/ 993199 w 1029471"/>
                <a:gd name="csY21" fmla="*/ 474390 h 3086961"/>
                <a:gd name="csX22" fmla="*/ 1001687 w 1029471"/>
                <a:gd name="csY22" fmla="*/ 628999 h 3086961"/>
                <a:gd name="csX23" fmla="*/ 999730 w 1029471"/>
                <a:gd name="csY23" fmla="*/ 781367 h 3086961"/>
                <a:gd name="csX24" fmla="*/ 1012793 w 1029471"/>
                <a:gd name="csY24" fmla="*/ 925058 h 3086961"/>
                <a:gd name="csX25" fmla="*/ 1019324 w 1029471"/>
                <a:gd name="csY25" fmla="*/ 1493293 h 3086961"/>
                <a:gd name="csX26" fmla="*/ 993199 w 1029471"/>
                <a:gd name="csY26" fmla="*/ 2041933 h 3086961"/>
                <a:gd name="csX27" fmla="*/ 986667 w 1029471"/>
                <a:gd name="csY27" fmla="*/ 2146436 h 3086961"/>
                <a:gd name="csX28" fmla="*/ 980136 w 1029471"/>
                <a:gd name="csY28" fmla="*/ 2198687 h 3086961"/>
                <a:gd name="csX29" fmla="*/ 960541 w 1029471"/>
                <a:gd name="csY29" fmla="*/ 2479538 h 3086961"/>
                <a:gd name="csX30" fmla="*/ 936749 w 1029471"/>
                <a:gd name="csY30" fmla="*/ 2566217 h 3086961"/>
                <a:gd name="csX31" fmla="*/ 928073 w 1029471"/>
                <a:gd name="csY31" fmla="*/ 2587768 h 3086961"/>
                <a:gd name="csX32" fmla="*/ 886549 w 1029471"/>
                <a:gd name="csY32" fmla="*/ 2730113 h 3086961"/>
                <a:gd name="csX33" fmla="*/ 856039 w 1029471"/>
                <a:gd name="csY33" fmla="*/ 2845299 h 3086961"/>
                <a:gd name="csX34" fmla="*/ 764598 w 1029471"/>
                <a:gd name="csY34" fmla="*/ 2956333 h 3086961"/>
                <a:gd name="csX35" fmla="*/ 699378 w 1029471"/>
                <a:gd name="csY35" fmla="*/ 2988991 h 3086961"/>
                <a:gd name="csX36" fmla="*/ 651560 w 1029471"/>
                <a:gd name="csY36" fmla="*/ 3015116 h 3086961"/>
                <a:gd name="csX37" fmla="*/ 614376 w 1029471"/>
                <a:gd name="csY37" fmla="*/ 3034710 h 3086961"/>
                <a:gd name="csX38" fmla="*/ 451090 w 1029471"/>
                <a:gd name="csY38" fmla="*/ 3086961 h 3086961"/>
                <a:gd name="csX39" fmla="*/ 307399 w 1029471"/>
                <a:gd name="csY39" fmla="*/ 3054304 h 3086961"/>
                <a:gd name="csX40" fmla="*/ 281273 w 1029471"/>
                <a:gd name="csY40" fmla="*/ 3015116 h 3086961"/>
                <a:gd name="csX41" fmla="*/ 255147 w 1029471"/>
                <a:gd name="csY41" fmla="*/ 2956333 h 3086961"/>
                <a:gd name="csX42" fmla="*/ 215959 w 1029471"/>
                <a:gd name="csY42" fmla="*/ 2897550 h 3086961"/>
                <a:gd name="csX43" fmla="*/ 183301 w 1029471"/>
                <a:gd name="csY43" fmla="*/ 2806110 h 3086961"/>
                <a:gd name="csX44" fmla="*/ 157176 w 1029471"/>
                <a:gd name="csY44" fmla="*/ 2688544 h 3086961"/>
                <a:gd name="csX45" fmla="*/ 131050 w 1029471"/>
                <a:gd name="csY45" fmla="*/ 2655887 h 3086961"/>
                <a:gd name="csX46" fmla="*/ 111456 w 1029471"/>
                <a:gd name="csY46" fmla="*/ 2590573 h 3086961"/>
                <a:gd name="csX47" fmla="*/ 85330 w 1029471"/>
                <a:gd name="csY47" fmla="*/ 2492601 h 3086961"/>
                <a:gd name="csX48" fmla="*/ 72267 w 1029471"/>
                <a:gd name="csY48" fmla="*/ 2459944 h 3086961"/>
                <a:gd name="csX49" fmla="*/ 59204 w 1029471"/>
                <a:gd name="csY49" fmla="*/ 2322784 h 3086961"/>
                <a:gd name="csX0" fmla="*/ 2850 w 1029471"/>
                <a:gd name="csY0" fmla="*/ 448264 h 3086961"/>
                <a:gd name="csX1" fmla="*/ 5089 w 1029471"/>
                <a:gd name="csY1" fmla="*/ 417800 h 3086961"/>
                <a:gd name="csX2" fmla="*/ 52910 w 1029471"/>
                <a:gd name="csY2" fmla="*/ 321595 h 3086961"/>
                <a:gd name="csX3" fmla="*/ 221236 w 1029471"/>
                <a:gd name="csY3" fmla="*/ 339468 h 3086961"/>
                <a:gd name="csX4" fmla="*/ 76418 w 1029471"/>
                <a:gd name="csY4" fmla="*/ 282598 h 3086961"/>
                <a:gd name="csX5" fmla="*/ 100398 w 1029471"/>
                <a:gd name="csY5" fmla="*/ 228247 h 3086961"/>
                <a:gd name="csX6" fmla="*/ 130909 w 1029471"/>
                <a:gd name="csY6" fmla="*/ 171705 h 3086961"/>
                <a:gd name="csX7" fmla="*/ 139633 w 1029471"/>
                <a:gd name="csY7" fmla="*/ 141287 h 3086961"/>
                <a:gd name="csX8" fmla="*/ 163707 w 1029471"/>
                <a:gd name="csY8" fmla="*/ 95567 h 3086961"/>
                <a:gd name="csX9" fmla="*/ 211903 w 1029471"/>
                <a:gd name="csY9" fmla="*/ 43128 h 3086961"/>
                <a:gd name="csX10" fmla="*/ 307493 w 1029471"/>
                <a:gd name="csY10" fmla="*/ 1841 h 3086961"/>
                <a:gd name="csX11" fmla="*/ 411901 w 1029471"/>
                <a:gd name="csY11" fmla="*/ 4127 h 3086961"/>
                <a:gd name="csX12" fmla="*/ 679690 w 1029471"/>
                <a:gd name="csY12" fmla="*/ 23721 h 3086961"/>
                <a:gd name="csX13" fmla="*/ 738473 w 1029471"/>
                <a:gd name="csY13" fmla="*/ 56378 h 3086961"/>
                <a:gd name="csX14" fmla="*/ 803787 w 1029471"/>
                <a:gd name="csY14" fmla="*/ 89036 h 3086961"/>
                <a:gd name="csX15" fmla="*/ 823381 w 1029471"/>
                <a:gd name="csY15" fmla="*/ 115161 h 3086961"/>
                <a:gd name="csX16" fmla="*/ 836444 w 1029471"/>
                <a:gd name="csY16" fmla="*/ 141287 h 3086961"/>
                <a:gd name="csX17" fmla="*/ 895227 w 1029471"/>
                <a:gd name="csY17" fmla="*/ 200070 h 3086961"/>
                <a:gd name="csX18" fmla="*/ 947479 w 1029471"/>
                <a:gd name="csY18" fmla="*/ 258853 h 3086961"/>
                <a:gd name="csX19" fmla="*/ 967073 w 1029471"/>
                <a:gd name="csY19" fmla="*/ 343761 h 3086961"/>
                <a:gd name="csX20" fmla="*/ 986667 w 1029471"/>
                <a:gd name="csY20" fmla="*/ 396013 h 3086961"/>
                <a:gd name="csX21" fmla="*/ 993199 w 1029471"/>
                <a:gd name="csY21" fmla="*/ 474390 h 3086961"/>
                <a:gd name="csX22" fmla="*/ 1001687 w 1029471"/>
                <a:gd name="csY22" fmla="*/ 628999 h 3086961"/>
                <a:gd name="csX23" fmla="*/ 999730 w 1029471"/>
                <a:gd name="csY23" fmla="*/ 781367 h 3086961"/>
                <a:gd name="csX24" fmla="*/ 1012793 w 1029471"/>
                <a:gd name="csY24" fmla="*/ 925058 h 3086961"/>
                <a:gd name="csX25" fmla="*/ 1019324 w 1029471"/>
                <a:gd name="csY25" fmla="*/ 1493293 h 3086961"/>
                <a:gd name="csX26" fmla="*/ 993199 w 1029471"/>
                <a:gd name="csY26" fmla="*/ 2041933 h 3086961"/>
                <a:gd name="csX27" fmla="*/ 986667 w 1029471"/>
                <a:gd name="csY27" fmla="*/ 2146436 h 3086961"/>
                <a:gd name="csX28" fmla="*/ 980136 w 1029471"/>
                <a:gd name="csY28" fmla="*/ 2198687 h 3086961"/>
                <a:gd name="csX29" fmla="*/ 960541 w 1029471"/>
                <a:gd name="csY29" fmla="*/ 2479538 h 3086961"/>
                <a:gd name="csX30" fmla="*/ 936749 w 1029471"/>
                <a:gd name="csY30" fmla="*/ 2566217 h 3086961"/>
                <a:gd name="csX31" fmla="*/ 928073 w 1029471"/>
                <a:gd name="csY31" fmla="*/ 2587768 h 3086961"/>
                <a:gd name="csX32" fmla="*/ 886549 w 1029471"/>
                <a:gd name="csY32" fmla="*/ 2730113 h 3086961"/>
                <a:gd name="csX33" fmla="*/ 856039 w 1029471"/>
                <a:gd name="csY33" fmla="*/ 2845299 h 3086961"/>
                <a:gd name="csX34" fmla="*/ 764598 w 1029471"/>
                <a:gd name="csY34" fmla="*/ 2956333 h 3086961"/>
                <a:gd name="csX35" fmla="*/ 699378 w 1029471"/>
                <a:gd name="csY35" fmla="*/ 2988991 h 3086961"/>
                <a:gd name="csX36" fmla="*/ 651560 w 1029471"/>
                <a:gd name="csY36" fmla="*/ 3015116 h 3086961"/>
                <a:gd name="csX37" fmla="*/ 614376 w 1029471"/>
                <a:gd name="csY37" fmla="*/ 3034710 h 3086961"/>
                <a:gd name="csX38" fmla="*/ 451090 w 1029471"/>
                <a:gd name="csY38" fmla="*/ 3086961 h 3086961"/>
                <a:gd name="csX39" fmla="*/ 307399 w 1029471"/>
                <a:gd name="csY39" fmla="*/ 3054304 h 3086961"/>
                <a:gd name="csX40" fmla="*/ 281273 w 1029471"/>
                <a:gd name="csY40" fmla="*/ 3015116 h 3086961"/>
                <a:gd name="csX41" fmla="*/ 255147 w 1029471"/>
                <a:gd name="csY41" fmla="*/ 2956333 h 3086961"/>
                <a:gd name="csX42" fmla="*/ 215959 w 1029471"/>
                <a:gd name="csY42" fmla="*/ 2897550 h 3086961"/>
                <a:gd name="csX43" fmla="*/ 183301 w 1029471"/>
                <a:gd name="csY43" fmla="*/ 2806110 h 3086961"/>
                <a:gd name="csX44" fmla="*/ 157176 w 1029471"/>
                <a:gd name="csY44" fmla="*/ 2688544 h 3086961"/>
                <a:gd name="csX45" fmla="*/ 131050 w 1029471"/>
                <a:gd name="csY45" fmla="*/ 2655887 h 3086961"/>
                <a:gd name="csX46" fmla="*/ 111456 w 1029471"/>
                <a:gd name="csY46" fmla="*/ 2590573 h 3086961"/>
                <a:gd name="csX47" fmla="*/ 85330 w 1029471"/>
                <a:gd name="csY47" fmla="*/ 2492601 h 3086961"/>
                <a:gd name="csX48" fmla="*/ 72267 w 1029471"/>
                <a:gd name="csY48" fmla="*/ 2459944 h 3086961"/>
                <a:gd name="csX49" fmla="*/ 59204 w 1029471"/>
                <a:gd name="csY49" fmla="*/ 2322784 h 3086961"/>
                <a:gd name="csX0" fmla="*/ 1876 w 1028497"/>
                <a:gd name="csY0" fmla="*/ 448264 h 3086961"/>
                <a:gd name="csX1" fmla="*/ 4115 w 1028497"/>
                <a:gd name="csY1" fmla="*/ 417800 h 3086961"/>
                <a:gd name="csX2" fmla="*/ 36587 w 1028497"/>
                <a:gd name="csY2" fmla="*/ 358873 h 3086961"/>
                <a:gd name="csX3" fmla="*/ 220262 w 1028497"/>
                <a:gd name="csY3" fmla="*/ 339468 h 3086961"/>
                <a:gd name="csX4" fmla="*/ 75444 w 1028497"/>
                <a:gd name="csY4" fmla="*/ 282598 h 3086961"/>
                <a:gd name="csX5" fmla="*/ 99424 w 1028497"/>
                <a:gd name="csY5" fmla="*/ 228247 h 3086961"/>
                <a:gd name="csX6" fmla="*/ 129935 w 1028497"/>
                <a:gd name="csY6" fmla="*/ 171705 h 3086961"/>
                <a:gd name="csX7" fmla="*/ 138659 w 1028497"/>
                <a:gd name="csY7" fmla="*/ 141287 h 3086961"/>
                <a:gd name="csX8" fmla="*/ 162733 w 1028497"/>
                <a:gd name="csY8" fmla="*/ 95567 h 3086961"/>
                <a:gd name="csX9" fmla="*/ 210929 w 1028497"/>
                <a:gd name="csY9" fmla="*/ 43128 h 3086961"/>
                <a:gd name="csX10" fmla="*/ 306519 w 1028497"/>
                <a:gd name="csY10" fmla="*/ 1841 h 3086961"/>
                <a:gd name="csX11" fmla="*/ 410927 w 1028497"/>
                <a:gd name="csY11" fmla="*/ 4127 h 3086961"/>
                <a:gd name="csX12" fmla="*/ 678716 w 1028497"/>
                <a:gd name="csY12" fmla="*/ 23721 h 3086961"/>
                <a:gd name="csX13" fmla="*/ 737499 w 1028497"/>
                <a:gd name="csY13" fmla="*/ 56378 h 3086961"/>
                <a:gd name="csX14" fmla="*/ 802813 w 1028497"/>
                <a:gd name="csY14" fmla="*/ 89036 h 3086961"/>
                <a:gd name="csX15" fmla="*/ 822407 w 1028497"/>
                <a:gd name="csY15" fmla="*/ 115161 h 3086961"/>
                <a:gd name="csX16" fmla="*/ 835470 w 1028497"/>
                <a:gd name="csY16" fmla="*/ 141287 h 3086961"/>
                <a:gd name="csX17" fmla="*/ 894253 w 1028497"/>
                <a:gd name="csY17" fmla="*/ 200070 h 3086961"/>
                <a:gd name="csX18" fmla="*/ 946505 w 1028497"/>
                <a:gd name="csY18" fmla="*/ 258853 h 3086961"/>
                <a:gd name="csX19" fmla="*/ 966099 w 1028497"/>
                <a:gd name="csY19" fmla="*/ 343761 h 3086961"/>
                <a:gd name="csX20" fmla="*/ 985693 w 1028497"/>
                <a:gd name="csY20" fmla="*/ 396013 h 3086961"/>
                <a:gd name="csX21" fmla="*/ 992225 w 1028497"/>
                <a:gd name="csY21" fmla="*/ 474390 h 3086961"/>
                <a:gd name="csX22" fmla="*/ 1000713 w 1028497"/>
                <a:gd name="csY22" fmla="*/ 628999 h 3086961"/>
                <a:gd name="csX23" fmla="*/ 998756 w 1028497"/>
                <a:gd name="csY23" fmla="*/ 781367 h 3086961"/>
                <a:gd name="csX24" fmla="*/ 1011819 w 1028497"/>
                <a:gd name="csY24" fmla="*/ 925058 h 3086961"/>
                <a:gd name="csX25" fmla="*/ 1018350 w 1028497"/>
                <a:gd name="csY25" fmla="*/ 1493293 h 3086961"/>
                <a:gd name="csX26" fmla="*/ 992225 w 1028497"/>
                <a:gd name="csY26" fmla="*/ 2041933 h 3086961"/>
                <a:gd name="csX27" fmla="*/ 985693 w 1028497"/>
                <a:gd name="csY27" fmla="*/ 2146436 h 3086961"/>
                <a:gd name="csX28" fmla="*/ 979162 w 1028497"/>
                <a:gd name="csY28" fmla="*/ 2198687 h 3086961"/>
                <a:gd name="csX29" fmla="*/ 959567 w 1028497"/>
                <a:gd name="csY29" fmla="*/ 2479538 h 3086961"/>
                <a:gd name="csX30" fmla="*/ 935775 w 1028497"/>
                <a:gd name="csY30" fmla="*/ 2566217 h 3086961"/>
                <a:gd name="csX31" fmla="*/ 927099 w 1028497"/>
                <a:gd name="csY31" fmla="*/ 2587768 h 3086961"/>
                <a:gd name="csX32" fmla="*/ 885575 w 1028497"/>
                <a:gd name="csY32" fmla="*/ 2730113 h 3086961"/>
                <a:gd name="csX33" fmla="*/ 855065 w 1028497"/>
                <a:gd name="csY33" fmla="*/ 2845299 h 3086961"/>
                <a:gd name="csX34" fmla="*/ 763624 w 1028497"/>
                <a:gd name="csY34" fmla="*/ 2956333 h 3086961"/>
                <a:gd name="csX35" fmla="*/ 698404 w 1028497"/>
                <a:gd name="csY35" fmla="*/ 2988991 h 3086961"/>
                <a:gd name="csX36" fmla="*/ 650586 w 1028497"/>
                <a:gd name="csY36" fmla="*/ 3015116 h 3086961"/>
                <a:gd name="csX37" fmla="*/ 613402 w 1028497"/>
                <a:gd name="csY37" fmla="*/ 3034710 h 3086961"/>
                <a:gd name="csX38" fmla="*/ 450116 w 1028497"/>
                <a:gd name="csY38" fmla="*/ 3086961 h 3086961"/>
                <a:gd name="csX39" fmla="*/ 306425 w 1028497"/>
                <a:gd name="csY39" fmla="*/ 3054304 h 3086961"/>
                <a:gd name="csX40" fmla="*/ 280299 w 1028497"/>
                <a:gd name="csY40" fmla="*/ 3015116 h 3086961"/>
                <a:gd name="csX41" fmla="*/ 254173 w 1028497"/>
                <a:gd name="csY41" fmla="*/ 2956333 h 3086961"/>
                <a:gd name="csX42" fmla="*/ 214985 w 1028497"/>
                <a:gd name="csY42" fmla="*/ 2897550 h 3086961"/>
                <a:gd name="csX43" fmla="*/ 182327 w 1028497"/>
                <a:gd name="csY43" fmla="*/ 2806110 h 3086961"/>
                <a:gd name="csX44" fmla="*/ 156202 w 1028497"/>
                <a:gd name="csY44" fmla="*/ 2688544 h 3086961"/>
                <a:gd name="csX45" fmla="*/ 130076 w 1028497"/>
                <a:gd name="csY45" fmla="*/ 2655887 h 3086961"/>
                <a:gd name="csX46" fmla="*/ 110482 w 1028497"/>
                <a:gd name="csY46" fmla="*/ 2590573 h 3086961"/>
                <a:gd name="csX47" fmla="*/ 84356 w 1028497"/>
                <a:gd name="csY47" fmla="*/ 2492601 h 3086961"/>
                <a:gd name="csX48" fmla="*/ 71293 w 1028497"/>
                <a:gd name="csY48" fmla="*/ 2459944 h 3086961"/>
                <a:gd name="csX49" fmla="*/ 58230 w 1028497"/>
                <a:gd name="csY49" fmla="*/ 2322784 h 3086961"/>
                <a:gd name="csX0" fmla="*/ 1876 w 1028497"/>
                <a:gd name="csY0" fmla="*/ 448264 h 3086961"/>
                <a:gd name="csX1" fmla="*/ 4115 w 1028497"/>
                <a:gd name="csY1" fmla="*/ 417800 h 3086961"/>
                <a:gd name="csX2" fmla="*/ 36587 w 1028497"/>
                <a:gd name="csY2" fmla="*/ 358873 h 3086961"/>
                <a:gd name="csX3" fmla="*/ 53609 w 1028497"/>
                <a:gd name="csY3" fmla="*/ 326312 h 3086961"/>
                <a:gd name="csX4" fmla="*/ 75444 w 1028497"/>
                <a:gd name="csY4" fmla="*/ 282598 h 3086961"/>
                <a:gd name="csX5" fmla="*/ 99424 w 1028497"/>
                <a:gd name="csY5" fmla="*/ 228247 h 3086961"/>
                <a:gd name="csX6" fmla="*/ 129935 w 1028497"/>
                <a:gd name="csY6" fmla="*/ 171705 h 3086961"/>
                <a:gd name="csX7" fmla="*/ 138659 w 1028497"/>
                <a:gd name="csY7" fmla="*/ 141287 h 3086961"/>
                <a:gd name="csX8" fmla="*/ 162733 w 1028497"/>
                <a:gd name="csY8" fmla="*/ 95567 h 3086961"/>
                <a:gd name="csX9" fmla="*/ 210929 w 1028497"/>
                <a:gd name="csY9" fmla="*/ 43128 h 3086961"/>
                <a:gd name="csX10" fmla="*/ 306519 w 1028497"/>
                <a:gd name="csY10" fmla="*/ 1841 h 3086961"/>
                <a:gd name="csX11" fmla="*/ 410927 w 1028497"/>
                <a:gd name="csY11" fmla="*/ 4127 h 3086961"/>
                <a:gd name="csX12" fmla="*/ 678716 w 1028497"/>
                <a:gd name="csY12" fmla="*/ 23721 h 3086961"/>
                <a:gd name="csX13" fmla="*/ 737499 w 1028497"/>
                <a:gd name="csY13" fmla="*/ 56378 h 3086961"/>
                <a:gd name="csX14" fmla="*/ 802813 w 1028497"/>
                <a:gd name="csY14" fmla="*/ 89036 h 3086961"/>
                <a:gd name="csX15" fmla="*/ 822407 w 1028497"/>
                <a:gd name="csY15" fmla="*/ 115161 h 3086961"/>
                <a:gd name="csX16" fmla="*/ 835470 w 1028497"/>
                <a:gd name="csY16" fmla="*/ 141287 h 3086961"/>
                <a:gd name="csX17" fmla="*/ 894253 w 1028497"/>
                <a:gd name="csY17" fmla="*/ 200070 h 3086961"/>
                <a:gd name="csX18" fmla="*/ 946505 w 1028497"/>
                <a:gd name="csY18" fmla="*/ 258853 h 3086961"/>
                <a:gd name="csX19" fmla="*/ 966099 w 1028497"/>
                <a:gd name="csY19" fmla="*/ 343761 h 3086961"/>
                <a:gd name="csX20" fmla="*/ 985693 w 1028497"/>
                <a:gd name="csY20" fmla="*/ 396013 h 3086961"/>
                <a:gd name="csX21" fmla="*/ 992225 w 1028497"/>
                <a:gd name="csY21" fmla="*/ 474390 h 3086961"/>
                <a:gd name="csX22" fmla="*/ 1000713 w 1028497"/>
                <a:gd name="csY22" fmla="*/ 628999 h 3086961"/>
                <a:gd name="csX23" fmla="*/ 998756 w 1028497"/>
                <a:gd name="csY23" fmla="*/ 781367 h 3086961"/>
                <a:gd name="csX24" fmla="*/ 1011819 w 1028497"/>
                <a:gd name="csY24" fmla="*/ 925058 h 3086961"/>
                <a:gd name="csX25" fmla="*/ 1018350 w 1028497"/>
                <a:gd name="csY25" fmla="*/ 1493293 h 3086961"/>
                <a:gd name="csX26" fmla="*/ 992225 w 1028497"/>
                <a:gd name="csY26" fmla="*/ 2041933 h 3086961"/>
                <a:gd name="csX27" fmla="*/ 985693 w 1028497"/>
                <a:gd name="csY27" fmla="*/ 2146436 h 3086961"/>
                <a:gd name="csX28" fmla="*/ 979162 w 1028497"/>
                <a:gd name="csY28" fmla="*/ 2198687 h 3086961"/>
                <a:gd name="csX29" fmla="*/ 959567 w 1028497"/>
                <a:gd name="csY29" fmla="*/ 2479538 h 3086961"/>
                <a:gd name="csX30" fmla="*/ 935775 w 1028497"/>
                <a:gd name="csY30" fmla="*/ 2566217 h 3086961"/>
                <a:gd name="csX31" fmla="*/ 927099 w 1028497"/>
                <a:gd name="csY31" fmla="*/ 2587768 h 3086961"/>
                <a:gd name="csX32" fmla="*/ 885575 w 1028497"/>
                <a:gd name="csY32" fmla="*/ 2730113 h 3086961"/>
                <a:gd name="csX33" fmla="*/ 855065 w 1028497"/>
                <a:gd name="csY33" fmla="*/ 2845299 h 3086961"/>
                <a:gd name="csX34" fmla="*/ 763624 w 1028497"/>
                <a:gd name="csY34" fmla="*/ 2956333 h 3086961"/>
                <a:gd name="csX35" fmla="*/ 698404 w 1028497"/>
                <a:gd name="csY35" fmla="*/ 2988991 h 3086961"/>
                <a:gd name="csX36" fmla="*/ 650586 w 1028497"/>
                <a:gd name="csY36" fmla="*/ 3015116 h 3086961"/>
                <a:gd name="csX37" fmla="*/ 613402 w 1028497"/>
                <a:gd name="csY37" fmla="*/ 3034710 h 3086961"/>
                <a:gd name="csX38" fmla="*/ 450116 w 1028497"/>
                <a:gd name="csY38" fmla="*/ 3086961 h 3086961"/>
                <a:gd name="csX39" fmla="*/ 306425 w 1028497"/>
                <a:gd name="csY39" fmla="*/ 3054304 h 3086961"/>
                <a:gd name="csX40" fmla="*/ 280299 w 1028497"/>
                <a:gd name="csY40" fmla="*/ 3015116 h 3086961"/>
                <a:gd name="csX41" fmla="*/ 254173 w 1028497"/>
                <a:gd name="csY41" fmla="*/ 2956333 h 3086961"/>
                <a:gd name="csX42" fmla="*/ 214985 w 1028497"/>
                <a:gd name="csY42" fmla="*/ 2897550 h 3086961"/>
                <a:gd name="csX43" fmla="*/ 182327 w 1028497"/>
                <a:gd name="csY43" fmla="*/ 2806110 h 3086961"/>
                <a:gd name="csX44" fmla="*/ 156202 w 1028497"/>
                <a:gd name="csY44" fmla="*/ 2688544 h 3086961"/>
                <a:gd name="csX45" fmla="*/ 130076 w 1028497"/>
                <a:gd name="csY45" fmla="*/ 2655887 h 3086961"/>
                <a:gd name="csX46" fmla="*/ 110482 w 1028497"/>
                <a:gd name="csY46" fmla="*/ 2590573 h 3086961"/>
                <a:gd name="csX47" fmla="*/ 84356 w 1028497"/>
                <a:gd name="csY47" fmla="*/ 2492601 h 3086961"/>
                <a:gd name="csX48" fmla="*/ 71293 w 1028497"/>
                <a:gd name="csY48" fmla="*/ 2459944 h 3086961"/>
                <a:gd name="csX49" fmla="*/ 58230 w 1028497"/>
                <a:gd name="csY49" fmla="*/ 2322784 h 3086961"/>
                <a:gd name="csX0" fmla="*/ 717 w 1027338"/>
                <a:gd name="csY0" fmla="*/ 448264 h 3086961"/>
                <a:gd name="csX1" fmla="*/ 2956 w 1027338"/>
                <a:gd name="csY1" fmla="*/ 417800 h 3086961"/>
                <a:gd name="csX2" fmla="*/ 6921 w 1027338"/>
                <a:gd name="csY2" fmla="*/ 382994 h 3086961"/>
                <a:gd name="csX3" fmla="*/ 52450 w 1027338"/>
                <a:gd name="csY3" fmla="*/ 326312 h 3086961"/>
                <a:gd name="csX4" fmla="*/ 74285 w 1027338"/>
                <a:gd name="csY4" fmla="*/ 282598 h 3086961"/>
                <a:gd name="csX5" fmla="*/ 98265 w 1027338"/>
                <a:gd name="csY5" fmla="*/ 228247 h 3086961"/>
                <a:gd name="csX6" fmla="*/ 128776 w 1027338"/>
                <a:gd name="csY6" fmla="*/ 171705 h 3086961"/>
                <a:gd name="csX7" fmla="*/ 137500 w 1027338"/>
                <a:gd name="csY7" fmla="*/ 141287 h 3086961"/>
                <a:gd name="csX8" fmla="*/ 161574 w 1027338"/>
                <a:gd name="csY8" fmla="*/ 95567 h 3086961"/>
                <a:gd name="csX9" fmla="*/ 209770 w 1027338"/>
                <a:gd name="csY9" fmla="*/ 43128 h 3086961"/>
                <a:gd name="csX10" fmla="*/ 305360 w 1027338"/>
                <a:gd name="csY10" fmla="*/ 1841 h 3086961"/>
                <a:gd name="csX11" fmla="*/ 409768 w 1027338"/>
                <a:gd name="csY11" fmla="*/ 4127 h 3086961"/>
                <a:gd name="csX12" fmla="*/ 677557 w 1027338"/>
                <a:gd name="csY12" fmla="*/ 23721 h 3086961"/>
                <a:gd name="csX13" fmla="*/ 736340 w 1027338"/>
                <a:gd name="csY13" fmla="*/ 56378 h 3086961"/>
                <a:gd name="csX14" fmla="*/ 801654 w 1027338"/>
                <a:gd name="csY14" fmla="*/ 89036 h 3086961"/>
                <a:gd name="csX15" fmla="*/ 821248 w 1027338"/>
                <a:gd name="csY15" fmla="*/ 115161 h 3086961"/>
                <a:gd name="csX16" fmla="*/ 834311 w 1027338"/>
                <a:gd name="csY16" fmla="*/ 141287 h 3086961"/>
                <a:gd name="csX17" fmla="*/ 893094 w 1027338"/>
                <a:gd name="csY17" fmla="*/ 200070 h 3086961"/>
                <a:gd name="csX18" fmla="*/ 945346 w 1027338"/>
                <a:gd name="csY18" fmla="*/ 258853 h 3086961"/>
                <a:gd name="csX19" fmla="*/ 964940 w 1027338"/>
                <a:gd name="csY19" fmla="*/ 343761 h 3086961"/>
                <a:gd name="csX20" fmla="*/ 984534 w 1027338"/>
                <a:gd name="csY20" fmla="*/ 396013 h 3086961"/>
                <a:gd name="csX21" fmla="*/ 991066 w 1027338"/>
                <a:gd name="csY21" fmla="*/ 474390 h 3086961"/>
                <a:gd name="csX22" fmla="*/ 999554 w 1027338"/>
                <a:gd name="csY22" fmla="*/ 628999 h 3086961"/>
                <a:gd name="csX23" fmla="*/ 997597 w 1027338"/>
                <a:gd name="csY23" fmla="*/ 781367 h 3086961"/>
                <a:gd name="csX24" fmla="*/ 1010660 w 1027338"/>
                <a:gd name="csY24" fmla="*/ 925058 h 3086961"/>
                <a:gd name="csX25" fmla="*/ 1017191 w 1027338"/>
                <a:gd name="csY25" fmla="*/ 1493293 h 3086961"/>
                <a:gd name="csX26" fmla="*/ 991066 w 1027338"/>
                <a:gd name="csY26" fmla="*/ 2041933 h 3086961"/>
                <a:gd name="csX27" fmla="*/ 984534 w 1027338"/>
                <a:gd name="csY27" fmla="*/ 2146436 h 3086961"/>
                <a:gd name="csX28" fmla="*/ 978003 w 1027338"/>
                <a:gd name="csY28" fmla="*/ 2198687 h 3086961"/>
                <a:gd name="csX29" fmla="*/ 958408 w 1027338"/>
                <a:gd name="csY29" fmla="*/ 2479538 h 3086961"/>
                <a:gd name="csX30" fmla="*/ 934616 w 1027338"/>
                <a:gd name="csY30" fmla="*/ 2566217 h 3086961"/>
                <a:gd name="csX31" fmla="*/ 925940 w 1027338"/>
                <a:gd name="csY31" fmla="*/ 2587768 h 3086961"/>
                <a:gd name="csX32" fmla="*/ 884416 w 1027338"/>
                <a:gd name="csY32" fmla="*/ 2730113 h 3086961"/>
                <a:gd name="csX33" fmla="*/ 853906 w 1027338"/>
                <a:gd name="csY33" fmla="*/ 2845299 h 3086961"/>
                <a:gd name="csX34" fmla="*/ 762465 w 1027338"/>
                <a:gd name="csY34" fmla="*/ 2956333 h 3086961"/>
                <a:gd name="csX35" fmla="*/ 697245 w 1027338"/>
                <a:gd name="csY35" fmla="*/ 2988991 h 3086961"/>
                <a:gd name="csX36" fmla="*/ 649427 w 1027338"/>
                <a:gd name="csY36" fmla="*/ 3015116 h 3086961"/>
                <a:gd name="csX37" fmla="*/ 612243 w 1027338"/>
                <a:gd name="csY37" fmla="*/ 3034710 h 3086961"/>
                <a:gd name="csX38" fmla="*/ 448957 w 1027338"/>
                <a:gd name="csY38" fmla="*/ 3086961 h 3086961"/>
                <a:gd name="csX39" fmla="*/ 305266 w 1027338"/>
                <a:gd name="csY39" fmla="*/ 3054304 h 3086961"/>
                <a:gd name="csX40" fmla="*/ 279140 w 1027338"/>
                <a:gd name="csY40" fmla="*/ 3015116 h 3086961"/>
                <a:gd name="csX41" fmla="*/ 253014 w 1027338"/>
                <a:gd name="csY41" fmla="*/ 2956333 h 3086961"/>
                <a:gd name="csX42" fmla="*/ 213826 w 1027338"/>
                <a:gd name="csY42" fmla="*/ 2897550 h 3086961"/>
                <a:gd name="csX43" fmla="*/ 181168 w 1027338"/>
                <a:gd name="csY43" fmla="*/ 2806110 h 3086961"/>
                <a:gd name="csX44" fmla="*/ 155043 w 1027338"/>
                <a:gd name="csY44" fmla="*/ 2688544 h 3086961"/>
                <a:gd name="csX45" fmla="*/ 128917 w 1027338"/>
                <a:gd name="csY45" fmla="*/ 2655887 h 3086961"/>
                <a:gd name="csX46" fmla="*/ 109323 w 1027338"/>
                <a:gd name="csY46" fmla="*/ 2590573 h 3086961"/>
                <a:gd name="csX47" fmla="*/ 83197 w 1027338"/>
                <a:gd name="csY47" fmla="*/ 2492601 h 3086961"/>
                <a:gd name="csX48" fmla="*/ 70134 w 1027338"/>
                <a:gd name="csY48" fmla="*/ 2459944 h 3086961"/>
                <a:gd name="csX49" fmla="*/ 57071 w 1027338"/>
                <a:gd name="csY49" fmla="*/ 2322784 h 3086961"/>
                <a:gd name="csX0" fmla="*/ 717 w 1027338"/>
                <a:gd name="csY0" fmla="*/ 448264 h 3055311"/>
                <a:gd name="csX1" fmla="*/ 2956 w 1027338"/>
                <a:gd name="csY1" fmla="*/ 417800 h 3055311"/>
                <a:gd name="csX2" fmla="*/ 6921 w 1027338"/>
                <a:gd name="csY2" fmla="*/ 382994 h 3055311"/>
                <a:gd name="csX3" fmla="*/ 52450 w 1027338"/>
                <a:gd name="csY3" fmla="*/ 326312 h 3055311"/>
                <a:gd name="csX4" fmla="*/ 74285 w 1027338"/>
                <a:gd name="csY4" fmla="*/ 282598 h 3055311"/>
                <a:gd name="csX5" fmla="*/ 98265 w 1027338"/>
                <a:gd name="csY5" fmla="*/ 228247 h 3055311"/>
                <a:gd name="csX6" fmla="*/ 128776 w 1027338"/>
                <a:gd name="csY6" fmla="*/ 171705 h 3055311"/>
                <a:gd name="csX7" fmla="*/ 137500 w 1027338"/>
                <a:gd name="csY7" fmla="*/ 141287 h 3055311"/>
                <a:gd name="csX8" fmla="*/ 161574 w 1027338"/>
                <a:gd name="csY8" fmla="*/ 95567 h 3055311"/>
                <a:gd name="csX9" fmla="*/ 209770 w 1027338"/>
                <a:gd name="csY9" fmla="*/ 43128 h 3055311"/>
                <a:gd name="csX10" fmla="*/ 305360 w 1027338"/>
                <a:gd name="csY10" fmla="*/ 1841 h 3055311"/>
                <a:gd name="csX11" fmla="*/ 409768 w 1027338"/>
                <a:gd name="csY11" fmla="*/ 4127 h 3055311"/>
                <a:gd name="csX12" fmla="*/ 677557 w 1027338"/>
                <a:gd name="csY12" fmla="*/ 23721 h 3055311"/>
                <a:gd name="csX13" fmla="*/ 736340 w 1027338"/>
                <a:gd name="csY13" fmla="*/ 56378 h 3055311"/>
                <a:gd name="csX14" fmla="*/ 801654 w 1027338"/>
                <a:gd name="csY14" fmla="*/ 89036 h 3055311"/>
                <a:gd name="csX15" fmla="*/ 821248 w 1027338"/>
                <a:gd name="csY15" fmla="*/ 115161 h 3055311"/>
                <a:gd name="csX16" fmla="*/ 834311 w 1027338"/>
                <a:gd name="csY16" fmla="*/ 141287 h 3055311"/>
                <a:gd name="csX17" fmla="*/ 893094 w 1027338"/>
                <a:gd name="csY17" fmla="*/ 200070 h 3055311"/>
                <a:gd name="csX18" fmla="*/ 945346 w 1027338"/>
                <a:gd name="csY18" fmla="*/ 258853 h 3055311"/>
                <a:gd name="csX19" fmla="*/ 964940 w 1027338"/>
                <a:gd name="csY19" fmla="*/ 343761 h 3055311"/>
                <a:gd name="csX20" fmla="*/ 984534 w 1027338"/>
                <a:gd name="csY20" fmla="*/ 396013 h 3055311"/>
                <a:gd name="csX21" fmla="*/ 991066 w 1027338"/>
                <a:gd name="csY21" fmla="*/ 474390 h 3055311"/>
                <a:gd name="csX22" fmla="*/ 999554 w 1027338"/>
                <a:gd name="csY22" fmla="*/ 628999 h 3055311"/>
                <a:gd name="csX23" fmla="*/ 997597 w 1027338"/>
                <a:gd name="csY23" fmla="*/ 781367 h 3055311"/>
                <a:gd name="csX24" fmla="*/ 1010660 w 1027338"/>
                <a:gd name="csY24" fmla="*/ 925058 h 3055311"/>
                <a:gd name="csX25" fmla="*/ 1017191 w 1027338"/>
                <a:gd name="csY25" fmla="*/ 1493293 h 3055311"/>
                <a:gd name="csX26" fmla="*/ 991066 w 1027338"/>
                <a:gd name="csY26" fmla="*/ 2041933 h 3055311"/>
                <a:gd name="csX27" fmla="*/ 984534 w 1027338"/>
                <a:gd name="csY27" fmla="*/ 2146436 h 3055311"/>
                <a:gd name="csX28" fmla="*/ 978003 w 1027338"/>
                <a:gd name="csY28" fmla="*/ 2198687 h 3055311"/>
                <a:gd name="csX29" fmla="*/ 958408 w 1027338"/>
                <a:gd name="csY29" fmla="*/ 2479538 h 3055311"/>
                <a:gd name="csX30" fmla="*/ 934616 w 1027338"/>
                <a:gd name="csY30" fmla="*/ 2566217 h 3055311"/>
                <a:gd name="csX31" fmla="*/ 925940 w 1027338"/>
                <a:gd name="csY31" fmla="*/ 2587768 h 3055311"/>
                <a:gd name="csX32" fmla="*/ 884416 w 1027338"/>
                <a:gd name="csY32" fmla="*/ 2730113 h 3055311"/>
                <a:gd name="csX33" fmla="*/ 853906 w 1027338"/>
                <a:gd name="csY33" fmla="*/ 2845299 h 3055311"/>
                <a:gd name="csX34" fmla="*/ 762465 w 1027338"/>
                <a:gd name="csY34" fmla="*/ 2956333 h 3055311"/>
                <a:gd name="csX35" fmla="*/ 697245 w 1027338"/>
                <a:gd name="csY35" fmla="*/ 2988991 h 3055311"/>
                <a:gd name="csX36" fmla="*/ 649427 w 1027338"/>
                <a:gd name="csY36" fmla="*/ 3015116 h 3055311"/>
                <a:gd name="csX37" fmla="*/ 612243 w 1027338"/>
                <a:gd name="csY37" fmla="*/ 3034710 h 3055311"/>
                <a:gd name="csX38" fmla="*/ 448957 w 1027338"/>
                <a:gd name="csY38" fmla="*/ 2971904 h 3055311"/>
                <a:gd name="csX39" fmla="*/ 305266 w 1027338"/>
                <a:gd name="csY39" fmla="*/ 3054304 h 3055311"/>
                <a:gd name="csX40" fmla="*/ 279140 w 1027338"/>
                <a:gd name="csY40" fmla="*/ 3015116 h 3055311"/>
                <a:gd name="csX41" fmla="*/ 253014 w 1027338"/>
                <a:gd name="csY41" fmla="*/ 2956333 h 3055311"/>
                <a:gd name="csX42" fmla="*/ 213826 w 1027338"/>
                <a:gd name="csY42" fmla="*/ 2897550 h 3055311"/>
                <a:gd name="csX43" fmla="*/ 181168 w 1027338"/>
                <a:gd name="csY43" fmla="*/ 2806110 h 3055311"/>
                <a:gd name="csX44" fmla="*/ 155043 w 1027338"/>
                <a:gd name="csY44" fmla="*/ 2688544 h 3055311"/>
                <a:gd name="csX45" fmla="*/ 128917 w 1027338"/>
                <a:gd name="csY45" fmla="*/ 2655887 h 3055311"/>
                <a:gd name="csX46" fmla="*/ 109323 w 1027338"/>
                <a:gd name="csY46" fmla="*/ 2590573 h 3055311"/>
                <a:gd name="csX47" fmla="*/ 83197 w 1027338"/>
                <a:gd name="csY47" fmla="*/ 2492601 h 3055311"/>
                <a:gd name="csX48" fmla="*/ 70134 w 1027338"/>
                <a:gd name="csY48" fmla="*/ 2459944 h 3055311"/>
                <a:gd name="csX49" fmla="*/ 57071 w 1027338"/>
                <a:gd name="csY49" fmla="*/ 2322784 h 3055311"/>
                <a:gd name="csX0" fmla="*/ 717 w 1027338"/>
                <a:gd name="csY0" fmla="*/ 448264 h 3054776"/>
                <a:gd name="csX1" fmla="*/ 2956 w 1027338"/>
                <a:gd name="csY1" fmla="*/ 417800 h 3054776"/>
                <a:gd name="csX2" fmla="*/ 6921 w 1027338"/>
                <a:gd name="csY2" fmla="*/ 382994 h 3054776"/>
                <a:gd name="csX3" fmla="*/ 52450 w 1027338"/>
                <a:gd name="csY3" fmla="*/ 326312 h 3054776"/>
                <a:gd name="csX4" fmla="*/ 74285 w 1027338"/>
                <a:gd name="csY4" fmla="*/ 282598 h 3054776"/>
                <a:gd name="csX5" fmla="*/ 98265 w 1027338"/>
                <a:gd name="csY5" fmla="*/ 228247 h 3054776"/>
                <a:gd name="csX6" fmla="*/ 128776 w 1027338"/>
                <a:gd name="csY6" fmla="*/ 171705 h 3054776"/>
                <a:gd name="csX7" fmla="*/ 137500 w 1027338"/>
                <a:gd name="csY7" fmla="*/ 141287 h 3054776"/>
                <a:gd name="csX8" fmla="*/ 161574 w 1027338"/>
                <a:gd name="csY8" fmla="*/ 95567 h 3054776"/>
                <a:gd name="csX9" fmla="*/ 209770 w 1027338"/>
                <a:gd name="csY9" fmla="*/ 43128 h 3054776"/>
                <a:gd name="csX10" fmla="*/ 305360 w 1027338"/>
                <a:gd name="csY10" fmla="*/ 1841 h 3054776"/>
                <a:gd name="csX11" fmla="*/ 409768 w 1027338"/>
                <a:gd name="csY11" fmla="*/ 4127 h 3054776"/>
                <a:gd name="csX12" fmla="*/ 677557 w 1027338"/>
                <a:gd name="csY12" fmla="*/ 23721 h 3054776"/>
                <a:gd name="csX13" fmla="*/ 736340 w 1027338"/>
                <a:gd name="csY13" fmla="*/ 56378 h 3054776"/>
                <a:gd name="csX14" fmla="*/ 801654 w 1027338"/>
                <a:gd name="csY14" fmla="*/ 89036 h 3054776"/>
                <a:gd name="csX15" fmla="*/ 821248 w 1027338"/>
                <a:gd name="csY15" fmla="*/ 115161 h 3054776"/>
                <a:gd name="csX16" fmla="*/ 834311 w 1027338"/>
                <a:gd name="csY16" fmla="*/ 141287 h 3054776"/>
                <a:gd name="csX17" fmla="*/ 893094 w 1027338"/>
                <a:gd name="csY17" fmla="*/ 200070 h 3054776"/>
                <a:gd name="csX18" fmla="*/ 945346 w 1027338"/>
                <a:gd name="csY18" fmla="*/ 258853 h 3054776"/>
                <a:gd name="csX19" fmla="*/ 964940 w 1027338"/>
                <a:gd name="csY19" fmla="*/ 343761 h 3054776"/>
                <a:gd name="csX20" fmla="*/ 984534 w 1027338"/>
                <a:gd name="csY20" fmla="*/ 396013 h 3054776"/>
                <a:gd name="csX21" fmla="*/ 991066 w 1027338"/>
                <a:gd name="csY21" fmla="*/ 474390 h 3054776"/>
                <a:gd name="csX22" fmla="*/ 999554 w 1027338"/>
                <a:gd name="csY22" fmla="*/ 628999 h 3054776"/>
                <a:gd name="csX23" fmla="*/ 997597 w 1027338"/>
                <a:gd name="csY23" fmla="*/ 781367 h 3054776"/>
                <a:gd name="csX24" fmla="*/ 1010660 w 1027338"/>
                <a:gd name="csY24" fmla="*/ 925058 h 3054776"/>
                <a:gd name="csX25" fmla="*/ 1017191 w 1027338"/>
                <a:gd name="csY25" fmla="*/ 1493293 h 3054776"/>
                <a:gd name="csX26" fmla="*/ 991066 w 1027338"/>
                <a:gd name="csY26" fmla="*/ 2041933 h 3054776"/>
                <a:gd name="csX27" fmla="*/ 984534 w 1027338"/>
                <a:gd name="csY27" fmla="*/ 2146436 h 3054776"/>
                <a:gd name="csX28" fmla="*/ 978003 w 1027338"/>
                <a:gd name="csY28" fmla="*/ 2198687 h 3054776"/>
                <a:gd name="csX29" fmla="*/ 958408 w 1027338"/>
                <a:gd name="csY29" fmla="*/ 2479538 h 3054776"/>
                <a:gd name="csX30" fmla="*/ 934616 w 1027338"/>
                <a:gd name="csY30" fmla="*/ 2566217 h 3054776"/>
                <a:gd name="csX31" fmla="*/ 925940 w 1027338"/>
                <a:gd name="csY31" fmla="*/ 2587768 h 3054776"/>
                <a:gd name="csX32" fmla="*/ 884416 w 1027338"/>
                <a:gd name="csY32" fmla="*/ 2730113 h 3054776"/>
                <a:gd name="csX33" fmla="*/ 853906 w 1027338"/>
                <a:gd name="csY33" fmla="*/ 2845299 h 3054776"/>
                <a:gd name="csX34" fmla="*/ 762465 w 1027338"/>
                <a:gd name="csY34" fmla="*/ 2956333 h 3054776"/>
                <a:gd name="csX35" fmla="*/ 697245 w 1027338"/>
                <a:gd name="csY35" fmla="*/ 2988991 h 3054776"/>
                <a:gd name="csX36" fmla="*/ 649427 w 1027338"/>
                <a:gd name="csY36" fmla="*/ 3015116 h 3054776"/>
                <a:gd name="csX37" fmla="*/ 612243 w 1027338"/>
                <a:gd name="csY37" fmla="*/ 3034710 h 3054776"/>
                <a:gd name="csX38" fmla="*/ 448957 w 1027338"/>
                <a:gd name="csY38" fmla="*/ 2971904 h 3054776"/>
                <a:gd name="csX39" fmla="*/ 305266 w 1027338"/>
                <a:gd name="csY39" fmla="*/ 3054304 h 3054776"/>
                <a:gd name="csX40" fmla="*/ 327585 w 1027338"/>
                <a:gd name="csY40" fmla="*/ 2924282 h 3054776"/>
                <a:gd name="csX41" fmla="*/ 253014 w 1027338"/>
                <a:gd name="csY41" fmla="*/ 2956333 h 3054776"/>
                <a:gd name="csX42" fmla="*/ 213826 w 1027338"/>
                <a:gd name="csY42" fmla="*/ 2897550 h 3054776"/>
                <a:gd name="csX43" fmla="*/ 181168 w 1027338"/>
                <a:gd name="csY43" fmla="*/ 2806110 h 3054776"/>
                <a:gd name="csX44" fmla="*/ 155043 w 1027338"/>
                <a:gd name="csY44" fmla="*/ 2688544 h 3054776"/>
                <a:gd name="csX45" fmla="*/ 128917 w 1027338"/>
                <a:gd name="csY45" fmla="*/ 2655887 h 3054776"/>
                <a:gd name="csX46" fmla="*/ 109323 w 1027338"/>
                <a:gd name="csY46" fmla="*/ 2590573 h 3054776"/>
                <a:gd name="csX47" fmla="*/ 83197 w 1027338"/>
                <a:gd name="csY47" fmla="*/ 2492601 h 3054776"/>
                <a:gd name="csX48" fmla="*/ 70134 w 1027338"/>
                <a:gd name="csY48" fmla="*/ 2459944 h 3054776"/>
                <a:gd name="csX49" fmla="*/ 57071 w 1027338"/>
                <a:gd name="csY49" fmla="*/ 2322784 h 3054776"/>
                <a:gd name="csX0" fmla="*/ 717 w 1027338"/>
                <a:gd name="csY0" fmla="*/ 448264 h 3036299"/>
                <a:gd name="csX1" fmla="*/ 2956 w 1027338"/>
                <a:gd name="csY1" fmla="*/ 417800 h 3036299"/>
                <a:gd name="csX2" fmla="*/ 6921 w 1027338"/>
                <a:gd name="csY2" fmla="*/ 382994 h 3036299"/>
                <a:gd name="csX3" fmla="*/ 52450 w 1027338"/>
                <a:gd name="csY3" fmla="*/ 326312 h 3036299"/>
                <a:gd name="csX4" fmla="*/ 74285 w 1027338"/>
                <a:gd name="csY4" fmla="*/ 282598 h 3036299"/>
                <a:gd name="csX5" fmla="*/ 98265 w 1027338"/>
                <a:gd name="csY5" fmla="*/ 228247 h 3036299"/>
                <a:gd name="csX6" fmla="*/ 128776 w 1027338"/>
                <a:gd name="csY6" fmla="*/ 171705 h 3036299"/>
                <a:gd name="csX7" fmla="*/ 137500 w 1027338"/>
                <a:gd name="csY7" fmla="*/ 141287 h 3036299"/>
                <a:gd name="csX8" fmla="*/ 161574 w 1027338"/>
                <a:gd name="csY8" fmla="*/ 95567 h 3036299"/>
                <a:gd name="csX9" fmla="*/ 209770 w 1027338"/>
                <a:gd name="csY9" fmla="*/ 43128 h 3036299"/>
                <a:gd name="csX10" fmla="*/ 305360 w 1027338"/>
                <a:gd name="csY10" fmla="*/ 1841 h 3036299"/>
                <a:gd name="csX11" fmla="*/ 409768 w 1027338"/>
                <a:gd name="csY11" fmla="*/ 4127 h 3036299"/>
                <a:gd name="csX12" fmla="*/ 677557 w 1027338"/>
                <a:gd name="csY12" fmla="*/ 23721 h 3036299"/>
                <a:gd name="csX13" fmla="*/ 736340 w 1027338"/>
                <a:gd name="csY13" fmla="*/ 56378 h 3036299"/>
                <a:gd name="csX14" fmla="*/ 801654 w 1027338"/>
                <a:gd name="csY14" fmla="*/ 89036 h 3036299"/>
                <a:gd name="csX15" fmla="*/ 821248 w 1027338"/>
                <a:gd name="csY15" fmla="*/ 115161 h 3036299"/>
                <a:gd name="csX16" fmla="*/ 834311 w 1027338"/>
                <a:gd name="csY16" fmla="*/ 141287 h 3036299"/>
                <a:gd name="csX17" fmla="*/ 893094 w 1027338"/>
                <a:gd name="csY17" fmla="*/ 200070 h 3036299"/>
                <a:gd name="csX18" fmla="*/ 945346 w 1027338"/>
                <a:gd name="csY18" fmla="*/ 258853 h 3036299"/>
                <a:gd name="csX19" fmla="*/ 964940 w 1027338"/>
                <a:gd name="csY19" fmla="*/ 343761 h 3036299"/>
                <a:gd name="csX20" fmla="*/ 984534 w 1027338"/>
                <a:gd name="csY20" fmla="*/ 396013 h 3036299"/>
                <a:gd name="csX21" fmla="*/ 991066 w 1027338"/>
                <a:gd name="csY21" fmla="*/ 474390 h 3036299"/>
                <a:gd name="csX22" fmla="*/ 999554 w 1027338"/>
                <a:gd name="csY22" fmla="*/ 628999 h 3036299"/>
                <a:gd name="csX23" fmla="*/ 997597 w 1027338"/>
                <a:gd name="csY23" fmla="*/ 781367 h 3036299"/>
                <a:gd name="csX24" fmla="*/ 1010660 w 1027338"/>
                <a:gd name="csY24" fmla="*/ 925058 h 3036299"/>
                <a:gd name="csX25" fmla="*/ 1017191 w 1027338"/>
                <a:gd name="csY25" fmla="*/ 1493293 h 3036299"/>
                <a:gd name="csX26" fmla="*/ 991066 w 1027338"/>
                <a:gd name="csY26" fmla="*/ 2041933 h 3036299"/>
                <a:gd name="csX27" fmla="*/ 984534 w 1027338"/>
                <a:gd name="csY27" fmla="*/ 2146436 h 3036299"/>
                <a:gd name="csX28" fmla="*/ 978003 w 1027338"/>
                <a:gd name="csY28" fmla="*/ 2198687 h 3036299"/>
                <a:gd name="csX29" fmla="*/ 958408 w 1027338"/>
                <a:gd name="csY29" fmla="*/ 2479538 h 3036299"/>
                <a:gd name="csX30" fmla="*/ 934616 w 1027338"/>
                <a:gd name="csY30" fmla="*/ 2566217 h 3036299"/>
                <a:gd name="csX31" fmla="*/ 925940 w 1027338"/>
                <a:gd name="csY31" fmla="*/ 2587768 h 3036299"/>
                <a:gd name="csX32" fmla="*/ 884416 w 1027338"/>
                <a:gd name="csY32" fmla="*/ 2730113 h 3036299"/>
                <a:gd name="csX33" fmla="*/ 853906 w 1027338"/>
                <a:gd name="csY33" fmla="*/ 2845299 h 3036299"/>
                <a:gd name="csX34" fmla="*/ 762465 w 1027338"/>
                <a:gd name="csY34" fmla="*/ 2956333 h 3036299"/>
                <a:gd name="csX35" fmla="*/ 697245 w 1027338"/>
                <a:gd name="csY35" fmla="*/ 2988991 h 3036299"/>
                <a:gd name="csX36" fmla="*/ 649427 w 1027338"/>
                <a:gd name="csY36" fmla="*/ 3015116 h 3036299"/>
                <a:gd name="csX37" fmla="*/ 612243 w 1027338"/>
                <a:gd name="csY37" fmla="*/ 3034710 h 3036299"/>
                <a:gd name="csX38" fmla="*/ 448957 w 1027338"/>
                <a:gd name="csY38" fmla="*/ 2971904 h 3036299"/>
                <a:gd name="csX39" fmla="*/ 388218 w 1027338"/>
                <a:gd name="csY39" fmla="*/ 2959777 h 3036299"/>
                <a:gd name="csX40" fmla="*/ 327585 w 1027338"/>
                <a:gd name="csY40" fmla="*/ 2924282 h 3036299"/>
                <a:gd name="csX41" fmla="*/ 253014 w 1027338"/>
                <a:gd name="csY41" fmla="*/ 2956333 h 3036299"/>
                <a:gd name="csX42" fmla="*/ 213826 w 1027338"/>
                <a:gd name="csY42" fmla="*/ 2897550 h 3036299"/>
                <a:gd name="csX43" fmla="*/ 181168 w 1027338"/>
                <a:gd name="csY43" fmla="*/ 2806110 h 3036299"/>
                <a:gd name="csX44" fmla="*/ 155043 w 1027338"/>
                <a:gd name="csY44" fmla="*/ 2688544 h 3036299"/>
                <a:gd name="csX45" fmla="*/ 128917 w 1027338"/>
                <a:gd name="csY45" fmla="*/ 2655887 h 3036299"/>
                <a:gd name="csX46" fmla="*/ 109323 w 1027338"/>
                <a:gd name="csY46" fmla="*/ 2590573 h 3036299"/>
                <a:gd name="csX47" fmla="*/ 83197 w 1027338"/>
                <a:gd name="csY47" fmla="*/ 2492601 h 3036299"/>
                <a:gd name="csX48" fmla="*/ 70134 w 1027338"/>
                <a:gd name="csY48" fmla="*/ 2459944 h 3036299"/>
                <a:gd name="csX49" fmla="*/ 57071 w 1027338"/>
                <a:gd name="csY49" fmla="*/ 2322784 h 3036299"/>
                <a:gd name="csX0" fmla="*/ 717 w 1027338"/>
                <a:gd name="csY0" fmla="*/ 448264 h 3036299"/>
                <a:gd name="csX1" fmla="*/ 2956 w 1027338"/>
                <a:gd name="csY1" fmla="*/ 417800 h 3036299"/>
                <a:gd name="csX2" fmla="*/ 6921 w 1027338"/>
                <a:gd name="csY2" fmla="*/ 382994 h 3036299"/>
                <a:gd name="csX3" fmla="*/ 52450 w 1027338"/>
                <a:gd name="csY3" fmla="*/ 326312 h 3036299"/>
                <a:gd name="csX4" fmla="*/ 74285 w 1027338"/>
                <a:gd name="csY4" fmla="*/ 282598 h 3036299"/>
                <a:gd name="csX5" fmla="*/ 98265 w 1027338"/>
                <a:gd name="csY5" fmla="*/ 228247 h 3036299"/>
                <a:gd name="csX6" fmla="*/ 128776 w 1027338"/>
                <a:gd name="csY6" fmla="*/ 171705 h 3036299"/>
                <a:gd name="csX7" fmla="*/ 137500 w 1027338"/>
                <a:gd name="csY7" fmla="*/ 141287 h 3036299"/>
                <a:gd name="csX8" fmla="*/ 161574 w 1027338"/>
                <a:gd name="csY8" fmla="*/ 95567 h 3036299"/>
                <a:gd name="csX9" fmla="*/ 209770 w 1027338"/>
                <a:gd name="csY9" fmla="*/ 43128 h 3036299"/>
                <a:gd name="csX10" fmla="*/ 305360 w 1027338"/>
                <a:gd name="csY10" fmla="*/ 1841 h 3036299"/>
                <a:gd name="csX11" fmla="*/ 409768 w 1027338"/>
                <a:gd name="csY11" fmla="*/ 4127 h 3036299"/>
                <a:gd name="csX12" fmla="*/ 677557 w 1027338"/>
                <a:gd name="csY12" fmla="*/ 23721 h 3036299"/>
                <a:gd name="csX13" fmla="*/ 736340 w 1027338"/>
                <a:gd name="csY13" fmla="*/ 56378 h 3036299"/>
                <a:gd name="csX14" fmla="*/ 801654 w 1027338"/>
                <a:gd name="csY14" fmla="*/ 89036 h 3036299"/>
                <a:gd name="csX15" fmla="*/ 821248 w 1027338"/>
                <a:gd name="csY15" fmla="*/ 115161 h 3036299"/>
                <a:gd name="csX16" fmla="*/ 834311 w 1027338"/>
                <a:gd name="csY16" fmla="*/ 141287 h 3036299"/>
                <a:gd name="csX17" fmla="*/ 893094 w 1027338"/>
                <a:gd name="csY17" fmla="*/ 200070 h 3036299"/>
                <a:gd name="csX18" fmla="*/ 945346 w 1027338"/>
                <a:gd name="csY18" fmla="*/ 258853 h 3036299"/>
                <a:gd name="csX19" fmla="*/ 964940 w 1027338"/>
                <a:gd name="csY19" fmla="*/ 343761 h 3036299"/>
                <a:gd name="csX20" fmla="*/ 984534 w 1027338"/>
                <a:gd name="csY20" fmla="*/ 396013 h 3036299"/>
                <a:gd name="csX21" fmla="*/ 991066 w 1027338"/>
                <a:gd name="csY21" fmla="*/ 474390 h 3036299"/>
                <a:gd name="csX22" fmla="*/ 999554 w 1027338"/>
                <a:gd name="csY22" fmla="*/ 628999 h 3036299"/>
                <a:gd name="csX23" fmla="*/ 997597 w 1027338"/>
                <a:gd name="csY23" fmla="*/ 781367 h 3036299"/>
                <a:gd name="csX24" fmla="*/ 1010660 w 1027338"/>
                <a:gd name="csY24" fmla="*/ 925058 h 3036299"/>
                <a:gd name="csX25" fmla="*/ 1017191 w 1027338"/>
                <a:gd name="csY25" fmla="*/ 1493293 h 3036299"/>
                <a:gd name="csX26" fmla="*/ 991066 w 1027338"/>
                <a:gd name="csY26" fmla="*/ 2041933 h 3036299"/>
                <a:gd name="csX27" fmla="*/ 984534 w 1027338"/>
                <a:gd name="csY27" fmla="*/ 2146436 h 3036299"/>
                <a:gd name="csX28" fmla="*/ 978003 w 1027338"/>
                <a:gd name="csY28" fmla="*/ 2198687 h 3036299"/>
                <a:gd name="csX29" fmla="*/ 958408 w 1027338"/>
                <a:gd name="csY29" fmla="*/ 2479538 h 3036299"/>
                <a:gd name="csX30" fmla="*/ 934616 w 1027338"/>
                <a:gd name="csY30" fmla="*/ 2566217 h 3036299"/>
                <a:gd name="csX31" fmla="*/ 925940 w 1027338"/>
                <a:gd name="csY31" fmla="*/ 2587768 h 3036299"/>
                <a:gd name="csX32" fmla="*/ 884416 w 1027338"/>
                <a:gd name="csY32" fmla="*/ 2730113 h 3036299"/>
                <a:gd name="csX33" fmla="*/ 853906 w 1027338"/>
                <a:gd name="csY33" fmla="*/ 2845299 h 3036299"/>
                <a:gd name="csX34" fmla="*/ 762465 w 1027338"/>
                <a:gd name="csY34" fmla="*/ 2956333 h 3036299"/>
                <a:gd name="csX35" fmla="*/ 697245 w 1027338"/>
                <a:gd name="csY35" fmla="*/ 2988991 h 3036299"/>
                <a:gd name="csX36" fmla="*/ 649427 w 1027338"/>
                <a:gd name="csY36" fmla="*/ 3015116 h 3036299"/>
                <a:gd name="csX37" fmla="*/ 612243 w 1027338"/>
                <a:gd name="csY37" fmla="*/ 3034710 h 3036299"/>
                <a:gd name="csX38" fmla="*/ 448957 w 1027338"/>
                <a:gd name="csY38" fmla="*/ 2971904 h 3036299"/>
                <a:gd name="csX39" fmla="*/ 388218 w 1027338"/>
                <a:gd name="csY39" fmla="*/ 2959777 h 3036299"/>
                <a:gd name="csX40" fmla="*/ 327585 w 1027338"/>
                <a:gd name="csY40" fmla="*/ 2924282 h 3036299"/>
                <a:gd name="csX41" fmla="*/ 262659 w 1027338"/>
                <a:gd name="csY41" fmla="*/ 2910034 h 3036299"/>
                <a:gd name="csX42" fmla="*/ 213826 w 1027338"/>
                <a:gd name="csY42" fmla="*/ 2897550 h 3036299"/>
                <a:gd name="csX43" fmla="*/ 181168 w 1027338"/>
                <a:gd name="csY43" fmla="*/ 2806110 h 3036299"/>
                <a:gd name="csX44" fmla="*/ 155043 w 1027338"/>
                <a:gd name="csY44" fmla="*/ 2688544 h 3036299"/>
                <a:gd name="csX45" fmla="*/ 128917 w 1027338"/>
                <a:gd name="csY45" fmla="*/ 2655887 h 3036299"/>
                <a:gd name="csX46" fmla="*/ 109323 w 1027338"/>
                <a:gd name="csY46" fmla="*/ 2590573 h 3036299"/>
                <a:gd name="csX47" fmla="*/ 83197 w 1027338"/>
                <a:gd name="csY47" fmla="*/ 2492601 h 3036299"/>
                <a:gd name="csX48" fmla="*/ 70134 w 1027338"/>
                <a:gd name="csY48" fmla="*/ 2459944 h 3036299"/>
                <a:gd name="csX49" fmla="*/ 57071 w 1027338"/>
                <a:gd name="csY49" fmla="*/ 2322784 h 3036299"/>
                <a:gd name="csX0" fmla="*/ 717 w 1027338"/>
                <a:gd name="csY0" fmla="*/ 448264 h 3036299"/>
                <a:gd name="csX1" fmla="*/ 2956 w 1027338"/>
                <a:gd name="csY1" fmla="*/ 417800 h 3036299"/>
                <a:gd name="csX2" fmla="*/ 6921 w 1027338"/>
                <a:gd name="csY2" fmla="*/ 382994 h 3036299"/>
                <a:gd name="csX3" fmla="*/ 52450 w 1027338"/>
                <a:gd name="csY3" fmla="*/ 326312 h 3036299"/>
                <a:gd name="csX4" fmla="*/ 74285 w 1027338"/>
                <a:gd name="csY4" fmla="*/ 282598 h 3036299"/>
                <a:gd name="csX5" fmla="*/ 98265 w 1027338"/>
                <a:gd name="csY5" fmla="*/ 228247 h 3036299"/>
                <a:gd name="csX6" fmla="*/ 128776 w 1027338"/>
                <a:gd name="csY6" fmla="*/ 171705 h 3036299"/>
                <a:gd name="csX7" fmla="*/ 137500 w 1027338"/>
                <a:gd name="csY7" fmla="*/ 141287 h 3036299"/>
                <a:gd name="csX8" fmla="*/ 161574 w 1027338"/>
                <a:gd name="csY8" fmla="*/ 95567 h 3036299"/>
                <a:gd name="csX9" fmla="*/ 209770 w 1027338"/>
                <a:gd name="csY9" fmla="*/ 43128 h 3036299"/>
                <a:gd name="csX10" fmla="*/ 305360 w 1027338"/>
                <a:gd name="csY10" fmla="*/ 1841 h 3036299"/>
                <a:gd name="csX11" fmla="*/ 409768 w 1027338"/>
                <a:gd name="csY11" fmla="*/ 4127 h 3036299"/>
                <a:gd name="csX12" fmla="*/ 677557 w 1027338"/>
                <a:gd name="csY12" fmla="*/ 23721 h 3036299"/>
                <a:gd name="csX13" fmla="*/ 736340 w 1027338"/>
                <a:gd name="csY13" fmla="*/ 56378 h 3036299"/>
                <a:gd name="csX14" fmla="*/ 801654 w 1027338"/>
                <a:gd name="csY14" fmla="*/ 89036 h 3036299"/>
                <a:gd name="csX15" fmla="*/ 821248 w 1027338"/>
                <a:gd name="csY15" fmla="*/ 115161 h 3036299"/>
                <a:gd name="csX16" fmla="*/ 834311 w 1027338"/>
                <a:gd name="csY16" fmla="*/ 141287 h 3036299"/>
                <a:gd name="csX17" fmla="*/ 893094 w 1027338"/>
                <a:gd name="csY17" fmla="*/ 200070 h 3036299"/>
                <a:gd name="csX18" fmla="*/ 945346 w 1027338"/>
                <a:gd name="csY18" fmla="*/ 258853 h 3036299"/>
                <a:gd name="csX19" fmla="*/ 964940 w 1027338"/>
                <a:gd name="csY19" fmla="*/ 343761 h 3036299"/>
                <a:gd name="csX20" fmla="*/ 984534 w 1027338"/>
                <a:gd name="csY20" fmla="*/ 396013 h 3036299"/>
                <a:gd name="csX21" fmla="*/ 991066 w 1027338"/>
                <a:gd name="csY21" fmla="*/ 474390 h 3036299"/>
                <a:gd name="csX22" fmla="*/ 999554 w 1027338"/>
                <a:gd name="csY22" fmla="*/ 628999 h 3036299"/>
                <a:gd name="csX23" fmla="*/ 997597 w 1027338"/>
                <a:gd name="csY23" fmla="*/ 781367 h 3036299"/>
                <a:gd name="csX24" fmla="*/ 1010660 w 1027338"/>
                <a:gd name="csY24" fmla="*/ 925058 h 3036299"/>
                <a:gd name="csX25" fmla="*/ 1017191 w 1027338"/>
                <a:gd name="csY25" fmla="*/ 1493293 h 3036299"/>
                <a:gd name="csX26" fmla="*/ 991066 w 1027338"/>
                <a:gd name="csY26" fmla="*/ 2041933 h 3036299"/>
                <a:gd name="csX27" fmla="*/ 984534 w 1027338"/>
                <a:gd name="csY27" fmla="*/ 2146436 h 3036299"/>
                <a:gd name="csX28" fmla="*/ 978003 w 1027338"/>
                <a:gd name="csY28" fmla="*/ 2198687 h 3036299"/>
                <a:gd name="csX29" fmla="*/ 958408 w 1027338"/>
                <a:gd name="csY29" fmla="*/ 2479538 h 3036299"/>
                <a:gd name="csX30" fmla="*/ 934616 w 1027338"/>
                <a:gd name="csY30" fmla="*/ 2566217 h 3036299"/>
                <a:gd name="csX31" fmla="*/ 925940 w 1027338"/>
                <a:gd name="csY31" fmla="*/ 2587768 h 3036299"/>
                <a:gd name="csX32" fmla="*/ 884416 w 1027338"/>
                <a:gd name="csY32" fmla="*/ 2730113 h 3036299"/>
                <a:gd name="csX33" fmla="*/ 853906 w 1027338"/>
                <a:gd name="csY33" fmla="*/ 2845299 h 3036299"/>
                <a:gd name="csX34" fmla="*/ 762465 w 1027338"/>
                <a:gd name="csY34" fmla="*/ 2956333 h 3036299"/>
                <a:gd name="csX35" fmla="*/ 697245 w 1027338"/>
                <a:gd name="csY35" fmla="*/ 2988991 h 3036299"/>
                <a:gd name="csX36" fmla="*/ 649427 w 1027338"/>
                <a:gd name="csY36" fmla="*/ 3015116 h 3036299"/>
                <a:gd name="csX37" fmla="*/ 612243 w 1027338"/>
                <a:gd name="csY37" fmla="*/ 3034710 h 3036299"/>
                <a:gd name="csX38" fmla="*/ 448957 w 1027338"/>
                <a:gd name="csY38" fmla="*/ 2971904 h 3036299"/>
                <a:gd name="csX39" fmla="*/ 388218 w 1027338"/>
                <a:gd name="csY39" fmla="*/ 2959777 h 3036299"/>
                <a:gd name="csX40" fmla="*/ 335302 w 1027338"/>
                <a:gd name="csY40" fmla="*/ 2933928 h 3036299"/>
                <a:gd name="csX41" fmla="*/ 262659 w 1027338"/>
                <a:gd name="csY41" fmla="*/ 2910034 h 3036299"/>
                <a:gd name="csX42" fmla="*/ 213826 w 1027338"/>
                <a:gd name="csY42" fmla="*/ 2897550 h 3036299"/>
                <a:gd name="csX43" fmla="*/ 181168 w 1027338"/>
                <a:gd name="csY43" fmla="*/ 2806110 h 3036299"/>
                <a:gd name="csX44" fmla="*/ 155043 w 1027338"/>
                <a:gd name="csY44" fmla="*/ 2688544 h 3036299"/>
                <a:gd name="csX45" fmla="*/ 128917 w 1027338"/>
                <a:gd name="csY45" fmla="*/ 2655887 h 3036299"/>
                <a:gd name="csX46" fmla="*/ 109323 w 1027338"/>
                <a:gd name="csY46" fmla="*/ 2590573 h 3036299"/>
                <a:gd name="csX47" fmla="*/ 83197 w 1027338"/>
                <a:gd name="csY47" fmla="*/ 2492601 h 3036299"/>
                <a:gd name="csX48" fmla="*/ 70134 w 1027338"/>
                <a:gd name="csY48" fmla="*/ 2459944 h 3036299"/>
                <a:gd name="csX49" fmla="*/ 57071 w 1027338"/>
                <a:gd name="csY49" fmla="*/ 2322784 h 3036299"/>
                <a:gd name="csX0" fmla="*/ 717 w 1027338"/>
                <a:gd name="csY0" fmla="*/ 448264 h 3036299"/>
                <a:gd name="csX1" fmla="*/ 2956 w 1027338"/>
                <a:gd name="csY1" fmla="*/ 417800 h 3036299"/>
                <a:gd name="csX2" fmla="*/ 6921 w 1027338"/>
                <a:gd name="csY2" fmla="*/ 382994 h 3036299"/>
                <a:gd name="csX3" fmla="*/ 52450 w 1027338"/>
                <a:gd name="csY3" fmla="*/ 326312 h 3036299"/>
                <a:gd name="csX4" fmla="*/ 74285 w 1027338"/>
                <a:gd name="csY4" fmla="*/ 282598 h 3036299"/>
                <a:gd name="csX5" fmla="*/ 98265 w 1027338"/>
                <a:gd name="csY5" fmla="*/ 228247 h 3036299"/>
                <a:gd name="csX6" fmla="*/ 128776 w 1027338"/>
                <a:gd name="csY6" fmla="*/ 171705 h 3036299"/>
                <a:gd name="csX7" fmla="*/ 137500 w 1027338"/>
                <a:gd name="csY7" fmla="*/ 141287 h 3036299"/>
                <a:gd name="csX8" fmla="*/ 161574 w 1027338"/>
                <a:gd name="csY8" fmla="*/ 95567 h 3036299"/>
                <a:gd name="csX9" fmla="*/ 209770 w 1027338"/>
                <a:gd name="csY9" fmla="*/ 43128 h 3036299"/>
                <a:gd name="csX10" fmla="*/ 305360 w 1027338"/>
                <a:gd name="csY10" fmla="*/ 1841 h 3036299"/>
                <a:gd name="csX11" fmla="*/ 409768 w 1027338"/>
                <a:gd name="csY11" fmla="*/ 4127 h 3036299"/>
                <a:gd name="csX12" fmla="*/ 677557 w 1027338"/>
                <a:gd name="csY12" fmla="*/ 23721 h 3036299"/>
                <a:gd name="csX13" fmla="*/ 736340 w 1027338"/>
                <a:gd name="csY13" fmla="*/ 56378 h 3036299"/>
                <a:gd name="csX14" fmla="*/ 801654 w 1027338"/>
                <a:gd name="csY14" fmla="*/ 89036 h 3036299"/>
                <a:gd name="csX15" fmla="*/ 821248 w 1027338"/>
                <a:gd name="csY15" fmla="*/ 115161 h 3036299"/>
                <a:gd name="csX16" fmla="*/ 834311 w 1027338"/>
                <a:gd name="csY16" fmla="*/ 141287 h 3036299"/>
                <a:gd name="csX17" fmla="*/ 893094 w 1027338"/>
                <a:gd name="csY17" fmla="*/ 200070 h 3036299"/>
                <a:gd name="csX18" fmla="*/ 945346 w 1027338"/>
                <a:gd name="csY18" fmla="*/ 258853 h 3036299"/>
                <a:gd name="csX19" fmla="*/ 964940 w 1027338"/>
                <a:gd name="csY19" fmla="*/ 343761 h 3036299"/>
                <a:gd name="csX20" fmla="*/ 984534 w 1027338"/>
                <a:gd name="csY20" fmla="*/ 396013 h 3036299"/>
                <a:gd name="csX21" fmla="*/ 991066 w 1027338"/>
                <a:gd name="csY21" fmla="*/ 474390 h 3036299"/>
                <a:gd name="csX22" fmla="*/ 999554 w 1027338"/>
                <a:gd name="csY22" fmla="*/ 628999 h 3036299"/>
                <a:gd name="csX23" fmla="*/ 997597 w 1027338"/>
                <a:gd name="csY23" fmla="*/ 781367 h 3036299"/>
                <a:gd name="csX24" fmla="*/ 1010660 w 1027338"/>
                <a:gd name="csY24" fmla="*/ 925058 h 3036299"/>
                <a:gd name="csX25" fmla="*/ 1017191 w 1027338"/>
                <a:gd name="csY25" fmla="*/ 1493293 h 3036299"/>
                <a:gd name="csX26" fmla="*/ 991066 w 1027338"/>
                <a:gd name="csY26" fmla="*/ 2041933 h 3036299"/>
                <a:gd name="csX27" fmla="*/ 984534 w 1027338"/>
                <a:gd name="csY27" fmla="*/ 2146436 h 3036299"/>
                <a:gd name="csX28" fmla="*/ 978003 w 1027338"/>
                <a:gd name="csY28" fmla="*/ 2198687 h 3036299"/>
                <a:gd name="csX29" fmla="*/ 958408 w 1027338"/>
                <a:gd name="csY29" fmla="*/ 2479538 h 3036299"/>
                <a:gd name="csX30" fmla="*/ 934616 w 1027338"/>
                <a:gd name="csY30" fmla="*/ 2566217 h 3036299"/>
                <a:gd name="csX31" fmla="*/ 925940 w 1027338"/>
                <a:gd name="csY31" fmla="*/ 2587768 h 3036299"/>
                <a:gd name="csX32" fmla="*/ 884416 w 1027338"/>
                <a:gd name="csY32" fmla="*/ 2730113 h 3036299"/>
                <a:gd name="csX33" fmla="*/ 853906 w 1027338"/>
                <a:gd name="csY33" fmla="*/ 2845299 h 3036299"/>
                <a:gd name="csX34" fmla="*/ 762465 w 1027338"/>
                <a:gd name="csY34" fmla="*/ 2956333 h 3036299"/>
                <a:gd name="csX35" fmla="*/ 697245 w 1027338"/>
                <a:gd name="csY35" fmla="*/ 2988991 h 3036299"/>
                <a:gd name="csX36" fmla="*/ 649427 w 1027338"/>
                <a:gd name="csY36" fmla="*/ 3015116 h 3036299"/>
                <a:gd name="csX37" fmla="*/ 612243 w 1027338"/>
                <a:gd name="csY37" fmla="*/ 3034710 h 3036299"/>
                <a:gd name="csX38" fmla="*/ 448957 w 1027338"/>
                <a:gd name="csY38" fmla="*/ 2971904 h 3036299"/>
                <a:gd name="csX39" fmla="*/ 388218 w 1027338"/>
                <a:gd name="csY39" fmla="*/ 2959777 h 3036299"/>
                <a:gd name="csX40" fmla="*/ 362309 w 1027338"/>
                <a:gd name="csY40" fmla="*/ 2947432 h 3036299"/>
                <a:gd name="csX41" fmla="*/ 262659 w 1027338"/>
                <a:gd name="csY41" fmla="*/ 2910034 h 3036299"/>
                <a:gd name="csX42" fmla="*/ 213826 w 1027338"/>
                <a:gd name="csY42" fmla="*/ 2897550 h 3036299"/>
                <a:gd name="csX43" fmla="*/ 181168 w 1027338"/>
                <a:gd name="csY43" fmla="*/ 2806110 h 3036299"/>
                <a:gd name="csX44" fmla="*/ 155043 w 1027338"/>
                <a:gd name="csY44" fmla="*/ 2688544 h 3036299"/>
                <a:gd name="csX45" fmla="*/ 128917 w 1027338"/>
                <a:gd name="csY45" fmla="*/ 2655887 h 3036299"/>
                <a:gd name="csX46" fmla="*/ 109323 w 1027338"/>
                <a:gd name="csY46" fmla="*/ 2590573 h 3036299"/>
                <a:gd name="csX47" fmla="*/ 83197 w 1027338"/>
                <a:gd name="csY47" fmla="*/ 2492601 h 3036299"/>
                <a:gd name="csX48" fmla="*/ 70134 w 1027338"/>
                <a:gd name="csY48" fmla="*/ 2459944 h 3036299"/>
                <a:gd name="csX49" fmla="*/ 57071 w 1027338"/>
                <a:gd name="csY49" fmla="*/ 2322784 h 3036299"/>
                <a:gd name="csX0" fmla="*/ 717 w 1027338"/>
                <a:gd name="csY0" fmla="*/ 448264 h 3036299"/>
                <a:gd name="csX1" fmla="*/ 2956 w 1027338"/>
                <a:gd name="csY1" fmla="*/ 417800 h 3036299"/>
                <a:gd name="csX2" fmla="*/ 6921 w 1027338"/>
                <a:gd name="csY2" fmla="*/ 382994 h 3036299"/>
                <a:gd name="csX3" fmla="*/ 52450 w 1027338"/>
                <a:gd name="csY3" fmla="*/ 326312 h 3036299"/>
                <a:gd name="csX4" fmla="*/ 74285 w 1027338"/>
                <a:gd name="csY4" fmla="*/ 282598 h 3036299"/>
                <a:gd name="csX5" fmla="*/ 98265 w 1027338"/>
                <a:gd name="csY5" fmla="*/ 228247 h 3036299"/>
                <a:gd name="csX6" fmla="*/ 128776 w 1027338"/>
                <a:gd name="csY6" fmla="*/ 171705 h 3036299"/>
                <a:gd name="csX7" fmla="*/ 137500 w 1027338"/>
                <a:gd name="csY7" fmla="*/ 141287 h 3036299"/>
                <a:gd name="csX8" fmla="*/ 161574 w 1027338"/>
                <a:gd name="csY8" fmla="*/ 95567 h 3036299"/>
                <a:gd name="csX9" fmla="*/ 209770 w 1027338"/>
                <a:gd name="csY9" fmla="*/ 43128 h 3036299"/>
                <a:gd name="csX10" fmla="*/ 305360 w 1027338"/>
                <a:gd name="csY10" fmla="*/ 1841 h 3036299"/>
                <a:gd name="csX11" fmla="*/ 409768 w 1027338"/>
                <a:gd name="csY11" fmla="*/ 4127 h 3036299"/>
                <a:gd name="csX12" fmla="*/ 677557 w 1027338"/>
                <a:gd name="csY12" fmla="*/ 23721 h 3036299"/>
                <a:gd name="csX13" fmla="*/ 736340 w 1027338"/>
                <a:gd name="csY13" fmla="*/ 56378 h 3036299"/>
                <a:gd name="csX14" fmla="*/ 801654 w 1027338"/>
                <a:gd name="csY14" fmla="*/ 89036 h 3036299"/>
                <a:gd name="csX15" fmla="*/ 821248 w 1027338"/>
                <a:gd name="csY15" fmla="*/ 115161 h 3036299"/>
                <a:gd name="csX16" fmla="*/ 834311 w 1027338"/>
                <a:gd name="csY16" fmla="*/ 141287 h 3036299"/>
                <a:gd name="csX17" fmla="*/ 893094 w 1027338"/>
                <a:gd name="csY17" fmla="*/ 200070 h 3036299"/>
                <a:gd name="csX18" fmla="*/ 945346 w 1027338"/>
                <a:gd name="csY18" fmla="*/ 258853 h 3036299"/>
                <a:gd name="csX19" fmla="*/ 964940 w 1027338"/>
                <a:gd name="csY19" fmla="*/ 343761 h 3036299"/>
                <a:gd name="csX20" fmla="*/ 984534 w 1027338"/>
                <a:gd name="csY20" fmla="*/ 396013 h 3036299"/>
                <a:gd name="csX21" fmla="*/ 991066 w 1027338"/>
                <a:gd name="csY21" fmla="*/ 474390 h 3036299"/>
                <a:gd name="csX22" fmla="*/ 999554 w 1027338"/>
                <a:gd name="csY22" fmla="*/ 628999 h 3036299"/>
                <a:gd name="csX23" fmla="*/ 997597 w 1027338"/>
                <a:gd name="csY23" fmla="*/ 781367 h 3036299"/>
                <a:gd name="csX24" fmla="*/ 1010660 w 1027338"/>
                <a:gd name="csY24" fmla="*/ 925058 h 3036299"/>
                <a:gd name="csX25" fmla="*/ 1017191 w 1027338"/>
                <a:gd name="csY25" fmla="*/ 1493293 h 3036299"/>
                <a:gd name="csX26" fmla="*/ 991066 w 1027338"/>
                <a:gd name="csY26" fmla="*/ 2041933 h 3036299"/>
                <a:gd name="csX27" fmla="*/ 984534 w 1027338"/>
                <a:gd name="csY27" fmla="*/ 2146436 h 3036299"/>
                <a:gd name="csX28" fmla="*/ 978003 w 1027338"/>
                <a:gd name="csY28" fmla="*/ 2198687 h 3036299"/>
                <a:gd name="csX29" fmla="*/ 958408 w 1027338"/>
                <a:gd name="csY29" fmla="*/ 2479538 h 3036299"/>
                <a:gd name="csX30" fmla="*/ 934616 w 1027338"/>
                <a:gd name="csY30" fmla="*/ 2566217 h 3036299"/>
                <a:gd name="csX31" fmla="*/ 925940 w 1027338"/>
                <a:gd name="csY31" fmla="*/ 2587768 h 3036299"/>
                <a:gd name="csX32" fmla="*/ 884416 w 1027338"/>
                <a:gd name="csY32" fmla="*/ 2730113 h 3036299"/>
                <a:gd name="csX33" fmla="*/ 853906 w 1027338"/>
                <a:gd name="csY33" fmla="*/ 2845299 h 3036299"/>
                <a:gd name="csX34" fmla="*/ 762465 w 1027338"/>
                <a:gd name="csY34" fmla="*/ 2956333 h 3036299"/>
                <a:gd name="csX35" fmla="*/ 697245 w 1027338"/>
                <a:gd name="csY35" fmla="*/ 2988991 h 3036299"/>
                <a:gd name="csX36" fmla="*/ 649427 w 1027338"/>
                <a:gd name="csY36" fmla="*/ 3015116 h 3036299"/>
                <a:gd name="csX37" fmla="*/ 612243 w 1027338"/>
                <a:gd name="csY37" fmla="*/ 3034710 h 3036299"/>
                <a:gd name="csX38" fmla="*/ 448957 w 1027338"/>
                <a:gd name="csY38" fmla="*/ 2971904 h 3036299"/>
                <a:gd name="csX39" fmla="*/ 388218 w 1027338"/>
                <a:gd name="csY39" fmla="*/ 2959777 h 3036299"/>
                <a:gd name="csX40" fmla="*/ 362309 w 1027338"/>
                <a:gd name="csY40" fmla="*/ 2947432 h 3036299"/>
                <a:gd name="csX41" fmla="*/ 262659 w 1027338"/>
                <a:gd name="csY41" fmla="*/ 2910034 h 3036299"/>
                <a:gd name="csX42" fmla="*/ 213826 w 1027338"/>
                <a:gd name="csY42" fmla="*/ 2897550 h 3036299"/>
                <a:gd name="csX43" fmla="*/ 181168 w 1027338"/>
                <a:gd name="csY43" fmla="*/ 2806110 h 3036299"/>
                <a:gd name="csX44" fmla="*/ 155043 w 1027338"/>
                <a:gd name="csY44" fmla="*/ 2688544 h 3036299"/>
                <a:gd name="csX45" fmla="*/ 128917 w 1027338"/>
                <a:gd name="csY45" fmla="*/ 2655887 h 3036299"/>
                <a:gd name="csX46" fmla="*/ 109323 w 1027338"/>
                <a:gd name="csY46" fmla="*/ 2590573 h 3036299"/>
                <a:gd name="csX47" fmla="*/ 83197 w 1027338"/>
                <a:gd name="csY47" fmla="*/ 2492601 h 3036299"/>
                <a:gd name="csX48" fmla="*/ 70134 w 1027338"/>
                <a:gd name="csY48" fmla="*/ 2459944 h 3036299"/>
                <a:gd name="csX49" fmla="*/ 57071 w 1027338"/>
                <a:gd name="csY49" fmla="*/ 2322784 h 3036299"/>
                <a:gd name="csX0" fmla="*/ 717 w 1027338"/>
                <a:gd name="csY0" fmla="*/ 448264 h 3036299"/>
                <a:gd name="csX1" fmla="*/ 2956 w 1027338"/>
                <a:gd name="csY1" fmla="*/ 417800 h 3036299"/>
                <a:gd name="csX2" fmla="*/ 6921 w 1027338"/>
                <a:gd name="csY2" fmla="*/ 382994 h 3036299"/>
                <a:gd name="csX3" fmla="*/ 52450 w 1027338"/>
                <a:gd name="csY3" fmla="*/ 326312 h 3036299"/>
                <a:gd name="csX4" fmla="*/ 74285 w 1027338"/>
                <a:gd name="csY4" fmla="*/ 282598 h 3036299"/>
                <a:gd name="csX5" fmla="*/ 98265 w 1027338"/>
                <a:gd name="csY5" fmla="*/ 228247 h 3036299"/>
                <a:gd name="csX6" fmla="*/ 128776 w 1027338"/>
                <a:gd name="csY6" fmla="*/ 171705 h 3036299"/>
                <a:gd name="csX7" fmla="*/ 137500 w 1027338"/>
                <a:gd name="csY7" fmla="*/ 141287 h 3036299"/>
                <a:gd name="csX8" fmla="*/ 161574 w 1027338"/>
                <a:gd name="csY8" fmla="*/ 95567 h 3036299"/>
                <a:gd name="csX9" fmla="*/ 209770 w 1027338"/>
                <a:gd name="csY9" fmla="*/ 43128 h 3036299"/>
                <a:gd name="csX10" fmla="*/ 305360 w 1027338"/>
                <a:gd name="csY10" fmla="*/ 1841 h 3036299"/>
                <a:gd name="csX11" fmla="*/ 409768 w 1027338"/>
                <a:gd name="csY11" fmla="*/ 4127 h 3036299"/>
                <a:gd name="csX12" fmla="*/ 677557 w 1027338"/>
                <a:gd name="csY12" fmla="*/ 23721 h 3036299"/>
                <a:gd name="csX13" fmla="*/ 736340 w 1027338"/>
                <a:gd name="csY13" fmla="*/ 56378 h 3036299"/>
                <a:gd name="csX14" fmla="*/ 801654 w 1027338"/>
                <a:gd name="csY14" fmla="*/ 89036 h 3036299"/>
                <a:gd name="csX15" fmla="*/ 821248 w 1027338"/>
                <a:gd name="csY15" fmla="*/ 115161 h 3036299"/>
                <a:gd name="csX16" fmla="*/ 834311 w 1027338"/>
                <a:gd name="csY16" fmla="*/ 141287 h 3036299"/>
                <a:gd name="csX17" fmla="*/ 893094 w 1027338"/>
                <a:gd name="csY17" fmla="*/ 200070 h 3036299"/>
                <a:gd name="csX18" fmla="*/ 945346 w 1027338"/>
                <a:gd name="csY18" fmla="*/ 258853 h 3036299"/>
                <a:gd name="csX19" fmla="*/ 964940 w 1027338"/>
                <a:gd name="csY19" fmla="*/ 343761 h 3036299"/>
                <a:gd name="csX20" fmla="*/ 984534 w 1027338"/>
                <a:gd name="csY20" fmla="*/ 396013 h 3036299"/>
                <a:gd name="csX21" fmla="*/ 991066 w 1027338"/>
                <a:gd name="csY21" fmla="*/ 474390 h 3036299"/>
                <a:gd name="csX22" fmla="*/ 999554 w 1027338"/>
                <a:gd name="csY22" fmla="*/ 628999 h 3036299"/>
                <a:gd name="csX23" fmla="*/ 997597 w 1027338"/>
                <a:gd name="csY23" fmla="*/ 781367 h 3036299"/>
                <a:gd name="csX24" fmla="*/ 1010660 w 1027338"/>
                <a:gd name="csY24" fmla="*/ 925058 h 3036299"/>
                <a:gd name="csX25" fmla="*/ 1017191 w 1027338"/>
                <a:gd name="csY25" fmla="*/ 1493293 h 3036299"/>
                <a:gd name="csX26" fmla="*/ 991066 w 1027338"/>
                <a:gd name="csY26" fmla="*/ 2041933 h 3036299"/>
                <a:gd name="csX27" fmla="*/ 984534 w 1027338"/>
                <a:gd name="csY27" fmla="*/ 2146436 h 3036299"/>
                <a:gd name="csX28" fmla="*/ 978003 w 1027338"/>
                <a:gd name="csY28" fmla="*/ 2198687 h 3036299"/>
                <a:gd name="csX29" fmla="*/ 958408 w 1027338"/>
                <a:gd name="csY29" fmla="*/ 2479538 h 3036299"/>
                <a:gd name="csX30" fmla="*/ 934616 w 1027338"/>
                <a:gd name="csY30" fmla="*/ 2566217 h 3036299"/>
                <a:gd name="csX31" fmla="*/ 925940 w 1027338"/>
                <a:gd name="csY31" fmla="*/ 2587768 h 3036299"/>
                <a:gd name="csX32" fmla="*/ 884416 w 1027338"/>
                <a:gd name="csY32" fmla="*/ 2730113 h 3036299"/>
                <a:gd name="csX33" fmla="*/ 853906 w 1027338"/>
                <a:gd name="csY33" fmla="*/ 2845299 h 3036299"/>
                <a:gd name="csX34" fmla="*/ 762465 w 1027338"/>
                <a:gd name="csY34" fmla="*/ 2956333 h 3036299"/>
                <a:gd name="csX35" fmla="*/ 697245 w 1027338"/>
                <a:gd name="csY35" fmla="*/ 2988991 h 3036299"/>
                <a:gd name="csX36" fmla="*/ 649427 w 1027338"/>
                <a:gd name="csY36" fmla="*/ 3015116 h 3036299"/>
                <a:gd name="csX37" fmla="*/ 612243 w 1027338"/>
                <a:gd name="csY37" fmla="*/ 3034710 h 3036299"/>
                <a:gd name="csX38" fmla="*/ 448957 w 1027338"/>
                <a:gd name="csY38" fmla="*/ 2971904 h 3036299"/>
                <a:gd name="csX39" fmla="*/ 388218 w 1027338"/>
                <a:gd name="csY39" fmla="*/ 2959777 h 3036299"/>
                <a:gd name="csX40" fmla="*/ 362309 w 1027338"/>
                <a:gd name="csY40" fmla="*/ 2947432 h 3036299"/>
                <a:gd name="csX41" fmla="*/ 262659 w 1027338"/>
                <a:gd name="csY41" fmla="*/ 2910034 h 3036299"/>
                <a:gd name="csX42" fmla="*/ 213826 w 1027338"/>
                <a:gd name="csY42" fmla="*/ 2897550 h 3036299"/>
                <a:gd name="csX43" fmla="*/ 181168 w 1027338"/>
                <a:gd name="csY43" fmla="*/ 2806110 h 3036299"/>
                <a:gd name="csX44" fmla="*/ 155043 w 1027338"/>
                <a:gd name="csY44" fmla="*/ 2688544 h 3036299"/>
                <a:gd name="csX45" fmla="*/ 128917 w 1027338"/>
                <a:gd name="csY45" fmla="*/ 2655887 h 3036299"/>
                <a:gd name="csX46" fmla="*/ 109323 w 1027338"/>
                <a:gd name="csY46" fmla="*/ 2590573 h 3036299"/>
                <a:gd name="csX47" fmla="*/ 83197 w 1027338"/>
                <a:gd name="csY47" fmla="*/ 2492601 h 3036299"/>
                <a:gd name="csX48" fmla="*/ 70134 w 1027338"/>
                <a:gd name="csY48" fmla="*/ 2459944 h 3036299"/>
                <a:gd name="csX49" fmla="*/ 57071 w 1027338"/>
                <a:gd name="csY49" fmla="*/ 2322784 h 3036299"/>
                <a:gd name="csX0" fmla="*/ 717 w 1027338"/>
                <a:gd name="csY0" fmla="*/ 448264 h 3015129"/>
                <a:gd name="csX1" fmla="*/ 2956 w 1027338"/>
                <a:gd name="csY1" fmla="*/ 417800 h 3015129"/>
                <a:gd name="csX2" fmla="*/ 6921 w 1027338"/>
                <a:gd name="csY2" fmla="*/ 382994 h 3015129"/>
                <a:gd name="csX3" fmla="*/ 52450 w 1027338"/>
                <a:gd name="csY3" fmla="*/ 326312 h 3015129"/>
                <a:gd name="csX4" fmla="*/ 74285 w 1027338"/>
                <a:gd name="csY4" fmla="*/ 282598 h 3015129"/>
                <a:gd name="csX5" fmla="*/ 98265 w 1027338"/>
                <a:gd name="csY5" fmla="*/ 228247 h 3015129"/>
                <a:gd name="csX6" fmla="*/ 128776 w 1027338"/>
                <a:gd name="csY6" fmla="*/ 171705 h 3015129"/>
                <a:gd name="csX7" fmla="*/ 137500 w 1027338"/>
                <a:gd name="csY7" fmla="*/ 141287 h 3015129"/>
                <a:gd name="csX8" fmla="*/ 161574 w 1027338"/>
                <a:gd name="csY8" fmla="*/ 95567 h 3015129"/>
                <a:gd name="csX9" fmla="*/ 209770 w 1027338"/>
                <a:gd name="csY9" fmla="*/ 43128 h 3015129"/>
                <a:gd name="csX10" fmla="*/ 305360 w 1027338"/>
                <a:gd name="csY10" fmla="*/ 1841 h 3015129"/>
                <a:gd name="csX11" fmla="*/ 409768 w 1027338"/>
                <a:gd name="csY11" fmla="*/ 4127 h 3015129"/>
                <a:gd name="csX12" fmla="*/ 677557 w 1027338"/>
                <a:gd name="csY12" fmla="*/ 23721 h 3015129"/>
                <a:gd name="csX13" fmla="*/ 736340 w 1027338"/>
                <a:gd name="csY13" fmla="*/ 56378 h 3015129"/>
                <a:gd name="csX14" fmla="*/ 801654 w 1027338"/>
                <a:gd name="csY14" fmla="*/ 89036 h 3015129"/>
                <a:gd name="csX15" fmla="*/ 821248 w 1027338"/>
                <a:gd name="csY15" fmla="*/ 115161 h 3015129"/>
                <a:gd name="csX16" fmla="*/ 834311 w 1027338"/>
                <a:gd name="csY16" fmla="*/ 141287 h 3015129"/>
                <a:gd name="csX17" fmla="*/ 893094 w 1027338"/>
                <a:gd name="csY17" fmla="*/ 200070 h 3015129"/>
                <a:gd name="csX18" fmla="*/ 945346 w 1027338"/>
                <a:gd name="csY18" fmla="*/ 258853 h 3015129"/>
                <a:gd name="csX19" fmla="*/ 964940 w 1027338"/>
                <a:gd name="csY19" fmla="*/ 343761 h 3015129"/>
                <a:gd name="csX20" fmla="*/ 984534 w 1027338"/>
                <a:gd name="csY20" fmla="*/ 396013 h 3015129"/>
                <a:gd name="csX21" fmla="*/ 991066 w 1027338"/>
                <a:gd name="csY21" fmla="*/ 474390 h 3015129"/>
                <a:gd name="csX22" fmla="*/ 999554 w 1027338"/>
                <a:gd name="csY22" fmla="*/ 628999 h 3015129"/>
                <a:gd name="csX23" fmla="*/ 997597 w 1027338"/>
                <a:gd name="csY23" fmla="*/ 781367 h 3015129"/>
                <a:gd name="csX24" fmla="*/ 1010660 w 1027338"/>
                <a:gd name="csY24" fmla="*/ 925058 h 3015129"/>
                <a:gd name="csX25" fmla="*/ 1017191 w 1027338"/>
                <a:gd name="csY25" fmla="*/ 1493293 h 3015129"/>
                <a:gd name="csX26" fmla="*/ 991066 w 1027338"/>
                <a:gd name="csY26" fmla="*/ 2041933 h 3015129"/>
                <a:gd name="csX27" fmla="*/ 984534 w 1027338"/>
                <a:gd name="csY27" fmla="*/ 2146436 h 3015129"/>
                <a:gd name="csX28" fmla="*/ 978003 w 1027338"/>
                <a:gd name="csY28" fmla="*/ 2198687 h 3015129"/>
                <a:gd name="csX29" fmla="*/ 958408 w 1027338"/>
                <a:gd name="csY29" fmla="*/ 2479538 h 3015129"/>
                <a:gd name="csX30" fmla="*/ 934616 w 1027338"/>
                <a:gd name="csY30" fmla="*/ 2566217 h 3015129"/>
                <a:gd name="csX31" fmla="*/ 925940 w 1027338"/>
                <a:gd name="csY31" fmla="*/ 2587768 h 3015129"/>
                <a:gd name="csX32" fmla="*/ 884416 w 1027338"/>
                <a:gd name="csY32" fmla="*/ 2730113 h 3015129"/>
                <a:gd name="csX33" fmla="*/ 853906 w 1027338"/>
                <a:gd name="csY33" fmla="*/ 2845299 h 3015129"/>
                <a:gd name="csX34" fmla="*/ 762465 w 1027338"/>
                <a:gd name="csY34" fmla="*/ 2956333 h 3015129"/>
                <a:gd name="csX35" fmla="*/ 697245 w 1027338"/>
                <a:gd name="csY35" fmla="*/ 2988991 h 3015129"/>
                <a:gd name="csX36" fmla="*/ 649427 w 1027338"/>
                <a:gd name="csY36" fmla="*/ 3015116 h 3015129"/>
                <a:gd name="csX37" fmla="*/ 550511 w 1027338"/>
                <a:gd name="csY37" fmla="*/ 2992269 h 3015129"/>
                <a:gd name="csX38" fmla="*/ 448957 w 1027338"/>
                <a:gd name="csY38" fmla="*/ 2971904 h 3015129"/>
                <a:gd name="csX39" fmla="*/ 388218 w 1027338"/>
                <a:gd name="csY39" fmla="*/ 2959777 h 3015129"/>
                <a:gd name="csX40" fmla="*/ 362309 w 1027338"/>
                <a:gd name="csY40" fmla="*/ 2947432 h 3015129"/>
                <a:gd name="csX41" fmla="*/ 262659 w 1027338"/>
                <a:gd name="csY41" fmla="*/ 2910034 h 3015129"/>
                <a:gd name="csX42" fmla="*/ 213826 w 1027338"/>
                <a:gd name="csY42" fmla="*/ 2897550 h 3015129"/>
                <a:gd name="csX43" fmla="*/ 181168 w 1027338"/>
                <a:gd name="csY43" fmla="*/ 2806110 h 3015129"/>
                <a:gd name="csX44" fmla="*/ 155043 w 1027338"/>
                <a:gd name="csY44" fmla="*/ 2688544 h 3015129"/>
                <a:gd name="csX45" fmla="*/ 128917 w 1027338"/>
                <a:gd name="csY45" fmla="*/ 2655887 h 3015129"/>
                <a:gd name="csX46" fmla="*/ 109323 w 1027338"/>
                <a:gd name="csY46" fmla="*/ 2590573 h 3015129"/>
                <a:gd name="csX47" fmla="*/ 83197 w 1027338"/>
                <a:gd name="csY47" fmla="*/ 2492601 h 3015129"/>
                <a:gd name="csX48" fmla="*/ 70134 w 1027338"/>
                <a:gd name="csY48" fmla="*/ 2459944 h 3015129"/>
                <a:gd name="csX49" fmla="*/ 57071 w 1027338"/>
                <a:gd name="csY49" fmla="*/ 2322784 h 3015129"/>
                <a:gd name="csX0" fmla="*/ 717 w 1027338"/>
                <a:gd name="csY0" fmla="*/ 448264 h 2999742"/>
                <a:gd name="csX1" fmla="*/ 2956 w 1027338"/>
                <a:gd name="csY1" fmla="*/ 417800 h 2999742"/>
                <a:gd name="csX2" fmla="*/ 6921 w 1027338"/>
                <a:gd name="csY2" fmla="*/ 382994 h 2999742"/>
                <a:gd name="csX3" fmla="*/ 52450 w 1027338"/>
                <a:gd name="csY3" fmla="*/ 326312 h 2999742"/>
                <a:gd name="csX4" fmla="*/ 74285 w 1027338"/>
                <a:gd name="csY4" fmla="*/ 282598 h 2999742"/>
                <a:gd name="csX5" fmla="*/ 98265 w 1027338"/>
                <a:gd name="csY5" fmla="*/ 228247 h 2999742"/>
                <a:gd name="csX6" fmla="*/ 128776 w 1027338"/>
                <a:gd name="csY6" fmla="*/ 171705 h 2999742"/>
                <a:gd name="csX7" fmla="*/ 137500 w 1027338"/>
                <a:gd name="csY7" fmla="*/ 141287 h 2999742"/>
                <a:gd name="csX8" fmla="*/ 161574 w 1027338"/>
                <a:gd name="csY8" fmla="*/ 95567 h 2999742"/>
                <a:gd name="csX9" fmla="*/ 209770 w 1027338"/>
                <a:gd name="csY9" fmla="*/ 43128 h 2999742"/>
                <a:gd name="csX10" fmla="*/ 305360 w 1027338"/>
                <a:gd name="csY10" fmla="*/ 1841 h 2999742"/>
                <a:gd name="csX11" fmla="*/ 409768 w 1027338"/>
                <a:gd name="csY11" fmla="*/ 4127 h 2999742"/>
                <a:gd name="csX12" fmla="*/ 677557 w 1027338"/>
                <a:gd name="csY12" fmla="*/ 23721 h 2999742"/>
                <a:gd name="csX13" fmla="*/ 736340 w 1027338"/>
                <a:gd name="csY13" fmla="*/ 56378 h 2999742"/>
                <a:gd name="csX14" fmla="*/ 801654 w 1027338"/>
                <a:gd name="csY14" fmla="*/ 89036 h 2999742"/>
                <a:gd name="csX15" fmla="*/ 821248 w 1027338"/>
                <a:gd name="csY15" fmla="*/ 115161 h 2999742"/>
                <a:gd name="csX16" fmla="*/ 834311 w 1027338"/>
                <a:gd name="csY16" fmla="*/ 141287 h 2999742"/>
                <a:gd name="csX17" fmla="*/ 893094 w 1027338"/>
                <a:gd name="csY17" fmla="*/ 200070 h 2999742"/>
                <a:gd name="csX18" fmla="*/ 945346 w 1027338"/>
                <a:gd name="csY18" fmla="*/ 258853 h 2999742"/>
                <a:gd name="csX19" fmla="*/ 964940 w 1027338"/>
                <a:gd name="csY19" fmla="*/ 343761 h 2999742"/>
                <a:gd name="csX20" fmla="*/ 984534 w 1027338"/>
                <a:gd name="csY20" fmla="*/ 396013 h 2999742"/>
                <a:gd name="csX21" fmla="*/ 991066 w 1027338"/>
                <a:gd name="csY21" fmla="*/ 474390 h 2999742"/>
                <a:gd name="csX22" fmla="*/ 999554 w 1027338"/>
                <a:gd name="csY22" fmla="*/ 628999 h 2999742"/>
                <a:gd name="csX23" fmla="*/ 997597 w 1027338"/>
                <a:gd name="csY23" fmla="*/ 781367 h 2999742"/>
                <a:gd name="csX24" fmla="*/ 1010660 w 1027338"/>
                <a:gd name="csY24" fmla="*/ 925058 h 2999742"/>
                <a:gd name="csX25" fmla="*/ 1017191 w 1027338"/>
                <a:gd name="csY25" fmla="*/ 1493293 h 2999742"/>
                <a:gd name="csX26" fmla="*/ 991066 w 1027338"/>
                <a:gd name="csY26" fmla="*/ 2041933 h 2999742"/>
                <a:gd name="csX27" fmla="*/ 984534 w 1027338"/>
                <a:gd name="csY27" fmla="*/ 2146436 h 2999742"/>
                <a:gd name="csX28" fmla="*/ 978003 w 1027338"/>
                <a:gd name="csY28" fmla="*/ 2198687 h 2999742"/>
                <a:gd name="csX29" fmla="*/ 958408 w 1027338"/>
                <a:gd name="csY29" fmla="*/ 2479538 h 2999742"/>
                <a:gd name="csX30" fmla="*/ 934616 w 1027338"/>
                <a:gd name="csY30" fmla="*/ 2566217 h 2999742"/>
                <a:gd name="csX31" fmla="*/ 925940 w 1027338"/>
                <a:gd name="csY31" fmla="*/ 2587768 h 2999742"/>
                <a:gd name="csX32" fmla="*/ 884416 w 1027338"/>
                <a:gd name="csY32" fmla="*/ 2730113 h 2999742"/>
                <a:gd name="csX33" fmla="*/ 853906 w 1027338"/>
                <a:gd name="csY33" fmla="*/ 2845299 h 2999742"/>
                <a:gd name="csX34" fmla="*/ 762465 w 1027338"/>
                <a:gd name="csY34" fmla="*/ 2956333 h 2999742"/>
                <a:gd name="csX35" fmla="*/ 697245 w 1027338"/>
                <a:gd name="csY35" fmla="*/ 2988991 h 2999742"/>
                <a:gd name="csX36" fmla="*/ 641710 w 1027338"/>
                <a:gd name="csY36" fmla="*/ 2999684 h 2999742"/>
                <a:gd name="csX37" fmla="*/ 550511 w 1027338"/>
                <a:gd name="csY37" fmla="*/ 2992269 h 2999742"/>
                <a:gd name="csX38" fmla="*/ 448957 w 1027338"/>
                <a:gd name="csY38" fmla="*/ 2971904 h 2999742"/>
                <a:gd name="csX39" fmla="*/ 388218 w 1027338"/>
                <a:gd name="csY39" fmla="*/ 2959777 h 2999742"/>
                <a:gd name="csX40" fmla="*/ 362309 w 1027338"/>
                <a:gd name="csY40" fmla="*/ 2947432 h 2999742"/>
                <a:gd name="csX41" fmla="*/ 262659 w 1027338"/>
                <a:gd name="csY41" fmla="*/ 2910034 h 2999742"/>
                <a:gd name="csX42" fmla="*/ 213826 w 1027338"/>
                <a:gd name="csY42" fmla="*/ 2897550 h 2999742"/>
                <a:gd name="csX43" fmla="*/ 181168 w 1027338"/>
                <a:gd name="csY43" fmla="*/ 2806110 h 2999742"/>
                <a:gd name="csX44" fmla="*/ 155043 w 1027338"/>
                <a:gd name="csY44" fmla="*/ 2688544 h 2999742"/>
                <a:gd name="csX45" fmla="*/ 128917 w 1027338"/>
                <a:gd name="csY45" fmla="*/ 2655887 h 2999742"/>
                <a:gd name="csX46" fmla="*/ 109323 w 1027338"/>
                <a:gd name="csY46" fmla="*/ 2590573 h 2999742"/>
                <a:gd name="csX47" fmla="*/ 83197 w 1027338"/>
                <a:gd name="csY47" fmla="*/ 2492601 h 2999742"/>
                <a:gd name="csX48" fmla="*/ 70134 w 1027338"/>
                <a:gd name="csY48" fmla="*/ 2459944 h 2999742"/>
                <a:gd name="csX49" fmla="*/ 57071 w 1027338"/>
                <a:gd name="csY49" fmla="*/ 2322784 h 2999742"/>
                <a:gd name="csX0" fmla="*/ 717 w 1027338"/>
                <a:gd name="csY0" fmla="*/ 448264 h 2999742"/>
                <a:gd name="csX1" fmla="*/ 2956 w 1027338"/>
                <a:gd name="csY1" fmla="*/ 417800 h 2999742"/>
                <a:gd name="csX2" fmla="*/ 6921 w 1027338"/>
                <a:gd name="csY2" fmla="*/ 382994 h 2999742"/>
                <a:gd name="csX3" fmla="*/ 52450 w 1027338"/>
                <a:gd name="csY3" fmla="*/ 326312 h 2999742"/>
                <a:gd name="csX4" fmla="*/ 74285 w 1027338"/>
                <a:gd name="csY4" fmla="*/ 282598 h 2999742"/>
                <a:gd name="csX5" fmla="*/ 98265 w 1027338"/>
                <a:gd name="csY5" fmla="*/ 228247 h 2999742"/>
                <a:gd name="csX6" fmla="*/ 128776 w 1027338"/>
                <a:gd name="csY6" fmla="*/ 171705 h 2999742"/>
                <a:gd name="csX7" fmla="*/ 137500 w 1027338"/>
                <a:gd name="csY7" fmla="*/ 141287 h 2999742"/>
                <a:gd name="csX8" fmla="*/ 161574 w 1027338"/>
                <a:gd name="csY8" fmla="*/ 95567 h 2999742"/>
                <a:gd name="csX9" fmla="*/ 209770 w 1027338"/>
                <a:gd name="csY9" fmla="*/ 43128 h 2999742"/>
                <a:gd name="csX10" fmla="*/ 305360 w 1027338"/>
                <a:gd name="csY10" fmla="*/ 1841 h 2999742"/>
                <a:gd name="csX11" fmla="*/ 409768 w 1027338"/>
                <a:gd name="csY11" fmla="*/ 4127 h 2999742"/>
                <a:gd name="csX12" fmla="*/ 677557 w 1027338"/>
                <a:gd name="csY12" fmla="*/ 23721 h 2999742"/>
                <a:gd name="csX13" fmla="*/ 736340 w 1027338"/>
                <a:gd name="csY13" fmla="*/ 56378 h 2999742"/>
                <a:gd name="csX14" fmla="*/ 801654 w 1027338"/>
                <a:gd name="csY14" fmla="*/ 89036 h 2999742"/>
                <a:gd name="csX15" fmla="*/ 821248 w 1027338"/>
                <a:gd name="csY15" fmla="*/ 115161 h 2999742"/>
                <a:gd name="csX16" fmla="*/ 834311 w 1027338"/>
                <a:gd name="csY16" fmla="*/ 141287 h 2999742"/>
                <a:gd name="csX17" fmla="*/ 893094 w 1027338"/>
                <a:gd name="csY17" fmla="*/ 200070 h 2999742"/>
                <a:gd name="csX18" fmla="*/ 945346 w 1027338"/>
                <a:gd name="csY18" fmla="*/ 258853 h 2999742"/>
                <a:gd name="csX19" fmla="*/ 964940 w 1027338"/>
                <a:gd name="csY19" fmla="*/ 343761 h 2999742"/>
                <a:gd name="csX20" fmla="*/ 984534 w 1027338"/>
                <a:gd name="csY20" fmla="*/ 396013 h 2999742"/>
                <a:gd name="csX21" fmla="*/ 991066 w 1027338"/>
                <a:gd name="csY21" fmla="*/ 474390 h 2999742"/>
                <a:gd name="csX22" fmla="*/ 999554 w 1027338"/>
                <a:gd name="csY22" fmla="*/ 628999 h 2999742"/>
                <a:gd name="csX23" fmla="*/ 997597 w 1027338"/>
                <a:gd name="csY23" fmla="*/ 781367 h 2999742"/>
                <a:gd name="csX24" fmla="*/ 1010660 w 1027338"/>
                <a:gd name="csY24" fmla="*/ 925058 h 2999742"/>
                <a:gd name="csX25" fmla="*/ 1017191 w 1027338"/>
                <a:gd name="csY25" fmla="*/ 1493293 h 2999742"/>
                <a:gd name="csX26" fmla="*/ 991066 w 1027338"/>
                <a:gd name="csY26" fmla="*/ 2041933 h 2999742"/>
                <a:gd name="csX27" fmla="*/ 984534 w 1027338"/>
                <a:gd name="csY27" fmla="*/ 2146436 h 2999742"/>
                <a:gd name="csX28" fmla="*/ 978003 w 1027338"/>
                <a:gd name="csY28" fmla="*/ 2198687 h 2999742"/>
                <a:gd name="csX29" fmla="*/ 958408 w 1027338"/>
                <a:gd name="csY29" fmla="*/ 2479538 h 2999742"/>
                <a:gd name="csX30" fmla="*/ 934616 w 1027338"/>
                <a:gd name="csY30" fmla="*/ 2566217 h 2999742"/>
                <a:gd name="csX31" fmla="*/ 925940 w 1027338"/>
                <a:gd name="csY31" fmla="*/ 2587768 h 2999742"/>
                <a:gd name="csX32" fmla="*/ 884416 w 1027338"/>
                <a:gd name="csY32" fmla="*/ 2730113 h 2999742"/>
                <a:gd name="csX33" fmla="*/ 853906 w 1027338"/>
                <a:gd name="csY33" fmla="*/ 2845299 h 2999742"/>
                <a:gd name="csX34" fmla="*/ 762465 w 1027338"/>
                <a:gd name="csY34" fmla="*/ 2956333 h 2999742"/>
                <a:gd name="csX35" fmla="*/ 697245 w 1027338"/>
                <a:gd name="csY35" fmla="*/ 2988991 h 2999742"/>
                <a:gd name="csX36" fmla="*/ 641710 w 1027338"/>
                <a:gd name="csY36" fmla="*/ 2999684 h 2999742"/>
                <a:gd name="csX37" fmla="*/ 550511 w 1027338"/>
                <a:gd name="csY37" fmla="*/ 2992269 h 2999742"/>
                <a:gd name="csX38" fmla="*/ 448957 w 1027338"/>
                <a:gd name="csY38" fmla="*/ 2971904 h 2999742"/>
                <a:gd name="csX39" fmla="*/ 388218 w 1027338"/>
                <a:gd name="csY39" fmla="*/ 2959777 h 2999742"/>
                <a:gd name="csX40" fmla="*/ 362309 w 1027338"/>
                <a:gd name="csY40" fmla="*/ 2947432 h 2999742"/>
                <a:gd name="csX41" fmla="*/ 262659 w 1027338"/>
                <a:gd name="csY41" fmla="*/ 2910034 h 2999742"/>
                <a:gd name="csX42" fmla="*/ 213826 w 1027338"/>
                <a:gd name="csY42" fmla="*/ 2897550 h 2999742"/>
                <a:gd name="csX43" fmla="*/ 181168 w 1027338"/>
                <a:gd name="csY43" fmla="*/ 2806110 h 2999742"/>
                <a:gd name="csX44" fmla="*/ 155043 w 1027338"/>
                <a:gd name="csY44" fmla="*/ 2688544 h 2999742"/>
                <a:gd name="csX45" fmla="*/ 128917 w 1027338"/>
                <a:gd name="csY45" fmla="*/ 2655887 h 2999742"/>
                <a:gd name="csX46" fmla="*/ 109323 w 1027338"/>
                <a:gd name="csY46" fmla="*/ 2590573 h 2999742"/>
                <a:gd name="csX47" fmla="*/ 83197 w 1027338"/>
                <a:gd name="csY47" fmla="*/ 2492601 h 2999742"/>
                <a:gd name="csX48" fmla="*/ 70134 w 1027338"/>
                <a:gd name="csY48" fmla="*/ 2459944 h 2999742"/>
                <a:gd name="csX49" fmla="*/ 57071 w 1027338"/>
                <a:gd name="csY49" fmla="*/ 2322784 h 2999742"/>
                <a:gd name="csX0" fmla="*/ 717 w 1027338"/>
                <a:gd name="csY0" fmla="*/ 448264 h 2999742"/>
                <a:gd name="csX1" fmla="*/ 2956 w 1027338"/>
                <a:gd name="csY1" fmla="*/ 417800 h 2999742"/>
                <a:gd name="csX2" fmla="*/ 6921 w 1027338"/>
                <a:gd name="csY2" fmla="*/ 382994 h 2999742"/>
                <a:gd name="csX3" fmla="*/ 52450 w 1027338"/>
                <a:gd name="csY3" fmla="*/ 326312 h 2999742"/>
                <a:gd name="csX4" fmla="*/ 74285 w 1027338"/>
                <a:gd name="csY4" fmla="*/ 282598 h 2999742"/>
                <a:gd name="csX5" fmla="*/ 98265 w 1027338"/>
                <a:gd name="csY5" fmla="*/ 228247 h 2999742"/>
                <a:gd name="csX6" fmla="*/ 128776 w 1027338"/>
                <a:gd name="csY6" fmla="*/ 171705 h 2999742"/>
                <a:gd name="csX7" fmla="*/ 137500 w 1027338"/>
                <a:gd name="csY7" fmla="*/ 141287 h 2999742"/>
                <a:gd name="csX8" fmla="*/ 161574 w 1027338"/>
                <a:gd name="csY8" fmla="*/ 95567 h 2999742"/>
                <a:gd name="csX9" fmla="*/ 209770 w 1027338"/>
                <a:gd name="csY9" fmla="*/ 43128 h 2999742"/>
                <a:gd name="csX10" fmla="*/ 305360 w 1027338"/>
                <a:gd name="csY10" fmla="*/ 1841 h 2999742"/>
                <a:gd name="csX11" fmla="*/ 409768 w 1027338"/>
                <a:gd name="csY11" fmla="*/ 4127 h 2999742"/>
                <a:gd name="csX12" fmla="*/ 677557 w 1027338"/>
                <a:gd name="csY12" fmla="*/ 23721 h 2999742"/>
                <a:gd name="csX13" fmla="*/ 736340 w 1027338"/>
                <a:gd name="csY13" fmla="*/ 56378 h 2999742"/>
                <a:gd name="csX14" fmla="*/ 801654 w 1027338"/>
                <a:gd name="csY14" fmla="*/ 89036 h 2999742"/>
                <a:gd name="csX15" fmla="*/ 821248 w 1027338"/>
                <a:gd name="csY15" fmla="*/ 115161 h 2999742"/>
                <a:gd name="csX16" fmla="*/ 834311 w 1027338"/>
                <a:gd name="csY16" fmla="*/ 141287 h 2999742"/>
                <a:gd name="csX17" fmla="*/ 893094 w 1027338"/>
                <a:gd name="csY17" fmla="*/ 200070 h 2999742"/>
                <a:gd name="csX18" fmla="*/ 945346 w 1027338"/>
                <a:gd name="csY18" fmla="*/ 258853 h 2999742"/>
                <a:gd name="csX19" fmla="*/ 964940 w 1027338"/>
                <a:gd name="csY19" fmla="*/ 343761 h 2999742"/>
                <a:gd name="csX20" fmla="*/ 984534 w 1027338"/>
                <a:gd name="csY20" fmla="*/ 396013 h 2999742"/>
                <a:gd name="csX21" fmla="*/ 991066 w 1027338"/>
                <a:gd name="csY21" fmla="*/ 474390 h 2999742"/>
                <a:gd name="csX22" fmla="*/ 999554 w 1027338"/>
                <a:gd name="csY22" fmla="*/ 628999 h 2999742"/>
                <a:gd name="csX23" fmla="*/ 997597 w 1027338"/>
                <a:gd name="csY23" fmla="*/ 781367 h 2999742"/>
                <a:gd name="csX24" fmla="*/ 1010660 w 1027338"/>
                <a:gd name="csY24" fmla="*/ 925058 h 2999742"/>
                <a:gd name="csX25" fmla="*/ 1017191 w 1027338"/>
                <a:gd name="csY25" fmla="*/ 1493293 h 2999742"/>
                <a:gd name="csX26" fmla="*/ 991066 w 1027338"/>
                <a:gd name="csY26" fmla="*/ 2041933 h 2999742"/>
                <a:gd name="csX27" fmla="*/ 984534 w 1027338"/>
                <a:gd name="csY27" fmla="*/ 2146436 h 2999742"/>
                <a:gd name="csX28" fmla="*/ 978003 w 1027338"/>
                <a:gd name="csY28" fmla="*/ 2198687 h 2999742"/>
                <a:gd name="csX29" fmla="*/ 958408 w 1027338"/>
                <a:gd name="csY29" fmla="*/ 2479538 h 2999742"/>
                <a:gd name="csX30" fmla="*/ 934616 w 1027338"/>
                <a:gd name="csY30" fmla="*/ 2566217 h 2999742"/>
                <a:gd name="csX31" fmla="*/ 925940 w 1027338"/>
                <a:gd name="csY31" fmla="*/ 2587768 h 2999742"/>
                <a:gd name="csX32" fmla="*/ 884416 w 1027338"/>
                <a:gd name="csY32" fmla="*/ 2730113 h 2999742"/>
                <a:gd name="csX33" fmla="*/ 853906 w 1027338"/>
                <a:gd name="csY33" fmla="*/ 2845299 h 2999742"/>
                <a:gd name="csX34" fmla="*/ 760536 w 1027338"/>
                <a:gd name="csY34" fmla="*/ 2942829 h 2999742"/>
                <a:gd name="csX35" fmla="*/ 697245 w 1027338"/>
                <a:gd name="csY35" fmla="*/ 2988991 h 2999742"/>
                <a:gd name="csX36" fmla="*/ 641710 w 1027338"/>
                <a:gd name="csY36" fmla="*/ 2999684 h 2999742"/>
                <a:gd name="csX37" fmla="*/ 550511 w 1027338"/>
                <a:gd name="csY37" fmla="*/ 2992269 h 2999742"/>
                <a:gd name="csX38" fmla="*/ 448957 w 1027338"/>
                <a:gd name="csY38" fmla="*/ 2971904 h 2999742"/>
                <a:gd name="csX39" fmla="*/ 388218 w 1027338"/>
                <a:gd name="csY39" fmla="*/ 2959777 h 2999742"/>
                <a:gd name="csX40" fmla="*/ 362309 w 1027338"/>
                <a:gd name="csY40" fmla="*/ 2947432 h 2999742"/>
                <a:gd name="csX41" fmla="*/ 262659 w 1027338"/>
                <a:gd name="csY41" fmla="*/ 2910034 h 2999742"/>
                <a:gd name="csX42" fmla="*/ 213826 w 1027338"/>
                <a:gd name="csY42" fmla="*/ 2897550 h 2999742"/>
                <a:gd name="csX43" fmla="*/ 181168 w 1027338"/>
                <a:gd name="csY43" fmla="*/ 2806110 h 2999742"/>
                <a:gd name="csX44" fmla="*/ 155043 w 1027338"/>
                <a:gd name="csY44" fmla="*/ 2688544 h 2999742"/>
                <a:gd name="csX45" fmla="*/ 128917 w 1027338"/>
                <a:gd name="csY45" fmla="*/ 2655887 h 2999742"/>
                <a:gd name="csX46" fmla="*/ 109323 w 1027338"/>
                <a:gd name="csY46" fmla="*/ 2590573 h 2999742"/>
                <a:gd name="csX47" fmla="*/ 83197 w 1027338"/>
                <a:gd name="csY47" fmla="*/ 2492601 h 2999742"/>
                <a:gd name="csX48" fmla="*/ 70134 w 1027338"/>
                <a:gd name="csY48" fmla="*/ 2459944 h 2999742"/>
                <a:gd name="csX49" fmla="*/ 57071 w 1027338"/>
                <a:gd name="csY49" fmla="*/ 2322784 h 2999742"/>
                <a:gd name="csX0" fmla="*/ 717 w 1027338"/>
                <a:gd name="csY0" fmla="*/ 448264 h 2999742"/>
                <a:gd name="csX1" fmla="*/ 2956 w 1027338"/>
                <a:gd name="csY1" fmla="*/ 417800 h 2999742"/>
                <a:gd name="csX2" fmla="*/ 6921 w 1027338"/>
                <a:gd name="csY2" fmla="*/ 382994 h 2999742"/>
                <a:gd name="csX3" fmla="*/ 52450 w 1027338"/>
                <a:gd name="csY3" fmla="*/ 326312 h 2999742"/>
                <a:gd name="csX4" fmla="*/ 74285 w 1027338"/>
                <a:gd name="csY4" fmla="*/ 282598 h 2999742"/>
                <a:gd name="csX5" fmla="*/ 98265 w 1027338"/>
                <a:gd name="csY5" fmla="*/ 228247 h 2999742"/>
                <a:gd name="csX6" fmla="*/ 128776 w 1027338"/>
                <a:gd name="csY6" fmla="*/ 171705 h 2999742"/>
                <a:gd name="csX7" fmla="*/ 137500 w 1027338"/>
                <a:gd name="csY7" fmla="*/ 141287 h 2999742"/>
                <a:gd name="csX8" fmla="*/ 161574 w 1027338"/>
                <a:gd name="csY8" fmla="*/ 95567 h 2999742"/>
                <a:gd name="csX9" fmla="*/ 209770 w 1027338"/>
                <a:gd name="csY9" fmla="*/ 43128 h 2999742"/>
                <a:gd name="csX10" fmla="*/ 305360 w 1027338"/>
                <a:gd name="csY10" fmla="*/ 1841 h 2999742"/>
                <a:gd name="csX11" fmla="*/ 409768 w 1027338"/>
                <a:gd name="csY11" fmla="*/ 4127 h 2999742"/>
                <a:gd name="csX12" fmla="*/ 677557 w 1027338"/>
                <a:gd name="csY12" fmla="*/ 23721 h 2999742"/>
                <a:gd name="csX13" fmla="*/ 736340 w 1027338"/>
                <a:gd name="csY13" fmla="*/ 56378 h 2999742"/>
                <a:gd name="csX14" fmla="*/ 801654 w 1027338"/>
                <a:gd name="csY14" fmla="*/ 89036 h 2999742"/>
                <a:gd name="csX15" fmla="*/ 821248 w 1027338"/>
                <a:gd name="csY15" fmla="*/ 115161 h 2999742"/>
                <a:gd name="csX16" fmla="*/ 834311 w 1027338"/>
                <a:gd name="csY16" fmla="*/ 141287 h 2999742"/>
                <a:gd name="csX17" fmla="*/ 893094 w 1027338"/>
                <a:gd name="csY17" fmla="*/ 200070 h 2999742"/>
                <a:gd name="csX18" fmla="*/ 945346 w 1027338"/>
                <a:gd name="csY18" fmla="*/ 258853 h 2999742"/>
                <a:gd name="csX19" fmla="*/ 964940 w 1027338"/>
                <a:gd name="csY19" fmla="*/ 343761 h 2999742"/>
                <a:gd name="csX20" fmla="*/ 984534 w 1027338"/>
                <a:gd name="csY20" fmla="*/ 396013 h 2999742"/>
                <a:gd name="csX21" fmla="*/ 991066 w 1027338"/>
                <a:gd name="csY21" fmla="*/ 474390 h 2999742"/>
                <a:gd name="csX22" fmla="*/ 999554 w 1027338"/>
                <a:gd name="csY22" fmla="*/ 628999 h 2999742"/>
                <a:gd name="csX23" fmla="*/ 997597 w 1027338"/>
                <a:gd name="csY23" fmla="*/ 781367 h 2999742"/>
                <a:gd name="csX24" fmla="*/ 1010660 w 1027338"/>
                <a:gd name="csY24" fmla="*/ 925058 h 2999742"/>
                <a:gd name="csX25" fmla="*/ 1017191 w 1027338"/>
                <a:gd name="csY25" fmla="*/ 1493293 h 2999742"/>
                <a:gd name="csX26" fmla="*/ 991066 w 1027338"/>
                <a:gd name="csY26" fmla="*/ 2041933 h 2999742"/>
                <a:gd name="csX27" fmla="*/ 984534 w 1027338"/>
                <a:gd name="csY27" fmla="*/ 2146436 h 2999742"/>
                <a:gd name="csX28" fmla="*/ 978003 w 1027338"/>
                <a:gd name="csY28" fmla="*/ 2198687 h 2999742"/>
                <a:gd name="csX29" fmla="*/ 958408 w 1027338"/>
                <a:gd name="csY29" fmla="*/ 2479538 h 2999742"/>
                <a:gd name="csX30" fmla="*/ 934616 w 1027338"/>
                <a:gd name="csY30" fmla="*/ 2566217 h 2999742"/>
                <a:gd name="csX31" fmla="*/ 925940 w 1027338"/>
                <a:gd name="csY31" fmla="*/ 2587768 h 2999742"/>
                <a:gd name="csX32" fmla="*/ 884416 w 1027338"/>
                <a:gd name="csY32" fmla="*/ 2730113 h 2999742"/>
                <a:gd name="csX33" fmla="*/ 848119 w 1027338"/>
                <a:gd name="csY33" fmla="*/ 2837582 h 2999742"/>
                <a:gd name="csX34" fmla="*/ 760536 w 1027338"/>
                <a:gd name="csY34" fmla="*/ 2942829 h 2999742"/>
                <a:gd name="csX35" fmla="*/ 697245 w 1027338"/>
                <a:gd name="csY35" fmla="*/ 2988991 h 2999742"/>
                <a:gd name="csX36" fmla="*/ 641710 w 1027338"/>
                <a:gd name="csY36" fmla="*/ 2999684 h 2999742"/>
                <a:gd name="csX37" fmla="*/ 550511 w 1027338"/>
                <a:gd name="csY37" fmla="*/ 2992269 h 2999742"/>
                <a:gd name="csX38" fmla="*/ 448957 w 1027338"/>
                <a:gd name="csY38" fmla="*/ 2971904 h 2999742"/>
                <a:gd name="csX39" fmla="*/ 388218 w 1027338"/>
                <a:gd name="csY39" fmla="*/ 2959777 h 2999742"/>
                <a:gd name="csX40" fmla="*/ 362309 w 1027338"/>
                <a:gd name="csY40" fmla="*/ 2947432 h 2999742"/>
                <a:gd name="csX41" fmla="*/ 262659 w 1027338"/>
                <a:gd name="csY41" fmla="*/ 2910034 h 2999742"/>
                <a:gd name="csX42" fmla="*/ 213826 w 1027338"/>
                <a:gd name="csY42" fmla="*/ 2897550 h 2999742"/>
                <a:gd name="csX43" fmla="*/ 181168 w 1027338"/>
                <a:gd name="csY43" fmla="*/ 2806110 h 2999742"/>
                <a:gd name="csX44" fmla="*/ 155043 w 1027338"/>
                <a:gd name="csY44" fmla="*/ 2688544 h 2999742"/>
                <a:gd name="csX45" fmla="*/ 128917 w 1027338"/>
                <a:gd name="csY45" fmla="*/ 2655887 h 2999742"/>
                <a:gd name="csX46" fmla="*/ 109323 w 1027338"/>
                <a:gd name="csY46" fmla="*/ 2590573 h 2999742"/>
                <a:gd name="csX47" fmla="*/ 83197 w 1027338"/>
                <a:gd name="csY47" fmla="*/ 2492601 h 2999742"/>
                <a:gd name="csX48" fmla="*/ 70134 w 1027338"/>
                <a:gd name="csY48" fmla="*/ 2459944 h 2999742"/>
                <a:gd name="csX49" fmla="*/ 57071 w 1027338"/>
                <a:gd name="csY49" fmla="*/ 2322784 h 2999742"/>
                <a:gd name="csX0" fmla="*/ 717 w 1027338"/>
                <a:gd name="csY0" fmla="*/ 448264 h 3001058"/>
                <a:gd name="csX1" fmla="*/ 2956 w 1027338"/>
                <a:gd name="csY1" fmla="*/ 417800 h 3001058"/>
                <a:gd name="csX2" fmla="*/ 6921 w 1027338"/>
                <a:gd name="csY2" fmla="*/ 382994 h 3001058"/>
                <a:gd name="csX3" fmla="*/ 52450 w 1027338"/>
                <a:gd name="csY3" fmla="*/ 326312 h 3001058"/>
                <a:gd name="csX4" fmla="*/ 74285 w 1027338"/>
                <a:gd name="csY4" fmla="*/ 282598 h 3001058"/>
                <a:gd name="csX5" fmla="*/ 98265 w 1027338"/>
                <a:gd name="csY5" fmla="*/ 228247 h 3001058"/>
                <a:gd name="csX6" fmla="*/ 128776 w 1027338"/>
                <a:gd name="csY6" fmla="*/ 171705 h 3001058"/>
                <a:gd name="csX7" fmla="*/ 137500 w 1027338"/>
                <a:gd name="csY7" fmla="*/ 141287 h 3001058"/>
                <a:gd name="csX8" fmla="*/ 161574 w 1027338"/>
                <a:gd name="csY8" fmla="*/ 95567 h 3001058"/>
                <a:gd name="csX9" fmla="*/ 209770 w 1027338"/>
                <a:gd name="csY9" fmla="*/ 43128 h 3001058"/>
                <a:gd name="csX10" fmla="*/ 305360 w 1027338"/>
                <a:gd name="csY10" fmla="*/ 1841 h 3001058"/>
                <a:gd name="csX11" fmla="*/ 409768 w 1027338"/>
                <a:gd name="csY11" fmla="*/ 4127 h 3001058"/>
                <a:gd name="csX12" fmla="*/ 677557 w 1027338"/>
                <a:gd name="csY12" fmla="*/ 23721 h 3001058"/>
                <a:gd name="csX13" fmla="*/ 736340 w 1027338"/>
                <a:gd name="csY13" fmla="*/ 56378 h 3001058"/>
                <a:gd name="csX14" fmla="*/ 801654 w 1027338"/>
                <a:gd name="csY14" fmla="*/ 89036 h 3001058"/>
                <a:gd name="csX15" fmla="*/ 821248 w 1027338"/>
                <a:gd name="csY15" fmla="*/ 115161 h 3001058"/>
                <a:gd name="csX16" fmla="*/ 834311 w 1027338"/>
                <a:gd name="csY16" fmla="*/ 141287 h 3001058"/>
                <a:gd name="csX17" fmla="*/ 893094 w 1027338"/>
                <a:gd name="csY17" fmla="*/ 200070 h 3001058"/>
                <a:gd name="csX18" fmla="*/ 945346 w 1027338"/>
                <a:gd name="csY18" fmla="*/ 258853 h 3001058"/>
                <a:gd name="csX19" fmla="*/ 964940 w 1027338"/>
                <a:gd name="csY19" fmla="*/ 343761 h 3001058"/>
                <a:gd name="csX20" fmla="*/ 984534 w 1027338"/>
                <a:gd name="csY20" fmla="*/ 396013 h 3001058"/>
                <a:gd name="csX21" fmla="*/ 991066 w 1027338"/>
                <a:gd name="csY21" fmla="*/ 474390 h 3001058"/>
                <a:gd name="csX22" fmla="*/ 999554 w 1027338"/>
                <a:gd name="csY22" fmla="*/ 628999 h 3001058"/>
                <a:gd name="csX23" fmla="*/ 997597 w 1027338"/>
                <a:gd name="csY23" fmla="*/ 781367 h 3001058"/>
                <a:gd name="csX24" fmla="*/ 1010660 w 1027338"/>
                <a:gd name="csY24" fmla="*/ 925058 h 3001058"/>
                <a:gd name="csX25" fmla="*/ 1017191 w 1027338"/>
                <a:gd name="csY25" fmla="*/ 1493293 h 3001058"/>
                <a:gd name="csX26" fmla="*/ 991066 w 1027338"/>
                <a:gd name="csY26" fmla="*/ 2041933 h 3001058"/>
                <a:gd name="csX27" fmla="*/ 984534 w 1027338"/>
                <a:gd name="csY27" fmla="*/ 2146436 h 3001058"/>
                <a:gd name="csX28" fmla="*/ 978003 w 1027338"/>
                <a:gd name="csY28" fmla="*/ 2198687 h 3001058"/>
                <a:gd name="csX29" fmla="*/ 958408 w 1027338"/>
                <a:gd name="csY29" fmla="*/ 2479538 h 3001058"/>
                <a:gd name="csX30" fmla="*/ 934616 w 1027338"/>
                <a:gd name="csY30" fmla="*/ 2566217 h 3001058"/>
                <a:gd name="csX31" fmla="*/ 925940 w 1027338"/>
                <a:gd name="csY31" fmla="*/ 2587768 h 3001058"/>
                <a:gd name="csX32" fmla="*/ 884416 w 1027338"/>
                <a:gd name="csY32" fmla="*/ 2730113 h 3001058"/>
                <a:gd name="csX33" fmla="*/ 848119 w 1027338"/>
                <a:gd name="csY33" fmla="*/ 2837582 h 3001058"/>
                <a:gd name="csX34" fmla="*/ 760536 w 1027338"/>
                <a:gd name="csY34" fmla="*/ 2942829 h 3001058"/>
                <a:gd name="csX35" fmla="*/ 714607 w 1027338"/>
                <a:gd name="csY35" fmla="*/ 2965841 h 3001058"/>
                <a:gd name="csX36" fmla="*/ 641710 w 1027338"/>
                <a:gd name="csY36" fmla="*/ 2999684 h 3001058"/>
                <a:gd name="csX37" fmla="*/ 550511 w 1027338"/>
                <a:gd name="csY37" fmla="*/ 2992269 h 3001058"/>
                <a:gd name="csX38" fmla="*/ 448957 w 1027338"/>
                <a:gd name="csY38" fmla="*/ 2971904 h 3001058"/>
                <a:gd name="csX39" fmla="*/ 388218 w 1027338"/>
                <a:gd name="csY39" fmla="*/ 2959777 h 3001058"/>
                <a:gd name="csX40" fmla="*/ 362309 w 1027338"/>
                <a:gd name="csY40" fmla="*/ 2947432 h 3001058"/>
                <a:gd name="csX41" fmla="*/ 262659 w 1027338"/>
                <a:gd name="csY41" fmla="*/ 2910034 h 3001058"/>
                <a:gd name="csX42" fmla="*/ 213826 w 1027338"/>
                <a:gd name="csY42" fmla="*/ 2897550 h 3001058"/>
                <a:gd name="csX43" fmla="*/ 181168 w 1027338"/>
                <a:gd name="csY43" fmla="*/ 2806110 h 3001058"/>
                <a:gd name="csX44" fmla="*/ 155043 w 1027338"/>
                <a:gd name="csY44" fmla="*/ 2688544 h 3001058"/>
                <a:gd name="csX45" fmla="*/ 128917 w 1027338"/>
                <a:gd name="csY45" fmla="*/ 2655887 h 3001058"/>
                <a:gd name="csX46" fmla="*/ 109323 w 1027338"/>
                <a:gd name="csY46" fmla="*/ 2590573 h 3001058"/>
                <a:gd name="csX47" fmla="*/ 83197 w 1027338"/>
                <a:gd name="csY47" fmla="*/ 2492601 h 3001058"/>
                <a:gd name="csX48" fmla="*/ 70134 w 1027338"/>
                <a:gd name="csY48" fmla="*/ 2459944 h 3001058"/>
                <a:gd name="csX49" fmla="*/ 57071 w 1027338"/>
                <a:gd name="csY49" fmla="*/ 2322784 h 3001058"/>
                <a:gd name="csX0" fmla="*/ 717 w 1027338"/>
                <a:gd name="csY0" fmla="*/ 448264 h 2992348"/>
                <a:gd name="csX1" fmla="*/ 2956 w 1027338"/>
                <a:gd name="csY1" fmla="*/ 417800 h 2992348"/>
                <a:gd name="csX2" fmla="*/ 6921 w 1027338"/>
                <a:gd name="csY2" fmla="*/ 382994 h 2992348"/>
                <a:gd name="csX3" fmla="*/ 52450 w 1027338"/>
                <a:gd name="csY3" fmla="*/ 326312 h 2992348"/>
                <a:gd name="csX4" fmla="*/ 74285 w 1027338"/>
                <a:gd name="csY4" fmla="*/ 282598 h 2992348"/>
                <a:gd name="csX5" fmla="*/ 98265 w 1027338"/>
                <a:gd name="csY5" fmla="*/ 228247 h 2992348"/>
                <a:gd name="csX6" fmla="*/ 128776 w 1027338"/>
                <a:gd name="csY6" fmla="*/ 171705 h 2992348"/>
                <a:gd name="csX7" fmla="*/ 137500 w 1027338"/>
                <a:gd name="csY7" fmla="*/ 141287 h 2992348"/>
                <a:gd name="csX8" fmla="*/ 161574 w 1027338"/>
                <a:gd name="csY8" fmla="*/ 95567 h 2992348"/>
                <a:gd name="csX9" fmla="*/ 209770 w 1027338"/>
                <a:gd name="csY9" fmla="*/ 43128 h 2992348"/>
                <a:gd name="csX10" fmla="*/ 305360 w 1027338"/>
                <a:gd name="csY10" fmla="*/ 1841 h 2992348"/>
                <a:gd name="csX11" fmla="*/ 409768 w 1027338"/>
                <a:gd name="csY11" fmla="*/ 4127 h 2992348"/>
                <a:gd name="csX12" fmla="*/ 677557 w 1027338"/>
                <a:gd name="csY12" fmla="*/ 23721 h 2992348"/>
                <a:gd name="csX13" fmla="*/ 736340 w 1027338"/>
                <a:gd name="csY13" fmla="*/ 56378 h 2992348"/>
                <a:gd name="csX14" fmla="*/ 801654 w 1027338"/>
                <a:gd name="csY14" fmla="*/ 89036 h 2992348"/>
                <a:gd name="csX15" fmla="*/ 821248 w 1027338"/>
                <a:gd name="csY15" fmla="*/ 115161 h 2992348"/>
                <a:gd name="csX16" fmla="*/ 834311 w 1027338"/>
                <a:gd name="csY16" fmla="*/ 141287 h 2992348"/>
                <a:gd name="csX17" fmla="*/ 893094 w 1027338"/>
                <a:gd name="csY17" fmla="*/ 200070 h 2992348"/>
                <a:gd name="csX18" fmla="*/ 945346 w 1027338"/>
                <a:gd name="csY18" fmla="*/ 258853 h 2992348"/>
                <a:gd name="csX19" fmla="*/ 964940 w 1027338"/>
                <a:gd name="csY19" fmla="*/ 343761 h 2992348"/>
                <a:gd name="csX20" fmla="*/ 984534 w 1027338"/>
                <a:gd name="csY20" fmla="*/ 396013 h 2992348"/>
                <a:gd name="csX21" fmla="*/ 991066 w 1027338"/>
                <a:gd name="csY21" fmla="*/ 474390 h 2992348"/>
                <a:gd name="csX22" fmla="*/ 999554 w 1027338"/>
                <a:gd name="csY22" fmla="*/ 628999 h 2992348"/>
                <a:gd name="csX23" fmla="*/ 997597 w 1027338"/>
                <a:gd name="csY23" fmla="*/ 781367 h 2992348"/>
                <a:gd name="csX24" fmla="*/ 1010660 w 1027338"/>
                <a:gd name="csY24" fmla="*/ 925058 h 2992348"/>
                <a:gd name="csX25" fmla="*/ 1017191 w 1027338"/>
                <a:gd name="csY25" fmla="*/ 1493293 h 2992348"/>
                <a:gd name="csX26" fmla="*/ 991066 w 1027338"/>
                <a:gd name="csY26" fmla="*/ 2041933 h 2992348"/>
                <a:gd name="csX27" fmla="*/ 984534 w 1027338"/>
                <a:gd name="csY27" fmla="*/ 2146436 h 2992348"/>
                <a:gd name="csX28" fmla="*/ 978003 w 1027338"/>
                <a:gd name="csY28" fmla="*/ 2198687 h 2992348"/>
                <a:gd name="csX29" fmla="*/ 958408 w 1027338"/>
                <a:gd name="csY29" fmla="*/ 2479538 h 2992348"/>
                <a:gd name="csX30" fmla="*/ 934616 w 1027338"/>
                <a:gd name="csY30" fmla="*/ 2566217 h 2992348"/>
                <a:gd name="csX31" fmla="*/ 925940 w 1027338"/>
                <a:gd name="csY31" fmla="*/ 2587768 h 2992348"/>
                <a:gd name="csX32" fmla="*/ 884416 w 1027338"/>
                <a:gd name="csY32" fmla="*/ 2730113 h 2992348"/>
                <a:gd name="csX33" fmla="*/ 848119 w 1027338"/>
                <a:gd name="csY33" fmla="*/ 2837582 h 2992348"/>
                <a:gd name="csX34" fmla="*/ 760536 w 1027338"/>
                <a:gd name="csY34" fmla="*/ 2942829 h 2992348"/>
                <a:gd name="csX35" fmla="*/ 714607 w 1027338"/>
                <a:gd name="csY35" fmla="*/ 2965841 h 2992348"/>
                <a:gd name="csX36" fmla="*/ 651355 w 1027338"/>
                <a:gd name="csY36" fmla="*/ 2978464 h 2992348"/>
                <a:gd name="csX37" fmla="*/ 550511 w 1027338"/>
                <a:gd name="csY37" fmla="*/ 2992269 h 2992348"/>
                <a:gd name="csX38" fmla="*/ 448957 w 1027338"/>
                <a:gd name="csY38" fmla="*/ 2971904 h 2992348"/>
                <a:gd name="csX39" fmla="*/ 388218 w 1027338"/>
                <a:gd name="csY39" fmla="*/ 2959777 h 2992348"/>
                <a:gd name="csX40" fmla="*/ 362309 w 1027338"/>
                <a:gd name="csY40" fmla="*/ 2947432 h 2992348"/>
                <a:gd name="csX41" fmla="*/ 262659 w 1027338"/>
                <a:gd name="csY41" fmla="*/ 2910034 h 2992348"/>
                <a:gd name="csX42" fmla="*/ 213826 w 1027338"/>
                <a:gd name="csY42" fmla="*/ 2897550 h 2992348"/>
                <a:gd name="csX43" fmla="*/ 181168 w 1027338"/>
                <a:gd name="csY43" fmla="*/ 2806110 h 2992348"/>
                <a:gd name="csX44" fmla="*/ 155043 w 1027338"/>
                <a:gd name="csY44" fmla="*/ 2688544 h 2992348"/>
                <a:gd name="csX45" fmla="*/ 128917 w 1027338"/>
                <a:gd name="csY45" fmla="*/ 2655887 h 2992348"/>
                <a:gd name="csX46" fmla="*/ 109323 w 1027338"/>
                <a:gd name="csY46" fmla="*/ 2590573 h 2992348"/>
                <a:gd name="csX47" fmla="*/ 83197 w 1027338"/>
                <a:gd name="csY47" fmla="*/ 2492601 h 2992348"/>
                <a:gd name="csX48" fmla="*/ 70134 w 1027338"/>
                <a:gd name="csY48" fmla="*/ 2459944 h 2992348"/>
                <a:gd name="csX49" fmla="*/ 57071 w 1027338"/>
                <a:gd name="csY49" fmla="*/ 2322784 h 2992348"/>
                <a:gd name="csX0" fmla="*/ 717 w 1027338"/>
                <a:gd name="csY0" fmla="*/ 448264 h 2984734"/>
                <a:gd name="csX1" fmla="*/ 2956 w 1027338"/>
                <a:gd name="csY1" fmla="*/ 417800 h 2984734"/>
                <a:gd name="csX2" fmla="*/ 6921 w 1027338"/>
                <a:gd name="csY2" fmla="*/ 382994 h 2984734"/>
                <a:gd name="csX3" fmla="*/ 52450 w 1027338"/>
                <a:gd name="csY3" fmla="*/ 326312 h 2984734"/>
                <a:gd name="csX4" fmla="*/ 74285 w 1027338"/>
                <a:gd name="csY4" fmla="*/ 282598 h 2984734"/>
                <a:gd name="csX5" fmla="*/ 98265 w 1027338"/>
                <a:gd name="csY5" fmla="*/ 228247 h 2984734"/>
                <a:gd name="csX6" fmla="*/ 128776 w 1027338"/>
                <a:gd name="csY6" fmla="*/ 171705 h 2984734"/>
                <a:gd name="csX7" fmla="*/ 137500 w 1027338"/>
                <a:gd name="csY7" fmla="*/ 141287 h 2984734"/>
                <a:gd name="csX8" fmla="*/ 161574 w 1027338"/>
                <a:gd name="csY8" fmla="*/ 95567 h 2984734"/>
                <a:gd name="csX9" fmla="*/ 209770 w 1027338"/>
                <a:gd name="csY9" fmla="*/ 43128 h 2984734"/>
                <a:gd name="csX10" fmla="*/ 305360 w 1027338"/>
                <a:gd name="csY10" fmla="*/ 1841 h 2984734"/>
                <a:gd name="csX11" fmla="*/ 409768 w 1027338"/>
                <a:gd name="csY11" fmla="*/ 4127 h 2984734"/>
                <a:gd name="csX12" fmla="*/ 677557 w 1027338"/>
                <a:gd name="csY12" fmla="*/ 23721 h 2984734"/>
                <a:gd name="csX13" fmla="*/ 736340 w 1027338"/>
                <a:gd name="csY13" fmla="*/ 56378 h 2984734"/>
                <a:gd name="csX14" fmla="*/ 801654 w 1027338"/>
                <a:gd name="csY14" fmla="*/ 89036 h 2984734"/>
                <a:gd name="csX15" fmla="*/ 821248 w 1027338"/>
                <a:gd name="csY15" fmla="*/ 115161 h 2984734"/>
                <a:gd name="csX16" fmla="*/ 834311 w 1027338"/>
                <a:gd name="csY16" fmla="*/ 141287 h 2984734"/>
                <a:gd name="csX17" fmla="*/ 893094 w 1027338"/>
                <a:gd name="csY17" fmla="*/ 200070 h 2984734"/>
                <a:gd name="csX18" fmla="*/ 945346 w 1027338"/>
                <a:gd name="csY18" fmla="*/ 258853 h 2984734"/>
                <a:gd name="csX19" fmla="*/ 964940 w 1027338"/>
                <a:gd name="csY19" fmla="*/ 343761 h 2984734"/>
                <a:gd name="csX20" fmla="*/ 984534 w 1027338"/>
                <a:gd name="csY20" fmla="*/ 396013 h 2984734"/>
                <a:gd name="csX21" fmla="*/ 991066 w 1027338"/>
                <a:gd name="csY21" fmla="*/ 474390 h 2984734"/>
                <a:gd name="csX22" fmla="*/ 999554 w 1027338"/>
                <a:gd name="csY22" fmla="*/ 628999 h 2984734"/>
                <a:gd name="csX23" fmla="*/ 997597 w 1027338"/>
                <a:gd name="csY23" fmla="*/ 781367 h 2984734"/>
                <a:gd name="csX24" fmla="*/ 1010660 w 1027338"/>
                <a:gd name="csY24" fmla="*/ 925058 h 2984734"/>
                <a:gd name="csX25" fmla="*/ 1017191 w 1027338"/>
                <a:gd name="csY25" fmla="*/ 1493293 h 2984734"/>
                <a:gd name="csX26" fmla="*/ 991066 w 1027338"/>
                <a:gd name="csY26" fmla="*/ 2041933 h 2984734"/>
                <a:gd name="csX27" fmla="*/ 984534 w 1027338"/>
                <a:gd name="csY27" fmla="*/ 2146436 h 2984734"/>
                <a:gd name="csX28" fmla="*/ 978003 w 1027338"/>
                <a:gd name="csY28" fmla="*/ 2198687 h 2984734"/>
                <a:gd name="csX29" fmla="*/ 958408 w 1027338"/>
                <a:gd name="csY29" fmla="*/ 2479538 h 2984734"/>
                <a:gd name="csX30" fmla="*/ 934616 w 1027338"/>
                <a:gd name="csY30" fmla="*/ 2566217 h 2984734"/>
                <a:gd name="csX31" fmla="*/ 925940 w 1027338"/>
                <a:gd name="csY31" fmla="*/ 2587768 h 2984734"/>
                <a:gd name="csX32" fmla="*/ 884416 w 1027338"/>
                <a:gd name="csY32" fmla="*/ 2730113 h 2984734"/>
                <a:gd name="csX33" fmla="*/ 848119 w 1027338"/>
                <a:gd name="csY33" fmla="*/ 2837582 h 2984734"/>
                <a:gd name="csX34" fmla="*/ 760536 w 1027338"/>
                <a:gd name="csY34" fmla="*/ 2942829 h 2984734"/>
                <a:gd name="csX35" fmla="*/ 714607 w 1027338"/>
                <a:gd name="csY35" fmla="*/ 2965841 h 2984734"/>
                <a:gd name="csX36" fmla="*/ 651355 w 1027338"/>
                <a:gd name="csY36" fmla="*/ 2978464 h 2984734"/>
                <a:gd name="csX37" fmla="*/ 564015 w 1027338"/>
                <a:gd name="csY37" fmla="*/ 2984553 h 2984734"/>
                <a:gd name="csX38" fmla="*/ 448957 w 1027338"/>
                <a:gd name="csY38" fmla="*/ 2971904 h 2984734"/>
                <a:gd name="csX39" fmla="*/ 388218 w 1027338"/>
                <a:gd name="csY39" fmla="*/ 2959777 h 2984734"/>
                <a:gd name="csX40" fmla="*/ 362309 w 1027338"/>
                <a:gd name="csY40" fmla="*/ 2947432 h 2984734"/>
                <a:gd name="csX41" fmla="*/ 262659 w 1027338"/>
                <a:gd name="csY41" fmla="*/ 2910034 h 2984734"/>
                <a:gd name="csX42" fmla="*/ 213826 w 1027338"/>
                <a:gd name="csY42" fmla="*/ 2897550 h 2984734"/>
                <a:gd name="csX43" fmla="*/ 181168 w 1027338"/>
                <a:gd name="csY43" fmla="*/ 2806110 h 2984734"/>
                <a:gd name="csX44" fmla="*/ 155043 w 1027338"/>
                <a:gd name="csY44" fmla="*/ 2688544 h 2984734"/>
                <a:gd name="csX45" fmla="*/ 128917 w 1027338"/>
                <a:gd name="csY45" fmla="*/ 2655887 h 2984734"/>
                <a:gd name="csX46" fmla="*/ 109323 w 1027338"/>
                <a:gd name="csY46" fmla="*/ 2590573 h 2984734"/>
                <a:gd name="csX47" fmla="*/ 83197 w 1027338"/>
                <a:gd name="csY47" fmla="*/ 2492601 h 2984734"/>
                <a:gd name="csX48" fmla="*/ 70134 w 1027338"/>
                <a:gd name="csY48" fmla="*/ 2459944 h 2984734"/>
                <a:gd name="csX49" fmla="*/ 57071 w 1027338"/>
                <a:gd name="csY49" fmla="*/ 2322784 h 2984734"/>
                <a:gd name="csX0" fmla="*/ 717 w 1027338"/>
                <a:gd name="csY0" fmla="*/ 448264 h 2986980"/>
                <a:gd name="csX1" fmla="*/ 2956 w 1027338"/>
                <a:gd name="csY1" fmla="*/ 417800 h 2986980"/>
                <a:gd name="csX2" fmla="*/ 6921 w 1027338"/>
                <a:gd name="csY2" fmla="*/ 382994 h 2986980"/>
                <a:gd name="csX3" fmla="*/ 52450 w 1027338"/>
                <a:gd name="csY3" fmla="*/ 326312 h 2986980"/>
                <a:gd name="csX4" fmla="*/ 74285 w 1027338"/>
                <a:gd name="csY4" fmla="*/ 282598 h 2986980"/>
                <a:gd name="csX5" fmla="*/ 98265 w 1027338"/>
                <a:gd name="csY5" fmla="*/ 228247 h 2986980"/>
                <a:gd name="csX6" fmla="*/ 128776 w 1027338"/>
                <a:gd name="csY6" fmla="*/ 171705 h 2986980"/>
                <a:gd name="csX7" fmla="*/ 137500 w 1027338"/>
                <a:gd name="csY7" fmla="*/ 141287 h 2986980"/>
                <a:gd name="csX8" fmla="*/ 161574 w 1027338"/>
                <a:gd name="csY8" fmla="*/ 95567 h 2986980"/>
                <a:gd name="csX9" fmla="*/ 209770 w 1027338"/>
                <a:gd name="csY9" fmla="*/ 43128 h 2986980"/>
                <a:gd name="csX10" fmla="*/ 305360 w 1027338"/>
                <a:gd name="csY10" fmla="*/ 1841 h 2986980"/>
                <a:gd name="csX11" fmla="*/ 409768 w 1027338"/>
                <a:gd name="csY11" fmla="*/ 4127 h 2986980"/>
                <a:gd name="csX12" fmla="*/ 677557 w 1027338"/>
                <a:gd name="csY12" fmla="*/ 23721 h 2986980"/>
                <a:gd name="csX13" fmla="*/ 736340 w 1027338"/>
                <a:gd name="csY13" fmla="*/ 56378 h 2986980"/>
                <a:gd name="csX14" fmla="*/ 801654 w 1027338"/>
                <a:gd name="csY14" fmla="*/ 89036 h 2986980"/>
                <a:gd name="csX15" fmla="*/ 821248 w 1027338"/>
                <a:gd name="csY15" fmla="*/ 115161 h 2986980"/>
                <a:gd name="csX16" fmla="*/ 834311 w 1027338"/>
                <a:gd name="csY16" fmla="*/ 141287 h 2986980"/>
                <a:gd name="csX17" fmla="*/ 893094 w 1027338"/>
                <a:gd name="csY17" fmla="*/ 200070 h 2986980"/>
                <a:gd name="csX18" fmla="*/ 945346 w 1027338"/>
                <a:gd name="csY18" fmla="*/ 258853 h 2986980"/>
                <a:gd name="csX19" fmla="*/ 964940 w 1027338"/>
                <a:gd name="csY19" fmla="*/ 343761 h 2986980"/>
                <a:gd name="csX20" fmla="*/ 984534 w 1027338"/>
                <a:gd name="csY20" fmla="*/ 396013 h 2986980"/>
                <a:gd name="csX21" fmla="*/ 991066 w 1027338"/>
                <a:gd name="csY21" fmla="*/ 474390 h 2986980"/>
                <a:gd name="csX22" fmla="*/ 999554 w 1027338"/>
                <a:gd name="csY22" fmla="*/ 628999 h 2986980"/>
                <a:gd name="csX23" fmla="*/ 997597 w 1027338"/>
                <a:gd name="csY23" fmla="*/ 781367 h 2986980"/>
                <a:gd name="csX24" fmla="*/ 1010660 w 1027338"/>
                <a:gd name="csY24" fmla="*/ 925058 h 2986980"/>
                <a:gd name="csX25" fmla="*/ 1017191 w 1027338"/>
                <a:gd name="csY25" fmla="*/ 1493293 h 2986980"/>
                <a:gd name="csX26" fmla="*/ 991066 w 1027338"/>
                <a:gd name="csY26" fmla="*/ 2041933 h 2986980"/>
                <a:gd name="csX27" fmla="*/ 984534 w 1027338"/>
                <a:gd name="csY27" fmla="*/ 2146436 h 2986980"/>
                <a:gd name="csX28" fmla="*/ 978003 w 1027338"/>
                <a:gd name="csY28" fmla="*/ 2198687 h 2986980"/>
                <a:gd name="csX29" fmla="*/ 958408 w 1027338"/>
                <a:gd name="csY29" fmla="*/ 2479538 h 2986980"/>
                <a:gd name="csX30" fmla="*/ 934616 w 1027338"/>
                <a:gd name="csY30" fmla="*/ 2566217 h 2986980"/>
                <a:gd name="csX31" fmla="*/ 925940 w 1027338"/>
                <a:gd name="csY31" fmla="*/ 2587768 h 2986980"/>
                <a:gd name="csX32" fmla="*/ 884416 w 1027338"/>
                <a:gd name="csY32" fmla="*/ 2730113 h 2986980"/>
                <a:gd name="csX33" fmla="*/ 848119 w 1027338"/>
                <a:gd name="csY33" fmla="*/ 2837582 h 2986980"/>
                <a:gd name="csX34" fmla="*/ 760536 w 1027338"/>
                <a:gd name="csY34" fmla="*/ 2942829 h 2986980"/>
                <a:gd name="csX35" fmla="*/ 714607 w 1027338"/>
                <a:gd name="csY35" fmla="*/ 2965841 h 2986980"/>
                <a:gd name="csX36" fmla="*/ 651355 w 1027338"/>
                <a:gd name="csY36" fmla="*/ 2978464 h 2986980"/>
                <a:gd name="csX37" fmla="*/ 564015 w 1027338"/>
                <a:gd name="csY37" fmla="*/ 2984553 h 2986980"/>
                <a:gd name="csX38" fmla="*/ 448957 w 1027338"/>
                <a:gd name="csY38" fmla="*/ 2971904 h 2986980"/>
                <a:gd name="csX39" fmla="*/ 388218 w 1027338"/>
                <a:gd name="csY39" fmla="*/ 2959777 h 2986980"/>
                <a:gd name="csX40" fmla="*/ 362309 w 1027338"/>
                <a:gd name="csY40" fmla="*/ 2947432 h 2986980"/>
                <a:gd name="csX41" fmla="*/ 262659 w 1027338"/>
                <a:gd name="csY41" fmla="*/ 2910034 h 2986980"/>
                <a:gd name="csX42" fmla="*/ 213826 w 1027338"/>
                <a:gd name="csY42" fmla="*/ 2897550 h 2986980"/>
                <a:gd name="csX43" fmla="*/ 181168 w 1027338"/>
                <a:gd name="csY43" fmla="*/ 2806110 h 2986980"/>
                <a:gd name="csX44" fmla="*/ 155043 w 1027338"/>
                <a:gd name="csY44" fmla="*/ 2688544 h 2986980"/>
                <a:gd name="csX45" fmla="*/ 128917 w 1027338"/>
                <a:gd name="csY45" fmla="*/ 2655887 h 2986980"/>
                <a:gd name="csX46" fmla="*/ 109323 w 1027338"/>
                <a:gd name="csY46" fmla="*/ 2590573 h 2986980"/>
                <a:gd name="csX47" fmla="*/ 83197 w 1027338"/>
                <a:gd name="csY47" fmla="*/ 2492601 h 2986980"/>
                <a:gd name="csX48" fmla="*/ 70134 w 1027338"/>
                <a:gd name="csY48" fmla="*/ 2459944 h 2986980"/>
                <a:gd name="csX49" fmla="*/ 57071 w 1027338"/>
                <a:gd name="csY49" fmla="*/ 2322784 h 2986980"/>
                <a:gd name="csX0" fmla="*/ 717 w 1027338"/>
                <a:gd name="csY0" fmla="*/ 448264 h 2985415"/>
                <a:gd name="csX1" fmla="*/ 2956 w 1027338"/>
                <a:gd name="csY1" fmla="*/ 417800 h 2985415"/>
                <a:gd name="csX2" fmla="*/ 6921 w 1027338"/>
                <a:gd name="csY2" fmla="*/ 382994 h 2985415"/>
                <a:gd name="csX3" fmla="*/ 52450 w 1027338"/>
                <a:gd name="csY3" fmla="*/ 326312 h 2985415"/>
                <a:gd name="csX4" fmla="*/ 74285 w 1027338"/>
                <a:gd name="csY4" fmla="*/ 282598 h 2985415"/>
                <a:gd name="csX5" fmla="*/ 98265 w 1027338"/>
                <a:gd name="csY5" fmla="*/ 228247 h 2985415"/>
                <a:gd name="csX6" fmla="*/ 128776 w 1027338"/>
                <a:gd name="csY6" fmla="*/ 171705 h 2985415"/>
                <a:gd name="csX7" fmla="*/ 137500 w 1027338"/>
                <a:gd name="csY7" fmla="*/ 141287 h 2985415"/>
                <a:gd name="csX8" fmla="*/ 161574 w 1027338"/>
                <a:gd name="csY8" fmla="*/ 95567 h 2985415"/>
                <a:gd name="csX9" fmla="*/ 209770 w 1027338"/>
                <a:gd name="csY9" fmla="*/ 43128 h 2985415"/>
                <a:gd name="csX10" fmla="*/ 305360 w 1027338"/>
                <a:gd name="csY10" fmla="*/ 1841 h 2985415"/>
                <a:gd name="csX11" fmla="*/ 409768 w 1027338"/>
                <a:gd name="csY11" fmla="*/ 4127 h 2985415"/>
                <a:gd name="csX12" fmla="*/ 677557 w 1027338"/>
                <a:gd name="csY12" fmla="*/ 23721 h 2985415"/>
                <a:gd name="csX13" fmla="*/ 736340 w 1027338"/>
                <a:gd name="csY13" fmla="*/ 56378 h 2985415"/>
                <a:gd name="csX14" fmla="*/ 801654 w 1027338"/>
                <a:gd name="csY14" fmla="*/ 89036 h 2985415"/>
                <a:gd name="csX15" fmla="*/ 821248 w 1027338"/>
                <a:gd name="csY15" fmla="*/ 115161 h 2985415"/>
                <a:gd name="csX16" fmla="*/ 834311 w 1027338"/>
                <a:gd name="csY16" fmla="*/ 141287 h 2985415"/>
                <a:gd name="csX17" fmla="*/ 893094 w 1027338"/>
                <a:gd name="csY17" fmla="*/ 200070 h 2985415"/>
                <a:gd name="csX18" fmla="*/ 945346 w 1027338"/>
                <a:gd name="csY18" fmla="*/ 258853 h 2985415"/>
                <a:gd name="csX19" fmla="*/ 964940 w 1027338"/>
                <a:gd name="csY19" fmla="*/ 343761 h 2985415"/>
                <a:gd name="csX20" fmla="*/ 984534 w 1027338"/>
                <a:gd name="csY20" fmla="*/ 396013 h 2985415"/>
                <a:gd name="csX21" fmla="*/ 991066 w 1027338"/>
                <a:gd name="csY21" fmla="*/ 474390 h 2985415"/>
                <a:gd name="csX22" fmla="*/ 999554 w 1027338"/>
                <a:gd name="csY22" fmla="*/ 628999 h 2985415"/>
                <a:gd name="csX23" fmla="*/ 997597 w 1027338"/>
                <a:gd name="csY23" fmla="*/ 781367 h 2985415"/>
                <a:gd name="csX24" fmla="*/ 1010660 w 1027338"/>
                <a:gd name="csY24" fmla="*/ 925058 h 2985415"/>
                <a:gd name="csX25" fmla="*/ 1017191 w 1027338"/>
                <a:gd name="csY25" fmla="*/ 1493293 h 2985415"/>
                <a:gd name="csX26" fmla="*/ 991066 w 1027338"/>
                <a:gd name="csY26" fmla="*/ 2041933 h 2985415"/>
                <a:gd name="csX27" fmla="*/ 984534 w 1027338"/>
                <a:gd name="csY27" fmla="*/ 2146436 h 2985415"/>
                <a:gd name="csX28" fmla="*/ 978003 w 1027338"/>
                <a:gd name="csY28" fmla="*/ 2198687 h 2985415"/>
                <a:gd name="csX29" fmla="*/ 958408 w 1027338"/>
                <a:gd name="csY29" fmla="*/ 2479538 h 2985415"/>
                <a:gd name="csX30" fmla="*/ 934616 w 1027338"/>
                <a:gd name="csY30" fmla="*/ 2566217 h 2985415"/>
                <a:gd name="csX31" fmla="*/ 925940 w 1027338"/>
                <a:gd name="csY31" fmla="*/ 2587768 h 2985415"/>
                <a:gd name="csX32" fmla="*/ 884416 w 1027338"/>
                <a:gd name="csY32" fmla="*/ 2730113 h 2985415"/>
                <a:gd name="csX33" fmla="*/ 848119 w 1027338"/>
                <a:gd name="csY33" fmla="*/ 2837582 h 2985415"/>
                <a:gd name="csX34" fmla="*/ 760536 w 1027338"/>
                <a:gd name="csY34" fmla="*/ 2942829 h 2985415"/>
                <a:gd name="csX35" fmla="*/ 714607 w 1027338"/>
                <a:gd name="csY35" fmla="*/ 2965841 h 2985415"/>
                <a:gd name="csX36" fmla="*/ 651355 w 1027338"/>
                <a:gd name="csY36" fmla="*/ 2978464 h 2985415"/>
                <a:gd name="csX37" fmla="*/ 564015 w 1027338"/>
                <a:gd name="csY37" fmla="*/ 2984553 h 2985415"/>
                <a:gd name="csX38" fmla="*/ 448957 w 1027338"/>
                <a:gd name="csY38" fmla="*/ 2971904 h 2985415"/>
                <a:gd name="csX39" fmla="*/ 388218 w 1027338"/>
                <a:gd name="csY39" fmla="*/ 2959777 h 2985415"/>
                <a:gd name="csX40" fmla="*/ 362309 w 1027338"/>
                <a:gd name="csY40" fmla="*/ 2947432 h 2985415"/>
                <a:gd name="csX41" fmla="*/ 262659 w 1027338"/>
                <a:gd name="csY41" fmla="*/ 2910034 h 2985415"/>
                <a:gd name="csX42" fmla="*/ 213826 w 1027338"/>
                <a:gd name="csY42" fmla="*/ 2897550 h 2985415"/>
                <a:gd name="csX43" fmla="*/ 181168 w 1027338"/>
                <a:gd name="csY43" fmla="*/ 2806110 h 2985415"/>
                <a:gd name="csX44" fmla="*/ 155043 w 1027338"/>
                <a:gd name="csY44" fmla="*/ 2688544 h 2985415"/>
                <a:gd name="csX45" fmla="*/ 128917 w 1027338"/>
                <a:gd name="csY45" fmla="*/ 2655887 h 2985415"/>
                <a:gd name="csX46" fmla="*/ 109323 w 1027338"/>
                <a:gd name="csY46" fmla="*/ 2590573 h 2985415"/>
                <a:gd name="csX47" fmla="*/ 83197 w 1027338"/>
                <a:gd name="csY47" fmla="*/ 2492601 h 2985415"/>
                <a:gd name="csX48" fmla="*/ 70134 w 1027338"/>
                <a:gd name="csY48" fmla="*/ 2459944 h 2985415"/>
                <a:gd name="csX49" fmla="*/ 57071 w 1027338"/>
                <a:gd name="csY49" fmla="*/ 2322784 h 2985415"/>
                <a:gd name="csX0" fmla="*/ 1374 w 1027995"/>
                <a:gd name="csY0" fmla="*/ 448264 h 2985415"/>
                <a:gd name="csX1" fmla="*/ 3613 w 1027995"/>
                <a:gd name="csY1" fmla="*/ 417800 h 2985415"/>
                <a:gd name="csX2" fmla="*/ 7578 w 1027995"/>
                <a:gd name="csY2" fmla="*/ 382994 h 2985415"/>
                <a:gd name="csX3" fmla="*/ 53107 w 1027995"/>
                <a:gd name="csY3" fmla="*/ 326312 h 2985415"/>
                <a:gd name="csX4" fmla="*/ 74942 w 1027995"/>
                <a:gd name="csY4" fmla="*/ 282598 h 2985415"/>
                <a:gd name="csX5" fmla="*/ 98922 w 1027995"/>
                <a:gd name="csY5" fmla="*/ 228247 h 2985415"/>
                <a:gd name="csX6" fmla="*/ 129433 w 1027995"/>
                <a:gd name="csY6" fmla="*/ 171705 h 2985415"/>
                <a:gd name="csX7" fmla="*/ 138157 w 1027995"/>
                <a:gd name="csY7" fmla="*/ 141287 h 2985415"/>
                <a:gd name="csX8" fmla="*/ 162231 w 1027995"/>
                <a:gd name="csY8" fmla="*/ 95567 h 2985415"/>
                <a:gd name="csX9" fmla="*/ 210427 w 1027995"/>
                <a:gd name="csY9" fmla="*/ 43128 h 2985415"/>
                <a:gd name="csX10" fmla="*/ 306017 w 1027995"/>
                <a:gd name="csY10" fmla="*/ 1841 h 2985415"/>
                <a:gd name="csX11" fmla="*/ 410425 w 1027995"/>
                <a:gd name="csY11" fmla="*/ 4127 h 2985415"/>
                <a:gd name="csX12" fmla="*/ 678214 w 1027995"/>
                <a:gd name="csY12" fmla="*/ 23721 h 2985415"/>
                <a:gd name="csX13" fmla="*/ 736997 w 1027995"/>
                <a:gd name="csY13" fmla="*/ 56378 h 2985415"/>
                <a:gd name="csX14" fmla="*/ 802311 w 1027995"/>
                <a:gd name="csY14" fmla="*/ 89036 h 2985415"/>
                <a:gd name="csX15" fmla="*/ 821905 w 1027995"/>
                <a:gd name="csY15" fmla="*/ 115161 h 2985415"/>
                <a:gd name="csX16" fmla="*/ 834968 w 1027995"/>
                <a:gd name="csY16" fmla="*/ 141287 h 2985415"/>
                <a:gd name="csX17" fmla="*/ 893751 w 1027995"/>
                <a:gd name="csY17" fmla="*/ 200070 h 2985415"/>
                <a:gd name="csX18" fmla="*/ 946003 w 1027995"/>
                <a:gd name="csY18" fmla="*/ 258853 h 2985415"/>
                <a:gd name="csX19" fmla="*/ 965597 w 1027995"/>
                <a:gd name="csY19" fmla="*/ 343761 h 2985415"/>
                <a:gd name="csX20" fmla="*/ 985191 w 1027995"/>
                <a:gd name="csY20" fmla="*/ 396013 h 2985415"/>
                <a:gd name="csX21" fmla="*/ 991723 w 1027995"/>
                <a:gd name="csY21" fmla="*/ 474390 h 2985415"/>
                <a:gd name="csX22" fmla="*/ 1000211 w 1027995"/>
                <a:gd name="csY22" fmla="*/ 628999 h 2985415"/>
                <a:gd name="csX23" fmla="*/ 998254 w 1027995"/>
                <a:gd name="csY23" fmla="*/ 781367 h 2985415"/>
                <a:gd name="csX24" fmla="*/ 1011317 w 1027995"/>
                <a:gd name="csY24" fmla="*/ 925058 h 2985415"/>
                <a:gd name="csX25" fmla="*/ 1017848 w 1027995"/>
                <a:gd name="csY25" fmla="*/ 1493293 h 2985415"/>
                <a:gd name="csX26" fmla="*/ 991723 w 1027995"/>
                <a:gd name="csY26" fmla="*/ 2041933 h 2985415"/>
                <a:gd name="csX27" fmla="*/ 985191 w 1027995"/>
                <a:gd name="csY27" fmla="*/ 2146436 h 2985415"/>
                <a:gd name="csX28" fmla="*/ 978660 w 1027995"/>
                <a:gd name="csY28" fmla="*/ 2198687 h 2985415"/>
                <a:gd name="csX29" fmla="*/ 959065 w 1027995"/>
                <a:gd name="csY29" fmla="*/ 2479538 h 2985415"/>
                <a:gd name="csX30" fmla="*/ 935273 w 1027995"/>
                <a:gd name="csY30" fmla="*/ 2566217 h 2985415"/>
                <a:gd name="csX31" fmla="*/ 926597 w 1027995"/>
                <a:gd name="csY31" fmla="*/ 2587768 h 2985415"/>
                <a:gd name="csX32" fmla="*/ 885073 w 1027995"/>
                <a:gd name="csY32" fmla="*/ 2730113 h 2985415"/>
                <a:gd name="csX33" fmla="*/ 848776 w 1027995"/>
                <a:gd name="csY33" fmla="*/ 2837582 h 2985415"/>
                <a:gd name="csX34" fmla="*/ 761193 w 1027995"/>
                <a:gd name="csY34" fmla="*/ 2942829 h 2985415"/>
                <a:gd name="csX35" fmla="*/ 715264 w 1027995"/>
                <a:gd name="csY35" fmla="*/ 2965841 h 2985415"/>
                <a:gd name="csX36" fmla="*/ 652012 w 1027995"/>
                <a:gd name="csY36" fmla="*/ 2978464 h 2985415"/>
                <a:gd name="csX37" fmla="*/ 564672 w 1027995"/>
                <a:gd name="csY37" fmla="*/ 2984553 h 2985415"/>
                <a:gd name="csX38" fmla="*/ 449614 w 1027995"/>
                <a:gd name="csY38" fmla="*/ 2971904 h 2985415"/>
                <a:gd name="csX39" fmla="*/ 388875 w 1027995"/>
                <a:gd name="csY39" fmla="*/ 2959777 h 2985415"/>
                <a:gd name="csX40" fmla="*/ 362966 w 1027995"/>
                <a:gd name="csY40" fmla="*/ 2947432 h 2985415"/>
                <a:gd name="csX41" fmla="*/ 263316 w 1027995"/>
                <a:gd name="csY41" fmla="*/ 2910034 h 2985415"/>
                <a:gd name="csX42" fmla="*/ 214483 w 1027995"/>
                <a:gd name="csY42" fmla="*/ 2897550 h 2985415"/>
                <a:gd name="csX43" fmla="*/ 181825 w 1027995"/>
                <a:gd name="csY43" fmla="*/ 2806110 h 2985415"/>
                <a:gd name="csX44" fmla="*/ 155700 w 1027995"/>
                <a:gd name="csY44" fmla="*/ 2688544 h 2985415"/>
                <a:gd name="csX45" fmla="*/ 129574 w 1027995"/>
                <a:gd name="csY45" fmla="*/ 2655887 h 2985415"/>
                <a:gd name="csX46" fmla="*/ 109980 w 1027995"/>
                <a:gd name="csY46" fmla="*/ 2590573 h 2985415"/>
                <a:gd name="csX47" fmla="*/ 83854 w 1027995"/>
                <a:gd name="csY47" fmla="*/ 2492601 h 2985415"/>
                <a:gd name="csX48" fmla="*/ 70791 w 1027995"/>
                <a:gd name="csY48" fmla="*/ 2459944 h 2985415"/>
                <a:gd name="csX49" fmla="*/ 57728 w 1027995"/>
                <a:gd name="csY49" fmla="*/ 2322784 h 2985415"/>
                <a:gd name="csX0" fmla="*/ 2382 w 1029003"/>
                <a:gd name="csY0" fmla="*/ 448264 h 2985415"/>
                <a:gd name="csX1" fmla="*/ 4621 w 1029003"/>
                <a:gd name="csY1" fmla="*/ 417800 h 2985415"/>
                <a:gd name="csX2" fmla="*/ 8586 w 1029003"/>
                <a:gd name="csY2" fmla="*/ 382994 h 2985415"/>
                <a:gd name="csX3" fmla="*/ 54115 w 1029003"/>
                <a:gd name="csY3" fmla="*/ 326312 h 2985415"/>
                <a:gd name="csX4" fmla="*/ 75950 w 1029003"/>
                <a:gd name="csY4" fmla="*/ 282598 h 2985415"/>
                <a:gd name="csX5" fmla="*/ 99930 w 1029003"/>
                <a:gd name="csY5" fmla="*/ 228247 h 2985415"/>
                <a:gd name="csX6" fmla="*/ 130441 w 1029003"/>
                <a:gd name="csY6" fmla="*/ 171705 h 2985415"/>
                <a:gd name="csX7" fmla="*/ 139165 w 1029003"/>
                <a:gd name="csY7" fmla="*/ 141287 h 2985415"/>
                <a:gd name="csX8" fmla="*/ 163239 w 1029003"/>
                <a:gd name="csY8" fmla="*/ 95567 h 2985415"/>
                <a:gd name="csX9" fmla="*/ 211435 w 1029003"/>
                <a:gd name="csY9" fmla="*/ 43128 h 2985415"/>
                <a:gd name="csX10" fmla="*/ 307025 w 1029003"/>
                <a:gd name="csY10" fmla="*/ 1841 h 2985415"/>
                <a:gd name="csX11" fmla="*/ 411433 w 1029003"/>
                <a:gd name="csY11" fmla="*/ 4127 h 2985415"/>
                <a:gd name="csX12" fmla="*/ 679222 w 1029003"/>
                <a:gd name="csY12" fmla="*/ 23721 h 2985415"/>
                <a:gd name="csX13" fmla="*/ 738005 w 1029003"/>
                <a:gd name="csY13" fmla="*/ 56378 h 2985415"/>
                <a:gd name="csX14" fmla="*/ 803319 w 1029003"/>
                <a:gd name="csY14" fmla="*/ 89036 h 2985415"/>
                <a:gd name="csX15" fmla="*/ 822913 w 1029003"/>
                <a:gd name="csY15" fmla="*/ 115161 h 2985415"/>
                <a:gd name="csX16" fmla="*/ 835976 w 1029003"/>
                <a:gd name="csY16" fmla="*/ 141287 h 2985415"/>
                <a:gd name="csX17" fmla="*/ 894759 w 1029003"/>
                <a:gd name="csY17" fmla="*/ 200070 h 2985415"/>
                <a:gd name="csX18" fmla="*/ 947011 w 1029003"/>
                <a:gd name="csY18" fmla="*/ 258853 h 2985415"/>
                <a:gd name="csX19" fmla="*/ 966605 w 1029003"/>
                <a:gd name="csY19" fmla="*/ 343761 h 2985415"/>
                <a:gd name="csX20" fmla="*/ 986199 w 1029003"/>
                <a:gd name="csY20" fmla="*/ 396013 h 2985415"/>
                <a:gd name="csX21" fmla="*/ 992731 w 1029003"/>
                <a:gd name="csY21" fmla="*/ 474390 h 2985415"/>
                <a:gd name="csX22" fmla="*/ 1001219 w 1029003"/>
                <a:gd name="csY22" fmla="*/ 628999 h 2985415"/>
                <a:gd name="csX23" fmla="*/ 999262 w 1029003"/>
                <a:gd name="csY23" fmla="*/ 781367 h 2985415"/>
                <a:gd name="csX24" fmla="*/ 1012325 w 1029003"/>
                <a:gd name="csY24" fmla="*/ 925058 h 2985415"/>
                <a:gd name="csX25" fmla="*/ 1018856 w 1029003"/>
                <a:gd name="csY25" fmla="*/ 1493293 h 2985415"/>
                <a:gd name="csX26" fmla="*/ 992731 w 1029003"/>
                <a:gd name="csY26" fmla="*/ 2041933 h 2985415"/>
                <a:gd name="csX27" fmla="*/ 986199 w 1029003"/>
                <a:gd name="csY27" fmla="*/ 2146436 h 2985415"/>
                <a:gd name="csX28" fmla="*/ 979668 w 1029003"/>
                <a:gd name="csY28" fmla="*/ 2198687 h 2985415"/>
                <a:gd name="csX29" fmla="*/ 960073 w 1029003"/>
                <a:gd name="csY29" fmla="*/ 2479538 h 2985415"/>
                <a:gd name="csX30" fmla="*/ 936281 w 1029003"/>
                <a:gd name="csY30" fmla="*/ 2566217 h 2985415"/>
                <a:gd name="csX31" fmla="*/ 927605 w 1029003"/>
                <a:gd name="csY31" fmla="*/ 2587768 h 2985415"/>
                <a:gd name="csX32" fmla="*/ 886081 w 1029003"/>
                <a:gd name="csY32" fmla="*/ 2730113 h 2985415"/>
                <a:gd name="csX33" fmla="*/ 849784 w 1029003"/>
                <a:gd name="csY33" fmla="*/ 2837582 h 2985415"/>
                <a:gd name="csX34" fmla="*/ 762201 w 1029003"/>
                <a:gd name="csY34" fmla="*/ 2942829 h 2985415"/>
                <a:gd name="csX35" fmla="*/ 716272 w 1029003"/>
                <a:gd name="csY35" fmla="*/ 2965841 h 2985415"/>
                <a:gd name="csX36" fmla="*/ 653020 w 1029003"/>
                <a:gd name="csY36" fmla="*/ 2978464 h 2985415"/>
                <a:gd name="csX37" fmla="*/ 565680 w 1029003"/>
                <a:gd name="csY37" fmla="*/ 2984553 h 2985415"/>
                <a:gd name="csX38" fmla="*/ 450622 w 1029003"/>
                <a:gd name="csY38" fmla="*/ 2971904 h 2985415"/>
                <a:gd name="csX39" fmla="*/ 389883 w 1029003"/>
                <a:gd name="csY39" fmla="*/ 2959777 h 2985415"/>
                <a:gd name="csX40" fmla="*/ 363974 w 1029003"/>
                <a:gd name="csY40" fmla="*/ 2947432 h 2985415"/>
                <a:gd name="csX41" fmla="*/ 264324 w 1029003"/>
                <a:gd name="csY41" fmla="*/ 2910034 h 2985415"/>
                <a:gd name="csX42" fmla="*/ 215491 w 1029003"/>
                <a:gd name="csY42" fmla="*/ 2897550 h 2985415"/>
                <a:gd name="csX43" fmla="*/ 182833 w 1029003"/>
                <a:gd name="csY43" fmla="*/ 2806110 h 2985415"/>
                <a:gd name="csX44" fmla="*/ 156708 w 1029003"/>
                <a:gd name="csY44" fmla="*/ 2688544 h 2985415"/>
                <a:gd name="csX45" fmla="*/ 130582 w 1029003"/>
                <a:gd name="csY45" fmla="*/ 2655887 h 2985415"/>
                <a:gd name="csX46" fmla="*/ 110988 w 1029003"/>
                <a:gd name="csY46" fmla="*/ 2590573 h 2985415"/>
                <a:gd name="csX47" fmla="*/ 84862 w 1029003"/>
                <a:gd name="csY47" fmla="*/ 2492601 h 2985415"/>
                <a:gd name="csX48" fmla="*/ 71799 w 1029003"/>
                <a:gd name="csY48" fmla="*/ 2459944 h 2985415"/>
                <a:gd name="csX49" fmla="*/ 58736 w 1029003"/>
                <a:gd name="csY49" fmla="*/ 2322784 h 2985415"/>
                <a:gd name="csX0" fmla="*/ 1688 w 1028309"/>
                <a:gd name="csY0" fmla="*/ 448264 h 2985415"/>
                <a:gd name="csX1" fmla="*/ 3927 w 1028309"/>
                <a:gd name="csY1" fmla="*/ 417800 h 2985415"/>
                <a:gd name="csX2" fmla="*/ 7892 w 1028309"/>
                <a:gd name="csY2" fmla="*/ 382994 h 2985415"/>
                <a:gd name="csX3" fmla="*/ 53421 w 1028309"/>
                <a:gd name="csY3" fmla="*/ 326312 h 2985415"/>
                <a:gd name="csX4" fmla="*/ 75256 w 1028309"/>
                <a:gd name="csY4" fmla="*/ 282598 h 2985415"/>
                <a:gd name="csX5" fmla="*/ 99236 w 1028309"/>
                <a:gd name="csY5" fmla="*/ 228247 h 2985415"/>
                <a:gd name="csX6" fmla="*/ 129747 w 1028309"/>
                <a:gd name="csY6" fmla="*/ 171705 h 2985415"/>
                <a:gd name="csX7" fmla="*/ 138471 w 1028309"/>
                <a:gd name="csY7" fmla="*/ 141287 h 2985415"/>
                <a:gd name="csX8" fmla="*/ 162545 w 1028309"/>
                <a:gd name="csY8" fmla="*/ 95567 h 2985415"/>
                <a:gd name="csX9" fmla="*/ 210741 w 1028309"/>
                <a:gd name="csY9" fmla="*/ 43128 h 2985415"/>
                <a:gd name="csX10" fmla="*/ 306331 w 1028309"/>
                <a:gd name="csY10" fmla="*/ 1841 h 2985415"/>
                <a:gd name="csX11" fmla="*/ 410739 w 1028309"/>
                <a:gd name="csY11" fmla="*/ 4127 h 2985415"/>
                <a:gd name="csX12" fmla="*/ 678528 w 1028309"/>
                <a:gd name="csY12" fmla="*/ 23721 h 2985415"/>
                <a:gd name="csX13" fmla="*/ 737311 w 1028309"/>
                <a:gd name="csY13" fmla="*/ 56378 h 2985415"/>
                <a:gd name="csX14" fmla="*/ 802625 w 1028309"/>
                <a:gd name="csY14" fmla="*/ 89036 h 2985415"/>
                <a:gd name="csX15" fmla="*/ 822219 w 1028309"/>
                <a:gd name="csY15" fmla="*/ 115161 h 2985415"/>
                <a:gd name="csX16" fmla="*/ 835282 w 1028309"/>
                <a:gd name="csY16" fmla="*/ 141287 h 2985415"/>
                <a:gd name="csX17" fmla="*/ 894065 w 1028309"/>
                <a:gd name="csY17" fmla="*/ 200070 h 2985415"/>
                <a:gd name="csX18" fmla="*/ 946317 w 1028309"/>
                <a:gd name="csY18" fmla="*/ 258853 h 2985415"/>
                <a:gd name="csX19" fmla="*/ 965911 w 1028309"/>
                <a:gd name="csY19" fmla="*/ 343761 h 2985415"/>
                <a:gd name="csX20" fmla="*/ 985505 w 1028309"/>
                <a:gd name="csY20" fmla="*/ 396013 h 2985415"/>
                <a:gd name="csX21" fmla="*/ 992037 w 1028309"/>
                <a:gd name="csY21" fmla="*/ 474390 h 2985415"/>
                <a:gd name="csX22" fmla="*/ 1000525 w 1028309"/>
                <a:gd name="csY22" fmla="*/ 628999 h 2985415"/>
                <a:gd name="csX23" fmla="*/ 998568 w 1028309"/>
                <a:gd name="csY23" fmla="*/ 781367 h 2985415"/>
                <a:gd name="csX24" fmla="*/ 1011631 w 1028309"/>
                <a:gd name="csY24" fmla="*/ 925058 h 2985415"/>
                <a:gd name="csX25" fmla="*/ 1018162 w 1028309"/>
                <a:gd name="csY25" fmla="*/ 1493293 h 2985415"/>
                <a:gd name="csX26" fmla="*/ 992037 w 1028309"/>
                <a:gd name="csY26" fmla="*/ 2041933 h 2985415"/>
                <a:gd name="csX27" fmla="*/ 985505 w 1028309"/>
                <a:gd name="csY27" fmla="*/ 2146436 h 2985415"/>
                <a:gd name="csX28" fmla="*/ 978974 w 1028309"/>
                <a:gd name="csY28" fmla="*/ 2198687 h 2985415"/>
                <a:gd name="csX29" fmla="*/ 959379 w 1028309"/>
                <a:gd name="csY29" fmla="*/ 2479538 h 2985415"/>
                <a:gd name="csX30" fmla="*/ 935587 w 1028309"/>
                <a:gd name="csY30" fmla="*/ 2566217 h 2985415"/>
                <a:gd name="csX31" fmla="*/ 926911 w 1028309"/>
                <a:gd name="csY31" fmla="*/ 2587768 h 2985415"/>
                <a:gd name="csX32" fmla="*/ 885387 w 1028309"/>
                <a:gd name="csY32" fmla="*/ 2730113 h 2985415"/>
                <a:gd name="csX33" fmla="*/ 849090 w 1028309"/>
                <a:gd name="csY33" fmla="*/ 2837582 h 2985415"/>
                <a:gd name="csX34" fmla="*/ 761507 w 1028309"/>
                <a:gd name="csY34" fmla="*/ 2942829 h 2985415"/>
                <a:gd name="csX35" fmla="*/ 715578 w 1028309"/>
                <a:gd name="csY35" fmla="*/ 2965841 h 2985415"/>
                <a:gd name="csX36" fmla="*/ 652326 w 1028309"/>
                <a:gd name="csY36" fmla="*/ 2978464 h 2985415"/>
                <a:gd name="csX37" fmla="*/ 564986 w 1028309"/>
                <a:gd name="csY37" fmla="*/ 2984553 h 2985415"/>
                <a:gd name="csX38" fmla="*/ 449928 w 1028309"/>
                <a:gd name="csY38" fmla="*/ 2971904 h 2985415"/>
                <a:gd name="csX39" fmla="*/ 389189 w 1028309"/>
                <a:gd name="csY39" fmla="*/ 2959777 h 2985415"/>
                <a:gd name="csX40" fmla="*/ 363280 w 1028309"/>
                <a:gd name="csY40" fmla="*/ 2947432 h 2985415"/>
                <a:gd name="csX41" fmla="*/ 263630 w 1028309"/>
                <a:gd name="csY41" fmla="*/ 2910034 h 2985415"/>
                <a:gd name="csX42" fmla="*/ 214797 w 1028309"/>
                <a:gd name="csY42" fmla="*/ 2897550 h 2985415"/>
                <a:gd name="csX43" fmla="*/ 182139 w 1028309"/>
                <a:gd name="csY43" fmla="*/ 2806110 h 2985415"/>
                <a:gd name="csX44" fmla="*/ 156014 w 1028309"/>
                <a:gd name="csY44" fmla="*/ 2688544 h 2985415"/>
                <a:gd name="csX45" fmla="*/ 129888 w 1028309"/>
                <a:gd name="csY45" fmla="*/ 2655887 h 2985415"/>
                <a:gd name="csX46" fmla="*/ 110294 w 1028309"/>
                <a:gd name="csY46" fmla="*/ 2590573 h 2985415"/>
                <a:gd name="csX47" fmla="*/ 84168 w 1028309"/>
                <a:gd name="csY47" fmla="*/ 2492601 h 2985415"/>
                <a:gd name="csX48" fmla="*/ 71105 w 1028309"/>
                <a:gd name="csY48" fmla="*/ 2459944 h 2985415"/>
                <a:gd name="csX49" fmla="*/ 58042 w 1028309"/>
                <a:gd name="csY49" fmla="*/ 2322784 h 2985415"/>
                <a:gd name="csX0" fmla="*/ 1690 w 1028311"/>
                <a:gd name="csY0" fmla="*/ 448264 h 2985415"/>
                <a:gd name="csX1" fmla="*/ 3929 w 1028311"/>
                <a:gd name="csY1" fmla="*/ 417800 h 2985415"/>
                <a:gd name="csX2" fmla="*/ 7894 w 1028311"/>
                <a:gd name="csY2" fmla="*/ 382994 h 2985415"/>
                <a:gd name="csX3" fmla="*/ 53423 w 1028311"/>
                <a:gd name="csY3" fmla="*/ 326312 h 2985415"/>
                <a:gd name="csX4" fmla="*/ 75258 w 1028311"/>
                <a:gd name="csY4" fmla="*/ 282598 h 2985415"/>
                <a:gd name="csX5" fmla="*/ 99238 w 1028311"/>
                <a:gd name="csY5" fmla="*/ 228247 h 2985415"/>
                <a:gd name="csX6" fmla="*/ 129749 w 1028311"/>
                <a:gd name="csY6" fmla="*/ 171705 h 2985415"/>
                <a:gd name="csX7" fmla="*/ 138473 w 1028311"/>
                <a:gd name="csY7" fmla="*/ 141287 h 2985415"/>
                <a:gd name="csX8" fmla="*/ 162547 w 1028311"/>
                <a:gd name="csY8" fmla="*/ 95567 h 2985415"/>
                <a:gd name="csX9" fmla="*/ 210743 w 1028311"/>
                <a:gd name="csY9" fmla="*/ 43128 h 2985415"/>
                <a:gd name="csX10" fmla="*/ 306333 w 1028311"/>
                <a:gd name="csY10" fmla="*/ 1841 h 2985415"/>
                <a:gd name="csX11" fmla="*/ 410741 w 1028311"/>
                <a:gd name="csY11" fmla="*/ 4127 h 2985415"/>
                <a:gd name="csX12" fmla="*/ 678530 w 1028311"/>
                <a:gd name="csY12" fmla="*/ 23721 h 2985415"/>
                <a:gd name="csX13" fmla="*/ 737313 w 1028311"/>
                <a:gd name="csY13" fmla="*/ 56378 h 2985415"/>
                <a:gd name="csX14" fmla="*/ 802627 w 1028311"/>
                <a:gd name="csY14" fmla="*/ 89036 h 2985415"/>
                <a:gd name="csX15" fmla="*/ 822221 w 1028311"/>
                <a:gd name="csY15" fmla="*/ 115161 h 2985415"/>
                <a:gd name="csX16" fmla="*/ 835284 w 1028311"/>
                <a:gd name="csY16" fmla="*/ 141287 h 2985415"/>
                <a:gd name="csX17" fmla="*/ 894067 w 1028311"/>
                <a:gd name="csY17" fmla="*/ 200070 h 2985415"/>
                <a:gd name="csX18" fmla="*/ 946319 w 1028311"/>
                <a:gd name="csY18" fmla="*/ 258853 h 2985415"/>
                <a:gd name="csX19" fmla="*/ 965913 w 1028311"/>
                <a:gd name="csY19" fmla="*/ 343761 h 2985415"/>
                <a:gd name="csX20" fmla="*/ 985507 w 1028311"/>
                <a:gd name="csY20" fmla="*/ 396013 h 2985415"/>
                <a:gd name="csX21" fmla="*/ 992039 w 1028311"/>
                <a:gd name="csY21" fmla="*/ 474390 h 2985415"/>
                <a:gd name="csX22" fmla="*/ 1000527 w 1028311"/>
                <a:gd name="csY22" fmla="*/ 628999 h 2985415"/>
                <a:gd name="csX23" fmla="*/ 998570 w 1028311"/>
                <a:gd name="csY23" fmla="*/ 781367 h 2985415"/>
                <a:gd name="csX24" fmla="*/ 1011633 w 1028311"/>
                <a:gd name="csY24" fmla="*/ 925058 h 2985415"/>
                <a:gd name="csX25" fmla="*/ 1018164 w 1028311"/>
                <a:gd name="csY25" fmla="*/ 1493293 h 2985415"/>
                <a:gd name="csX26" fmla="*/ 992039 w 1028311"/>
                <a:gd name="csY26" fmla="*/ 2041933 h 2985415"/>
                <a:gd name="csX27" fmla="*/ 985507 w 1028311"/>
                <a:gd name="csY27" fmla="*/ 2146436 h 2985415"/>
                <a:gd name="csX28" fmla="*/ 978976 w 1028311"/>
                <a:gd name="csY28" fmla="*/ 2198687 h 2985415"/>
                <a:gd name="csX29" fmla="*/ 959381 w 1028311"/>
                <a:gd name="csY29" fmla="*/ 2479538 h 2985415"/>
                <a:gd name="csX30" fmla="*/ 935589 w 1028311"/>
                <a:gd name="csY30" fmla="*/ 2566217 h 2985415"/>
                <a:gd name="csX31" fmla="*/ 926913 w 1028311"/>
                <a:gd name="csY31" fmla="*/ 2587768 h 2985415"/>
                <a:gd name="csX32" fmla="*/ 885389 w 1028311"/>
                <a:gd name="csY32" fmla="*/ 2730113 h 2985415"/>
                <a:gd name="csX33" fmla="*/ 849092 w 1028311"/>
                <a:gd name="csY33" fmla="*/ 2837582 h 2985415"/>
                <a:gd name="csX34" fmla="*/ 761509 w 1028311"/>
                <a:gd name="csY34" fmla="*/ 2942829 h 2985415"/>
                <a:gd name="csX35" fmla="*/ 715580 w 1028311"/>
                <a:gd name="csY35" fmla="*/ 2965841 h 2985415"/>
                <a:gd name="csX36" fmla="*/ 652328 w 1028311"/>
                <a:gd name="csY36" fmla="*/ 2978464 h 2985415"/>
                <a:gd name="csX37" fmla="*/ 564988 w 1028311"/>
                <a:gd name="csY37" fmla="*/ 2984553 h 2985415"/>
                <a:gd name="csX38" fmla="*/ 449930 w 1028311"/>
                <a:gd name="csY38" fmla="*/ 2971904 h 2985415"/>
                <a:gd name="csX39" fmla="*/ 389191 w 1028311"/>
                <a:gd name="csY39" fmla="*/ 2959777 h 2985415"/>
                <a:gd name="csX40" fmla="*/ 363282 w 1028311"/>
                <a:gd name="csY40" fmla="*/ 2947432 h 2985415"/>
                <a:gd name="csX41" fmla="*/ 263632 w 1028311"/>
                <a:gd name="csY41" fmla="*/ 2910034 h 2985415"/>
                <a:gd name="csX42" fmla="*/ 214799 w 1028311"/>
                <a:gd name="csY42" fmla="*/ 2897550 h 2985415"/>
                <a:gd name="csX43" fmla="*/ 182141 w 1028311"/>
                <a:gd name="csY43" fmla="*/ 2806110 h 2985415"/>
                <a:gd name="csX44" fmla="*/ 156016 w 1028311"/>
                <a:gd name="csY44" fmla="*/ 2688544 h 2985415"/>
                <a:gd name="csX45" fmla="*/ 129890 w 1028311"/>
                <a:gd name="csY45" fmla="*/ 2655887 h 2985415"/>
                <a:gd name="csX46" fmla="*/ 110296 w 1028311"/>
                <a:gd name="csY46" fmla="*/ 2590573 h 2985415"/>
                <a:gd name="csX47" fmla="*/ 84170 w 1028311"/>
                <a:gd name="csY47" fmla="*/ 2492601 h 2985415"/>
                <a:gd name="csX48" fmla="*/ 71107 w 1028311"/>
                <a:gd name="csY48" fmla="*/ 2459944 h 2985415"/>
                <a:gd name="csX49" fmla="*/ 58044 w 1028311"/>
                <a:gd name="csY49" fmla="*/ 2322784 h 2985415"/>
                <a:gd name="csX0" fmla="*/ 3523 w 1030144"/>
                <a:gd name="csY0" fmla="*/ 448264 h 2985415"/>
                <a:gd name="csX1" fmla="*/ 5762 w 1030144"/>
                <a:gd name="csY1" fmla="*/ 417800 h 2985415"/>
                <a:gd name="csX2" fmla="*/ 9727 w 1030144"/>
                <a:gd name="csY2" fmla="*/ 382994 h 2985415"/>
                <a:gd name="csX3" fmla="*/ 55256 w 1030144"/>
                <a:gd name="csY3" fmla="*/ 326312 h 2985415"/>
                <a:gd name="csX4" fmla="*/ 77091 w 1030144"/>
                <a:gd name="csY4" fmla="*/ 282598 h 2985415"/>
                <a:gd name="csX5" fmla="*/ 101071 w 1030144"/>
                <a:gd name="csY5" fmla="*/ 228247 h 2985415"/>
                <a:gd name="csX6" fmla="*/ 131582 w 1030144"/>
                <a:gd name="csY6" fmla="*/ 171705 h 2985415"/>
                <a:gd name="csX7" fmla="*/ 140306 w 1030144"/>
                <a:gd name="csY7" fmla="*/ 141287 h 2985415"/>
                <a:gd name="csX8" fmla="*/ 164380 w 1030144"/>
                <a:gd name="csY8" fmla="*/ 95567 h 2985415"/>
                <a:gd name="csX9" fmla="*/ 212576 w 1030144"/>
                <a:gd name="csY9" fmla="*/ 43128 h 2985415"/>
                <a:gd name="csX10" fmla="*/ 308166 w 1030144"/>
                <a:gd name="csY10" fmla="*/ 1841 h 2985415"/>
                <a:gd name="csX11" fmla="*/ 412574 w 1030144"/>
                <a:gd name="csY11" fmla="*/ 4127 h 2985415"/>
                <a:gd name="csX12" fmla="*/ 680363 w 1030144"/>
                <a:gd name="csY12" fmla="*/ 23721 h 2985415"/>
                <a:gd name="csX13" fmla="*/ 739146 w 1030144"/>
                <a:gd name="csY13" fmla="*/ 56378 h 2985415"/>
                <a:gd name="csX14" fmla="*/ 804460 w 1030144"/>
                <a:gd name="csY14" fmla="*/ 89036 h 2985415"/>
                <a:gd name="csX15" fmla="*/ 824054 w 1030144"/>
                <a:gd name="csY15" fmla="*/ 115161 h 2985415"/>
                <a:gd name="csX16" fmla="*/ 837117 w 1030144"/>
                <a:gd name="csY16" fmla="*/ 141287 h 2985415"/>
                <a:gd name="csX17" fmla="*/ 895900 w 1030144"/>
                <a:gd name="csY17" fmla="*/ 200070 h 2985415"/>
                <a:gd name="csX18" fmla="*/ 948152 w 1030144"/>
                <a:gd name="csY18" fmla="*/ 258853 h 2985415"/>
                <a:gd name="csX19" fmla="*/ 967746 w 1030144"/>
                <a:gd name="csY19" fmla="*/ 343761 h 2985415"/>
                <a:gd name="csX20" fmla="*/ 987340 w 1030144"/>
                <a:gd name="csY20" fmla="*/ 396013 h 2985415"/>
                <a:gd name="csX21" fmla="*/ 993872 w 1030144"/>
                <a:gd name="csY21" fmla="*/ 474390 h 2985415"/>
                <a:gd name="csX22" fmla="*/ 1002360 w 1030144"/>
                <a:gd name="csY22" fmla="*/ 628999 h 2985415"/>
                <a:gd name="csX23" fmla="*/ 1000403 w 1030144"/>
                <a:gd name="csY23" fmla="*/ 781367 h 2985415"/>
                <a:gd name="csX24" fmla="*/ 1013466 w 1030144"/>
                <a:gd name="csY24" fmla="*/ 925058 h 2985415"/>
                <a:gd name="csX25" fmla="*/ 1019997 w 1030144"/>
                <a:gd name="csY25" fmla="*/ 1493293 h 2985415"/>
                <a:gd name="csX26" fmla="*/ 993872 w 1030144"/>
                <a:gd name="csY26" fmla="*/ 2041933 h 2985415"/>
                <a:gd name="csX27" fmla="*/ 987340 w 1030144"/>
                <a:gd name="csY27" fmla="*/ 2146436 h 2985415"/>
                <a:gd name="csX28" fmla="*/ 980809 w 1030144"/>
                <a:gd name="csY28" fmla="*/ 2198687 h 2985415"/>
                <a:gd name="csX29" fmla="*/ 961214 w 1030144"/>
                <a:gd name="csY29" fmla="*/ 2479538 h 2985415"/>
                <a:gd name="csX30" fmla="*/ 937422 w 1030144"/>
                <a:gd name="csY30" fmla="*/ 2566217 h 2985415"/>
                <a:gd name="csX31" fmla="*/ 928746 w 1030144"/>
                <a:gd name="csY31" fmla="*/ 2587768 h 2985415"/>
                <a:gd name="csX32" fmla="*/ 887222 w 1030144"/>
                <a:gd name="csY32" fmla="*/ 2730113 h 2985415"/>
                <a:gd name="csX33" fmla="*/ 850925 w 1030144"/>
                <a:gd name="csY33" fmla="*/ 2837582 h 2985415"/>
                <a:gd name="csX34" fmla="*/ 763342 w 1030144"/>
                <a:gd name="csY34" fmla="*/ 2942829 h 2985415"/>
                <a:gd name="csX35" fmla="*/ 717413 w 1030144"/>
                <a:gd name="csY35" fmla="*/ 2965841 h 2985415"/>
                <a:gd name="csX36" fmla="*/ 654161 w 1030144"/>
                <a:gd name="csY36" fmla="*/ 2978464 h 2985415"/>
                <a:gd name="csX37" fmla="*/ 566821 w 1030144"/>
                <a:gd name="csY37" fmla="*/ 2984553 h 2985415"/>
                <a:gd name="csX38" fmla="*/ 451763 w 1030144"/>
                <a:gd name="csY38" fmla="*/ 2971904 h 2985415"/>
                <a:gd name="csX39" fmla="*/ 391024 w 1030144"/>
                <a:gd name="csY39" fmla="*/ 2959777 h 2985415"/>
                <a:gd name="csX40" fmla="*/ 365115 w 1030144"/>
                <a:gd name="csY40" fmla="*/ 2947432 h 2985415"/>
                <a:gd name="csX41" fmla="*/ 265465 w 1030144"/>
                <a:gd name="csY41" fmla="*/ 2910034 h 2985415"/>
                <a:gd name="csX42" fmla="*/ 216632 w 1030144"/>
                <a:gd name="csY42" fmla="*/ 2897550 h 2985415"/>
                <a:gd name="csX43" fmla="*/ 183974 w 1030144"/>
                <a:gd name="csY43" fmla="*/ 2806110 h 2985415"/>
                <a:gd name="csX44" fmla="*/ 157849 w 1030144"/>
                <a:gd name="csY44" fmla="*/ 2688544 h 2985415"/>
                <a:gd name="csX45" fmla="*/ 131723 w 1030144"/>
                <a:gd name="csY45" fmla="*/ 2655887 h 2985415"/>
                <a:gd name="csX46" fmla="*/ 112129 w 1030144"/>
                <a:gd name="csY46" fmla="*/ 2590573 h 2985415"/>
                <a:gd name="csX47" fmla="*/ 86003 w 1030144"/>
                <a:gd name="csY47" fmla="*/ 2492601 h 2985415"/>
                <a:gd name="csX48" fmla="*/ 72940 w 1030144"/>
                <a:gd name="csY48" fmla="*/ 2459944 h 2985415"/>
                <a:gd name="csX49" fmla="*/ 59877 w 1030144"/>
                <a:gd name="csY49" fmla="*/ 2322784 h 2985415"/>
                <a:gd name="csX0" fmla="*/ 3523 w 1030144"/>
                <a:gd name="csY0" fmla="*/ 448264 h 2985415"/>
                <a:gd name="csX1" fmla="*/ 5762 w 1030144"/>
                <a:gd name="csY1" fmla="*/ 417800 h 2985415"/>
                <a:gd name="csX2" fmla="*/ 9727 w 1030144"/>
                <a:gd name="csY2" fmla="*/ 382994 h 2985415"/>
                <a:gd name="csX3" fmla="*/ 55256 w 1030144"/>
                <a:gd name="csY3" fmla="*/ 326312 h 2985415"/>
                <a:gd name="csX4" fmla="*/ 77091 w 1030144"/>
                <a:gd name="csY4" fmla="*/ 282598 h 2985415"/>
                <a:gd name="csX5" fmla="*/ 101071 w 1030144"/>
                <a:gd name="csY5" fmla="*/ 228247 h 2985415"/>
                <a:gd name="csX6" fmla="*/ 131582 w 1030144"/>
                <a:gd name="csY6" fmla="*/ 171705 h 2985415"/>
                <a:gd name="csX7" fmla="*/ 140306 w 1030144"/>
                <a:gd name="csY7" fmla="*/ 141287 h 2985415"/>
                <a:gd name="csX8" fmla="*/ 164380 w 1030144"/>
                <a:gd name="csY8" fmla="*/ 95567 h 2985415"/>
                <a:gd name="csX9" fmla="*/ 212576 w 1030144"/>
                <a:gd name="csY9" fmla="*/ 43128 h 2985415"/>
                <a:gd name="csX10" fmla="*/ 308166 w 1030144"/>
                <a:gd name="csY10" fmla="*/ 1841 h 2985415"/>
                <a:gd name="csX11" fmla="*/ 412574 w 1030144"/>
                <a:gd name="csY11" fmla="*/ 4127 h 2985415"/>
                <a:gd name="csX12" fmla="*/ 680363 w 1030144"/>
                <a:gd name="csY12" fmla="*/ 23721 h 2985415"/>
                <a:gd name="csX13" fmla="*/ 739146 w 1030144"/>
                <a:gd name="csY13" fmla="*/ 56378 h 2985415"/>
                <a:gd name="csX14" fmla="*/ 804460 w 1030144"/>
                <a:gd name="csY14" fmla="*/ 89036 h 2985415"/>
                <a:gd name="csX15" fmla="*/ 824054 w 1030144"/>
                <a:gd name="csY15" fmla="*/ 115161 h 2985415"/>
                <a:gd name="csX16" fmla="*/ 837117 w 1030144"/>
                <a:gd name="csY16" fmla="*/ 141287 h 2985415"/>
                <a:gd name="csX17" fmla="*/ 895900 w 1030144"/>
                <a:gd name="csY17" fmla="*/ 200070 h 2985415"/>
                <a:gd name="csX18" fmla="*/ 948152 w 1030144"/>
                <a:gd name="csY18" fmla="*/ 258853 h 2985415"/>
                <a:gd name="csX19" fmla="*/ 967746 w 1030144"/>
                <a:gd name="csY19" fmla="*/ 343761 h 2985415"/>
                <a:gd name="csX20" fmla="*/ 987340 w 1030144"/>
                <a:gd name="csY20" fmla="*/ 396013 h 2985415"/>
                <a:gd name="csX21" fmla="*/ 993872 w 1030144"/>
                <a:gd name="csY21" fmla="*/ 474390 h 2985415"/>
                <a:gd name="csX22" fmla="*/ 1002360 w 1030144"/>
                <a:gd name="csY22" fmla="*/ 628999 h 2985415"/>
                <a:gd name="csX23" fmla="*/ 1000403 w 1030144"/>
                <a:gd name="csY23" fmla="*/ 781367 h 2985415"/>
                <a:gd name="csX24" fmla="*/ 1013466 w 1030144"/>
                <a:gd name="csY24" fmla="*/ 925058 h 2985415"/>
                <a:gd name="csX25" fmla="*/ 1019997 w 1030144"/>
                <a:gd name="csY25" fmla="*/ 1493293 h 2985415"/>
                <a:gd name="csX26" fmla="*/ 993872 w 1030144"/>
                <a:gd name="csY26" fmla="*/ 2041933 h 2985415"/>
                <a:gd name="csX27" fmla="*/ 987340 w 1030144"/>
                <a:gd name="csY27" fmla="*/ 2146436 h 2985415"/>
                <a:gd name="csX28" fmla="*/ 980809 w 1030144"/>
                <a:gd name="csY28" fmla="*/ 2198687 h 2985415"/>
                <a:gd name="csX29" fmla="*/ 961214 w 1030144"/>
                <a:gd name="csY29" fmla="*/ 2479538 h 2985415"/>
                <a:gd name="csX30" fmla="*/ 937422 w 1030144"/>
                <a:gd name="csY30" fmla="*/ 2566217 h 2985415"/>
                <a:gd name="csX31" fmla="*/ 928746 w 1030144"/>
                <a:gd name="csY31" fmla="*/ 2587768 h 2985415"/>
                <a:gd name="csX32" fmla="*/ 887222 w 1030144"/>
                <a:gd name="csY32" fmla="*/ 2730113 h 2985415"/>
                <a:gd name="csX33" fmla="*/ 850925 w 1030144"/>
                <a:gd name="csY33" fmla="*/ 2837582 h 2985415"/>
                <a:gd name="csX34" fmla="*/ 763342 w 1030144"/>
                <a:gd name="csY34" fmla="*/ 2942829 h 2985415"/>
                <a:gd name="csX35" fmla="*/ 717413 w 1030144"/>
                <a:gd name="csY35" fmla="*/ 2965841 h 2985415"/>
                <a:gd name="csX36" fmla="*/ 654161 w 1030144"/>
                <a:gd name="csY36" fmla="*/ 2978464 h 2985415"/>
                <a:gd name="csX37" fmla="*/ 566821 w 1030144"/>
                <a:gd name="csY37" fmla="*/ 2984553 h 2985415"/>
                <a:gd name="csX38" fmla="*/ 451763 w 1030144"/>
                <a:gd name="csY38" fmla="*/ 2971904 h 2985415"/>
                <a:gd name="csX39" fmla="*/ 391024 w 1030144"/>
                <a:gd name="csY39" fmla="*/ 2959777 h 2985415"/>
                <a:gd name="csX40" fmla="*/ 365115 w 1030144"/>
                <a:gd name="csY40" fmla="*/ 2947432 h 2985415"/>
                <a:gd name="csX41" fmla="*/ 265465 w 1030144"/>
                <a:gd name="csY41" fmla="*/ 2910034 h 2985415"/>
                <a:gd name="csX42" fmla="*/ 216632 w 1030144"/>
                <a:gd name="csY42" fmla="*/ 2897550 h 2985415"/>
                <a:gd name="csX43" fmla="*/ 183974 w 1030144"/>
                <a:gd name="csY43" fmla="*/ 2806110 h 2985415"/>
                <a:gd name="csX44" fmla="*/ 157849 w 1030144"/>
                <a:gd name="csY44" fmla="*/ 2688544 h 2985415"/>
                <a:gd name="csX45" fmla="*/ 131723 w 1030144"/>
                <a:gd name="csY45" fmla="*/ 2655887 h 2985415"/>
                <a:gd name="csX46" fmla="*/ 112129 w 1030144"/>
                <a:gd name="csY46" fmla="*/ 2590573 h 2985415"/>
                <a:gd name="csX47" fmla="*/ 86003 w 1030144"/>
                <a:gd name="csY47" fmla="*/ 2492601 h 2985415"/>
                <a:gd name="csX48" fmla="*/ 72940 w 1030144"/>
                <a:gd name="csY48" fmla="*/ 2459944 h 2985415"/>
                <a:gd name="csX49" fmla="*/ 59877 w 1030144"/>
                <a:gd name="csY49" fmla="*/ 2322784 h 2985415"/>
                <a:gd name="csX0" fmla="*/ 1361 w 1027982"/>
                <a:gd name="csY0" fmla="*/ 448264 h 2985415"/>
                <a:gd name="csX1" fmla="*/ 3600 w 1027982"/>
                <a:gd name="csY1" fmla="*/ 417800 h 2985415"/>
                <a:gd name="csX2" fmla="*/ 26527 w 1027982"/>
                <a:gd name="csY2" fmla="*/ 397742 h 2985415"/>
                <a:gd name="csX3" fmla="*/ 53094 w 1027982"/>
                <a:gd name="csY3" fmla="*/ 326312 h 2985415"/>
                <a:gd name="csX4" fmla="*/ 74929 w 1027982"/>
                <a:gd name="csY4" fmla="*/ 282598 h 2985415"/>
                <a:gd name="csX5" fmla="*/ 98909 w 1027982"/>
                <a:gd name="csY5" fmla="*/ 228247 h 2985415"/>
                <a:gd name="csX6" fmla="*/ 129420 w 1027982"/>
                <a:gd name="csY6" fmla="*/ 171705 h 2985415"/>
                <a:gd name="csX7" fmla="*/ 138144 w 1027982"/>
                <a:gd name="csY7" fmla="*/ 141287 h 2985415"/>
                <a:gd name="csX8" fmla="*/ 162218 w 1027982"/>
                <a:gd name="csY8" fmla="*/ 95567 h 2985415"/>
                <a:gd name="csX9" fmla="*/ 210414 w 1027982"/>
                <a:gd name="csY9" fmla="*/ 43128 h 2985415"/>
                <a:gd name="csX10" fmla="*/ 306004 w 1027982"/>
                <a:gd name="csY10" fmla="*/ 1841 h 2985415"/>
                <a:gd name="csX11" fmla="*/ 410412 w 1027982"/>
                <a:gd name="csY11" fmla="*/ 4127 h 2985415"/>
                <a:gd name="csX12" fmla="*/ 678201 w 1027982"/>
                <a:gd name="csY12" fmla="*/ 23721 h 2985415"/>
                <a:gd name="csX13" fmla="*/ 736984 w 1027982"/>
                <a:gd name="csY13" fmla="*/ 56378 h 2985415"/>
                <a:gd name="csX14" fmla="*/ 802298 w 1027982"/>
                <a:gd name="csY14" fmla="*/ 89036 h 2985415"/>
                <a:gd name="csX15" fmla="*/ 821892 w 1027982"/>
                <a:gd name="csY15" fmla="*/ 115161 h 2985415"/>
                <a:gd name="csX16" fmla="*/ 834955 w 1027982"/>
                <a:gd name="csY16" fmla="*/ 141287 h 2985415"/>
                <a:gd name="csX17" fmla="*/ 893738 w 1027982"/>
                <a:gd name="csY17" fmla="*/ 200070 h 2985415"/>
                <a:gd name="csX18" fmla="*/ 945990 w 1027982"/>
                <a:gd name="csY18" fmla="*/ 258853 h 2985415"/>
                <a:gd name="csX19" fmla="*/ 965584 w 1027982"/>
                <a:gd name="csY19" fmla="*/ 343761 h 2985415"/>
                <a:gd name="csX20" fmla="*/ 985178 w 1027982"/>
                <a:gd name="csY20" fmla="*/ 396013 h 2985415"/>
                <a:gd name="csX21" fmla="*/ 991710 w 1027982"/>
                <a:gd name="csY21" fmla="*/ 474390 h 2985415"/>
                <a:gd name="csX22" fmla="*/ 1000198 w 1027982"/>
                <a:gd name="csY22" fmla="*/ 628999 h 2985415"/>
                <a:gd name="csX23" fmla="*/ 998241 w 1027982"/>
                <a:gd name="csY23" fmla="*/ 781367 h 2985415"/>
                <a:gd name="csX24" fmla="*/ 1011304 w 1027982"/>
                <a:gd name="csY24" fmla="*/ 925058 h 2985415"/>
                <a:gd name="csX25" fmla="*/ 1017835 w 1027982"/>
                <a:gd name="csY25" fmla="*/ 1493293 h 2985415"/>
                <a:gd name="csX26" fmla="*/ 991710 w 1027982"/>
                <a:gd name="csY26" fmla="*/ 2041933 h 2985415"/>
                <a:gd name="csX27" fmla="*/ 985178 w 1027982"/>
                <a:gd name="csY27" fmla="*/ 2146436 h 2985415"/>
                <a:gd name="csX28" fmla="*/ 978647 w 1027982"/>
                <a:gd name="csY28" fmla="*/ 2198687 h 2985415"/>
                <a:gd name="csX29" fmla="*/ 959052 w 1027982"/>
                <a:gd name="csY29" fmla="*/ 2479538 h 2985415"/>
                <a:gd name="csX30" fmla="*/ 935260 w 1027982"/>
                <a:gd name="csY30" fmla="*/ 2566217 h 2985415"/>
                <a:gd name="csX31" fmla="*/ 926584 w 1027982"/>
                <a:gd name="csY31" fmla="*/ 2587768 h 2985415"/>
                <a:gd name="csX32" fmla="*/ 885060 w 1027982"/>
                <a:gd name="csY32" fmla="*/ 2730113 h 2985415"/>
                <a:gd name="csX33" fmla="*/ 848763 w 1027982"/>
                <a:gd name="csY33" fmla="*/ 2837582 h 2985415"/>
                <a:gd name="csX34" fmla="*/ 761180 w 1027982"/>
                <a:gd name="csY34" fmla="*/ 2942829 h 2985415"/>
                <a:gd name="csX35" fmla="*/ 715251 w 1027982"/>
                <a:gd name="csY35" fmla="*/ 2965841 h 2985415"/>
                <a:gd name="csX36" fmla="*/ 651999 w 1027982"/>
                <a:gd name="csY36" fmla="*/ 2978464 h 2985415"/>
                <a:gd name="csX37" fmla="*/ 564659 w 1027982"/>
                <a:gd name="csY37" fmla="*/ 2984553 h 2985415"/>
                <a:gd name="csX38" fmla="*/ 449601 w 1027982"/>
                <a:gd name="csY38" fmla="*/ 2971904 h 2985415"/>
                <a:gd name="csX39" fmla="*/ 388862 w 1027982"/>
                <a:gd name="csY39" fmla="*/ 2959777 h 2985415"/>
                <a:gd name="csX40" fmla="*/ 362953 w 1027982"/>
                <a:gd name="csY40" fmla="*/ 2947432 h 2985415"/>
                <a:gd name="csX41" fmla="*/ 263303 w 1027982"/>
                <a:gd name="csY41" fmla="*/ 2910034 h 2985415"/>
                <a:gd name="csX42" fmla="*/ 214470 w 1027982"/>
                <a:gd name="csY42" fmla="*/ 2897550 h 2985415"/>
                <a:gd name="csX43" fmla="*/ 181812 w 1027982"/>
                <a:gd name="csY43" fmla="*/ 2806110 h 2985415"/>
                <a:gd name="csX44" fmla="*/ 155687 w 1027982"/>
                <a:gd name="csY44" fmla="*/ 2688544 h 2985415"/>
                <a:gd name="csX45" fmla="*/ 129561 w 1027982"/>
                <a:gd name="csY45" fmla="*/ 2655887 h 2985415"/>
                <a:gd name="csX46" fmla="*/ 109967 w 1027982"/>
                <a:gd name="csY46" fmla="*/ 2590573 h 2985415"/>
                <a:gd name="csX47" fmla="*/ 83841 w 1027982"/>
                <a:gd name="csY47" fmla="*/ 2492601 h 2985415"/>
                <a:gd name="csX48" fmla="*/ 70778 w 1027982"/>
                <a:gd name="csY48" fmla="*/ 2459944 h 2985415"/>
                <a:gd name="csX49" fmla="*/ 57715 w 1027982"/>
                <a:gd name="csY49" fmla="*/ 2322784 h 2985415"/>
                <a:gd name="csX0" fmla="*/ 172 w 1026793"/>
                <a:gd name="csY0" fmla="*/ 448264 h 2985415"/>
                <a:gd name="csX1" fmla="*/ 21373 w 1026793"/>
                <a:gd name="csY1" fmla="*/ 422014 h 2985415"/>
                <a:gd name="csX2" fmla="*/ 25338 w 1026793"/>
                <a:gd name="csY2" fmla="*/ 397742 h 2985415"/>
                <a:gd name="csX3" fmla="*/ 51905 w 1026793"/>
                <a:gd name="csY3" fmla="*/ 326312 h 2985415"/>
                <a:gd name="csX4" fmla="*/ 73740 w 1026793"/>
                <a:gd name="csY4" fmla="*/ 282598 h 2985415"/>
                <a:gd name="csX5" fmla="*/ 97720 w 1026793"/>
                <a:gd name="csY5" fmla="*/ 228247 h 2985415"/>
                <a:gd name="csX6" fmla="*/ 128231 w 1026793"/>
                <a:gd name="csY6" fmla="*/ 171705 h 2985415"/>
                <a:gd name="csX7" fmla="*/ 136955 w 1026793"/>
                <a:gd name="csY7" fmla="*/ 141287 h 2985415"/>
                <a:gd name="csX8" fmla="*/ 161029 w 1026793"/>
                <a:gd name="csY8" fmla="*/ 95567 h 2985415"/>
                <a:gd name="csX9" fmla="*/ 209225 w 1026793"/>
                <a:gd name="csY9" fmla="*/ 43128 h 2985415"/>
                <a:gd name="csX10" fmla="*/ 304815 w 1026793"/>
                <a:gd name="csY10" fmla="*/ 1841 h 2985415"/>
                <a:gd name="csX11" fmla="*/ 409223 w 1026793"/>
                <a:gd name="csY11" fmla="*/ 4127 h 2985415"/>
                <a:gd name="csX12" fmla="*/ 677012 w 1026793"/>
                <a:gd name="csY12" fmla="*/ 23721 h 2985415"/>
                <a:gd name="csX13" fmla="*/ 735795 w 1026793"/>
                <a:gd name="csY13" fmla="*/ 56378 h 2985415"/>
                <a:gd name="csX14" fmla="*/ 801109 w 1026793"/>
                <a:gd name="csY14" fmla="*/ 89036 h 2985415"/>
                <a:gd name="csX15" fmla="*/ 820703 w 1026793"/>
                <a:gd name="csY15" fmla="*/ 115161 h 2985415"/>
                <a:gd name="csX16" fmla="*/ 833766 w 1026793"/>
                <a:gd name="csY16" fmla="*/ 141287 h 2985415"/>
                <a:gd name="csX17" fmla="*/ 892549 w 1026793"/>
                <a:gd name="csY17" fmla="*/ 200070 h 2985415"/>
                <a:gd name="csX18" fmla="*/ 944801 w 1026793"/>
                <a:gd name="csY18" fmla="*/ 258853 h 2985415"/>
                <a:gd name="csX19" fmla="*/ 964395 w 1026793"/>
                <a:gd name="csY19" fmla="*/ 343761 h 2985415"/>
                <a:gd name="csX20" fmla="*/ 983989 w 1026793"/>
                <a:gd name="csY20" fmla="*/ 396013 h 2985415"/>
                <a:gd name="csX21" fmla="*/ 990521 w 1026793"/>
                <a:gd name="csY21" fmla="*/ 474390 h 2985415"/>
                <a:gd name="csX22" fmla="*/ 999009 w 1026793"/>
                <a:gd name="csY22" fmla="*/ 628999 h 2985415"/>
                <a:gd name="csX23" fmla="*/ 997052 w 1026793"/>
                <a:gd name="csY23" fmla="*/ 781367 h 2985415"/>
                <a:gd name="csX24" fmla="*/ 1010115 w 1026793"/>
                <a:gd name="csY24" fmla="*/ 925058 h 2985415"/>
                <a:gd name="csX25" fmla="*/ 1016646 w 1026793"/>
                <a:gd name="csY25" fmla="*/ 1493293 h 2985415"/>
                <a:gd name="csX26" fmla="*/ 990521 w 1026793"/>
                <a:gd name="csY26" fmla="*/ 2041933 h 2985415"/>
                <a:gd name="csX27" fmla="*/ 983989 w 1026793"/>
                <a:gd name="csY27" fmla="*/ 2146436 h 2985415"/>
                <a:gd name="csX28" fmla="*/ 977458 w 1026793"/>
                <a:gd name="csY28" fmla="*/ 2198687 h 2985415"/>
                <a:gd name="csX29" fmla="*/ 957863 w 1026793"/>
                <a:gd name="csY29" fmla="*/ 2479538 h 2985415"/>
                <a:gd name="csX30" fmla="*/ 934071 w 1026793"/>
                <a:gd name="csY30" fmla="*/ 2566217 h 2985415"/>
                <a:gd name="csX31" fmla="*/ 925395 w 1026793"/>
                <a:gd name="csY31" fmla="*/ 2587768 h 2985415"/>
                <a:gd name="csX32" fmla="*/ 883871 w 1026793"/>
                <a:gd name="csY32" fmla="*/ 2730113 h 2985415"/>
                <a:gd name="csX33" fmla="*/ 847574 w 1026793"/>
                <a:gd name="csY33" fmla="*/ 2837582 h 2985415"/>
                <a:gd name="csX34" fmla="*/ 759991 w 1026793"/>
                <a:gd name="csY34" fmla="*/ 2942829 h 2985415"/>
                <a:gd name="csX35" fmla="*/ 714062 w 1026793"/>
                <a:gd name="csY35" fmla="*/ 2965841 h 2985415"/>
                <a:gd name="csX36" fmla="*/ 650810 w 1026793"/>
                <a:gd name="csY36" fmla="*/ 2978464 h 2985415"/>
                <a:gd name="csX37" fmla="*/ 563470 w 1026793"/>
                <a:gd name="csY37" fmla="*/ 2984553 h 2985415"/>
                <a:gd name="csX38" fmla="*/ 448412 w 1026793"/>
                <a:gd name="csY38" fmla="*/ 2971904 h 2985415"/>
                <a:gd name="csX39" fmla="*/ 387673 w 1026793"/>
                <a:gd name="csY39" fmla="*/ 2959777 h 2985415"/>
                <a:gd name="csX40" fmla="*/ 361764 w 1026793"/>
                <a:gd name="csY40" fmla="*/ 2947432 h 2985415"/>
                <a:gd name="csX41" fmla="*/ 262114 w 1026793"/>
                <a:gd name="csY41" fmla="*/ 2910034 h 2985415"/>
                <a:gd name="csX42" fmla="*/ 213281 w 1026793"/>
                <a:gd name="csY42" fmla="*/ 2897550 h 2985415"/>
                <a:gd name="csX43" fmla="*/ 180623 w 1026793"/>
                <a:gd name="csY43" fmla="*/ 2806110 h 2985415"/>
                <a:gd name="csX44" fmla="*/ 154498 w 1026793"/>
                <a:gd name="csY44" fmla="*/ 2688544 h 2985415"/>
                <a:gd name="csX45" fmla="*/ 128372 w 1026793"/>
                <a:gd name="csY45" fmla="*/ 2655887 h 2985415"/>
                <a:gd name="csX46" fmla="*/ 108778 w 1026793"/>
                <a:gd name="csY46" fmla="*/ 2590573 h 2985415"/>
                <a:gd name="csX47" fmla="*/ 82652 w 1026793"/>
                <a:gd name="csY47" fmla="*/ 2492601 h 2985415"/>
                <a:gd name="csX48" fmla="*/ 69589 w 1026793"/>
                <a:gd name="csY48" fmla="*/ 2459944 h 2985415"/>
                <a:gd name="csX49" fmla="*/ 56526 w 1026793"/>
                <a:gd name="csY49" fmla="*/ 2322784 h 2985415"/>
                <a:gd name="csX0" fmla="*/ 531 w 1010297"/>
                <a:gd name="csY0" fmla="*/ 446157 h 2985415"/>
                <a:gd name="csX1" fmla="*/ 4877 w 1010297"/>
                <a:gd name="csY1" fmla="*/ 422014 h 2985415"/>
                <a:gd name="csX2" fmla="*/ 8842 w 1010297"/>
                <a:gd name="csY2" fmla="*/ 397742 h 2985415"/>
                <a:gd name="csX3" fmla="*/ 35409 w 1010297"/>
                <a:gd name="csY3" fmla="*/ 326312 h 2985415"/>
                <a:gd name="csX4" fmla="*/ 57244 w 1010297"/>
                <a:gd name="csY4" fmla="*/ 282598 h 2985415"/>
                <a:gd name="csX5" fmla="*/ 81224 w 1010297"/>
                <a:gd name="csY5" fmla="*/ 228247 h 2985415"/>
                <a:gd name="csX6" fmla="*/ 111735 w 1010297"/>
                <a:gd name="csY6" fmla="*/ 171705 h 2985415"/>
                <a:gd name="csX7" fmla="*/ 120459 w 1010297"/>
                <a:gd name="csY7" fmla="*/ 141287 h 2985415"/>
                <a:gd name="csX8" fmla="*/ 144533 w 1010297"/>
                <a:gd name="csY8" fmla="*/ 95567 h 2985415"/>
                <a:gd name="csX9" fmla="*/ 192729 w 1010297"/>
                <a:gd name="csY9" fmla="*/ 43128 h 2985415"/>
                <a:gd name="csX10" fmla="*/ 288319 w 1010297"/>
                <a:gd name="csY10" fmla="*/ 1841 h 2985415"/>
                <a:gd name="csX11" fmla="*/ 392727 w 1010297"/>
                <a:gd name="csY11" fmla="*/ 4127 h 2985415"/>
                <a:gd name="csX12" fmla="*/ 660516 w 1010297"/>
                <a:gd name="csY12" fmla="*/ 23721 h 2985415"/>
                <a:gd name="csX13" fmla="*/ 719299 w 1010297"/>
                <a:gd name="csY13" fmla="*/ 56378 h 2985415"/>
                <a:gd name="csX14" fmla="*/ 784613 w 1010297"/>
                <a:gd name="csY14" fmla="*/ 89036 h 2985415"/>
                <a:gd name="csX15" fmla="*/ 804207 w 1010297"/>
                <a:gd name="csY15" fmla="*/ 115161 h 2985415"/>
                <a:gd name="csX16" fmla="*/ 817270 w 1010297"/>
                <a:gd name="csY16" fmla="*/ 141287 h 2985415"/>
                <a:gd name="csX17" fmla="*/ 876053 w 1010297"/>
                <a:gd name="csY17" fmla="*/ 200070 h 2985415"/>
                <a:gd name="csX18" fmla="*/ 928305 w 1010297"/>
                <a:gd name="csY18" fmla="*/ 258853 h 2985415"/>
                <a:gd name="csX19" fmla="*/ 947899 w 1010297"/>
                <a:gd name="csY19" fmla="*/ 343761 h 2985415"/>
                <a:gd name="csX20" fmla="*/ 967493 w 1010297"/>
                <a:gd name="csY20" fmla="*/ 396013 h 2985415"/>
                <a:gd name="csX21" fmla="*/ 974025 w 1010297"/>
                <a:gd name="csY21" fmla="*/ 474390 h 2985415"/>
                <a:gd name="csX22" fmla="*/ 982513 w 1010297"/>
                <a:gd name="csY22" fmla="*/ 628999 h 2985415"/>
                <a:gd name="csX23" fmla="*/ 980556 w 1010297"/>
                <a:gd name="csY23" fmla="*/ 781367 h 2985415"/>
                <a:gd name="csX24" fmla="*/ 993619 w 1010297"/>
                <a:gd name="csY24" fmla="*/ 925058 h 2985415"/>
                <a:gd name="csX25" fmla="*/ 1000150 w 1010297"/>
                <a:gd name="csY25" fmla="*/ 1493293 h 2985415"/>
                <a:gd name="csX26" fmla="*/ 974025 w 1010297"/>
                <a:gd name="csY26" fmla="*/ 2041933 h 2985415"/>
                <a:gd name="csX27" fmla="*/ 967493 w 1010297"/>
                <a:gd name="csY27" fmla="*/ 2146436 h 2985415"/>
                <a:gd name="csX28" fmla="*/ 960962 w 1010297"/>
                <a:gd name="csY28" fmla="*/ 2198687 h 2985415"/>
                <a:gd name="csX29" fmla="*/ 941367 w 1010297"/>
                <a:gd name="csY29" fmla="*/ 2479538 h 2985415"/>
                <a:gd name="csX30" fmla="*/ 917575 w 1010297"/>
                <a:gd name="csY30" fmla="*/ 2566217 h 2985415"/>
                <a:gd name="csX31" fmla="*/ 908899 w 1010297"/>
                <a:gd name="csY31" fmla="*/ 2587768 h 2985415"/>
                <a:gd name="csX32" fmla="*/ 867375 w 1010297"/>
                <a:gd name="csY32" fmla="*/ 2730113 h 2985415"/>
                <a:gd name="csX33" fmla="*/ 831078 w 1010297"/>
                <a:gd name="csY33" fmla="*/ 2837582 h 2985415"/>
                <a:gd name="csX34" fmla="*/ 743495 w 1010297"/>
                <a:gd name="csY34" fmla="*/ 2942829 h 2985415"/>
                <a:gd name="csX35" fmla="*/ 697566 w 1010297"/>
                <a:gd name="csY35" fmla="*/ 2965841 h 2985415"/>
                <a:gd name="csX36" fmla="*/ 634314 w 1010297"/>
                <a:gd name="csY36" fmla="*/ 2978464 h 2985415"/>
                <a:gd name="csX37" fmla="*/ 546974 w 1010297"/>
                <a:gd name="csY37" fmla="*/ 2984553 h 2985415"/>
                <a:gd name="csX38" fmla="*/ 431916 w 1010297"/>
                <a:gd name="csY38" fmla="*/ 2971904 h 2985415"/>
                <a:gd name="csX39" fmla="*/ 371177 w 1010297"/>
                <a:gd name="csY39" fmla="*/ 2959777 h 2985415"/>
                <a:gd name="csX40" fmla="*/ 345268 w 1010297"/>
                <a:gd name="csY40" fmla="*/ 2947432 h 2985415"/>
                <a:gd name="csX41" fmla="*/ 245618 w 1010297"/>
                <a:gd name="csY41" fmla="*/ 2910034 h 2985415"/>
                <a:gd name="csX42" fmla="*/ 196785 w 1010297"/>
                <a:gd name="csY42" fmla="*/ 2897550 h 2985415"/>
                <a:gd name="csX43" fmla="*/ 164127 w 1010297"/>
                <a:gd name="csY43" fmla="*/ 2806110 h 2985415"/>
                <a:gd name="csX44" fmla="*/ 138002 w 1010297"/>
                <a:gd name="csY44" fmla="*/ 2688544 h 2985415"/>
                <a:gd name="csX45" fmla="*/ 111876 w 1010297"/>
                <a:gd name="csY45" fmla="*/ 2655887 h 2985415"/>
                <a:gd name="csX46" fmla="*/ 92282 w 1010297"/>
                <a:gd name="csY46" fmla="*/ 2590573 h 2985415"/>
                <a:gd name="csX47" fmla="*/ 66156 w 1010297"/>
                <a:gd name="csY47" fmla="*/ 2492601 h 2985415"/>
                <a:gd name="csX48" fmla="*/ 53093 w 1010297"/>
                <a:gd name="csY48" fmla="*/ 2459944 h 2985415"/>
                <a:gd name="csX49" fmla="*/ 40030 w 1010297"/>
                <a:gd name="csY49" fmla="*/ 2322784 h 29854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Lst>
              <a:rect l="l" t="t" r="r" b="b"/>
              <a:pathLst>
                <a:path w="1010297" h="2985415">
                  <a:moveTo>
                    <a:pt x="531" y="446157"/>
                  </a:moveTo>
                  <a:cubicBezTo>
                    <a:pt x="-1646" y="435271"/>
                    <a:pt x="3492" y="430083"/>
                    <a:pt x="4877" y="422014"/>
                  </a:cubicBezTo>
                  <a:cubicBezTo>
                    <a:pt x="6262" y="413945"/>
                    <a:pt x="3753" y="413692"/>
                    <a:pt x="8842" y="397742"/>
                  </a:cubicBezTo>
                  <a:cubicBezTo>
                    <a:pt x="13931" y="381792"/>
                    <a:pt x="9534" y="357161"/>
                    <a:pt x="35409" y="326312"/>
                  </a:cubicBezTo>
                  <a:cubicBezTo>
                    <a:pt x="39763" y="319781"/>
                    <a:pt x="49608" y="298942"/>
                    <a:pt x="57244" y="282598"/>
                  </a:cubicBezTo>
                  <a:cubicBezTo>
                    <a:pt x="64880" y="266254"/>
                    <a:pt x="72142" y="246729"/>
                    <a:pt x="81224" y="228247"/>
                  </a:cubicBezTo>
                  <a:cubicBezTo>
                    <a:pt x="90306" y="209765"/>
                    <a:pt x="105196" y="186198"/>
                    <a:pt x="111735" y="171705"/>
                  </a:cubicBezTo>
                  <a:cubicBezTo>
                    <a:pt x="118274" y="157212"/>
                    <a:pt x="114993" y="153977"/>
                    <a:pt x="120459" y="141287"/>
                  </a:cubicBezTo>
                  <a:cubicBezTo>
                    <a:pt x="125925" y="128597"/>
                    <a:pt x="132488" y="111927"/>
                    <a:pt x="144533" y="95567"/>
                  </a:cubicBezTo>
                  <a:cubicBezTo>
                    <a:pt x="156578" y="79207"/>
                    <a:pt x="168765" y="58749"/>
                    <a:pt x="192729" y="43128"/>
                  </a:cubicBezTo>
                  <a:cubicBezTo>
                    <a:pt x="216693" y="27507"/>
                    <a:pt x="254986" y="8341"/>
                    <a:pt x="288319" y="1841"/>
                  </a:cubicBezTo>
                  <a:cubicBezTo>
                    <a:pt x="321652" y="-4659"/>
                    <a:pt x="353539" y="8481"/>
                    <a:pt x="392727" y="4127"/>
                  </a:cubicBezTo>
                  <a:cubicBezTo>
                    <a:pt x="481990" y="10658"/>
                    <a:pt x="572138" y="9581"/>
                    <a:pt x="660516" y="23721"/>
                  </a:cubicBezTo>
                  <a:cubicBezTo>
                    <a:pt x="682650" y="27262"/>
                    <a:pt x="699250" y="46354"/>
                    <a:pt x="719299" y="56378"/>
                  </a:cubicBezTo>
                  <a:cubicBezTo>
                    <a:pt x="808173" y="100815"/>
                    <a:pt x="693794" y="34542"/>
                    <a:pt x="784613" y="89036"/>
                  </a:cubicBezTo>
                  <a:cubicBezTo>
                    <a:pt x="791144" y="97744"/>
                    <a:pt x="798438" y="105930"/>
                    <a:pt x="804207" y="115161"/>
                  </a:cubicBezTo>
                  <a:cubicBezTo>
                    <a:pt x="809367" y="123418"/>
                    <a:pt x="810981" y="133854"/>
                    <a:pt x="817270" y="141287"/>
                  </a:cubicBezTo>
                  <a:cubicBezTo>
                    <a:pt x="835169" y="162441"/>
                    <a:pt x="857643" y="179359"/>
                    <a:pt x="876053" y="200070"/>
                  </a:cubicBezTo>
                  <a:lnTo>
                    <a:pt x="928305" y="258853"/>
                  </a:lnTo>
                  <a:cubicBezTo>
                    <a:pt x="934836" y="287156"/>
                    <a:pt x="939919" y="315832"/>
                    <a:pt x="947899" y="343761"/>
                  </a:cubicBezTo>
                  <a:cubicBezTo>
                    <a:pt x="953009" y="361647"/>
                    <a:pt x="963845" y="377773"/>
                    <a:pt x="967493" y="396013"/>
                  </a:cubicBezTo>
                  <a:cubicBezTo>
                    <a:pt x="972634" y="421720"/>
                    <a:pt x="971522" y="435559"/>
                    <a:pt x="974025" y="474390"/>
                  </a:cubicBezTo>
                  <a:cubicBezTo>
                    <a:pt x="976528" y="513221"/>
                    <a:pt x="982513" y="628999"/>
                    <a:pt x="982513" y="628999"/>
                  </a:cubicBezTo>
                  <a:cubicBezTo>
                    <a:pt x="971627" y="681250"/>
                    <a:pt x="978705" y="732024"/>
                    <a:pt x="980556" y="781367"/>
                  </a:cubicBezTo>
                  <a:cubicBezTo>
                    <a:pt x="982407" y="830710"/>
                    <a:pt x="985575" y="820493"/>
                    <a:pt x="993619" y="925058"/>
                  </a:cubicBezTo>
                  <a:cubicBezTo>
                    <a:pt x="1019624" y="1783230"/>
                    <a:pt x="1009841" y="1091119"/>
                    <a:pt x="1000150" y="1493293"/>
                  </a:cubicBezTo>
                  <a:cubicBezTo>
                    <a:pt x="988452" y="1978750"/>
                    <a:pt x="1013430" y="1752958"/>
                    <a:pt x="974025" y="2041933"/>
                  </a:cubicBezTo>
                  <a:cubicBezTo>
                    <a:pt x="971848" y="2076767"/>
                    <a:pt x="970392" y="2111654"/>
                    <a:pt x="967493" y="2146436"/>
                  </a:cubicBezTo>
                  <a:cubicBezTo>
                    <a:pt x="966035" y="2163928"/>
                    <a:pt x="962362" y="2181190"/>
                    <a:pt x="960962" y="2198687"/>
                  </a:cubicBezTo>
                  <a:cubicBezTo>
                    <a:pt x="952369" y="2306096"/>
                    <a:pt x="948598" y="2418283"/>
                    <a:pt x="941367" y="2479538"/>
                  </a:cubicBezTo>
                  <a:cubicBezTo>
                    <a:pt x="934136" y="2540793"/>
                    <a:pt x="922986" y="2548179"/>
                    <a:pt x="917575" y="2566217"/>
                  </a:cubicBezTo>
                  <a:cubicBezTo>
                    <a:pt x="912164" y="2584255"/>
                    <a:pt x="926316" y="2585591"/>
                    <a:pt x="908899" y="2587768"/>
                  </a:cubicBezTo>
                  <a:cubicBezTo>
                    <a:pt x="884950" y="2600831"/>
                    <a:pt x="880345" y="2688477"/>
                    <a:pt x="867375" y="2730113"/>
                  </a:cubicBezTo>
                  <a:cubicBezTo>
                    <a:pt x="854405" y="2771749"/>
                    <a:pt x="851725" y="2802129"/>
                    <a:pt x="831078" y="2837582"/>
                  </a:cubicBezTo>
                  <a:cubicBezTo>
                    <a:pt x="810431" y="2873035"/>
                    <a:pt x="765747" y="2921453"/>
                    <a:pt x="743495" y="2942829"/>
                  </a:cubicBezTo>
                  <a:cubicBezTo>
                    <a:pt x="721243" y="2964205"/>
                    <a:pt x="715763" y="2959902"/>
                    <a:pt x="697566" y="2965841"/>
                  </a:cubicBezTo>
                  <a:cubicBezTo>
                    <a:pt x="679369" y="2971780"/>
                    <a:pt x="659413" y="2975345"/>
                    <a:pt x="634314" y="2978464"/>
                  </a:cubicBezTo>
                  <a:cubicBezTo>
                    <a:pt x="609215" y="2981583"/>
                    <a:pt x="579925" y="2977248"/>
                    <a:pt x="546974" y="2984553"/>
                  </a:cubicBezTo>
                  <a:cubicBezTo>
                    <a:pt x="517099" y="2991176"/>
                    <a:pt x="501457" y="2957003"/>
                    <a:pt x="431916" y="2971904"/>
                  </a:cubicBezTo>
                  <a:cubicBezTo>
                    <a:pt x="394261" y="2967474"/>
                    <a:pt x="385618" y="2963856"/>
                    <a:pt x="371177" y="2959777"/>
                  </a:cubicBezTo>
                  <a:cubicBezTo>
                    <a:pt x="356736" y="2955698"/>
                    <a:pt x="353977" y="2960495"/>
                    <a:pt x="345268" y="2947432"/>
                  </a:cubicBezTo>
                  <a:cubicBezTo>
                    <a:pt x="299718" y="2929208"/>
                    <a:pt x="251956" y="2935359"/>
                    <a:pt x="245618" y="2910034"/>
                  </a:cubicBezTo>
                  <a:cubicBezTo>
                    <a:pt x="244020" y="2903649"/>
                    <a:pt x="241124" y="2930805"/>
                    <a:pt x="196785" y="2897550"/>
                  </a:cubicBezTo>
                  <a:cubicBezTo>
                    <a:pt x="172846" y="2849673"/>
                    <a:pt x="176203" y="2863471"/>
                    <a:pt x="164127" y="2806110"/>
                  </a:cubicBezTo>
                  <a:cubicBezTo>
                    <a:pt x="160436" y="2788578"/>
                    <a:pt x="149804" y="2712148"/>
                    <a:pt x="138002" y="2688544"/>
                  </a:cubicBezTo>
                  <a:cubicBezTo>
                    <a:pt x="131768" y="2676075"/>
                    <a:pt x="120585" y="2666773"/>
                    <a:pt x="111876" y="2655887"/>
                  </a:cubicBezTo>
                  <a:cubicBezTo>
                    <a:pt x="105345" y="2634116"/>
                    <a:pt x="98365" y="2612474"/>
                    <a:pt x="92282" y="2590573"/>
                  </a:cubicBezTo>
                  <a:cubicBezTo>
                    <a:pt x="81090" y="2550281"/>
                    <a:pt x="79106" y="2531450"/>
                    <a:pt x="66156" y="2492601"/>
                  </a:cubicBezTo>
                  <a:cubicBezTo>
                    <a:pt x="62448" y="2481478"/>
                    <a:pt x="57447" y="2470830"/>
                    <a:pt x="53093" y="2459944"/>
                  </a:cubicBezTo>
                  <a:lnTo>
                    <a:pt x="40030" y="2322784"/>
                  </a:lnTo>
                </a:path>
              </a:pathLst>
            </a:custGeom>
            <a:noFill/>
            <a:ln>
              <a:solidFill>
                <a:srgbClr val="0066FF"/>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14" name="TextBox 213">
              <a:extLst>
                <a:ext uri="{FF2B5EF4-FFF2-40B4-BE49-F238E27FC236}">
                  <a16:creationId xmlns:a16="http://schemas.microsoft.com/office/drawing/2014/main" id="{C8A51A22-3DC9-A717-77C3-FC04C2D3A479}"/>
                </a:ext>
              </a:extLst>
            </p:cNvPr>
            <p:cNvSpPr txBox="1"/>
            <p:nvPr/>
          </p:nvSpPr>
          <p:spPr>
            <a:xfrm>
              <a:off x="10012446" y="1791452"/>
              <a:ext cx="1640735" cy="291610"/>
            </a:xfrm>
            <a:prstGeom prst="rect">
              <a:avLst/>
            </a:prstGeom>
            <a:noFill/>
            <a:ln>
              <a:noFill/>
            </a:ln>
          </p:spPr>
          <p:txBody>
            <a:bodyPr wrap="none" rtlCol="0">
              <a:spAutoFit/>
            </a:bodyPr>
            <a:lstStyle/>
            <a:p>
              <a:r>
                <a:rPr lang="en-US" sz="800" dirty="0"/>
                <a:t>F-0+10 = 1sComp(0) + 10</a:t>
              </a:r>
            </a:p>
          </p:txBody>
        </p:sp>
        <p:sp>
          <p:nvSpPr>
            <p:cNvPr id="216" name="TextBox 215">
              <a:extLst>
                <a:ext uri="{FF2B5EF4-FFF2-40B4-BE49-F238E27FC236}">
                  <a16:creationId xmlns:a16="http://schemas.microsoft.com/office/drawing/2014/main" id="{AC06F712-A050-2955-D2CD-0AF78F613E33}"/>
                </a:ext>
              </a:extLst>
            </p:cNvPr>
            <p:cNvSpPr txBox="1"/>
            <p:nvPr/>
          </p:nvSpPr>
          <p:spPr>
            <a:xfrm>
              <a:off x="10918056" y="5120128"/>
              <a:ext cx="319381" cy="291610"/>
            </a:xfrm>
            <a:prstGeom prst="rect">
              <a:avLst/>
            </a:prstGeom>
            <a:noFill/>
            <a:ln>
              <a:noFill/>
            </a:ln>
          </p:spPr>
          <p:txBody>
            <a:bodyPr wrap="none" rtlCol="0">
              <a:spAutoFit/>
            </a:bodyPr>
            <a:lstStyle/>
            <a:p>
              <a:r>
                <a:rPr lang="en-US" sz="800" dirty="0"/>
                <a:t>9</a:t>
              </a:r>
            </a:p>
          </p:txBody>
        </p:sp>
        <p:sp>
          <p:nvSpPr>
            <p:cNvPr id="217" name="TextBox 216">
              <a:extLst>
                <a:ext uri="{FF2B5EF4-FFF2-40B4-BE49-F238E27FC236}">
                  <a16:creationId xmlns:a16="http://schemas.microsoft.com/office/drawing/2014/main" id="{6DEB971B-D324-566A-1A98-5BD72D8D396A}"/>
                </a:ext>
              </a:extLst>
            </p:cNvPr>
            <p:cNvSpPr txBox="1"/>
            <p:nvPr/>
          </p:nvSpPr>
          <p:spPr>
            <a:xfrm>
              <a:off x="8149237" y="5424799"/>
              <a:ext cx="2042131" cy="791510"/>
            </a:xfrm>
            <a:prstGeom prst="rect">
              <a:avLst/>
            </a:prstGeom>
            <a:noFill/>
            <a:ln>
              <a:noFill/>
            </a:ln>
          </p:spPr>
          <p:txBody>
            <a:bodyPr wrap="none" rtlCol="0">
              <a:spAutoFit/>
            </a:bodyPr>
            <a:lstStyle/>
            <a:p>
              <a:r>
                <a:rPr lang="en-US" sz="800" dirty="0"/>
                <a:t>709</a:t>
              </a:r>
            </a:p>
            <a:p>
              <a:r>
                <a:rPr lang="en-US" sz="800" dirty="0"/>
                <a:t>+  1</a:t>
              </a:r>
            </a:p>
            <a:p>
              <a:r>
                <a:rPr lang="en-US" sz="800" dirty="0"/>
                <a:t>------</a:t>
              </a:r>
            </a:p>
            <a:p>
              <a:r>
                <a:rPr lang="en-US" sz="800" dirty="0"/>
                <a:t>710   =  10’s complement of 290</a:t>
              </a:r>
            </a:p>
          </p:txBody>
        </p:sp>
        <p:sp>
          <p:nvSpPr>
            <p:cNvPr id="2" name="Freeform: Shape 1">
              <a:extLst>
                <a:ext uri="{FF2B5EF4-FFF2-40B4-BE49-F238E27FC236}">
                  <a16:creationId xmlns:a16="http://schemas.microsoft.com/office/drawing/2014/main" id="{DA6AD88D-EDB3-23A2-A3E3-11AEED1A03FA}"/>
                </a:ext>
              </a:extLst>
            </p:cNvPr>
            <p:cNvSpPr/>
            <p:nvPr/>
          </p:nvSpPr>
          <p:spPr>
            <a:xfrm>
              <a:off x="10451757" y="2338108"/>
              <a:ext cx="56403" cy="194153"/>
            </a:xfrm>
            <a:custGeom>
              <a:avLst/>
              <a:gdLst>
                <a:gd name="csX0" fmla="*/ 56403 w 56403"/>
                <a:gd name="csY0" fmla="*/ 0 h 194153"/>
                <a:gd name="csX1" fmla="*/ 50140 w 56403"/>
                <a:gd name="csY1" fmla="*/ 50104 h 194153"/>
                <a:gd name="csX2" fmla="*/ 31351 w 56403"/>
                <a:gd name="csY2" fmla="*/ 81419 h 194153"/>
                <a:gd name="csX3" fmla="*/ 12562 w 56403"/>
                <a:gd name="csY3" fmla="*/ 118997 h 194153"/>
                <a:gd name="csX4" fmla="*/ 36 w 56403"/>
                <a:gd name="csY4" fmla="*/ 194153 h 194153"/>
              </a:gdLst>
              <a:ahLst/>
              <a:cxnLst>
                <a:cxn ang="0">
                  <a:pos x="csX0" y="csY0"/>
                </a:cxn>
                <a:cxn ang="0">
                  <a:pos x="csX1" y="csY1"/>
                </a:cxn>
                <a:cxn ang="0">
                  <a:pos x="csX2" y="csY2"/>
                </a:cxn>
                <a:cxn ang="0">
                  <a:pos x="csX3" y="csY3"/>
                </a:cxn>
                <a:cxn ang="0">
                  <a:pos x="csX4" y="csY4"/>
                </a:cxn>
              </a:cxnLst>
              <a:rect l="l" t="t" r="r" b="b"/>
              <a:pathLst>
                <a:path w="56403" h="194153">
                  <a:moveTo>
                    <a:pt x="56403" y="0"/>
                  </a:moveTo>
                  <a:cubicBezTo>
                    <a:pt x="54315" y="16701"/>
                    <a:pt x="55090" y="34017"/>
                    <a:pt x="50140" y="50104"/>
                  </a:cubicBezTo>
                  <a:cubicBezTo>
                    <a:pt x="46560" y="61739"/>
                    <a:pt x="37180" y="70732"/>
                    <a:pt x="31351" y="81419"/>
                  </a:cubicBezTo>
                  <a:cubicBezTo>
                    <a:pt x="24645" y="93713"/>
                    <a:pt x="18825" y="106471"/>
                    <a:pt x="12562" y="118997"/>
                  </a:cubicBezTo>
                  <a:cubicBezTo>
                    <a:pt x="-1323" y="181478"/>
                    <a:pt x="36" y="156117"/>
                    <a:pt x="36" y="194153"/>
                  </a:cubicBezTo>
                </a:path>
              </a:pathLst>
            </a:custGeom>
            <a:noFill/>
            <a:ln>
              <a:solidFill>
                <a:srgbClr val="0066FF"/>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8" name="Freeform: Shape 7">
              <a:extLst>
                <a:ext uri="{FF2B5EF4-FFF2-40B4-BE49-F238E27FC236}">
                  <a16:creationId xmlns:a16="http://schemas.microsoft.com/office/drawing/2014/main" id="{CA9CD2E2-9229-E41F-7CB3-A4D7F5ACD206}"/>
                </a:ext>
              </a:extLst>
            </p:cNvPr>
            <p:cNvSpPr/>
            <p:nvPr/>
          </p:nvSpPr>
          <p:spPr>
            <a:xfrm>
              <a:off x="8588523" y="2487195"/>
              <a:ext cx="448766" cy="2487641"/>
            </a:xfrm>
            <a:custGeom>
              <a:avLst/>
              <a:gdLst>
                <a:gd name="csX0" fmla="*/ 112734 w 401948"/>
                <a:gd name="csY0" fmla="*/ 0 h 2486416"/>
                <a:gd name="csX1" fmla="*/ 118997 w 401948"/>
                <a:gd name="csY1" fmla="*/ 31315 h 2486416"/>
                <a:gd name="csX2" fmla="*/ 106471 w 401948"/>
                <a:gd name="csY2" fmla="*/ 68893 h 2486416"/>
                <a:gd name="csX3" fmla="*/ 100208 w 401948"/>
                <a:gd name="csY3" fmla="*/ 87682 h 2486416"/>
                <a:gd name="csX4" fmla="*/ 93945 w 401948"/>
                <a:gd name="csY4" fmla="*/ 106471 h 2486416"/>
                <a:gd name="csX5" fmla="*/ 81419 w 401948"/>
                <a:gd name="csY5" fmla="*/ 137786 h 2486416"/>
                <a:gd name="csX6" fmla="*/ 75156 w 401948"/>
                <a:gd name="csY6" fmla="*/ 156575 h 2486416"/>
                <a:gd name="csX7" fmla="*/ 62630 w 401948"/>
                <a:gd name="csY7" fmla="*/ 187890 h 2486416"/>
                <a:gd name="csX8" fmla="*/ 37578 w 401948"/>
                <a:gd name="csY8" fmla="*/ 294362 h 2486416"/>
                <a:gd name="csX9" fmla="*/ 25052 w 401948"/>
                <a:gd name="csY9" fmla="*/ 444674 h 2486416"/>
                <a:gd name="csX10" fmla="*/ 18789 w 401948"/>
                <a:gd name="csY10" fmla="*/ 720247 h 2486416"/>
                <a:gd name="csX11" fmla="*/ 12526 w 401948"/>
                <a:gd name="csY11" fmla="*/ 801666 h 2486416"/>
                <a:gd name="csX12" fmla="*/ 0 w 401948"/>
                <a:gd name="csY12" fmla="*/ 933189 h 2486416"/>
                <a:gd name="csX13" fmla="*/ 12526 w 401948"/>
                <a:gd name="csY13" fmla="*/ 1334022 h 2486416"/>
                <a:gd name="csX14" fmla="*/ 18789 w 401948"/>
                <a:gd name="csY14" fmla="*/ 1359074 h 2486416"/>
                <a:gd name="csX15" fmla="*/ 25052 w 401948"/>
                <a:gd name="csY15" fmla="*/ 1396652 h 2486416"/>
                <a:gd name="csX16" fmla="*/ 31315 w 401948"/>
                <a:gd name="csY16" fmla="*/ 1427967 h 2486416"/>
                <a:gd name="csX17" fmla="*/ 37578 w 401948"/>
                <a:gd name="csY17" fmla="*/ 1778696 h 2486416"/>
                <a:gd name="csX18" fmla="*/ 43841 w 401948"/>
                <a:gd name="csY18" fmla="*/ 1810011 h 2486416"/>
                <a:gd name="csX19" fmla="*/ 50104 w 401948"/>
                <a:gd name="csY19" fmla="*/ 1847589 h 2486416"/>
                <a:gd name="csX20" fmla="*/ 56367 w 401948"/>
                <a:gd name="csY20" fmla="*/ 1866378 h 2486416"/>
                <a:gd name="csX21" fmla="*/ 68893 w 401948"/>
                <a:gd name="csY21" fmla="*/ 1922745 h 2486416"/>
                <a:gd name="csX22" fmla="*/ 87682 w 401948"/>
                <a:gd name="csY22" fmla="*/ 2304789 h 2486416"/>
                <a:gd name="csX23" fmla="*/ 93945 w 401948"/>
                <a:gd name="csY23" fmla="*/ 2323578 h 2486416"/>
                <a:gd name="csX24" fmla="*/ 100208 w 401948"/>
                <a:gd name="csY24" fmla="*/ 2354893 h 2486416"/>
                <a:gd name="csX25" fmla="*/ 137786 w 401948"/>
                <a:gd name="csY25" fmla="*/ 2404997 h 2486416"/>
                <a:gd name="csX26" fmla="*/ 169101 w 401948"/>
                <a:gd name="csY26" fmla="*/ 2442575 h 2486416"/>
                <a:gd name="csX27" fmla="*/ 219206 w 401948"/>
                <a:gd name="csY27" fmla="*/ 2486416 h 2486416"/>
                <a:gd name="csX28" fmla="*/ 350729 w 401948"/>
                <a:gd name="csY28" fmla="*/ 2455101 h 2486416"/>
                <a:gd name="csX29" fmla="*/ 363255 w 401948"/>
                <a:gd name="csY29" fmla="*/ 2436312 h 2486416"/>
                <a:gd name="csX30" fmla="*/ 369518 w 401948"/>
                <a:gd name="csY30" fmla="*/ 2417523 h 2486416"/>
                <a:gd name="csX31" fmla="*/ 375781 w 401948"/>
                <a:gd name="csY31" fmla="*/ 2160740 h 2486416"/>
                <a:gd name="csX32" fmla="*/ 388307 w 401948"/>
                <a:gd name="csY32" fmla="*/ 2123162 h 2486416"/>
                <a:gd name="csX33" fmla="*/ 394570 w 401948"/>
                <a:gd name="csY33" fmla="*/ 1966586 h 2486416"/>
                <a:gd name="csX0" fmla="*/ 112734 w 401948"/>
                <a:gd name="csY0" fmla="*/ 0 h 2486416"/>
                <a:gd name="csX1" fmla="*/ 118997 w 401948"/>
                <a:gd name="csY1" fmla="*/ 31315 h 2486416"/>
                <a:gd name="csX2" fmla="*/ 106471 w 401948"/>
                <a:gd name="csY2" fmla="*/ 68893 h 2486416"/>
                <a:gd name="csX3" fmla="*/ 100208 w 401948"/>
                <a:gd name="csY3" fmla="*/ 87682 h 2486416"/>
                <a:gd name="csX4" fmla="*/ 93945 w 401948"/>
                <a:gd name="csY4" fmla="*/ 106471 h 2486416"/>
                <a:gd name="csX5" fmla="*/ 81419 w 401948"/>
                <a:gd name="csY5" fmla="*/ 137786 h 2486416"/>
                <a:gd name="csX6" fmla="*/ 75156 w 401948"/>
                <a:gd name="csY6" fmla="*/ 156575 h 2486416"/>
                <a:gd name="csX7" fmla="*/ 62630 w 401948"/>
                <a:gd name="csY7" fmla="*/ 187890 h 2486416"/>
                <a:gd name="csX8" fmla="*/ 37578 w 401948"/>
                <a:gd name="csY8" fmla="*/ 294362 h 2486416"/>
                <a:gd name="csX9" fmla="*/ 25052 w 401948"/>
                <a:gd name="csY9" fmla="*/ 444674 h 2486416"/>
                <a:gd name="csX10" fmla="*/ 18789 w 401948"/>
                <a:gd name="csY10" fmla="*/ 720247 h 2486416"/>
                <a:gd name="csX11" fmla="*/ 12526 w 401948"/>
                <a:gd name="csY11" fmla="*/ 801666 h 2486416"/>
                <a:gd name="csX12" fmla="*/ 0 w 401948"/>
                <a:gd name="csY12" fmla="*/ 933189 h 2486416"/>
                <a:gd name="csX13" fmla="*/ 12526 w 401948"/>
                <a:gd name="csY13" fmla="*/ 1334022 h 2486416"/>
                <a:gd name="csX14" fmla="*/ 18789 w 401948"/>
                <a:gd name="csY14" fmla="*/ 1359074 h 2486416"/>
                <a:gd name="csX15" fmla="*/ 25052 w 401948"/>
                <a:gd name="csY15" fmla="*/ 1396652 h 2486416"/>
                <a:gd name="csX16" fmla="*/ 31315 w 401948"/>
                <a:gd name="csY16" fmla="*/ 1427967 h 2486416"/>
                <a:gd name="csX17" fmla="*/ 37578 w 401948"/>
                <a:gd name="csY17" fmla="*/ 1778696 h 2486416"/>
                <a:gd name="csX18" fmla="*/ 43841 w 401948"/>
                <a:gd name="csY18" fmla="*/ 1810011 h 2486416"/>
                <a:gd name="csX19" fmla="*/ 50104 w 401948"/>
                <a:gd name="csY19" fmla="*/ 1847589 h 2486416"/>
                <a:gd name="csX20" fmla="*/ 56367 w 401948"/>
                <a:gd name="csY20" fmla="*/ 1866378 h 2486416"/>
                <a:gd name="csX21" fmla="*/ 68893 w 401948"/>
                <a:gd name="csY21" fmla="*/ 1922745 h 2486416"/>
                <a:gd name="csX22" fmla="*/ 87682 w 401948"/>
                <a:gd name="csY22" fmla="*/ 2304789 h 2486416"/>
                <a:gd name="csX23" fmla="*/ 93945 w 401948"/>
                <a:gd name="csY23" fmla="*/ 2323578 h 2486416"/>
                <a:gd name="csX24" fmla="*/ 100208 w 401948"/>
                <a:gd name="csY24" fmla="*/ 2354893 h 2486416"/>
                <a:gd name="csX25" fmla="*/ 137786 w 401948"/>
                <a:gd name="csY25" fmla="*/ 2404997 h 2486416"/>
                <a:gd name="csX26" fmla="*/ 157813 w 401948"/>
                <a:gd name="csY26" fmla="*/ 2444832 h 2486416"/>
                <a:gd name="csX27" fmla="*/ 219206 w 401948"/>
                <a:gd name="csY27" fmla="*/ 2486416 h 2486416"/>
                <a:gd name="csX28" fmla="*/ 350729 w 401948"/>
                <a:gd name="csY28" fmla="*/ 2455101 h 2486416"/>
                <a:gd name="csX29" fmla="*/ 363255 w 401948"/>
                <a:gd name="csY29" fmla="*/ 2436312 h 2486416"/>
                <a:gd name="csX30" fmla="*/ 369518 w 401948"/>
                <a:gd name="csY30" fmla="*/ 2417523 h 2486416"/>
                <a:gd name="csX31" fmla="*/ 375781 w 401948"/>
                <a:gd name="csY31" fmla="*/ 2160740 h 2486416"/>
                <a:gd name="csX32" fmla="*/ 388307 w 401948"/>
                <a:gd name="csY32" fmla="*/ 2123162 h 2486416"/>
                <a:gd name="csX33" fmla="*/ 394570 w 401948"/>
                <a:gd name="csY33" fmla="*/ 1966586 h 2486416"/>
                <a:gd name="csX0" fmla="*/ 112734 w 401948"/>
                <a:gd name="csY0" fmla="*/ 0 h 2486416"/>
                <a:gd name="csX1" fmla="*/ 118997 w 401948"/>
                <a:gd name="csY1" fmla="*/ 31315 h 2486416"/>
                <a:gd name="csX2" fmla="*/ 106471 w 401948"/>
                <a:gd name="csY2" fmla="*/ 68893 h 2486416"/>
                <a:gd name="csX3" fmla="*/ 100208 w 401948"/>
                <a:gd name="csY3" fmla="*/ 87682 h 2486416"/>
                <a:gd name="csX4" fmla="*/ 93945 w 401948"/>
                <a:gd name="csY4" fmla="*/ 106471 h 2486416"/>
                <a:gd name="csX5" fmla="*/ 81419 w 401948"/>
                <a:gd name="csY5" fmla="*/ 137786 h 2486416"/>
                <a:gd name="csX6" fmla="*/ 75156 w 401948"/>
                <a:gd name="csY6" fmla="*/ 156575 h 2486416"/>
                <a:gd name="csX7" fmla="*/ 62630 w 401948"/>
                <a:gd name="csY7" fmla="*/ 187890 h 2486416"/>
                <a:gd name="csX8" fmla="*/ 37578 w 401948"/>
                <a:gd name="csY8" fmla="*/ 294362 h 2486416"/>
                <a:gd name="csX9" fmla="*/ 25052 w 401948"/>
                <a:gd name="csY9" fmla="*/ 444674 h 2486416"/>
                <a:gd name="csX10" fmla="*/ 18789 w 401948"/>
                <a:gd name="csY10" fmla="*/ 720247 h 2486416"/>
                <a:gd name="csX11" fmla="*/ 12526 w 401948"/>
                <a:gd name="csY11" fmla="*/ 801666 h 2486416"/>
                <a:gd name="csX12" fmla="*/ 0 w 401948"/>
                <a:gd name="csY12" fmla="*/ 933189 h 2486416"/>
                <a:gd name="csX13" fmla="*/ 12526 w 401948"/>
                <a:gd name="csY13" fmla="*/ 1334022 h 2486416"/>
                <a:gd name="csX14" fmla="*/ 18789 w 401948"/>
                <a:gd name="csY14" fmla="*/ 1359074 h 2486416"/>
                <a:gd name="csX15" fmla="*/ 25052 w 401948"/>
                <a:gd name="csY15" fmla="*/ 1396652 h 2486416"/>
                <a:gd name="csX16" fmla="*/ 31315 w 401948"/>
                <a:gd name="csY16" fmla="*/ 1427967 h 2486416"/>
                <a:gd name="csX17" fmla="*/ 37578 w 401948"/>
                <a:gd name="csY17" fmla="*/ 1778696 h 2486416"/>
                <a:gd name="csX18" fmla="*/ 43841 w 401948"/>
                <a:gd name="csY18" fmla="*/ 1810011 h 2486416"/>
                <a:gd name="csX19" fmla="*/ 50104 w 401948"/>
                <a:gd name="csY19" fmla="*/ 1847589 h 2486416"/>
                <a:gd name="csX20" fmla="*/ 56367 w 401948"/>
                <a:gd name="csY20" fmla="*/ 1866378 h 2486416"/>
                <a:gd name="csX21" fmla="*/ 68893 w 401948"/>
                <a:gd name="csY21" fmla="*/ 1922745 h 2486416"/>
                <a:gd name="csX22" fmla="*/ 87682 w 401948"/>
                <a:gd name="csY22" fmla="*/ 2304789 h 2486416"/>
                <a:gd name="csX23" fmla="*/ 93945 w 401948"/>
                <a:gd name="csY23" fmla="*/ 2323578 h 2486416"/>
                <a:gd name="csX24" fmla="*/ 100208 w 401948"/>
                <a:gd name="csY24" fmla="*/ 2354893 h 2486416"/>
                <a:gd name="csX25" fmla="*/ 124239 w 401948"/>
                <a:gd name="csY25" fmla="*/ 2404997 h 2486416"/>
                <a:gd name="csX26" fmla="*/ 157813 w 401948"/>
                <a:gd name="csY26" fmla="*/ 2444832 h 2486416"/>
                <a:gd name="csX27" fmla="*/ 219206 w 401948"/>
                <a:gd name="csY27" fmla="*/ 2486416 h 2486416"/>
                <a:gd name="csX28" fmla="*/ 350729 w 401948"/>
                <a:gd name="csY28" fmla="*/ 2455101 h 2486416"/>
                <a:gd name="csX29" fmla="*/ 363255 w 401948"/>
                <a:gd name="csY29" fmla="*/ 2436312 h 2486416"/>
                <a:gd name="csX30" fmla="*/ 369518 w 401948"/>
                <a:gd name="csY30" fmla="*/ 2417523 h 2486416"/>
                <a:gd name="csX31" fmla="*/ 375781 w 401948"/>
                <a:gd name="csY31" fmla="*/ 2160740 h 2486416"/>
                <a:gd name="csX32" fmla="*/ 388307 w 401948"/>
                <a:gd name="csY32" fmla="*/ 2123162 h 2486416"/>
                <a:gd name="csX33" fmla="*/ 394570 w 401948"/>
                <a:gd name="csY33" fmla="*/ 1966586 h 2486416"/>
                <a:gd name="csX0" fmla="*/ 112734 w 401948"/>
                <a:gd name="csY0" fmla="*/ 0 h 2492983"/>
                <a:gd name="csX1" fmla="*/ 118997 w 401948"/>
                <a:gd name="csY1" fmla="*/ 31315 h 2492983"/>
                <a:gd name="csX2" fmla="*/ 106471 w 401948"/>
                <a:gd name="csY2" fmla="*/ 68893 h 2492983"/>
                <a:gd name="csX3" fmla="*/ 100208 w 401948"/>
                <a:gd name="csY3" fmla="*/ 87682 h 2492983"/>
                <a:gd name="csX4" fmla="*/ 93945 w 401948"/>
                <a:gd name="csY4" fmla="*/ 106471 h 2492983"/>
                <a:gd name="csX5" fmla="*/ 81419 w 401948"/>
                <a:gd name="csY5" fmla="*/ 137786 h 2492983"/>
                <a:gd name="csX6" fmla="*/ 75156 w 401948"/>
                <a:gd name="csY6" fmla="*/ 156575 h 2492983"/>
                <a:gd name="csX7" fmla="*/ 62630 w 401948"/>
                <a:gd name="csY7" fmla="*/ 187890 h 2492983"/>
                <a:gd name="csX8" fmla="*/ 37578 w 401948"/>
                <a:gd name="csY8" fmla="*/ 294362 h 2492983"/>
                <a:gd name="csX9" fmla="*/ 25052 w 401948"/>
                <a:gd name="csY9" fmla="*/ 444674 h 2492983"/>
                <a:gd name="csX10" fmla="*/ 18789 w 401948"/>
                <a:gd name="csY10" fmla="*/ 720247 h 2492983"/>
                <a:gd name="csX11" fmla="*/ 12526 w 401948"/>
                <a:gd name="csY11" fmla="*/ 801666 h 2492983"/>
                <a:gd name="csX12" fmla="*/ 0 w 401948"/>
                <a:gd name="csY12" fmla="*/ 933189 h 2492983"/>
                <a:gd name="csX13" fmla="*/ 12526 w 401948"/>
                <a:gd name="csY13" fmla="*/ 1334022 h 2492983"/>
                <a:gd name="csX14" fmla="*/ 18789 w 401948"/>
                <a:gd name="csY14" fmla="*/ 1359074 h 2492983"/>
                <a:gd name="csX15" fmla="*/ 25052 w 401948"/>
                <a:gd name="csY15" fmla="*/ 1396652 h 2492983"/>
                <a:gd name="csX16" fmla="*/ 31315 w 401948"/>
                <a:gd name="csY16" fmla="*/ 1427967 h 2492983"/>
                <a:gd name="csX17" fmla="*/ 37578 w 401948"/>
                <a:gd name="csY17" fmla="*/ 1778696 h 2492983"/>
                <a:gd name="csX18" fmla="*/ 43841 w 401948"/>
                <a:gd name="csY18" fmla="*/ 1810011 h 2492983"/>
                <a:gd name="csX19" fmla="*/ 50104 w 401948"/>
                <a:gd name="csY19" fmla="*/ 1847589 h 2492983"/>
                <a:gd name="csX20" fmla="*/ 56367 w 401948"/>
                <a:gd name="csY20" fmla="*/ 1866378 h 2492983"/>
                <a:gd name="csX21" fmla="*/ 68893 w 401948"/>
                <a:gd name="csY21" fmla="*/ 1922745 h 2492983"/>
                <a:gd name="csX22" fmla="*/ 87682 w 401948"/>
                <a:gd name="csY22" fmla="*/ 2304789 h 2492983"/>
                <a:gd name="csX23" fmla="*/ 93945 w 401948"/>
                <a:gd name="csY23" fmla="*/ 2323578 h 2492983"/>
                <a:gd name="csX24" fmla="*/ 100208 w 401948"/>
                <a:gd name="csY24" fmla="*/ 2354893 h 2492983"/>
                <a:gd name="csX25" fmla="*/ 124239 w 401948"/>
                <a:gd name="csY25" fmla="*/ 2404997 h 2492983"/>
                <a:gd name="csX26" fmla="*/ 157813 w 401948"/>
                <a:gd name="csY26" fmla="*/ 2444832 h 2492983"/>
                <a:gd name="csX27" fmla="*/ 219206 w 401948"/>
                <a:gd name="csY27" fmla="*/ 2486416 h 2492983"/>
                <a:gd name="csX28" fmla="*/ 303315 w 401948"/>
                <a:gd name="csY28" fmla="*/ 2477678 h 2492983"/>
                <a:gd name="csX29" fmla="*/ 363255 w 401948"/>
                <a:gd name="csY29" fmla="*/ 2436312 h 2492983"/>
                <a:gd name="csX30" fmla="*/ 369518 w 401948"/>
                <a:gd name="csY30" fmla="*/ 2417523 h 2492983"/>
                <a:gd name="csX31" fmla="*/ 375781 w 401948"/>
                <a:gd name="csY31" fmla="*/ 2160740 h 2492983"/>
                <a:gd name="csX32" fmla="*/ 388307 w 401948"/>
                <a:gd name="csY32" fmla="*/ 2123162 h 2492983"/>
                <a:gd name="csX33" fmla="*/ 394570 w 401948"/>
                <a:gd name="csY33" fmla="*/ 1966586 h 2492983"/>
                <a:gd name="csX0" fmla="*/ 112734 w 401948"/>
                <a:gd name="csY0" fmla="*/ 0 h 2487236"/>
                <a:gd name="csX1" fmla="*/ 118997 w 401948"/>
                <a:gd name="csY1" fmla="*/ 31315 h 2487236"/>
                <a:gd name="csX2" fmla="*/ 106471 w 401948"/>
                <a:gd name="csY2" fmla="*/ 68893 h 2487236"/>
                <a:gd name="csX3" fmla="*/ 100208 w 401948"/>
                <a:gd name="csY3" fmla="*/ 87682 h 2487236"/>
                <a:gd name="csX4" fmla="*/ 93945 w 401948"/>
                <a:gd name="csY4" fmla="*/ 106471 h 2487236"/>
                <a:gd name="csX5" fmla="*/ 81419 w 401948"/>
                <a:gd name="csY5" fmla="*/ 137786 h 2487236"/>
                <a:gd name="csX6" fmla="*/ 75156 w 401948"/>
                <a:gd name="csY6" fmla="*/ 156575 h 2487236"/>
                <a:gd name="csX7" fmla="*/ 62630 w 401948"/>
                <a:gd name="csY7" fmla="*/ 187890 h 2487236"/>
                <a:gd name="csX8" fmla="*/ 37578 w 401948"/>
                <a:gd name="csY8" fmla="*/ 294362 h 2487236"/>
                <a:gd name="csX9" fmla="*/ 25052 w 401948"/>
                <a:gd name="csY9" fmla="*/ 444674 h 2487236"/>
                <a:gd name="csX10" fmla="*/ 18789 w 401948"/>
                <a:gd name="csY10" fmla="*/ 720247 h 2487236"/>
                <a:gd name="csX11" fmla="*/ 12526 w 401948"/>
                <a:gd name="csY11" fmla="*/ 801666 h 2487236"/>
                <a:gd name="csX12" fmla="*/ 0 w 401948"/>
                <a:gd name="csY12" fmla="*/ 933189 h 2487236"/>
                <a:gd name="csX13" fmla="*/ 12526 w 401948"/>
                <a:gd name="csY13" fmla="*/ 1334022 h 2487236"/>
                <a:gd name="csX14" fmla="*/ 18789 w 401948"/>
                <a:gd name="csY14" fmla="*/ 1359074 h 2487236"/>
                <a:gd name="csX15" fmla="*/ 25052 w 401948"/>
                <a:gd name="csY15" fmla="*/ 1396652 h 2487236"/>
                <a:gd name="csX16" fmla="*/ 31315 w 401948"/>
                <a:gd name="csY16" fmla="*/ 1427967 h 2487236"/>
                <a:gd name="csX17" fmla="*/ 37578 w 401948"/>
                <a:gd name="csY17" fmla="*/ 1778696 h 2487236"/>
                <a:gd name="csX18" fmla="*/ 43841 w 401948"/>
                <a:gd name="csY18" fmla="*/ 1810011 h 2487236"/>
                <a:gd name="csX19" fmla="*/ 50104 w 401948"/>
                <a:gd name="csY19" fmla="*/ 1847589 h 2487236"/>
                <a:gd name="csX20" fmla="*/ 56367 w 401948"/>
                <a:gd name="csY20" fmla="*/ 1866378 h 2487236"/>
                <a:gd name="csX21" fmla="*/ 68893 w 401948"/>
                <a:gd name="csY21" fmla="*/ 1922745 h 2487236"/>
                <a:gd name="csX22" fmla="*/ 87682 w 401948"/>
                <a:gd name="csY22" fmla="*/ 2304789 h 2487236"/>
                <a:gd name="csX23" fmla="*/ 93945 w 401948"/>
                <a:gd name="csY23" fmla="*/ 2323578 h 2487236"/>
                <a:gd name="csX24" fmla="*/ 100208 w 401948"/>
                <a:gd name="csY24" fmla="*/ 2354893 h 2487236"/>
                <a:gd name="csX25" fmla="*/ 124239 w 401948"/>
                <a:gd name="csY25" fmla="*/ 2404997 h 2487236"/>
                <a:gd name="csX26" fmla="*/ 157813 w 401948"/>
                <a:gd name="csY26" fmla="*/ 2444832 h 2487236"/>
                <a:gd name="csX27" fmla="*/ 219206 w 401948"/>
                <a:gd name="csY27" fmla="*/ 2486416 h 2487236"/>
                <a:gd name="csX28" fmla="*/ 303315 w 401948"/>
                <a:gd name="csY28" fmla="*/ 2477678 h 2487236"/>
                <a:gd name="csX29" fmla="*/ 363255 w 401948"/>
                <a:gd name="csY29" fmla="*/ 2436312 h 2487236"/>
                <a:gd name="csX30" fmla="*/ 369518 w 401948"/>
                <a:gd name="csY30" fmla="*/ 2417523 h 2487236"/>
                <a:gd name="csX31" fmla="*/ 375781 w 401948"/>
                <a:gd name="csY31" fmla="*/ 2160740 h 2487236"/>
                <a:gd name="csX32" fmla="*/ 388307 w 401948"/>
                <a:gd name="csY32" fmla="*/ 2123162 h 2487236"/>
                <a:gd name="csX33" fmla="*/ 394570 w 401948"/>
                <a:gd name="csY33" fmla="*/ 1966586 h 2487236"/>
                <a:gd name="csX0" fmla="*/ 112734 w 401948"/>
                <a:gd name="csY0" fmla="*/ 0 h 2487236"/>
                <a:gd name="csX1" fmla="*/ 118997 w 401948"/>
                <a:gd name="csY1" fmla="*/ 31315 h 2487236"/>
                <a:gd name="csX2" fmla="*/ 106471 w 401948"/>
                <a:gd name="csY2" fmla="*/ 68893 h 2487236"/>
                <a:gd name="csX3" fmla="*/ 100208 w 401948"/>
                <a:gd name="csY3" fmla="*/ 87682 h 2487236"/>
                <a:gd name="csX4" fmla="*/ 93945 w 401948"/>
                <a:gd name="csY4" fmla="*/ 106471 h 2487236"/>
                <a:gd name="csX5" fmla="*/ 81419 w 401948"/>
                <a:gd name="csY5" fmla="*/ 137786 h 2487236"/>
                <a:gd name="csX6" fmla="*/ 75156 w 401948"/>
                <a:gd name="csY6" fmla="*/ 156575 h 2487236"/>
                <a:gd name="csX7" fmla="*/ 62630 w 401948"/>
                <a:gd name="csY7" fmla="*/ 187890 h 2487236"/>
                <a:gd name="csX8" fmla="*/ 37578 w 401948"/>
                <a:gd name="csY8" fmla="*/ 294362 h 2487236"/>
                <a:gd name="csX9" fmla="*/ 25052 w 401948"/>
                <a:gd name="csY9" fmla="*/ 444674 h 2487236"/>
                <a:gd name="csX10" fmla="*/ 18789 w 401948"/>
                <a:gd name="csY10" fmla="*/ 720247 h 2487236"/>
                <a:gd name="csX11" fmla="*/ 12526 w 401948"/>
                <a:gd name="csY11" fmla="*/ 801666 h 2487236"/>
                <a:gd name="csX12" fmla="*/ 0 w 401948"/>
                <a:gd name="csY12" fmla="*/ 933189 h 2487236"/>
                <a:gd name="csX13" fmla="*/ 12526 w 401948"/>
                <a:gd name="csY13" fmla="*/ 1334022 h 2487236"/>
                <a:gd name="csX14" fmla="*/ 18789 w 401948"/>
                <a:gd name="csY14" fmla="*/ 1359074 h 2487236"/>
                <a:gd name="csX15" fmla="*/ 25052 w 401948"/>
                <a:gd name="csY15" fmla="*/ 1396652 h 2487236"/>
                <a:gd name="csX16" fmla="*/ 31315 w 401948"/>
                <a:gd name="csY16" fmla="*/ 1427967 h 2487236"/>
                <a:gd name="csX17" fmla="*/ 37578 w 401948"/>
                <a:gd name="csY17" fmla="*/ 1778696 h 2487236"/>
                <a:gd name="csX18" fmla="*/ 43841 w 401948"/>
                <a:gd name="csY18" fmla="*/ 1810011 h 2487236"/>
                <a:gd name="csX19" fmla="*/ 50104 w 401948"/>
                <a:gd name="csY19" fmla="*/ 1847589 h 2487236"/>
                <a:gd name="csX20" fmla="*/ 56367 w 401948"/>
                <a:gd name="csY20" fmla="*/ 1866378 h 2487236"/>
                <a:gd name="csX21" fmla="*/ 68893 w 401948"/>
                <a:gd name="csY21" fmla="*/ 1922745 h 2487236"/>
                <a:gd name="csX22" fmla="*/ 87682 w 401948"/>
                <a:gd name="csY22" fmla="*/ 2304789 h 2487236"/>
                <a:gd name="csX23" fmla="*/ 93945 w 401948"/>
                <a:gd name="csY23" fmla="*/ 2323578 h 2487236"/>
                <a:gd name="csX24" fmla="*/ 100208 w 401948"/>
                <a:gd name="csY24" fmla="*/ 2354893 h 2487236"/>
                <a:gd name="csX25" fmla="*/ 124239 w 401948"/>
                <a:gd name="csY25" fmla="*/ 2404997 h 2487236"/>
                <a:gd name="csX26" fmla="*/ 157813 w 401948"/>
                <a:gd name="csY26" fmla="*/ 2444832 h 2487236"/>
                <a:gd name="csX27" fmla="*/ 219206 w 401948"/>
                <a:gd name="csY27" fmla="*/ 2486416 h 2487236"/>
                <a:gd name="csX28" fmla="*/ 303315 w 401948"/>
                <a:gd name="csY28" fmla="*/ 2477678 h 2487236"/>
                <a:gd name="csX29" fmla="*/ 363255 w 401948"/>
                <a:gd name="csY29" fmla="*/ 2436312 h 2487236"/>
                <a:gd name="csX30" fmla="*/ 371776 w 401948"/>
                <a:gd name="csY30" fmla="*/ 2333985 h 2487236"/>
                <a:gd name="csX31" fmla="*/ 375781 w 401948"/>
                <a:gd name="csY31" fmla="*/ 2160740 h 2487236"/>
                <a:gd name="csX32" fmla="*/ 388307 w 401948"/>
                <a:gd name="csY32" fmla="*/ 2123162 h 2487236"/>
                <a:gd name="csX33" fmla="*/ 394570 w 401948"/>
                <a:gd name="csY33" fmla="*/ 1966586 h 2487236"/>
                <a:gd name="csX0" fmla="*/ 112734 w 401948"/>
                <a:gd name="csY0" fmla="*/ 0 h 2486416"/>
                <a:gd name="csX1" fmla="*/ 118997 w 401948"/>
                <a:gd name="csY1" fmla="*/ 31315 h 2486416"/>
                <a:gd name="csX2" fmla="*/ 106471 w 401948"/>
                <a:gd name="csY2" fmla="*/ 68893 h 2486416"/>
                <a:gd name="csX3" fmla="*/ 100208 w 401948"/>
                <a:gd name="csY3" fmla="*/ 87682 h 2486416"/>
                <a:gd name="csX4" fmla="*/ 93945 w 401948"/>
                <a:gd name="csY4" fmla="*/ 106471 h 2486416"/>
                <a:gd name="csX5" fmla="*/ 81419 w 401948"/>
                <a:gd name="csY5" fmla="*/ 137786 h 2486416"/>
                <a:gd name="csX6" fmla="*/ 75156 w 401948"/>
                <a:gd name="csY6" fmla="*/ 156575 h 2486416"/>
                <a:gd name="csX7" fmla="*/ 62630 w 401948"/>
                <a:gd name="csY7" fmla="*/ 187890 h 2486416"/>
                <a:gd name="csX8" fmla="*/ 37578 w 401948"/>
                <a:gd name="csY8" fmla="*/ 294362 h 2486416"/>
                <a:gd name="csX9" fmla="*/ 25052 w 401948"/>
                <a:gd name="csY9" fmla="*/ 444674 h 2486416"/>
                <a:gd name="csX10" fmla="*/ 18789 w 401948"/>
                <a:gd name="csY10" fmla="*/ 720247 h 2486416"/>
                <a:gd name="csX11" fmla="*/ 12526 w 401948"/>
                <a:gd name="csY11" fmla="*/ 801666 h 2486416"/>
                <a:gd name="csX12" fmla="*/ 0 w 401948"/>
                <a:gd name="csY12" fmla="*/ 933189 h 2486416"/>
                <a:gd name="csX13" fmla="*/ 12526 w 401948"/>
                <a:gd name="csY13" fmla="*/ 1334022 h 2486416"/>
                <a:gd name="csX14" fmla="*/ 18789 w 401948"/>
                <a:gd name="csY14" fmla="*/ 1359074 h 2486416"/>
                <a:gd name="csX15" fmla="*/ 25052 w 401948"/>
                <a:gd name="csY15" fmla="*/ 1396652 h 2486416"/>
                <a:gd name="csX16" fmla="*/ 31315 w 401948"/>
                <a:gd name="csY16" fmla="*/ 1427967 h 2486416"/>
                <a:gd name="csX17" fmla="*/ 37578 w 401948"/>
                <a:gd name="csY17" fmla="*/ 1778696 h 2486416"/>
                <a:gd name="csX18" fmla="*/ 43841 w 401948"/>
                <a:gd name="csY18" fmla="*/ 1810011 h 2486416"/>
                <a:gd name="csX19" fmla="*/ 50104 w 401948"/>
                <a:gd name="csY19" fmla="*/ 1847589 h 2486416"/>
                <a:gd name="csX20" fmla="*/ 56367 w 401948"/>
                <a:gd name="csY20" fmla="*/ 1866378 h 2486416"/>
                <a:gd name="csX21" fmla="*/ 68893 w 401948"/>
                <a:gd name="csY21" fmla="*/ 1922745 h 2486416"/>
                <a:gd name="csX22" fmla="*/ 87682 w 401948"/>
                <a:gd name="csY22" fmla="*/ 2304789 h 2486416"/>
                <a:gd name="csX23" fmla="*/ 93945 w 401948"/>
                <a:gd name="csY23" fmla="*/ 2323578 h 2486416"/>
                <a:gd name="csX24" fmla="*/ 100208 w 401948"/>
                <a:gd name="csY24" fmla="*/ 2354893 h 2486416"/>
                <a:gd name="csX25" fmla="*/ 124239 w 401948"/>
                <a:gd name="csY25" fmla="*/ 2404997 h 2486416"/>
                <a:gd name="csX26" fmla="*/ 157813 w 401948"/>
                <a:gd name="csY26" fmla="*/ 2444832 h 2486416"/>
                <a:gd name="csX27" fmla="*/ 219206 w 401948"/>
                <a:gd name="csY27" fmla="*/ 2486416 h 2486416"/>
                <a:gd name="csX28" fmla="*/ 303315 w 401948"/>
                <a:gd name="csY28" fmla="*/ 2477678 h 2486416"/>
                <a:gd name="csX29" fmla="*/ 351966 w 401948"/>
                <a:gd name="csY29" fmla="*/ 2420507 h 2486416"/>
                <a:gd name="csX30" fmla="*/ 371776 w 401948"/>
                <a:gd name="csY30" fmla="*/ 2333985 h 2486416"/>
                <a:gd name="csX31" fmla="*/ 375781 w 401948"/>
                <a:gd name="csY31" fmla="*/ 2160740 h 2486416"/>
                <a:gd name="csX32" fmla="*/ 388307 w 401948"/>
                <a:gd name="csY32" fmla="*/ 2123162 h 2486416"/>
                <a:gd name="csX33" fmla="*/ 394570 w 401948"/>
                <a:gd name="csY33" fmla="*/ 1966586 h 2486416"/>
                <a:gd name="csX0" fmla="*/ 112734 w 401948"/>
                <a:gd name="csY0" fmla="*/ 0 h 2486416"/>
                <a:gd name="csX1" fmla="*/ 118997 w 401948"/>
                <a:gd name="csY1" fmla="*/ 31315 h 2486416"/>
                <a:gd name="csX2" fmla="*/ 106471 w 401948"/>
                <a:gd name="csY2" fmla="*/ 68893 h 2486416"/>
                <a:gd name="csX3" fmla="*/ 100208 w 401948"/>
                <a:gd name="csY3" fmla="*/ 87682 h 2486416"/>
                <a:gd name="csX4" fmla="*/ 93945 w 401948"/>
                <a:gd name="csY4" fmla="*/ 106471 h 2486416"/>
                <a:gd name="csX5" fmla="*/ 81419 w 401948"/>
                <a:gd name="csY5" fmla="*/ 137786 h 2486416"/>
                <a:gd name="csX6" fmla="*/ 75156 w 401948"/>
                <a:gd name="csY6" fmla="*/ 156575 h 2486416"/>
                <a:gd name="csX7" fmla="*/ 62630 w 401948"/>
                <a:gd name="csY7" fmla="*/ 187890 h 2486416"/>
                <a:gd name="csX8" fmla="*/ 37578 w 401948"/>
                <a:gd name="csY8" fmla="*/ 294362 h 2486416"/>
                <a:gd name="csX9" fmla="*/ 25052 w 401948"/>
                <a:gd name="csY9" fmla="*/ 444674 h 2486416"/>
                <a:gd name="csX10" fmla="*/ 18789 w 401948"/>
                <a:gd name="csY10" fmla="*/ 720247 h 2486416"/>
                <a:gd name="csX11" fmla="*/ 12526 w 401948"/>
                <a:gd name="csY11" fmla="*/ 801666 h 2486416"/>
                <a:gd name="csX12" fmla="*/ 0 w 401948"/>
                <a:gd name="csY12" fmla="*/ 933189 h 2486416"/>
                <a:gd name="csX13" fmla="*/ 12526 w 401948"/>
                <a:gd name="csY13" fmla="*/ 1334022 h 2486416"/>
                <a:gd name="csX14" fmla="*/ 18789 w 401948"/>
                <a:gd name="csY14" fmla="*/ 1359074 h 2486416"/>
                <a:gd name="csX15" fmla="*/ 25052 w 401948"/>
                <a:gd name="csY15" fmla="*/ 1396652 h 2486416"/>
                <a:gd name="csX16" fmla="*/ 31315 w 401948"/>
                <a:gd name="csY16" fmla="*/ 1427967 h 2486416"/>
                <a:gd name="csX17" fmla="*/ 37578 w 401948"/>
                <a:gd name="csY17" fmla="*/ 1778696 h 2486416"/>
                <a:gd name="csX18" fmla="*/ 43841 w 401948"/>
                <a:gd name="csY18" fmla="*/ 1810011 h 2486416"/>
                <a:gd name="csX19" fmla="*/ 50104 w 401948"/>
                <a:gd name="csY19" fmla="*/ 1847589 h 2486416"/>
                <a:gd name="csX20" fmla="*/ 56367 w 401948"/>
                <a:gd name="csY20" fmla="*/ 1866378 h 2486416"/>
                <a:gd name="csX21" fmla="*/ 68893 w 401948"/>
                <a:gd name="csY21" fmla="*/ 1922745 h 2486416"/>
                <a:gd name="csX22" fmla="*/ 87682 w 401948"/>
                <a:gd name="csY22" fmla="*/ 2304789 h 2486416"/>
                <a:gd name="csX23" fmla="*/ 93945 w 401948"/>
                <a:gd name="csY23" fmla="*/ 2323578 h 2486416"/>
                <a:gd name="csX24" fmla="*/ 100208 w 401948"/>
                <a:gd name="csY24" fmla="*/ 2354893 h 2486416"/>
                <a:gd name="csX25" fmla="*/ 124239 w 401948"/>
                <a:gd name="csY25" fmla="*/ 2404997 h 2486416"/>
                <a:gd name="csX26" fmla="*/ 157813 w 401948"/>
                <a:gd name="csY26" fmla="*/ 2444832 h 2486416"/>
                <a:gd name="csX27" fmla="*/ 219206 w 401948"/>
                <a:gd name="csY27" fmla="*/ 2486416 h 2486416"/>
                <a:gd name="csX28" fmla="*/ 303315 w 401948"/>
                <a:gd name="csY28" fmla="*/ 2477678 h 2486416"/>
                <a:gd name="csX29" fmla="*/ 351966 w 401948"/>
                <a:gd name="csY29" fmla="*/ 2420507 h 2486416"/>
                <a:gd name="csX30" fmla="*/ 371776 w 401948"/>
                <a:gd name="csY30" fmla="*/ 2333985 h 2486416"/>
                <a:gd name="csX31" fmla="*/ 382555 w 401948"/>
                <a:gd name="csY31" fmla="*/ 2192349 h 2486416"/>
                <a:gd name="csX32" fmla="*/ 388307 w 401948"/>
                <a:gd name="csY32" fmla="*/ 2123162 h 2486416"/>
                <a:gd name="csX33" fmla="*/ 394570 w 401948"/>
                <a:gd name="csY33" fmla="*/ 1966586 h 2486416"/>
                <a:gd name="csX0" fmla="*/ 112734 w 406429"/>
                <a:gd name="csY0" fmla="*/ 0 h 2486416"/>
                <a:gd name="csX1" fmla="*/ 118997 w 406429"/>
                <a:gd name="csY1" fmla="*/ 31315 h 2486416"/>
                <a:gd name="csX2" fmla="*/ 106471 w 406429"/>
                <a:gd name="csY2" fmla="*/ 68893 h 2486416"/>
                <a:gd name="csX3" fmla="*/ 100208 w 406429"/>
                <a:gd name="csY3" fmla="*/ 87682 h 2486416"/>
                <a:gd name="csX4" fmla="*/ 93945 w 406429"/>
                <a:gd name="csY4" fmla="*/ 106471 h 2486416"/>
                <a:gd name="csX5" fmla="*/ 81419 w 406429"/>
                <a:gd name="csY5" fmla="*/ 137786 h 2486416"/>
                <a:gd name="csX6" fmla="*/ 75156 w 406429"/>
                <a:gd name="csY6" fmla="*/ 156575 h 2486416"/>
                <a:gd name="csX7" fmla="*/ 62630 w 406429"/>
                <a:gd name="csY7" fmla="*/ 187890 h 2486416"/>
                <a:gd name="csX8" fmla="*/ 37578 w 406429"/>
                <a:gd name="csY8" fmla="*/ 294362 h 2486416"/>
                <a:gd name="csX9" fmla="*/ 25052 w 406429"/>
                <a:gd name="csY9" fmla="*/ 444674 h 2486416"/>
                <a:gd name="csX10" fmla="*/ 18789 w 406429"/>
                <a:gd name="csY10" fmla="*/ 720247 h 2486416"/>
                <a:gd name="csX11" fmla="*/ 12526 w 406429"/>
                <a:gd name="csY11" fmla="*/ 801666 h 2486416"/>
                <a:gd name="csX12" fmla="*/ 0 w 406429"/>
                <a:gd name="csY12" fmla="*/ 933189 h 2486416"/>
                <a:gd name="csX13" fmla="*/ 12526 w 406429"/>
                <a:gd name="csY13" fmla="*/ 1334022 h 2486416"/>
                <a:gd name="csX14" fmla="*/ 18789 w 406429"/>
                <a:gd name="csY14" fmla="*/ 1359074 h 2486416"/>
                <a:gd name="csX15" fmla="*/ 25052 w 406429"/>
                <a:gd name="csY15" fmla="*/ 1396652 h 2486416"/>
                <a:gd name="csX16" fmla="*/ 31315 w 406429"/>
                <a:gd name="csY16" fmla="*/ 1427967 h 2486416"/>
                <a:gd name="csX17" fmla="*/ 37578 w 406429"/>
                <a:gd name="csY17" fmla="*/ 1778696 h 2486416"/>
                <a:gd name="csX18" fmla="*/ 43841 w 406429"/>
                <a:gd name="csY18" fmla="*/ 1810011 h 2486416"/>
                <a:gd name="csX19" fmla="*/ 50104 w 406429"/>
                <a:gd name="csY19" fmla="*/ 1847589 h 2486416"/>
                <a:gd name="csX20" fmla="*/ 56367 w 406429"/>
                <a:gd name="csY20" fmla="*/ 1866378 h 2486416"/>
                <a:gd name="csX21" fmla="*/ 68893 w 406429"/>
                <a:gd name="csY21" fmla="*/ 1922745 h 2486416"/>
                <a:gd name="csX22" fmla="*/ 87682 w 406429"/>
                <a:gd name="csY22" fmla="*/ 2304789 h 2486416"/>
                <a:gd name="csX23" fmla="*/ 93945 w 406429"/>
                <a:gd name="csY23" fmla="*/ 2323578 h 2486416"/>
                <a:gd name="csX24" fmla="*/ 100208 w 406429"/>
                <a:gd name="csY24" fmla="*/ 2354893 h 2486416"/>
                <a:gd name="csX25" fmla="*/ 124239 w 406429"/>
                <a:gd name="csY25" fmla="*/ 2404997 h 2486416"/>
                <a:gd name="csX26" fmla="*/ 157813 w 406429"/>
                <a:gd name="csY26" fmla="*/ 2444832 h 2486416"/>
                <a:gd name="csX27" fmla="*/ 219206 w 406429"/>
                <a:gd name="csY27" fmla="*/ 2486416 h 2486416"/>
                <a:gd name="csX28" fmla="*/ 303315 w 406429"/>
                <a:gd name="csY28" fmla="*/ 2477678 h 2486416"/>
                <a:gd name="csX29" fmla="*/ 351966 w 406429"/>
                <a:gd name="csY29" fmla="*/ 2420507 h 2486416"/>
                <a:gd name="csX30" fmla="*/ 371776 w 406429"/>
                <a:gd name="csY30" fmla="*/ 2333985 h 2486416"/>
                <a:gd name="csX31" fmla="*/ 382555 w 406429"/>
                <a:gd name="csY31" fmla="*/ 2192349 h 2486416"/>
                <a:gd name="csX32" fmla="*/ 388307 w 406429"/>
                <a:gd name="csY32" fmla="*/ 2123162 h 2486416"/>
                <a:gd name="csX33" fmla="*/ 401344 w 406429"/>
                <a:gd name="csY33" fmla="*/ 1986906 h 2486416"/>
                <a:gd name="csX0" fmla="*/ 112734 w 403314"/>
                <a:gd name="csY0" fmla="*/ 0 h 2486416"/>
                <a:gd name="csX1" fmla="*/ 118997 w 403314"/>
                <a:gd name="csY1" fmla="*/ 31315 h 2486416"/>
                <a:gd name="csX2" fmla="*/ 106471 w 403314"/>
                <a:gd name="csY2" fmla="*/ 68893 h 2486416"/>
                <a:gd name="csX3" fmla="*/ 100208 w 403314"/>
                <a:gd name="csY3" fmla="*/ 87682 h 2486416"/>
                <a:gd name="csX4" fmla="*/ 93945 w 403314"/>
                <a:gd name="csY4" fmla="*/ 106471 h 2486416"/>
                <a:gd name="csX5" fmla="*/ 81419 w 403314"/>
                <a:gd name="csY5" fmla="*/ 137786 h 2486416"/>
                <a:gd name="csX6" fmla="*/ 75156 w 403314"/>
                <a:gd name="csY6" fmla="*/ 156575 h 2486416"/>
                <a:gd name="csX7" fmla="*/ 62630 w 403314"/>
                <a:gd name="csY7" fmla="*/ 187890 h 2486416"/>
                <a:gd name="csX8" fmla="*/ 37578 w 403314"/>
                <a:gd name="csY8" fmla="*/ 294362 h 2486416"/>
                <a:gd name="csX9" fmla="*/ 25052 w 403314"/>
                <a:gd name="csY9" fmla="*/ 444674 h 2486416"/>
                <a:gd name="csX10" fmla="*/ 18789 w 403314"/>
                <a:gd name="csY10" fmla="*/ 720247 h 2486416"/>
                <a:gd name="csX11" fmla="*/ 12526 w 403314"/>
                <a:gd name="csY11" fmla="*/ 801666 h 2486416"/>
                <a:gd name="csX12" fmla="*/ 0 w 403314"/>
                <a:gd name="csY12" fmla="*/ 933189 h 2486416"/>
                <a:gd name="csX13" fmla="*/ 12526 w 403314"/>
                <a:gd name="csY13" fmla="*/ 1334022 h 2486416"/>
                <a:gd name="csX14" fmla="*/ 18789 w 403314"/>
                <a:gd name="csY14" fmla="*/ 1359074 h 2486416"/>
                <a:gd name="csX15" fmla="*/ 25052 w 403314"/>
                <a:gd name="csY15" fmla="*/ 1396652 h 2486416"/>
                <a:gd name="csX16" fmla="*/ 31315 w 403314"/>
                <a:gd name="csY16" fmla="*/ 1427967 h 2486416"/>
                <a:gd name="csX17" fmla="*/ 37578 w 403314"/>
                <a:gd name="csY17" fmla="*/ 1778696 h 2486416"/>
                <a:gd name="csX18" fmla="*/ 43841 w 403314"/>
                <a:gd name="csY18" fmla="*/ 1810011 h 2486416"/>
                <a:gd name="csX19" fmla="*/ 50104 w 403314"/>
                <a:gd name="csY19" fmla="*/ 1847589 h 2486416"/>
                <a:gd name="csX20" fmla="*/ 56367 w 403314"/>
                <a:gd name="csY20" fmla="*/ 1866378 h 2486416"/>
                <a:gd name="csX21" fmla="*/ 68893 w 403314"/>
                <a:gd name="csY21" fmla="*/ 1922745 h 2486416"/>
                <a:gd name="csX22" fmla="*/ 87682 w 403314"/>
                <a:gd name="csY22" fmla="*/ 2304789 h 2486416"/>
                <a:gd name="csX23" fmla="*/ 93945 w 403314"/>
                <a:gd name="csY23" fmla="*/ 2323578 h 2486416"/>
                <a:gd name="csX24" fmla="*/ 100208 w 403314"/>
                <a:gd name="csY24" fmla="*/ 2354893 h 2486416"/>
                <a:gd name="csX25" fmla="*/ 124239 w 403314"/>
                <a:gd name="csY25" fmla="*/ 2404997 h 2486416"/>
                <a:gd name="csX26" fmla="*/ 157813 w 403314"/>
                <a:gd name="csY26" fmla="*/ 2444832 h 2486416"/>
                <a:gd name="csX27" fmla="*/ 219206 w 403314"/>
                <a:gd name="csY27" fmla="*/ 2486416 h 2486416"/>
                <a:gd name="csX28" fmla="*/ 303315 w 403314"/>
                <a:gd name="csY28" fmla="*/ 2477678 h 2486416"/>
                <a:gd name="csX29" fmla="*/ 351966 w 403314"/>
                <a:gd name="csY29" fmla="*/ 2420507 h 2486416"/>
                <a:gd name="csX30" fmla="*/ 371776 w 403314"/>
                <a:gd name="csY30" fmla="*/ 2333985 h 2486416"/>
                <a:gd name="csX31" fmla="*/ 382555 w 403314"/>
                <a:gd name="csY31" fmla="*/ 2192349 h 2486416"/>
                <a:gd name="csX32" fmla="*/ 388307 w 403314"/>
                <a:gd name="csY32" fmla="*/ 2123162 h 2486416"/>
                <a:gd name="csX33" fmla="*/ 396828 w 403314"/>
                <a:gd name="csY33" fmla="*/ 1980133 h 2486416"/>
                <a:gd name="csX0" fmla="*/ 112734 w 403314"/>
                <a:gd name="csY0" fmla="*/ 0 h 2486416"/>
                <a:gd name="csX1" fmla="*/ 107708 w 403314"/>
                <a:gd name="csY1" fmla="*/ 31315 h 2486416"/>
                <a:gd name="csX2" fmla="*/ 106471 w 403314"/>
                <a:gd name="csY2" fmla="*/ 68893 h 2486416"/>
                <a:gd name="csX3" fmla="*/ 100208 w 403314"/>
                <a:gd name="csY3" fmla="*/ 87682 h 2486416"/>
                <a:gd name="csX4" fmla="*/ 93945 w 403314"/>
                <a:gd name="csY4" fmla="*/ 106471 h 2486416"/>
                <a:gd name="csX5" fmla="*/ 81419 w 403314"/>
                <a:gd name="csY5" fmla="*/ 137786 h 2486416"/>
                <a:gd name="csX6" fmla="*/ 75156 w 403314"/>
                <a:gd name="csY6" fmla="*/ 156575 h 2486416"/>
                <a:gd name="csX7" fmla="*/ 62630 w 403314"/>
                <a:gd name="csY7" fmla="*/ 187890 h 2486416"/>
                <a:gd name="csX8" fmla="*/ 37578 w 403314"/>
                <a:gd name="csY8" fmla="*/ 294362 h 2486416"/>
                <a:gd name="csX9" fmla="*/ 25052 w 403314"/>
                <a:gd name="csY9" fmla="*/ 444674 h 2486416"/>
                <a:gd name="csX10" fmla="*/ 18789 w 403314"/>
                <a:gd name="csY10" fmla="*/ 720247 h 2486416"/>
                <a:gd name="csX11" fmla="*/ 12526 w 403314"/>
                <a:gd name="csY11" fmla="*/ 801666 h 2486416"/>
                <a:gd name="csX12" fmla="*/ 0 w 403314"/>
                <a:gd name="csY12" fmla="*/ 933189 h 2486416"/>
                <a:gd name="csX13" fmla="*/ 12526 w 403314"/>
                <a:gd name="csY13" fmla="*/ 1334022 h 2486416"/>
                <a:gd name="csX14" fmla="*/ 18789 w 403314"/>
                <a:gd name="csY14" fmla="*/ 1359074 h 2486416"/>
                <a:gd name="csX15" fmla="*/ 25052 w 403314"/>
                <a:gd name="csY15" fmla="*/ 1396652 h 2486416"/>
                <a:gd name="csX16" fmla="*/ 31315 w 403314"/>
                <a:gd name="csY16" fmla="*/ 1427967 h 2486416"/>
                <a:gd name="csX17" fmla="*/ 37578 w 403314"/>
                <a:gd name="csY17" fmla="*/ 1778696 h 2486416"/>
                <a:gd name="csX18" fmla="*/ 43841 w 403314"/>
                <a:gd name="csY18" fmla="*/ 1810011 h 2486416"/>
                <a:gd name="csX19" fmla="*/ 50104 w 403314"/>
                <a:gd name="csY19" fmla="*/ 1847589 h 2486416"/>
                <a:gd name="csX20" fmla="*/ 56367 w 403314"/>
                <a:gd name="csY20" fmla="*/ 1866378 h 2486416"/>
                <a:gd name="csX21" fmla="*/ 68893 w 403314"/>
                <a:gd name="csY21" fmla="*/ 1922745 h 2486416"/>
                <a:gd name="csX22" fmla="*/ 87682 w 403314"/>
                <a:gd name="csY22" fmla="*/ 2304789 h 2486416"/>
                <a:gd name="csX23" fmla="*/ 93945 w 403314"/>
                <a:gd name="csY23" fmla="*/ 2323578 h 2486416"/>
                <a:gd name="csX24" fmla="*/ 100208 w 403314"/>
                <a:gd name="csY24" fmla="*/ 2354893 h 2486416"/>
                <a:gd name="csX25" fmla="*/ 124239 w 403314"/>
                <a:gd name="csY25" fmla="*/ 2404997 h 2486416"/>
                <a:gd name="csX26" fmla="*/ 157813 w 403314"/>
                <a:gd name="csY26" fmla="*/ 2444832 h 2486416"/>
                <a:gd name="csX27" fmla="*/ 219206 w 403314"/>
                <a:gd name="csY27" fmla="*/ 2486416 h 2486416"/>
                <a:gd name="csX28" fmla="*/ 303315 w 403314"/>
                <a:gd name="csY28" fmla="*/ 2477678 h 2486416"/>
                <a:gd name="csX29" fmla="*/ 351966 w 403314"/>
                <a:gd name="csY29" fmla="*/ 2420507 h 2486416"/>
                <a:gd name="csX30" fmla="*/ 371776 w 403314"/>
                <a:gd name="csY30" fmla="*/ 2333985 h 2486416"/>
                <a:gd name="csX31" fmla="*/ 382555 w 403314"/>
                <a:gd name="csY31" fmla="*/ 2192349 h 2486416"/>
                <a:gd name="csX32" fmla="*/ 388307 w 403314"/>
                <a:gd name="csY32" fmla="*/ 2123162 h 2486416"/>
                <a:gd name="csX33" fmla="*/ 396828 w 403314"/>
                <a:gd name="csY33" fmla="*/ 1980133 h 2486416"/>
                <a:gd name="csX0" fmla="*/ 112734 w 403314"/>
                <a:gd name="csY0" fmla="*/ 0 h 2486416"/>
                <a:gd name="csX1" fmla="*/ 107708 w 403314"/>
                <a:gd name="csY1" fmla="*/ 31315 h 2486416"/>
                <a:gd name="csX2" fmla="*/ 97440 w 403314"/>
                <a:gd name="csY2" fmla="*/ 68893 h 2486416"/>
                <a:gd name="csX3" fmla="*/ 100208 w 403314"/>
                <a:gd name="csY3" fmla="*/ 87682 h 2486416"/>
                <a:gd name="csX4" fmla="*/ 93945 w 403314"/>
                <a:gd name="csY4" fmla="*/ 106471 h 2486416"/>
                <a:gd name="csX5" fmla="*/ 81419 w 403314"/>
                <a:gd name="csY5" fmla="*/ 137786 h 2486416"/>
                <a:gd name="csX6" fmla="*/ 75156 w 403314"/>
                <a:gd name="csY6" fmla="*/ 156575 h 2486416"/>
                <a:gd name="csX7" fmla="*/ 62630 w 403314"/>
                <a:gd name="csY7" fmla="*/ 187890 h 2486416"/>
                <a:gd name="csX8" fmla="*/ 37578 w 403314"/>
                <a:gd name="csY8" fmla="*/ 294362 h 2486416"/>
                <a:gd name="csX9" fmla="*/ 25052 w 403314"/>
                <a:gd name="csY9" fmla="*/ 444674 h 2486416"/>
                <a:gd name="csX10" fmla="*/ 18789 w 403314"/>
                <a:gd name="csY10" fmla="*/ 720247 h 2486416"/>
                <a:gd name="csX11" fmla="*/ 12526 w 403314"/>
                <a:gd name="csY11" fmla="*/ 801666 h 2486416"/>
                <a:gd name="csX12" fmla="*/ 0 w 403314"/>
                <a:gd name="csY12" fmla="*/ 933189 h 2486416"/>
                <a:gd name="csX13" fmla="*/ 12526 w 403314"/>
                <a:gd name="csY13" fmla="*/ 1334022 h 2486416"/>
                <a:gd name="csX14" fmla="*/ 18789 w 403314"/>
                <a:gd name="csY14" fmla="*/ 1359074 h 2486416"/>
                <a:gd name="csX15" fmla="*/ 25052 w 403314"/>
                <a:gd name="csY15" fmla="*/ 1396652 h 2486416"/>
                <a:gd name="csX16" fmla="*/ 31315 w 403314"/>
                <a:gd name="csY16" fmla="*/ 1427967 h 2486416"/>
                <a:gd name="csX17" fmla="*/ 37578 w 403314"/>
                <a:gd name="csY17" fmla="*/ 1778696 h 2486416"/>
                <a:gd name="csX18" fmla="*/ 43841 w 403314"/>
                <a:gd name="csY18" fmla="*/ 1810011 h 2486416"/>
                <a:gd name="csX19" fmla="*/ 50104 w 403314"/>
                <a:gd name="csY19" fmla="*/ 1847589 h 2486416"/>
                <a:gd name="csX20" fmla="*/ 56367 w 403314"/>
                <a:gd name="csY20" fmla="*/ 1866378 h 2486416"/>
                <a:gd name="csX21" fmla="*/ 68893 w 403314"/>
                <a:gd name="csY21" fmla="*/ 1922745 h 2486416"/>
                <a:gd name="csX22" fmla="*/ 87682 w 403314"/>
                <a:gd name="csY22" fmla="*/ 2304789 h 2486416"/>
                <a:gd name="csX23" fmla="*/ 93945 w 403314"/>
                <a:gd name="csY23" fmla="*/ 2323578 h 2486416"/>
                <a:gd name="csX24" fmla="*/ 100208 w 403314"/>
                <a:gd name="csY24" fmla="*/ 2354893 h 2486416"/>
                <a:gd name="csX25" fmla="*/ 124239 w 403314"/>
                <a:gd name="csY25" fmla="*/ 2404997 h 2486416"/>
                <a:gd name="csX26" fmla="*/ 157813 w 403314"/>
                <a:gd name="csY26" fmla="*/ 2444832 h 2486416"/>
                <a:gd name="csX27" fmla="*/ 219206 w 403314"/>
                <a:gd name="csY27" fmla="*/ 2486416 h 2486416"/>
                <a:gd name="csX28" fmla="*/ 303315 w 403314"/>
                <a:gd name="csY28" fmla="*/ 2477678 h 2486416"/>
                <a:gd name="csX29" fmla="*/ 351966 w 403314"/>
                <a:gd name="csY29" fmla="*/ 2420507 h 2486416"/>
                <a:gd name="csX30" fmla="*/ 371776 w 403314"/>
                <a:gd name="csY30" fmla="*/ 2333985 h 2486416"/>
                <a:gd name="csX31" fmla="*/ 382555 w 403314"/>
                <a:gd name="csY31" fmla="*/ 2192349 h 2486416"/>
                <a:gd name="csX32" fmla="*/ 388307 w 403314"/>
                <a:gd name="csY32" fmla="*/ 2123162 h 2486416"/>
                <a:gd name="csX33" fmla="*/ 396828 w 403314"/>
                <a:gd name="csY33" fmla="*/ 1980133 h 2486416"/>
                <a:gd name="csX0" fmla="*/ 112734 w 403314"/>
                <a:gd name="csY0" fmla="*/ 0 h 2486416"/>
                <a:gd name="csX1" fmla="*/ 107708 w 403314"/>
                <a:gd name="csY1" fmla="*/ 31315 h 2486416"/>
                <a:gd name="csX2" fmla="*/ 97440 w 403314"/>
                <a:gd name="csY2" fmla="*/ 68893 h 2486416"/>
                <a:gd name="csX3" fmla="*/ 91176 w 403314"/>
                <a:gd name="csY3" fmla="*/ 87682 h 2486416"/>
                <a:gd name="csX4" fmla="*/ 93945 w 403314"/>
                <a:gd name="csY4" fmla="*/ 106471 h 2486416"/>
                <a:gd name="csX5" fmla="*/ 81419 w 403314"/>
                <a:gd name="csY5" fmla="*/ 137786 h 2486416"/>
                <a:gd name="csX6" fmla="*/ 75156 w 403314"/>
                <a:gd name="csY6" fmla="*/ 156575 h 2486416"/>
                <a:gd name="csX7" fmla="*/ 62630 w 403314"/>
                <a:gd name="csY7" fmla="*/ 187890 h 2486416"/>
                <a:gd name="csX8" fmla="*/ 37578 w 403314"/>
                <a:gd name="csY8" fmla="*/ 294362 h 2486416"/>
                <a:gd name="csX9" fmla="*/ 25052 w 403314"/>
                <a:gd name="csY9" fmla="*/ 444674 h 2486416"/>
                <a:gd name="csX10" fmla="*/ 18789 w 403314"/>
                <a:gd name="csY10" fmla="*/ 720247 h 2486416"/>
                <a:gd name="csX11" fmla="*/ 12526 w 403314"/>
                <a:gd name="csY11" fmla="*/ 801666 h 2486416"/>
                <a:gd name="csX12" fmla="*/ 0 w 403314"/>
                <a:gd name="csY12" fmla="*/ 933189 h 2486416"/>
                <a:gd name="csX13" fmla="*/ 12526 w 403314"/>
                <a:gd name="csY13" fmla="*/ 1334022 h 2486416"/>
                <a:gd name="csX14" fmla="*/ 18789 w 403314"/>
                <a:gd name="csY14" fmla="*/ 1359074 h 2486416"/>
                <a:gd name="csX15" fmla="*/ 25052 w 403314"/>
                <a:gd name="csY15" fmla="*/ 1396652 h 2486416"/>
                <a:gd name="csX16" fmla="*/ 31315 w 403314"/>
                <a:gd name="csY16" fmla="*/ 1427967 h 2486416"/>
                <a:gd name="csX17" fmla="*/ 37578 w 403314"/>
                <a:gd name="csY17" fmla="*/ 1778696 h 2486416"/>
                <a:gd name="csX18" fmla="*/ 43841 w 403314"/>
                <a:gd name="csY18" fmla="*/ 1810011 h 2486416"/>
                <a:gd name="csX19" fmla="*/ 50104 w 403314"/>
                <a:gd name="csY19" fmla="*/ 1847589 h 2486416"/>
                <a:gd name="csX20" fmla="*/ 56367 w 403314"/>
                <a:gd name="csY20" fmla="*/ 1866378 h 2486416"/>
                <a:gd name="csX21" fmla="*/ 68893 w 403314"/>
                <a:gd name="csY21" fmla="*/ 1922745 h 2486416"/>
                <a:gd name="csX22" fmla="*/ 87682 w 403314"/>
                <a:gd name="csY22" fmla="*/ 2304789 h 2486416"/>
                <a:gd name="csX23" fmla="*/ 93945 w 403314"/>
                <a:gd name="csY23" fmla="*/ 2323578 h 2486416"/>
                <a:gd name="csX24" fmla="*/ 100208 w 403314"/>
                <a:gd name="csY24" fmla="*/ 2354893 h 2486416"/>
                <a:gd name="csX25" fmla="*/ 124239 w 403314"/>
                <a:gd name="csY25" fmla="*/ 2404997 h 2486416"/>
                <a:gd name="csX26" fmla="*/ 157813 w 403314"/>
                <a:gd name="csY26" fmla="*/ 2444832 h 2486416"/>
                <a:gd name="csX27" fmla="*/ 219206 w 403314"/>
                <a:gd name="csY27" fmla="*/ 2486416 h 2486416"/>
                <a:gd name="csX28" fmla="*/ 303315 w 403314"/>
                <a:gd name="csY28" fmla="*/ 2477678 h 2486416"/>
                <a:gd name="csX29" fmla="*/ 351966 w 403314"/>
                <a:gd name="csY29" fmla="*/ 2420507 h 2486416"/>
                <a:gd name="csX30" fmla="*/ 371776 w 403314"/>
                <a:gd name="csY30" fmla="*/ 2333985 h 2486416"/>
                <a:gd name="csX31" fmla="*/ 382555 w 403314"/>
                <a:gd name="csY31" fmla="*/ 2192349 h 2486416"/>
                <a:gd name="csX32" fmla="*/ 388307 w 403314"/>
                <a:gd name="csY32" fmla="*/ 2123162 h 2486416"/>
                <a:gd name="csX33" fmla="*/ 396828 w 403314"/>
                <a:gd name="csY33" fmla="*/ 1980133 h 2486416"/>
                <a:gd name="csX0" fmla="*/ 112734 w 403314"/>
                <a:gd name="csY0" fmla="*/ 0 h 2486416"/>
                <a:gd name="csX1" fmla="*/ 107708 w 403314"/>
                <a:gd name="csY1" fmla="*/ 31315 h 2486416"/>
                <a:gd name="csX2" fmla="*/ 97440 w 403314"/>
                <a:gd name="csY2" fmla="*/ 68893 h 2486416"/>
                <a:gd name="csX3" fmla="*/ 91176 w 403314"/>
                <a:gd name="csY3" fmla="*/ 87682 h 2486416"/>
                <a:gd name="csX4" fmla="*/ 87172 w 403314"/>
                <a:gd name="csY4" fmla="*/ 110987 h 2486416"/>
                <a:gd name="csX5" fmla="*/ 81419 w 403314"/>
                <a:gd name="csY5" fmla="*/ 137786 h 2486416"/>
                <a:gd name="csX6" fmla="*/ 75156 w 403314"/>
                <a:gd name="csY6" fmla="*/ 156575 h 2486416"/>
                <a:gd name="csX7" fmla="*/ 62630 w 403314"/>
                <a:gd name="csY7" fmla="*/ 187890 h 2486416"/>
                <a:gd name="csX8" fmla="*/ 37578 w 403314"/>
                <a:gd name="csY8" fmla="*/ 294362 h 2486416"/>
                <a:gd name="csX9" fmla="*/ 25052 w 403314"/>
                <a:gd name="csY9" fmla="*/ 444674 h 2486416"/>
                <a:gd name="csX10" fmla="*/ 18789 w 403314"/>
                <a:gd name="csY10" fmla="*/ 720247 h 2486416"/>
                <a:gd name="csX11" fmla="*/ 12526 w 403314"/>
                <a:gd name="csY11" fmla="*/ 801666 h 2486416"/>
                <a:gd name="csX12" fmla="*/ 0 w 403314"/>
                <a:gd name="csY12" fmla="*/ 933189 h 2486416"/>
                <a:gd name="csX13" fmla="*/ 12526 w 403314"/>
                <a:gd name="csY13" fmla="*/ 1334022 h 2486416"/>
                <a:gd name="csX14" fmla="*/ 18789 w 403314"/>
                <a:gd name="csY14" fmla="*/ 1359074 h 2486416"/>
                <a:gd name="csX15" fmla="*/ 25052 w 403314"/>
                <a:gd name="csY15" fmla="*/ 1396652 h 2486416"/>
                <a:gd name="csX16" fmla="*/ 31315 w 403314"/>
                <a:gd name="csY16" fmla="*/ 1427967 h 2486416"/>
                <a:gd name="csX17" fmla="*/ 37578 w 403314"/>
                <a:gd name="csY17" fmla="*/ 1778696 h 2486416"/>
                <a:gd name="csX18" fmla="*/ 43841 w 403314"/>
                <a:gd name="csY18" fmla="*/ 1810011 h 2486416"/>
                <a:gd name="csX19" fmla="*/ 50104 w 403314"/>
                <a:gd name="csY19" fmla="*/ 1847589 h 2486416"/>
                <a:gd name="csX20" fmla="*/ 56367 w 403314"/>
                <a:gd name="csY20" fmla="*/ 1866378 h 2486416"/>
                <a:gd name="csX21" fmla="*/ 68893 w 403314"/>
                <a:gd name="csY21" fmla="*/ 1922745 h 2486416"/>
                <a:gd name="csX22" fmla="*/ 87682 w 403314"/>
                <a:gd name="csY22" fmla="*/ 2304789 h 2486416"/>
                <a:gd name="csX23" fmla="*/ 93945 w 403314"/>
                <a:gd name="csY23" fmla="*/ 2323578 h 2486416"/>
                <a:gd name="csX24" fmla="*/ 100208 w 403314"/>
                <a:gd name="csY24" fmla="*/ 2354893 h 2486416"/>
                <a:gd name="csX25" fmla="*/ 124239 w 403314"/>
                <a:gd name="csY25" fmla="*/ 2404997 h 2486416"/>
                <a:gd name="csX26" fmla="*/ 157813 w 403314"/>
                <a:gd name="csY26" fmla="*/ 2444832 h 2486416"/>
                <a:gd name="csX27" fmla="*/ 219206 w 403314"/>
                <a:gd name="csY27" fmla="*/ 2486416 h 2486416"/>
                <a:gd name="csX28" fmla="*/ 303315 w 403314"/>
                <a:gd name="csY28" fmla="*/ 2477678 h 2486416"/>
                <a:gd name="csX29" fmla="*/ 351966 w 403314"/>
                <a:gd name="csY29" fmla="*/ 2420507 h 2486416"/>
                <a:gd name="csX30" fmla="*/ 371776 w 403314"/>
                <a:gd name="csY30" fmla="*/ 2333985 h 2486416"/>
                <a:gd name="csX31" fmla="*/ 382555 w 403314"/>
                <a:gd name="csY31" fmla="*/ 2192349 h 2486416"/>
                <a:gd name="csX32" fmla="*/ 388307 w 403314"/>
                <a:gd name="csY32" fmla="*/ 2123162 h 2486416"/>
                <a:gd name="csX33" fmla="*/ 396828 w 403314"/>
                <a:gd name="csY33" fmla="*/ 1980133 h 2486416"/>
                <a:gd name="csX0" fmla="*/ 112734 w 403314"/>
                <a:gd name="csY0" fmla="*/ 0 h 2486416"/>
                <a:gd name="csX1" fmla="*/ 107708 w 403314"/>
                <a:gd name="csY1" fmla="*/ 31315 h 2486416"/>
                <a:gd name="csX2" fmla="*/ 97440 w 403314"/>
                <a:gd name="csY2" fmla="*/ 68893 h 2486416"/>
                <a:gd name="csX3" fmla="*/ 91176 w 403314"/>
                <a:gd name="csY3" fmla="*/ 87682 h 2486416"/>
                <a:gd name="csX4" fmla="*/ 87172 w 403314"/>
                <a:gd name="csY4" fmla="*/ 110987 h 2486416"/>
                <a:gd name="csX5" fmla="*/ 81419 w 403314"/>
                <a:gd name="csY5" fmla="*/ 137786 h 2486416"/>
                <a:gd name="csX6" fmla="*/ 75156 w 403314"/>
                <a:gd name="csY6" fmla="*/ 156575 h 2486416"/>
                <a:gd name="csX7" fmla="*/ 62630 w 403314"/>
                <a:gd name="csY7" fmla="*/ 187890 h 2486416"/>
                <a:gd name="csX8" fmla="*/ 37578 w 403314"/>
                <a:gd name="csY8" fmla="*/ 294362 h 2486416"/>
                <a:gd name="csX9" fmla="*/ 25052 w 403314"/>
                <a:gd name="csY9" fmla="*/ 444674 h 2486416"/>
                <a:gd name="csX10" fmla="*/ 18789 w 403314"/>
                <a:gd name="csY10" fmla="*/ 720247 h 2486416"/>
                <a:gd name="csX11" fmla="*/ 12526 w 403314"/>
                <a:gd name="csY11" fmla="*/ 801666 h 2486416"/>
                <a:gd name="csX12" fmla="*/ 0 w 403314"/>
                <a:gd name="csY12" fmla="*/ 933189 h 2486416"/>
                <a:gd name="csX13" fmla="*/ 12526 w 403314"/>
                <a:gd name="csY13" fmla="*/ 1334022 h 2486416"/>
                <a:gd name="csX14" fmla="*/ 18789 w 403314"/>
                <a:gd name="csY14" fmla="*/ 1359074 h 2486416"/>
                <a:gd name="csX15" fmla="*/ 25052 w 403314"/>
                <a:gd name="csY15" fmla="*/ 1396652 h 2486416"/>
                <a:gd name="csX16" fmla="*/ 31315 w 403314"/>
                <a:gd name="csY16" fmla="*/ 1427967 h 2486416"/>
                <a:gd name="csX17" fmla="*/ 37578 w 403314"/>
                <a:gd name="csY17" fmla="*/ 1778696 h 2486416"/>
                <a:gd name="csX18" fmla="*/ 43841 w 403314"/>
                <a:gd name="csY18" fmla="*/ 1810011 h 2486416"/>
                <a:gd name="csX19" fmla="*/ 50104 w 403314"/>
                <a:gd name="csY19" fmla="*/ 1847589 h 2486416"/>
                <a:gd name="csX20" fmla="*/ 56367 w 403314"/>
                <a:gd name="csY20" fmla="*/ 1866378 h 2486416"/>
                <a:gd name="csX21" fmla="*/ 66070 w 403314"/>
                <a:gd name="csY21" fmla="*/ 2041278 h 2486416"/>
                <a:gd name="csX22" fmla="*/ 87682 w 403314"/>
                <a:gd name="csY22" fmla="*/ 2304789 h 2486416"/>
                <a:gd name="csX23" fmla="*/ 93945 w 403314"/>
                <a:gd name="csY23" fmla="*/ 2323578 h 2486416"/>
                <a:gd name="csX24" fmla="*/ 100208 w 403314"/>
                <a:gd name="csY24" fmla="*/ 2354893 h 2486416"/>
                <a:gd name="csX25" fmla="*/ 124239 w 403314"/>
                <a:gd name="csY25" fmla="*/ 2404997 h 2486416"/>
                <a:gd name="csX26" fmla="*/ 157813 w 403314"/>
                <a:gd name="csY26" fmla="*/ 2444832 h 2486416"/>
                <a:gd name="csX27" fmla="*/ 219206 w 403314"/>
                <a:gd name="csY27" fmla="*/ 2486416 h 2486416"/>
                <a:gd name="csX28" fmla="*/ 303315 w 403314"/>
                <a:gd name="csY28" fmla="*/ 2477678 h 2486416"/>
                <a:gd name="csX29" fmla="*/ 351966 w 403314"/>
                <a:gd name="csY29" fmla="*/ 2420507 h 2486416"/>
                <a:gd name="csX30" fmla="*/ 371776 w 403314"/>
                <a:gd name="csY30" fmla="*/ 2333985 h 2486416"/>
                <a:gd name="csX31" fmla="*/ 382555 w 403314"/>
                <a:gd name="csY31" fmla="*/ 2192349 h 2486416"/>
                <a:gd name="csX32" fmla="*/ 388307 w 403314"/>
                <a:gd name="csY32" fmla="*/ 2123162 h 2486416"/>
                <a:gd name="csX33" fmla="*/ 396828 w 403314"/>
                <a:gd name="csY33" fmla="*/ 1980133 h 2486416"/>
                <a:gd name="csX0" fmla="*/ 112734 w 403314"/>
                <a:gd name="csY0" fmla="*/ 0 h 2486416"/>
                <a:gd name="csX1" fmla="*/ 107708 w 403314"/>
                <a:gd name="csY1" fmla="*/ 31315 h 2486416"/>
                <a:gd name="csX2" fmla="*/ 97440 w 403314"/>
                <a:gd name="csY2" fmla="*/ 68893 h 2486416"/>
                <a:gd name="csX3" fmla="*/ 91176 w 403314"/>
                <a:gd name="csY3" fmla="*/ 87682 h 2486416"/>
                <a:gd name="csX4" fmla="*/ 87172 w 403314"/>
                <a:gd name="csY4" fmla="*/ 110987 h 2486416"/>
                <a:gd name="csX5" fmla="*/ 81419 w 403314"/>
                <a:gd name="csY5" fmla="*/ 137786 h 2486416"/>
                <a:gd name="csX6" fmla="*/ 75156 w 403314"/>
                <a:gd name="csY6" fmla="*/ 156575 h 2486416"/>
                <a:gd name="csX7" fmla="*/ 62630 w 403314"/>
                <a:gd name="csY7" fmla="*/ 187890 h 2486416"/>
                <a:gd name="csX8" fmla="*/ 37578 w 403314"/>
                <a:gd name="csY8" fmla="*/ 294362 h 2486416"/>
                <a:gd name="csX9" fmla="*/ 25052 w 403314"/>
                <a:gd name="csY9" fmla="*/ 444674 h 2486416"/>
                <a:gd name="csX10" fmla="*/ 18789 w 403314"/>
                <a:gd name="csY10" fmla="*/ 720247 h 2486416"/>
                <a:gd name="csX11" fmla="*/ 12526 w 403314"/>
                <a:gd name="csY11" fmla="*/ 801666 h 2486416"/>
                <a:gd name="csX12" fmla="*/ 0 w 403314"/>
                <a:gd name="csY12" fmla="*/ 933189 h 2486416"/>
                <a:gd name="csX13" fmla="*/ 12526 w 403314"/>
                <a:gd name="csY13" fmla="*/ 1334022 h 2486416"/>
                <a:gd name="csX14" fmla="*/ 18789 w 403314"/>
                <a:gd name="csY14" fmla="*/ 1359074 h 2486416"/>
                <a:gd name="csX15" fmla="*/ 25052 w 403314"/>
                <a:gd name="csY15" fmla="*/ 1396652 h 2486416"/>
                <a:gd name="csX16" fmla="*/ 31315 w 403314"/>
                <a:gd name="csY16" fmla="*/ 1427967 h 2486416"/>
                <a:gd name="csX17" fmla="*/ 37578 w 403314"/>
                <a:gd name="csY17" fmla="*/ 1778696 h 2486416"/>
                <a:gd name="csX18" fmla="*/ 43841 w 403314"/>
                <a:gd name="csY18" fmla="*/ 1810011 h 2486416"/>
                <a:gd name="csX19" fmla="*/ 50104 w 403314"/>
                <a:gd name="csY19" fmla="*/ 1847589 h 2486416"/>
                <a:gd name="csX20" fmla="*/ 50722 w 403314"/>
                <a:gd name="csY20" fmla="*/ 1883312 h 2486416"/>
                <a:gd name="csX21" fmla="*/ 66070 w 403314"/>
                <a:gd name="csY21" fmla="*/ 2041278 h 2486416"/>
                <a:gd name="csX22" fmla="*/ 87682 w 403314"/>
                <a:gd name="csY22" fmla="*/ 2304789 h 2486416"/>
                <a:gd name="csX23" fmla="*/ 93945 w 403314"/>
                <a:gd name="csY23" fmla="*/ 2323578 h 2486416"/>
                <a:gd name="csX24" fmla="*/ 100208 w 403314"/>
                <a:gd name="csY24" fmla="*/ 2354893 h 2486416"/>
                <a:gd name="csX25" fmla="*/ 124239 w 403314"/>
                <a:gd name="csY25" fmla="*/ 2404997 h 2486416"/>
                <a:gd name="csX26" fmla="*/ 157813 w 403314"/>
                <a:gd name="csY26" fmla="*/ 2444832 h 2486416"/>
                <a:gd name="csX27" fmla="*/ 219206 w 403314"/>
                <a:gd name="csY27" fmla="*/ 2486416 h 2486416"/>
                <a:gd name="csX28" fmla="*/ 303315 w 403314"/>
                <a:gd name="csY28" fmla="*/ 2477678 h 2486416"/>
                <a:gd name="csX29" fmla="*/ 351966 w 403314"/>
                <a:gd name="csY29" fmla="*/ 2420507 h 2486416"/>
                <a:gd name="csX30" fmla="*/ 371776 w 403314"/>
                <a:gd name="csY30" fmla="*/ 2333985 h 2486416"/>
                <a:gd name="csX31" fmla="*/ 382555 w 403314"/>
                <a:gd name="csY31" fmla="*/ 2192349 h 2486416"/>
                <a:gd name="csX32" fmla="*/ 388307 w 403314"/>
                <a:gd name="csY32" fmla="*/ 2123162 h 2486416"/>
                <a:gd name="csX33" fmla="*/ 396828 w 403314"/>
                <a:gd name="csY33" fmla="*/ 1980133 h 2486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403314" h="2486416">
                  <a:moveTo>
                    <a:pt x="112734" y="0"/>
                  </a:moveTo>
                  <a:cubicBezTo>
                    <a:pt x="114822" y="10438"/>
                    <a:pt x="110257" y="19833"/>
                    <a:pt x="107708" y="31315"/>
                  </a:cubicBezTo>
                  <a:cubicBezTo>
                    <a:pt x="105159" y="42797"/>
                    <a:pt x="101615" y="56367"/>
                    <a:pt x="97440" y="68893"/>
                  </a:cubicBezTo>
                  <a:lnTo>
                    <a:pt x="91176" y="87682"/>
                  </a:lnTo>
                  <a:cubicBezTo>
                    <a:pt x="89088" y="93945"/>
                    <a:pt x="88798" y="102636"/>
                    <a:pt x="87172" y="110987"/>
                  </a:cubicBezTo>
                  <a:cubicBezTo>
                    <a:pt x="85546" y="119338"/>
                    <a:pt x="83422" y="130188"/>
                    <a:pt x="81419" y="137786"/>
                  </a:cubicBezTo>
                  <a:cubicBezTo>
                    <a:pt x="79416" y="145384"/>
                    <a:pt x="77474" y="150394"/>
                    <a:pt x="75156" y="156575"/>
                  </a:cubicBezTo>
                  <a:cubicBezTo>
                    <a:pt x="71209" y="167102"/>
                    <a:pt x="65588" y="177044"/>
                    <a:pt x="62630" y="187890"/>
                  </a:cubicBezTo>
                  <a:cubicBezTo>
                    <a:pt x="53037" y="223065"/>
                    <a:pt x="37578" y="294362"/>
                    <a:pt x="37578" y="294362"/>
                  </a:cubicBezTo>
                  <a:cubicBezTo>
                    <a:pt x="34877" y="324074"/>
                    <a:pt x="25970" y="418514"/>
                    <a:pt x="25052" y="444674"/>
                  </a:cubicBezTo>
                  <a:cubicBezTo>
                    <a:pt x="21830" y="536499"/>
                    <a:pt x="22011" y="628422"/>
                    <a:pt x="18789" y="720247"/>
                  </a:cubicBezTo>
                  <a:cubicBezTo>
                    <a:pt x="17835" y="747450"/>
                    <a:pt x="14918" y="774552"/>
                    <a:pt x="12526" y="801666"/>
                  </a:cubicBezTo>
                  <a:cubicBezTo>
                    <a:pt x="8655" y="845535"/>
                    <a:pt x="0" y="933189"/>
                    <a:pt x="0" y="933189"/>
                  </a:cubicBezTo>
                  <a:cubicBezTo>
                    <a:pt x="4175" y="1066800"/>
                    <a:pt x="6634" y="1200476"/>
                    <a:pt x="12526" y="1334022"/>
                  </a:cubicBezTo>
                  <a:cubicBezTo>
                    <a:pt x="12905" y="1342621"/>
                    <a:pt x="17101" y="1350633"/>
                    <a:pt x="18789" y="1359074"/>
                  </a:cubicBezTo>
                  <a:cubicBezTo>
                    <a:pt x="21279" y="1371526"/>
                    <a:pt x="22780" y="1384158"/>
                    <a:pt x="25052" y="1396652"/>
                  </a:cubicBezTo>
                  <a:cubicBezTo>
                    <a:pt x="26956" y="1407125"/>
                    <a:pt x="29227" y="1417529"/>
                    <a:pt x="31315" y="1427967"/>
                  </a:cubicBezTo>
                  <a:cubicBezTo>
                    <a:pt x="33403" y="1544877"/>
                    <a:pt x="33746" y="1661830"/>
                    <a:pt x="37578" y="1778696"/>
                  </a:cubicBezTo>
                  <a:cubicBezTo>
                    <a:pt x="37927" y="1789335"/>
                    <a:pt x="41937" y="1799538"/>
                    <a:pt x="43841" y="1810011"/>
                  </a:cubicBezTo>
                  <a:cubicBezTo>
                    <a:pt x="46113" y="1822505"/>
                    <a:pt x="48957" y="1835372"/>
                    <a:pt x="50104" y="1847589"/>
                  </a:cubicBezTo>
                  <a:cubicBezTo>
                    <a:pt x="51251" y="1859806"/>
                    <a:pt x="48061" y="1851030"/>
                    <a:pt x="50722" y="1883312"/>
                  </a:cubicBezTo>
                  <a:cubicBezTo>
                    <a:pt x="53383" y="1915594"/>
                    <a:pt x="51971" y="1998981"/>
                    <a:pt x="66070" y="2041278"/>
                  </a:cubicBezTo>
                  <a:cubicBezTo>
                    <a:pt x="89427" y="2204780"/>
                    <a:pt x="83036" y="2257739"/>
                    <a:pt x="87682" y="2304789"/>
                  </a:cubicBezTo>
                  <a:cubicBezTo>
                    <a:pt x="92328" y="2351839"/>
                    <a:pt x="92344" y="2317173"/>
                    <a:pt x="93945" y="2323578"/>
                  </a:cubicBezTo>
                  <a:cubicBezTo>
                    <a:pt x="96527" y="2333905"/>
                    <a:pt x="95159" y="2341323"/>
                    <a:pt x="100208" y="2354893"/>
                  </a:cubicBezTo>
                  <a:cubicBezTo>
                    <a:pt x="105257" y="2368463"/>
                    <a:pt x="106279" y="2387037"/>
                    <a:pt x="124239" y="2404997"/>
                  </a:cubicBezTo>
                  <a:cubicBezTo>
                    <a:pt x="137640" y="2445199"/>
                    <a:pt x="141985" y="2431262"/>
                    <a:pt x="157813" y="2444832"/>
                  </a:cubicBezTo>
                  <a:cubicBezTo>
                    <a:pt x="173641" y="2458402"/>
                    <a:pt x="172239" y="2474675"/>
                    <a:pt x="219206" y="2486416"/>
                  </a:cubicBezTo>
                  <a:cubicBezTo>
                    <a:pt x="237155" y="2483424"/>
                    <a:pt x="281188" y="2488663"/>
                    <a:pt x="303315" y="2477678"/>
                  </a:cubicBezTo>
                  <a:cubicBezTo>
                    <a:pt x="325442" y="2466693"/>
                    <a:pt x="340556" y="2444456"/>
                    <a:pt x="351966" y="2420507"/>
                  </a:cubicBezTo>
                  <a:cubicBezTo>
                    <a:pt x="363376" y="2396558"/>
                    <a:pt x="369688" y="2340248"/>
                    <a:pt x="371776" y="2333985"/>
                  </a:cubicBezTo>
                  <a:cubicBezTo>
                    <a:pt x="373864" y="2248391"/>
                    <a:pt x="379800" y="2227486"/>
                    <a:pt x="382555" y="2192349"/>
                  </a:cubicBezTo>
                  <a:cubicBezTo>
                    <a:pt x="385310" y="2157212"/>
                    <a:pt x="386136" y="2136186"/>
                    <a:pt x="388307" y="2123162"/>
                  </a:cubicBezTo>
                  <a:cubicBezTo>
                    <a:pt x="405730" y="2018623"/>
                    <a:pt x="407163" y="2052475"/>
                    <a:pt x="396828" y="1980133"/>
                  </a:cubicBezTo>
                </a:path>
              </a:pathLst>
            </a:custGeom>
            <a:noFill/>
            <a:ln>
              <a:solidFill>
                <a:srgbClr val="0066FF"/>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TextBox 14">
              <a:extLst>
                <a:ext uri="{FF2B5EF4-FFF2-40B4-BE49-F238E27FC236}">
                  <a16:creationId xmlns:a16="http://schemas.microsoft.com/office/drawing/2014/main" id="{F3AE1F47-6E0C-6B88-7AB8-8B5C90426109}"/>
                </a:ext>
              </a:extLst>
            </p:cNvPr>
            <p:cNvSpPr txBox="1"/>
            <p:nvPr/>
          </p:nvSpPr>
          <p:spPr>
            <a:xfrm>
              <a:off x="8476618" y="2372436"/>
              <a:ext cx="243978" cy="291610"/>
            </a:xfrm>
            <a:prstGeom prst="rect">
              <a:avLst/>
            </a:prstGeom>
            <a:noFill/>
            <a:ln>
              <a:noFill/>
            </a:ln>
          </p:spPr>
          <p:txBody>
            <a:bodyPr wrap="square" rtlCol="0">
              <a:spAutoFit/>
            </a:bodyPr>
            <a:lstStyle/>
            <a:p>
              <a:r>
                <a:rPr lang="en-US" sz="800" dirty="0"/>
                <a:t>F</a:t>
              </a:r>
            </a:p>
          </p:txBody>
        </p:sp>
        <p:grpSp>
          <p:nvGrpSpPr>
            <p:cNvPr id="263" name="Group 262">
              <a:extLst>
                <a:ext uri="{FF2B5EF4-FFF2-40B4-BE49-F238E27FC236}">
                  <a16:creationId xmlns:a16="http://schemas.microsoft.com/office/drawing/2014/main" id="{D12F4017-DB37-75D6-CB69-5DC6460F4521}"/>
                </a:ext>
              </a:extLst>
            </p:cNvPr>
            <p:cNvGrpSpPr/>
            <p:nvPr/>
          </p:nvGrpSpPr>
          <p:grpSpPr>
            <a:xfrm>
              <a:off x="6544301" y="2197838"/>
              <a:ext cx="1238614" cy="2842644"/>
              <a:chOff x="6496204" y="1995418"/>
              <a:chExt cx="1238614" cy="2842644"/>
            </a:xfrm>
          </p:grpSpPr>
          <p:grpSp>
            <p:nvGrpSpPr>
              <p:cNvPr id="71" name="Group 70">
                <a:extLst>
                  <a:ext uri="{FF2B5EF4-FFF2-40B4-BE49-F238E27FC236}">
                    <a16:creationId xmlns:a16="http://schemas.microsoft.com/office/drawing/2014/main" id="{24EB6B66-353C-8AC0-1AB4-F238C244A204}"/>
                  </a:ext>
                </a:extLst>
              </p:cNvPr>
              <p:cNvGrpSpPr/>
              <p:nvPr/>
            </p:nvGrpSpPr>
            <p:grpSpPr>
              <a:xfrm>
                <a:off x="7012995" y="2065327"/>
                <a:ext cx="721823" cy="2772735"/>
                <a:chOff x="5526843" y="1731816"/>
                <a:chExt cx="721823" cy="2772735"/>
              </a:xfrm>
            </p:grpSpPr>
            <p:sp>
              <p:nvSpPr>
                <p:cNvPr id="7" name="Cylinder 6">
                  <a:extLst>
                    <a:ext uri="{FF2B5EF4-FFF2-40B4-BE49-F238E27FC236}">
                      <a16:creationId xmlns:a16="http://schemas.microsoft.com/office/drawing/2014/main" id="{72EEE54C-9619-60B2-DF8D-D1790873258C}"/>
                    </a:ext>
                  </a:extLst>
                </p:cNvPr>
                <p:cNvSpPr/>
                <p:nvPr/>
              </p:nvSpPr>
              <p:spPr>
                <a:xfrm rot="16200000">
                  <a:off x="4545850" y="2718260"/>
                  <a:ext cx="2679469" cy="706582"/>
                </a:xfrm>
                <a:prstGeom prst="can">
                  <a:avLst>
                    <a:gd name="adj" fmla="val 500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sp>
              <p:nvSpPr>
                <p:cNvPr id="30" name="TextBox 29">
                  <a:extLst>
                    <a:ext uri="{FF2B5EF4-FFF2-40B4-BE49-F238E27FC236}">
                      <a16:creationId xmlns:a16="http://schemas.microsoft.com/office/drawing/2014/main" id="{495A179D-33E4-6840-1739-CBAFA4C5BCA5}"/>
                    </a:ext>
                  </a:extLst>
                </p:cNvPr>
                <p:cNvSpPr txBox="1"/>
                <p:nvPr/>
              </p:nvSpPr>
              <p:spPr>
                <a:xfrm flipH="1">
                  <a:off x="5836978" y="1774906"/>
                  <a:ext cx="319381" cy="291609"/>
                </a:xfrm>
                <a:prstGeom prst="rect">
                  <a:avLst/>
                </a:prstGeom>
                <a:noFill/>
                <a:ln>
                  <a:noFill/>
                </a:ln>
              </p:spPr>
              <p:txBody>
                <a:bodyPr wrap="none" rtlCol="0">
                  <a:spAutoFit/>
                </a:bodyPr>
                <a:lstStyle/>
                <a:p>
                  <a:r>
                    <a:rPr lang="en-US" sz="800" dirty="0"/>
                    <a:t>0</a:t>
                  </a:r>
                </a:p>
              </p:txBody>
            </p:sp>
            <p:sp>
              <p:nvSpPr>
                <p:cNvPr id="31" name="TextBox 30">
                  <a:extLst>
                    <a:ext uri="{FF2B5EF4-FFF2-40B4-BE49-F238E27FC236}">
                      <a16:creationId xmlns:a16="http://schemas.microsoft.com/office/drawing/2014/main" id="{7DC6B241-D594-DADE-6C5C-2CBCB28566BC}"/>
                    </a:ext>
                  </a:extLst>
                </p:cNvPr>
                <p:cNvSpPr txBox="1"/>
                <p:nvPr/>
              </p:nvSpPr>
              <p:spPr>
                <a:xfrm flipH="1">
                  <a:off x="5895858" y="2079831"/>
                  <a:ext cx="319381" cy="291609"/>
                </a:xfrm>
                <a:prstGeom prst="rect">
                  <a:avLst/>
                </a:prstGeom>
                <a:noFill/>
                <a:ln>
                  <a:noFill/>
                </a:ln>
              </p:spPr>
              <p:txBody>
                <a:bodyPr wrap="none" rtlCol="0">
                  <a:spAutoFit/>
                </a:bodyPr>
                <a:lstStyle/>
                <a:p>
                  <a:r>
                    <a:rPr lang="en-US" sz="800" dirty="0"/>
                    <a:t>1</a:t>
                  </a:r>
                </a:p>
              </p:txBody>
            </p:sp>
            <p:sp>
              <p:nvSpPr>
                <p:cNvPr id="32" name="TextBox 31">
                  <a:extLst>
                    <a:ext uri="{FF2B5EF4-FFF2-40B4-BE49-F238E27FC236}">
                      <a16:creationId xmlns:a16="http://schemas.microsoft.com/office/drawing/2014/main" id="{83ACBD5D-6D96-9709-1066-3C948AE6AC76}"/>
                    </a:ext>
                  </a:extLst>
                </p:cNvPr>
                <p:cNvSpPr txBox="1"/>
                <p:nvPr/>
              </p:nvSpPr>
              <p:spPr>
                <a:xfrm flipH="1">
                  <a:off x="5926084" y="2448635"/>
                  <a:ext cx="319381" cy="291609"/>
                </a:xfrm>
                <a:prstGeom prst="rect">
                  <a:avLst/>
                </a:prstGeom>
                <a:noFill/>
                <a:ln>
                  <a:noFill/>
                </a:ln>
              </p:spPr>
              <p:txBody>
                <a:bodyPr wrap="none" rtlCol="0">
                  <a:spAutoFit/>
                </a:bodyPr>
                <a:lstStyle/>
                <a:p>
                  <a:r>
                    <a:rPr lang="en-US" sz="800" dirty="0"/>
                    <a:t>2</a:t>
                  </a:r>
                </a:p>
              </p:txBody>
            </p:sp>
            <p:sp>
              <p:nvSpPr>
                <p:cNvPr id="33" name="TextBox 32">
                  <a:extLst>
                    <a:ext uri="{FF2B5EF4-FFF2-40B4-BE49-F238E27FC236}">
                      <a16:creationId xmlns:a16="http://schemas.microsoft.com/office/drawing/2014/main" id="{F7BE9DA9-37B3-A81C-2D0D-097AB7F61DFD}"/>
                    </a:ext>
                  </a:extLst>
                </p:cNvPr>
                <p:cNvSpPr txBox="1"/>
                <p:nvPr/>
              </p:nvSpPr>
              <p:spPr>
                <a:xfrm flipH="1">
                  <a:off x="5927548" y="2813371"/>
                  <a:ext cx="319381" cy="291609"/>
                </a:xfrm>
                <a:prstGeom prst="rect">
                  <a:avLst/>
                </a:prstGeom>
                <a:noFill/>
                <a:ln>
                  <a:noFill/>
                </a:ln>
              </p:spPr>
              <p:txBody>
                <a:bodyPr wrap="none" rtlCol="0">
                  <a:spAutoFit/>
                </a:bodyPr>
                <a:lstStyle/>
                <a:p>
                  <a:r>
                    <a:rPr lang="en-US" sz="800" dirty="0"/>
                    <a:t>3</a:t>
                  </a:r>
                </a:p>
              </p:txBody>
            </p:sp>
            <p:sp>
              <p:nvSpPr>
                <p:cNvPr id="34" name="TextBox 33">
                  <a:extLst>
                    <a:ext uri="{FF2B5EF4-FFF2-40B4-BE49-F238E27FC236}">
                      <a16:creationId xmlns:a16="http://schemas.microsoft.com/office/drawing/2014/main" id="{4640F10D-F5A8-5A7D-841B-35DD1B8632FB}"/>
                    </a:ext>
                  </a:extLst>
                </p:cNvPr>
                <p:cNvSpPr txBox="1"/>
                <p:nvPr/>
              </p:nvSpPr>
              <p:spPr>
                <a:xfrm flipH="1">
                  <a:off x="5929285" y="3150255"/>
                  <a:ext cx="319381" cy="291609"/>
                </a:xfrm>
                <a:prstGeom prst="rect">
                  <a:avLst/>
                </a:prstGeom>
                <a:noFill/>
                <a:ln>
                  <a:noFill/>
                </a:ln>
              </p:spPr>
              <p:txBody>
                <a:bodyPr wrap="none" rtlCol="0">
                  <a:spAutoFit/>
                </a:bodyPr>
                <a:lstStyle/>
                <a:p>
                  <a:r>
                    <a:rPr lang="en-US" sz="800" dirty="0"/>
                    <a:t>4</a:t>
                  </a:r>
                </a:p>
              </p:txBody>
            </p:sp>
            <p:sp>
              <p:nvSpPr>
                <p:cNvPr id="35" name="TextBox 34">
                  <a:extLst>
                    <a:ext uri="{FF2B5EF4-FFF2-40B4-BE49-F238E27FC236}">
                      <a16:creationId xmlns:a16="http://schemas.microsoft.com/office/drawing/2014/main" id="{91F4E2EE-F199-9231-B7DA-61CC0547DD2F}"/>
                    </a:ext>
                  </a:extLst>
                </p:cNvPr>
                <p:cNvSpPr txBox="1"/>
                <p:nvPr/>
              </p:nvSpPr>
              <p:spPr>
                <a:xfrm flipH="1">
                  <a:off x="5910429" y="3512266"/>
                  <a:ext cx="319381" cy="291609"/>
                </a:xfrm>
                <a:prstGeom prst="rect">
                  <a:avLst/>
                </a:prstGeom>
                <a:noFill/>
                <a:ln>
                  <a:noFill/>
                </a:ln>
              </p:spPr>
              <p:txBody>
                <a:bodyPr wrap="none" rtlCol="0">
                  <a:spAutoFit/>
                </a:bodyPr>
                <a:lstStyle/>
                <a:p>
                  <a:r>
                    <a:rPr lang="en-US" sz="800" dirty="0"/>
                    <a:t>5</a:t>
                  </a:r>
                </a:p>
              </p:txBody>
            </p:sp>
            <p:sp>
              <p:nvSpPr>
                <p:cNvPr id="36" name="TextBox 35">
                  <a:extLst>
                    <a:ext uri="{FF2B5EF4-FFF2-40B4-BE49-F238E27FC236}">
                      <a16:creationId xmlns:a16="http://schemas.microsoft.com/office/drawing/2014/main" id="{95C0D5BB-913A-0B0E-7DBE-341AC03FAC2E}"/>
                    </a:ext>
                  </a:extLst>
                </p:cNvPr>
                <p:cNvSpPr txBox="1"/>
                <p:nvPr/>
              </p:nvSpPr>
              <p:spPr>
                <a:xfrm flipH="1">
                  <a:off x="5887870" y="3890034"/>
                  <a:ext cx="319381" cy="291609"/>
                </a:xfrm>
                <a:prstGeom prst="rect">
                  <a:avLst/>
                </a:prstGeom>
                <a:noFill/>
                <a:ln>
                  <a:noFill/>
                </a:ln>
              </p:spPr>
              <p:txBody>
                <a:bodyPr wrap="none" rtlCol="0">
                  <a:spAutoFit/>
                </a:bodyPr>
                <a:lstStyle/>
                <a:p>
                  <a:r>
                    <a:rPr lang="en-US" sz="800" dirty="0"/>
                    <a:t>6</a:t>
                  </a:r>
                </a:p>
              </p:txBody>
            </p:sp>
            <p:sp>
              <p:nvSpPr>
                <p:cNvPr id="37" name="TextBox 36">
                  <a:extLst>
                    <a:ext uri="{FF2B5EF4-FFF2-40B4-BE49-F238E27FC236}">
                      <a16:creationId xmlns:a16="http://schemas.microsoft.com/office/drawing/2014/main" id="{88CCF0AE-39ED-565F-6E75-831EC3FE0DDD}"/>
                    </a:ext>
                  </a:extLst>
                </p:cNvPr>
                <p:cNvSpPr txBox="1"/>
                <p:nvPr/>
              </p:nvSpPr>
              <p:spPr>
                <a:xfrm flipH="1">
                  <a:off x="5832452" y="4212942"/>
                  <a:ext cx="319381" cy="291609"/>
                </a:xfrm>
                <a:prstGeom prst="rect">
                  <a:avLst/>
                </a:prstGeom>
                <a:noFill/>
                <a:ln>
                  <a:noFill/>
                </a:ln>
              </p:spPr>
              <p:txBody>
                <a:bodyPr wrap="none" rtlCol="0">
                  <a:spAutoFit/>
                </a:bodyPr>
                <a:lstStyle/>
                <a:p>
                  <a:r>
                    <a:rPr lang="en-US" sz="800" dirty="0"/>
                    <a:t>7</a:t>
                  </a:r>
                </a:p>
              </p:txBody>
            </p:sp>
            <p:sp>
              <p:nvSpPr>
                <p:cNvPr id="38" name="TextBox 37">
                  <a:extLst>
                    <a:ext uri="{FF2B5EF4-FFF2-40B4-BE49-F238E27FC236}">
                      <a16:creationId xmlns:a16="http://schemas.microsoft.com/office/drawing/2014/main" id="{B9576BE5-F8B6-F939-BE8C-229B0949CCFD}"/>
                    </a:ext>
                  </a:extLst>
                </p:cNvPr>
                <p:cNvSpPr txBox="1"/>
                <p:nvPr/>
              </p:nvSpPr>
              <p:spPr>
                <a:xfrm flipH="1">
                  <a:off x="5660553" y="4069149"/>
                  <a:ext cx="319381" cy="291610"/>
                </a:xfrm>
                <a:prstGeom prst="rect">
                  <a:avLst/>
                </a:prstGeom>
                <a:noFill/>
                <a:ln>
                  <a:noFill/>
                </a:ln>
              </p:spPr>
              <p:txBody>
                <a:bodyPr wrap="none" rtlCol="0">
                  <a:spAutoFit/>
                </a:bodyPr>
                <a:lstStyle/>
                <a:p>
                  <a:r>
                    <a:rPr lang="en-US" sz="800" dirty="0"/>
                    <a:t>8</a:t>
                  </a:r>
                </a:p>
              </p:txBody>
            </p:sp>
            <p:sp>
              <p:nvSpPr>
                <p:cNvPr id="39" name="TextBox 38">
                  <a:extLst>
                    <a:ext uri="{FF2B5EF4-FFF2-40B4-BE49-F238E27FC236}">
                      <a16:creationId xmlns:a16="http://schemas.microsoft.com/office/drawing/2014/main" id="{6F08E0EB-1FFF-20EF-6C77-02C26BEA28FA}"/>
                    </a:ext>
                  </a:extLst>
                </p:cNvPr>
                <p:cNvSpPr txBox="1"/>
                <p:nvPr/>
              </p:nvSpPr>
              <p:spPr>
                <a:xfrm flipH="1">
                  <a:off x="5651026" y="3735145"/>
                  <a:ext cx="319381" cy="291610"/>
                </a:xfrm>
                <a:prstGeom prst="rect">
                  <a:avLst/>
                </a:prstGeom>
                <a:noFill/>
                <a:ln>
                  <a:noFill/>
                </a:ln>
              </p:spPr>
              <p:txBody>
                <a:bodyPr wrap="none" rtlCol="0">
                  <a:spAutoFit/>
                </a:bodyPr>
                <a:lstStyle/>
                <a:p>
                  <a:r>
                    <a:rPr lang="en-US" sz="800" dirty="0"/>
                    <a:t>9</a:t>
                  </a:r>
                </a:p>
              </p:txBody>
            </p:sp>
            <p:sp>
              <p:nvSpPr>
                <p:cNvPr id="40" name="TextBox 39">
                  <a:extLst>
                    <a:ext uri="{FF2B5EF4-FFF2-40B4-BE49-F238E27FC236}">
                      <a16:creationId xmlns:a16="http://schemas.microsoft.com/office/drawing/2014/main" id="{BF54183D-B5EF-AAFF-8CD1-63F3B269F54E}"/>
                    </a:ext>
                  </a:extLst>
                </p:cNvPr>
                <p:cNvSpPr txBox="1"/>
                <p:nvPr/>
              </p:nvSpPr>
              <p:spPr>
                <a:xfrm flipH="1">
                  <a:off x="5618129" y="3381962"/>
                  <a:ext cx="330231" cy="291610"/>
                </a:xfrm>
                <a:prstGeom prst="rect">
                  <a:avLst/>
                </a:prstGeom>
                <a:noFill/>
                <a:ln>
                  <a:noFill/>
                </a:ln>
              </p:spPr>
              <p:txBody>
                <a:bodyPr wrap="none" rtlCol="0">
                  <a:spAutoFit/>
                </a:bodyPr>
                <a:lstStyle/>
                <a:p>
                  <a:r>
                    <a:rPr lang="en-US" sz="800" dirty="0"/>
                    <a:t>A</a:t>
                  </a:r>
                </a:p>
              </p:txBody>
            </p:sp>
            <p:sp>
              <p:nvSpPr>
                <p:cNvPr id="41" name="TextBox 40">
                  <a:extLst>
                    <a:ext uri="{FF2B5EF4-FFF2-40B4-BE49-F238E27FC236}">
                      <a16:creationId xmlns:a16="http://schemas.microsoft.com/office/drawing/2014/main" id="{085DE18F-B61C-C1B8-7E6A-CBF89D3EE0FA}"/>
                    </a:ext>
                  </a:extLst>
                </p:cNvPr>
                <p:cNvSpPr txBox="1"/>
                <p:nvPr/>
              </p:nvSpPr>
              <p:spPr>
                <a:xfrm flipH="1">
                  <a:off x="5590568" y="3076541"/>
                  <a:ext cx="325892" cy="291610"/>
                </a:xfrm>
                <a:prstGeom prst="rect">
                  <a:avLst/>
                </a:prstGeom>
                <a:noFill/>
                <a:ln>
                  <a:noFill/>
                </a:ln>
              </p:spPr>
              <p:txBody>
                <a:bodyPr wrap="none" rtlCol="0">
                  <a:spAutoFit/>
                </a:bodyPr>
                <a:lstStyle/>
                <a:p>
                  <a:r>
                    <a:rPr lang="en-US" sz="800" dirty="0"/>
                    <a:t>B</a:t>
                  </a:r>
                </a:p>
              </p:txBody>
            </p:sp>
            <p:sp>
              <p:nvSpPr>
                <p:cNvPr id="42" name="TextBox 41">
                  <a:extLst>
                    <a:ext uri="{FF2B5EF4-FFF2-40B4-BE49-F238E27FC236}">
                      <a16:creationId xmlns:a16="http://schemas.microsoft.com/office/drawing/2014/main" id="{5237A9F4-F9A8-60DC-E485-FABA589D9B8F}"/>
                    </a:ext>
                  </a:extLst>
                </p:cNvPr>
                <p:cNvSpPr txBox="1"/>
                <p:nvPr/>
              </p:nvSpPr>
              <p:spPr>
                <a:xfrm flipH="1">
                  <a:off x="5607446" y="2742301"/>
                  <a:ext cx="323721" cy="291610"/>
                </a:xfrm>
                <a:prstGeom prst="rect">
                  <a:avLst/>
                </a:prstGeom>
                <a:noFill/>
                <a:ln>
                  <a:noFill/>
                </a:ln>
              </p:spPr>
              <p:txBody>
                <a:bodyPr wrap="none" rtlCol="0">
                  <a:spAutoFit/>
                </a:bodyPr>
                <a:lstStyle/>
                <a:p>
                  <a:r>
                    <a:rPr lang="en-US" sz="800" dirty="0"/>
                    <a:t>C</a:t>
                  </a:r>
                </a:p>
              </p:txBody>
            </p:sp>
            <p:sp>
              <p:nvSpPr>
                <p:cNvPr id="43" name="TextBox 42">
                  <a:extLst>
                    <a:ext uri="{FF2B5EF4-FFF2-40B4-BE49-F238E27FC236}">
                      <a16:creationId xmlns:a16="http://schemas.microsoft.com/office/drawing/2014/main" id="{0CD932B7-EB00-7BF3-B9BB-CC5EC86ABD91}"/>
                    </a:ext>
                  </a:extLst>
                </p:cNvPr>
                <p:cNvSpPr txBox="1"/>
                <p:nvPr/>
              </p:nvSpPr>
              <p:spPr>
                <a:xfrm flipH="1">
                  <a:off x="5616972" y="2408243"/>
                  <a:ext cx="334570" cy="291610"/>
                </a:xfrm>
                <a:prstGeom prst="rect">
                  <a:avLst/>
                </a:prstGeom>
                <a:noFill/>
                <a:ln>
                  <a:noFill/>
                </a:ln>
              </p:spPr>
              <p:txBody>
                <a:bodyPr wrap="none" rtlCol="0">
                  <a:spAutoFit/>
                </a:bodyPr>
                <a:lstStyle/>
                <a:p>
                  <a:r>
                    <a:rPr lang="en-US" sz="800" dirty="0"/>
                    <a:t>D</a:t>
                  </a:r>
                </a:p>
              </p:txBody>
            </p:sp>
            <p:sp>
              <p:nvSpPr>
                <p:cNvPr id="44" name="TextBox 43">
                  <a:extLst>
                    <a:ext uri="{FF2B5EF4-FFF2-40B4-BE49-F238E27FC236}">
                      <a16:creationId xmlns:a16="http://schemas.microsoft.com/office/drawing/2014/main" id="{BA079995-F207-DB8A-6E02-BF9C69A99609}"/>
                    </a:ext>
                  </a:extLst>
                </p:cNvPr>
                <p:cNvSpPr txBox="1"/>
                <p:nvPr/>
              </p:nvSpPr>
              <p:spPr>
                <a:xfrm flipH="1">
                  <a:off x="5653719" y="2061087"/>
                  <a:ext cx="317213" cy="291610"/>
                </a:xfrm>
                <a:prstGeom prst="rect">
                  <a:avLst/>
                </a:prstGeom>
                <a:noFill/>
                <a:ln>
                  <a:noFill/>
                </a:ln>
              </p:spPr>
              <p:txBody>
                <a:bodyPr wrap="none" rtlCol="0">
                  <a:spAutoFit/>
                </a:bodyPr>
                <a:lstStyle/>
                <a:p>
                  <a:r>
                    <a:rPr lang="en-US" sz="800" dirty="0"/>
                    <a:t>E</a:t>
                  </a:r>
                </a:p>
              </p:txBody>
            </p:sp>
            <p:sp>
              <p:nvSpPr>
                <p:cNvPr id="45" name="TextBox 44">
                  <a:extLst>
                    <a:ext uri="{FF2B5EF4-FFF2-40B4-BE49-F238E27FC236}">
                      <a16:creationId xmlns:a16="http://schemas.microsoft.com/office/drawing/2014/main" id="{DCE9EE42-0B88-34FC-0FD7-C40AB6BA9467}"/>
                    </a:ext>
                  </a:extLst>
                </p:cNvPr>
                <p:cNvSpPr txBox="1"/>
                <p:nvPr/>
              </p:nvSpPr>
              <p:spPr>
                <a:xfrm flipH="1">
                  <a:off x="5651493" y="1774716"/>
                  <a:ext cx="312873" cy="291610"/>
                </a:xfrm>
                <a:prstGeom prst="rect">
                  <a:avLst/>
                </a:prstGeom>
                <a:noFill/>
                <a:ln>
                  <a:noFill/>
                </a:ln>
              </p:spPr>
              <p:txBody>
                <a:bodyPr wrap="none" rtlCol="0">
                  <a:spAutoFit/>
                </a:bodyPr>
                <a:lstStyle/>
                <a:p>
                  <a:r>
                    <a:rPr lang="en-US" sz="800" dirty="0"/>
                    <a:t>F</a:t>
                  </a:r>
                </a:p>
              </p:txBody>
            </p:sp>
            <p:cxnSp>
              <p:nvCxnSpPr>
                <p:cNvPr id="47" name="Straight Connector 46">
                  <a:extLst>
                    <a:ext uri="{FF2B5EF4-FFF2-40B4-BE49-F238E27FC236}">
                      <a16:creationId xmlns:a16="http://schemas.microsoft.com/office/drawing/2014/main" id="{31CB17FF-D121-B603-4037-85E141117BC3}"/>
                    </a:ext>
                  </a:extLst>
                </p:cNvPr>
                <p:cNvCxnSpPr/>
                <p:nvPr/>
              </p:nvCxnSpPr>
              <p:spPr>
                <a:xfrm>
                  <a:off x="5885584" y="2745370"/>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7B7CBCFF-E7C7-BAD9-9E9A-1B7DF78E9CA2}"/>
                    </a:ext>
                  </a:extLst>
                </p:cNvPr>
                <p:cNvCxnSpPr/>
                <p:nvPr/>
              </p:nvCxnSpPr>
              <p:spPr>
                <a:xfrm>
                  <a:off x="5857080" y="2376691"/>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4CD1A27-E4F0-FB14-E283-82F1EA80D262}"/>
                    </a:ext>
                  </a:extLst>
                </p:cNvPr>
                <p:cNvCxnSpPr/>
                <p:nvPr/>
              </p:nvCxnSpPr>
              <p:spPr>
                <a:xfrm>
                  <a:off x="5823736" y="2014422"/>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291F974A-3A2D-D134-85B7-52C5820E1923}"/>
                    </a:ext>
                  </a:extLst>
                </p:cNvPr>
                <p:cNvCxnSpPr/>
                <p:nvPr/>
              </p:nvCxnSpPr>
              <p:spPr>
                <a:xfrm>
                  <a:off x="5885584" y="3105361"/>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9101A5-BB36-2DAF-8465-D74753017F0D}"/>
                    </a:ext>
                  </a:extLst>
                </p:cNvPr>
                <p:cNvCxnSpPr/>
                <p:nvPr/>
              </p:nvCxnSpPr>
              <p:spPr>
                <a:xfrm>
                  <a:off x="5885584" y="3446724"/>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009BA842-0C7B-AFF6-4A73-754D160A820C}"/>
                    </a:ext>
                  </a:extLst>
                </p:cNvPr>
                <p:cNvCxnSpPr/>
                <p:nvPr/>
              </p:nvCxnSpPr>
              <p:spPr>
                <a:xfrm>
                  <a:off x="5851766" y="3806363"/>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A948885D-3911-6426-BEE2-562C60A09E25}"/>
                    </a:ext>
                  </a:extLst>
                </p:cNvPr>
                <p:cNvCxnSpPr/>
                <p:nvPr/>
              </p:nvCxnSpPr>
              <p:spPr>
                <a:xfrm>
                  <a:off x="5810479" y="4165065"/>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A25742AB-2555-E759-9119-212BDDAD3971}"/>
                    </a:ext>
                  </a:extLst>
                </p:cNvPr>
                <p:cNvCxnSpPr>
                  <a:cxnSpLocks/>
                </p:cNvCxnSpPr>
                <p:nvPr/>
              </p:nvCxnSpPr>
              <p:spPr>
                <a:xfrm>
                  <a:off x="5578048" y="4013145"/>
                  <a:ext cx="26686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4127CEE-F311-5824-9802-465A3B5461E1}"/>
                    </a:ext>
                  </a:extLst>
                </p:cNvPr>
                <p:cNvCxnSpPr>
                  <a:cxnSpLocks/>
                </p:cNvCxnSpPr>
                <p:nvPr/>
              </p:nvCxnSpPr>
              <p:spPr>
                <a:xfrm>
                  <a:off x="5560867" y="3692945"/>
                  <a:ext cx="31042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6197A906-B856-F057-E044-72DD487E4ADE}"/>
                    </a:ext>
                  </a:extLst>
                </p:cNvPr>
                <p:cNvCxnSpPr/>
                <p:nvPr/>
              </p:nvCxnSpPr>
              <p:spPr>
                <a:xfrm>
                  <a:off x="5526843" y="3354590"/>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E9C3546-AC19-3FB3-06CE-738CB84E70E3}"/>
                    </a:ext>
                  </a:extLst>
                </p:cNvPr>
                <p:cNvCxnSpPr/>
                <p:nvPr/>
              </p:nvCxnSpPr>
              <p:spPr>
                <a:xfrm>
                  <a:off x="5534578" y="3019123"/>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627A9447-FA0E-47A6-370B-4AC63CA6C8C0}"/>
                    </a:ext>
                  </a:extLst>
                </p:cNvPr>
                <p:cNvCxnSpPr/>
                <p:nvPr/>
              </p:nvCxnSpPr>
              <p:spPr>
                <a:xfrm>
                  <a:off x="5526843" y="2692978"/>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C01FFFDE-D80A-0EFF-4FC4-C3726754194F}"/>
                    </a:ext>
                  </a:extLst>
                </p:cNvPr>
                <p:cNvCxnSpPr>
                  <a:cxnSpLocks/>
                </p:cNvCxnSpPr>
                <p:nvPr/>
              </p:nvCxnSpPr>
              <p:spPr>
                <a:xfrm>
                  <a:off x="5560867" y="2332088"/>
                  <a:ext cx="300175"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EB499CD1-B2BA-935E-1214-208AB1BDCC42}"/>
                    </a:ext>
                  </a:extLst>
                </p:cNvPr>
                <p:cNvCxnSpPr>
                  <a:cxnSpLocks/>
                </p:cNvCxnSpPr>
                <p:nvPr/>
              </p:nvCxnSpPr>
              <p:spPr>
                <a:xfrm>
                  <a:off x="5602638" y="2050819"/>
                  <a:ext cx="22109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F54A566F-CE46-9F31-2C66-7EC360A071AB}"/>
                    </a:ext>
                  </a:extLst>
                </p:cNvPr>
                <p:cNvCxnSpPr>
                  <a:cxnSpLocks/>
                </p:cNvCxnSpPr>
                <p:nvPr/>
              </p:nvCxnSpPr>
              <p:spPr>
                <a:xfrm>
                  <a:off x="5667615" y="4346523"/>
                  <a:ext cx="101104"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76" name="Straight Arrow Connector 75">
                <a:extLst>
                  <a:ext uri="{FF2B5EF4-FFF2-40B4-BE49-F238E27FC236}">
                    <a16:creationId xmlns:a16="http://schemas.microsoft.com/office/drawing/2014/main" id="{D56D389F-CC2B-6FE5-B06D-263E7318A883}"/>
                  </a:ext>
                </a:extLst>
              </p:cNvPr>
              <p:cNvCxnSpPr>
                <a:cxnSpLocks/>
              </p:cNvCxnSpPr>
              <p:nvPr/>
            </p:nvCxnSpPr>
            <p:spPr>
              <a:xfrm>
                <a:off x="6815390" y="2185988"/>
                <a:ext cx="321788"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96546F93-E7B8-2C77-21A7-E13D90F11CA0}"/>
                  </a:ext>
                </a:extLst>
              </p:cNvPr>
              <p:cNvCxnSpPr>
                <a:cxnSpLocks/>
              </p:cNvCxnSpPr>
              <p:nvPr/>
            </p:nvCxnSpPr>
            <p:spPr>
              <a:xfrm>
                <a:off x="6705853" y="2819531"/>
                <a:ext cx="341166"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4B5C782B-4BB7-D924-DD05-7ECEB5298D33}"/>
                  </a:ext>
                </a:extLst>
              </p:cNvPr>
              <p:cNvCxnSpPr>
                <a:cxnSpLocks/>
              </p:cNvCxnSpPr>
              <p:nvPr/>
            </p:nvCxnSpPr>
            <p:spPr>
              <a:xfrm>
                <a:off x="6815390" y="4634784"/>
                <a:ext cx="591544"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6" name="Freeform: Shape 85">
                <a:extLst>
                  <a:ext uri="{FF2B5EF4-FFF2-40B4-BE49-F238E27FC236}">
                    <a16:creationId xmlns:a16="http://schemas.microsoft.com/office/drawing/2014/main" id="{3F5B5C62-6A5C-F99D-711B-F09BEAF6AF0E}"/>
                  </a:ext>
                </a:extLst>
              </p:cNvPr>
              <p:cNvSpPr/>
              <p:nvPr/>
            </p:nvSpPr>
            <p:spPr>
              <a:xfrm>
                <a:off x="6895884" y="2214563"/>
                <a:ext cx="114769" cy="590550"/>
              </a:xfrm>
              <a:custGeom>
                <a:avLst/>
                <a:gdLst>
                  <a:gd name="csX0" fmla="*/ 114769 w 114769"/>
                  <a:gd name="csY0" fmla="*/ 0 h 590550"/>
                  <a:gd name="csX1" fmla="*/ 105244 w 114769"/>
                  <a:gd name="csY1" fmla="*/ 42862 h 590550"/>
                  <a:gd name="csX2" fmla="*/ 100481 w 114769"/>
                  <a:gd name="csY2" fmla="*/ 66675 h 590550"/>
                  <a:gd name="csX3" fmla="*/ 95719 w 114769"/>
                  <a:gd name="csY3" fmla="*/ 80962 h 590550"/>
                  <a:gd name="csX4" fmla="*/ 81431 w 114769"/>
                  <a:gd name="csY4" fmla="*/ 123825 h 590550"/>
                  <a:gd name="csX5" fmla="*/ 67144 w 114769"/>
                  <a:gd name="csY5" fmla="*/ 190500 h 590550"/>
                  <a:gd name="csX6" fmla="*/ 57619 w 114769"/>
                  <a:gd name="csY6" fmla="*/ 233362 h 590550"/>
                  <a:gd name="csX7" fmla="*/ 52856 w 114769"/>
                  <a:gd name="csY7" fmla="*/ 280987 h 590550"/>
                  <a:gd name="csX8" fmla="*/ 43331 w 114769"/>
                  <a:gd name="csY8" fmla="*/ 314325 h 590550"/>
                  <a:gd name="csX9" fmla="*/ 38569 w 114769"/>
                  <a:gd name="csY9" fmla="*/ 361950 h 590550"/>
                  <a:gd name="csX10" fmla="*/ 29044 w 114769"/>
                  <a:gd name="csY10" fmla="*/ 428625 h 590550"/>
                  <a:gd name="csX11" fmla="*/ 24281 w 114769"/>
                  <a:gd name="csY11" fmla="*/ 442912 h 590550"/>
                  <a:gd name="csX12" fmla="*/ 9994 w 114769"/>
                  <a:gd name="csY12" fmla="*/ 504825 h 590550"/>
                  <a:gd name="csX13" fmla="*/ 469 w 114769"/>
                  <a:gd name="csY13" fmla="*/ 542925 h 590550"/>
                  <a:gd name="csX14" fmla="*/ 469 w 114769"/>
                  <a:gd name="csY14" fmla="*/ 590550 h 590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4769" h="590550">
                    <a:moveTo>
                      <a:pt x="114769" y="0"/>
                    </a:moveTo>
                    <a:cubicBezTo>
                      <a:pt x="100400" y="71835"/>
                      <a:pt x="118698" y="-17683"/>
                      <a:pt x="105244" y="42862"/>
                    </a:cubicBezTo>
                    <a:cubicBezTo>
                      <a:pt x="103488" y="50764"/>
                      <a:pt x="102444" y="58822"/>
                      <a:pt x="100481" y="66675"/>
                    </a:cubicBezTo>
                    <a:cubicBezTo>
                      <a:pt x="99263" y="71545"/>
                      <a:pt x="96937" y="76092"/>
                      <a:pt x="95719" y="80962"/>
                    </a:cubicBezTo>
                    <a:cubicBezTo>
                      <a:pt x="86487" y="117889"/>
                      <a:pt x="97274" y="92138"/>
                      <a:pt x="81431" y="123825"/>
                    </a:cubicBezTo>
                    <a:cubicBezTo>
                      <a:pt x="72768" y="175807"/>
                      <a:pt x="81382" y="128805"/>
                      <a:pt x="67144" y="190500"/>
                    </a:cubicBezTo>
                    <a:cubicBezTo>
                      <a:pt x="48990" y="269166"/>
                      <a:pt x="74134" y="167293"/>
                      <a:pt x="57619" y="233362"/>
                    </a:cubicBezTo>
                    <a:cubicBezTo>
                      <a:pt x="56031" y="249237"/>
                      <a:pt x="55112" y="265193"/>
                      <a:pt x="52856" y="280987"/>
                    </a:cubicBezTo>
                    <a:cubicBezTo>
                      <a:pt x="51360" y="291457"/>
                      <a:pt x="46725" y="304144"/>
                      <a:pt x="43331" y="314325"/>
                    </a:cubicBezTo>
                    <a:cubicBezTo>
                      <a:pt x="41744" y="330200"/>
                      <a:pt x="40239" y="346084"/>
                      <a:pt x="38569" y="361950"/>
                    </a:cubicBezTo>
                    <a:cubicBezTo>
                      <a:pt x="35877" y="387528"/>
                      <a:pt x="34955" y="404979"/>
                      <a:pt x="29044" y="428625"/>
                    </a:cubicBezTo>
                    <a:cubicBezTo>
                      <a:pt x="27826" y="433495"/>
                      <a:pt x="25499" y="438042"/>
                      <a:pt x="24281" y="442912"/>
                    </a:cubicBezTo>
                    <a:cubicBezTo>
                      <a:pt x="16725" y="473135"/>
                      <a:pt x="21849" y="469265"/>
                      <a:pt x="9994" y="504825"/>
                    </a:cubicBezTo>
                    <a:cubicBezTo>
                      <a:pt x="5640" y="517884"/>
                      <a:pt x="1427" y="528552"/>
                      <a:pt x="469" y="542925"/>
                    </a:cubicBezTo>
                    <a:cubicBezTo>
                      <a:pt x="-587" y="558765"/>
                      <a:pt x="469" y="574675"/>
                      <a:pt x="469" y="590550"/>
                    </a:cubicBezTo>
                  </a:path>
                </a:pathLst>
              </a:custGeom>
              <a:noFill/>
              <a:ln>
                <a:solidFill>
                  <a:srgbClr val="0066FF"/>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88" name="TextBox 87">
                <a:extLst>
                  <a:ext uri="{FF2B5EF4-FFF2-40B4-BE49-F238E27FC236}">
                    <a16:creationId xmlns:a16="http://schemas.microsoft.com/office/drawing/2014/main" id="{1237BA00-6064-8D0F-3BE2-DFA4141EA0EA}"/>
                  </a:ext>
                </a:extLst>
              </p:cNvPr>
              <p:cNvSpPr txBox="1"/>
              <p:nvPr/>
            </p:nvSpPr>
            <p:spPr>
              <a:xfrm>
                <a:off x="6628769" y="2062877"/>
                <a:ext cx="312874" cy="291610"/>
              </a:xfrm>
              <a:prstGeom prst="rect">
                <a:avLst/>
              </a:prstGeom>
              <a:noFill/>
              <a:ln>
                <a:noFill/>
              </a:ln>
            </p:spPr>
            <p:txBody>
              <a:bodyPr wrap="none" rtlCol="0">
                <a:spAutoFit/>
              </a:bodyPr>
              <a:lstStyle/>
              <a:p>
                <a:r>
                  <a:rPr lang="en-US" sz="800" dirty="0"/>
                  <a:t>F</a:t>
                </a:r>
              </a:p>
            </p:txBody>
          </p:sp>
          <p:sp>
            <p:nvSpPr>
              <p:cNvPr id="89" name="TextBox 88">
                <a:extLst>
                  <a:ext uri="{FF2B5EF4-FFF2-40B4-BE49-F238E27FC236}">
                    <a16:creationId xmlns:a16="http://schemas.microsoft.com/office/drawing/2014/main" id="{FF4F4388-F041-2A93-AD9F-B12AE4471B8B}"/>
                  </a:ext>
                </a:extLst>
              </p:cNvPr>
              <p:cNvSpPr txBox="1"/>
              <p:nvPr/>
            </p:nvSpPr>
            <p:spPr>
              <a:xfrm>
                <a:off x="6551455" y="2566101"/>
                <a:ext cx="362775" cy="291610"/>
              </a:xfrm>
              <a:prstGeom prst="rect">
                <a:avLst/>
              </a:prstGeom>
              <a:noFill/>
              <a:ln>
                <a:noFill/>
              </a:ln>
            </p:spPr>
            <p:txBody>
              <a:bodyPr wrap="none" rtlCol="0">
                <a:spAutoFit/>
              </a:bodyPr>
              <a:lstStyle/>
              <a:p>
                <a:r>
                  <a:rPr lang="en-US" sz="800" dirty="0"/>
                  <a:t>-2</a:t>
                </a:r>
              </a:p>
            </p:txBody>
          </p:sp>
          <p:sp>
            <p:nvSpPr>
              <p:cNvPr id="148" name="Freeform: Shape 147">
                <a:extLst>
                  <a:ext uri="{FF2B5EF4-FFF2-40B4-BE49-F238E27FC236}">
                    <a16:creationId xmlns:a16="http://schemas.microsoft.com/office/drawing/2014/main" id="{25D8E95F-C206-B970-F984-227F658BE25B}"/>
                  </a:ext>
                </a:extLst>
              </p:cNvPr>
              <p:cNvSpPr/>
              <p:nvPr/>
            </p:nvSpPr>
            <p:spPr>
              <a:xfrm>
                <a:off x="6763003" y="1995418"/>
                <a:ext cx="704850" cy="2819470"/>
              </a:xfrm>
              <a:custGeom>
                <a:avLst/>
                <a:gdLst>
                  <a:gd name="csX0" fmla="*/ 0 w 714375"/>
                  <a:gd name="csY0" fmla="*/ 828678 h 2824166"/>
                  <a:gd name="csX1" fmla="*/ 23812 w 714375"/>
                  <a:gd name="csY1" fmla="*/ 785816 h 2824166"/>
                  <a:gd name="csX2" fmla="*/ 38100 w 714375"/>
                  <a:gd name="csY2" fmla="*/ 742953 h 2824166"/>
                  <a:gd name="csX3" fmla="*/ 42862 w 714375"/>
                  <a:gd name="csY3" fmla="*/ 723903 h 2824166"/>
                  <a:gd name="csX4" fmla="*/ 57150 w 714375"/>
                  <a:gd name="csY4" fmla="*/ 704853 h 2824166"/>
                  <a:gd name="csX5" fmla="*/ 61912 w 714375"/>
                  <a:gd name="csY5" fmla="*/ 676278 h 2824166"/>
                  <a:gd name="csX6" fmla="*/ 47625 w 714375"/>
                  <a:gd name="csY6" fmla="*/ 542928 h 2824166"/>
                  <a:gd name="csX7" fmla="*/ 57150 w 714375"/>
                  <a:gd name="csY7" fmla="*/ 457203 h 2824166"/>
                  <a:gd name="csX8" fmla="*/ 71437 w 714375"/>
                  <a:gd name="csY8" fmla="*/ 409578 h 2824166"/>
                  <a:gd name="csX9" fmla="*/ 85725 w 714375"/>
                  <a:gd name="csY9" fmla="*/ 342903 h 2824166"/>
                  <a:gd name="csX10" fmla="*/ 95250 w 714375"/>
                  <a:gd name="csY10" fmla="*/ 300041 h 2824166"/>
                  <a:gd name="csX11" fmla="*/ 133350 w 714375"/>
                  <a:gd name="csY11" fmla="*/ 247653 h 2824166"/>
                  <a:gd name="csX12" fmla="*/ 152400 w 714375"/>
                  <a:gd name="csY12" fmla="*/ 209553 h 2824166"/>
                  <a:gd name="csX13" fmla="*/ 171450 w 714375"/>
                  <a:gd name="csY13" fmla="*/ 176216 h 2824166"/>
                  <a:gd name="csX14" fmla="*/ 238125 w 714375"/>
                  <a:gd name="csY14" fmla="*/ 114303 h 2824166"/>
                  <a:gd name="csX15" fmla="*/ 257175 w 714375"/>
                  <a:gd name="csY15" fmla="*/ 90491 h 2824166"/>
                  <a:gd name="csX16" fmla="*/ 319087 w 714375"/>
                  <a:gd name="csY16" fmla="*/ 52391 h 2824166"/>
                  <a:gd name="csX17" fmla="*/ 333375 w 714375"/>
                  <a:gd name="csY17" fmla="*/ 42866 h 2824166"/>
                  <a:gd name="csX18" fmla="*/ 395287 w 714375"/>
                  <a:gd name="csY18" fmla="*/ 19053 h 2824166"/>
                  <a:gd name="csX19" fmla="*/ 404812 w 714375"/>
                  <a:gd name="csY19" fmla="*/ 4766 h 2824166"/>
                  <a:gd name="csX20" fmla="*/ 485775 w 714375"/>
                  <a:gd name="csY20" fmla="*/ 14291 h 2824166"/>
                  <a:gd name="csX21" fmla="*/ 552450 w 714375"/>
                  <a:gd name="csY21" fmla="*/ 85728 h 2824166"/>
                  <a:gd name="csX22" fmla="*/ 571500 w 714375"/>
                  <a:gd name="csY22" fmla="*/ 114303 h 2824166"/>
                  <a:gd name="csX23" fmla="*/ 581025 w 714375"/>
                  <a:gd name="csY23" fmla="*/ 157166 h 2824166"/>
                  <a:gd name="csX24" fmla="*/ 595312 w 714375"/>
                  <a:gd name="csY24" fmla="*/ 219078 h 2824166"/>
                  <a:gd name="csX25" fmla="*/ 600075 w 714375"/>
                  <a:gd name="csY25" fmla="*/ 276228 h 2824166"/>
                  <a:gd name="csX26" fmla="*/ 590550 w 714375"/>
                  <a:gd name="csY26" fmla="*/ 295278 h 2824166"/>
                  <a:gd name="csX27" fmla="*/ 623887 w 714375"/>
                  <a:gd name="csY27" fmla="*/ 376241 h 2824166"/>
                  <a:gd name="csX28" fmla="*/ 628650 w 714375"/>
                  <a:gd name="csY28" fmla="*/ 390528 h 2824166"/>
                  <a:gd name="csX29" fmla="*/ 647700 w 714375"/>
                  <a:gd name="csY29" fmla="*/ 438153 h 2824166"/>
                  <a:gd name="csX30" fmla="*/ 661987 w 714375"/>
                  <a:gd name="csY30" fmla="*/ 481016 h 2824166"/>
                  <a:gd name="csX31" fmla="*/ 666750 w 714375"/>
                  <a:gd name="csY31" fmla="*/ 633416 h 2824166"/>
                  <a:gd name="csX32" fmla="*/ 671512 w 714375"/>
                  <a:gd name="csY32" fmla="*/ 657228 h 2824166"/>
                  <a:gd name="csX33" fmla="*/ 685800 w 714375"/>
                  <a:gd name="csY33" fmla="*/ 719141 h 2824166"/>
                  <a:gd name="csX34" fmla="*/ 704850 w 714375"/>
                  <a:gd name="csY34" fmla="*/ 971553 h 2824166"/>
                  <a:gd name="csX35" fmla="*/ 714375 w 714375"/>
                  <a:gd name="csY35" fmla="*/ 1085853 h 2824166"/>
                  <a:gd name="csX36" fmla="*/ 709612 w 714375"/>
                  <a:gd name="csY36" fmla="*/ 1214441 h 2824166"/>
                  <a:gd name="csX37" fmla="*/ 704850 w 714375"/>
                  <a:gd name="csY37" fmla="*/ 1247778 h 2824166"/>
                  <a:gd name="csX38" fmla="*/ 695325 w 714375"/>
                  <a:gd name="csY38" fmla="*/ 1628778 h 2824166"/>
                  <a:gd name="csX39" fmla="*/ 685800 w 714375"/>
                  <a:gd name="csY39" fmla="*/ 1685928 h 2824166"/>
                  <a:gd name="csX40" fmla="*/ 657225 w 714375"/>
                  <a:gd name="csY40" fmla="*/ 1757366 h 2824166"/>
                  <a:gd name="csX41" fmla="*/ 647700 w 714375"/>
                  <a:gd name="csY41" fmla="*/ 1785941 h 2824166"/>
                  <a:gd name="csX42" fmla="*/ 652462 w 714375"/>
                  <a:gd name="csY42" fmla="*/ 1871666 h 2824166"/>
                  <a:gd name="csX43" fmla="*/ 666750 w 714375"/>
                  <a:gd name="csY43" fmla="*/ 1909766 h 2824166"/>
                  <a:gd name="csX44" fmla="*/ 671512 w 714375"/>
                  <a:gd name="csY44" fmla="*/ 1938341 h 2824166"/>
                  <a:gd name="csX45" fmla="*/ 661987 w 714375"/>
                  <a:gd name="csY45" fmla="*/ 2271716 h 2824166"/>
                  <a:gd name="csX46" fmla="*/ 652462 w 714375"/>
                  <a:gd name="csY46" fmla="*/ 2295528 h 2824166"/>
                  <a:gd name="csX47" fmla="*/ 647700 w 714375"/>
                  <a:gd name="csY47" fmla="*/ 2319341 h 2824166"/>
                  <a:gd name="csX48" fmla="*/ 652462 w 714375"/>
                  <a:gd name="csY48" fmla="*/ 2371728 h 2824166"/>
                  <a:gd name="csX49" fmla="*/ 657225 w 714375"/>
                  <a:gd name="csY49" fmla="*/ 2400303 h 2824166"/>
                  <a:gd name="csX50" fmla="*/ 647700 w 714375"/>
                  <a:gd name="csY50" fmla="*/ 2438403 h 2824166"/>
                  <a:gd name="csX51" fmla="*/ 638175 w 714375"/>
                  <a:gd name="csY51" fmla="*/ 2471741 h 2824166"/>
                  <a:gd name="csX52" fmla="*/ 633412 w 714375"/>
                  <a:gd name="csY52" fmla="*/ 2509841 h 2824166"/>
                  <a:gd name="csX53" fmla="*/ 623887 w 714375"/>
                  <a:gd name="csY53" fmla="*/ 2528891 h 2824166"/>
                  <a:gd name="csX54" fmla="*/ 619125 w 714375"/>
                  <a:gd name="csY54" fmla="*/ 2547941 h 2824166"/>
                  <a:gd name="csX55" fmla="*/ 609600 w 714375"/>
                  <a:gd name="csY55" fmla="*/ 2571753 h 2824166"/>
                  <a:gd name="csX56" fmla="*/ 604837 w 714375"/>
                  <a:gd name="csY56" fmla="*/ 2652716 h 2824166"/>
                  <a:gd name="csX57" fmla="*/ 581025 w 714375"/>
                  <a:gd name="csY57" fmla="*/ 2662241 h 2824166"/>
                  <a:gd name="csX58" fmla="*/ 576262 w 714375"/>
                  <a:gd name="csY58" fmla="*/ 2676528 h 2824166"/>
                  <a:gd name="csX59" fmla="*/ 552450 w 714375"/>
                  <a:gd name="csY59" fmla="*/ 2695578 h 2824166"/>
                  <a:gd name="csX60" fmla="*/ 547687 w 714375"/>
                  <a:gd name="csY60" fmla="*/ 2714628 h 2824166"/>
                  <a:gd name="csX61" fmla="*/ 542925 w 714375"/>
                  <a:gd name="csY61" fmla="*/ 2728916 h 2824166"/>
                  <a:gd name="csX62" fmla="*/ 538162 w 714375"/>
                  <a:gd name="csY62" fmla="*/ 2776541 h 2824166"/>
                  <a:gd name="csX63" fmla="*/ 495300 w 714375"/>
                  <a:gd name="csY63" fmla="*/ 2809878 h 2824166"/>
                  <a:gd name="csX64" fmla="*/ 481012 w 714375"/>
                  <a:gd name="csY64" fmla="*/ 2819403 h 2824166"/>
                  <a:gd name="csX65" fmla="*/ 447675 w 714375"/>
                  <a:gd name="csY65" fmla="*/ 2824166 h 2824166"/>
                  <a:gd name="csX66" fmla="*/ 404812 w 714375"/>
                  <a:gd name="csY66" fmla="*/ 2819403 h 2824166"/>
                  <a:gd name="csX67" fmla="*/ 390525 w 714375"/>
                  <a:gd name="csY67" fmla="*/ 2814641 h 2824166"/>
                  <a:gd name="csX68" fmla="*/ 357187 w 714375"/>
                  <a:gd name="csY68" fmla="*/ 2805116 h 2824166"/>
                  <a:gd name="csX69" fmla="*/ 352425 w 714375"/>
                  <a:gd name="csY69" fmla="*/ 2786066 h 2824166"/>
                  <a:gd name="csX70" fmla="*/ 347662 w 714375"/>
                  <a:gd name="csY70" fmla="*/ 2762253 h 2824166"/>
                  <a:gd name="csX71" fmla="*/ 338137 w 714375"/>
                  <a:gd name="csY71" fmla="*/ 2743203 h 2824166"/>
                  <a:gd name="csX72" fmla="*/ 338137 w 714375"/>
                  <a:gd name="csY72" fmla="*/ 2662241 h 2824166"/>
                  <a:gd name="csX0" fmla="*/ 0 w 714375"/>
                  <a:gd name="csY0" fmla="*/ 828678 h 2824166"/>
                  <a:gd name="csX1" fmla="*/ 23812 w 714375"/>
                  <a:gd name="csY1" fmla="*/ 785816 h 2824166"/>
                  <a:gd name="csX2" fmla="*/ 38100 w 714375"/>
                  <a:gd name="csY2" fmla="*/ 742953 h 2824166"/>
                  <a:gd name="csX3" fmla="*/ 42862 w 714375"/>
                  <a:gd name="csY3" fmla="*/ 723903 h 2824166"/>
                  <a:gd name="csX4" fmla="*/ 57150 w 714375"/>
                  <a:gd name="csY4" fmla="*/ 704853 h 2824166"/>
                  <a:gd name="csX5" fmla="*/ 61912 w 714375"/>
                  <a:gd name="csY5" fmla="*/ 676278 h 2824166"/>
                  <a:gd name="csX6" fmla="*/ 47625 w 714375"/>
                  <a:gd name="csY6" fmla="*/ 542928 h 2824166"/>
                  <a:gd name="csX7" fmla="*/ 57150 w 714375"/>
                  <a:gd name="csY7" fmla="*/ 457203 h 2824166"/>
                  <a:gd name="csX8" fmla="*/ 71437 w 714375"/>
                  <a:gd name="csY8" fmla="*/ 409578 h 2824166"/>
                  <a:gd name="csX9" fmla="*/ 85725 w 714375"/>
                  <a:gd name="csY9" fmla="*/ 342903 h 2824166"/>
                  <a:gd name="csX10" fmla="*/ 95250 w 714375"/>
                  <a:gd name="csY10" fmla="*/ 300041 h 2824166"/>
                  <a:gd name="csX11" fmla="*/ 133350 w 714375"/>
                  <a:gd name="csY11" fmla="*/ 247653 h 2824166"/>
                  <a:gd name="csX12" fmla="*/ 152400 w 714375"/>
                  <a:gd name="csY12" fmla="*/ 209553 h 2824166"/>
                  <a:gd name="csX13" fmla="*/ 171450 w 714375"/>
                  <a:gd name="csY13" fmla="*/ 176216 h 2824166"/>
                  <a:gd name="csX14" fmla="*/ 238125 w 714375"/>
                  <a:gd name="csY14" fmla="*/ 114303 h 2824166"/>
                  <a:gd name="csX15" fmla="*/ 257175 w 714375"/>
                  <a:gd name="csY15" fmla="*/ 90491 h 2824166"/>
                  <a:gd name="csX16" fmla="*/ 319087 w 714375"/>
                  <a:gd name="csY16" fmla="*/ 52391 h 2824166"/>
                  <a:gd name="csX17" fmla="*/ 333375 w 714375"/>
                  <a:gd name="csY17" fmla="*/ 42866 h 2824166"/>
                  <a:gd name="csX18" fmla="*/ 395287 w 714375"/>
                  <a:gd name="csY18" fmla="*/ 19053 h 2824166"/>
                  <a:gd name="csX19" fmla="*/ 404812 w 714375"/>
                  <a:gd name="csY19" fmla="*/ 4766 h 2824166"/>
                  <a:gd name="csX20" fmla="*/ 485775 w 714375"/>
                  <a:gd name="csY20" fmla="*/ 14291 h 2824166"/>
                  <a:gd name="csX21" fmla="*/ 552450 w 714375"/>
                  <a:gd name="csY21" fmla="*/ 85728 h 2824166"/>
                  <a:gd name="csX22" fmla="*/ 571500 w 714375"/>
                  <a:gd name="csY22" fmla="*/ 114303 h 2824166"/>
                  <a:gd name="csX23" fmla="*/ 581025 w 714375"/>
                  <a:gd name="csY23" fmla="*/ 157166 h 2824166"/>
                  <a:gd name="csX24" fmla="*/ 595312 w 714375"/>
                  <a:gd name="csY24" fmla="*/ 219078 h 2824166"/>
                  <a:gd name="csX25" fmla="*/ 600075 w 714375"/>
                  <a:gd name="csY25" fmla="*/ 276228 h 2824166"/>
                  <a:gd name="csX26" fmla="*/ 599217 w 714375"/>
                  <a:gd name="csY26" fmla="*/ 310446 h 2824166"/>
                  <a:gd name="csX27" fmla="*/ 623887 w 714375"/>
                  <a:gd name="csY27" fmla="*/ 376241 h 2824166"/>
                  <a:gd name="csX28" fmla="*/ 628650 w 714375"/>
                  <a:gd name="csY28" fmla="*/ 390528 h 2824166"/>
                  <a:gd name="csX29" fmla="*/ 647700 w 714375"/>
                  <a:gd name="csY29" fmla="*/ 438153 h 2824166"/>
                  <a:gd name="csX30" fmla="*/ 661987 w 714375"/>
                  <a:gd name="csY30" fmla="*/ 481016 h 2824166"/>
                  <a:gd name="csX31" fmla="*/ 666750 w 714375"/>
                  <a:gd name="csY31" fmla="*/ 633416 h 2824166"/>
                  <a:gd name="csX32" fmla="*/ 671512 w 714375"/>
                  <a:gd name="csY32" fmla="*/ 657228 h 2824166"/>
                  <a:gd name="csX33" fmla="*/ 685800 w 714375"/>
                  <a:gd name="csY33" fmla="*/ 719141 h 2824166"/>
                  <a:gd name="csX34" fmla="*/ 704850 w 714375"/>
                  <a:gd name="csY34" fmla="*/ 971553 h 2824166"/>
                  <a:gd name="csX35" fmla="*/ 714375 w 714375"/>
                  <a:gd name="csY35" fmla="*/ 1085853 h 2824166"/>
                  <a:gd name="csX36" fmla="*/ 709612 w 714375"/>
                  <a:gd name="csY36" fmla="*/ 1214441 h 2824166"/>
                  <a:gd name="csX37" fmla="*/ 704850 w 714375"/>
                  <a:gd name="csY37" fmla="*/ 1247778 h 2824166"/>
                  <a:gd name="csX38" fmla="*/ 695325 w 714375"/>
                  <a:gd name="csY38" fmla="*/ 1628778 h 2824166"/>
                  <a:gd name="csX39" fmla="*/ 685800 w 714375"/>
                  <a:gd name="csY39" fmla="*/ 1685928 h 2824166"/>
                  <a:gd name="csX40" fmla="*/ 657225 w 714375"/>
                  <a:gd name="csY40" fmla="*/ 1757366 h 2824166"/>
                  <a:gd name="csX41" fmla="*/ 647700 w 714375"/>
                  <a:gd name="csY41" fmla="*/ 1785941 h 2824166"/>
                  <a:gd name="csX42" fmla="*/ 652462 w 714375"/>
                  <a:gd name="csY42" fmla="*/ 1871666 h 2824166"/>
                  <a:gd name="csX43" fmla="*/ 666750 w 714375"/>
                  <a:gd name="csY43" fmla="*/ 1909766 h 2824166"/>
                  <a:gd name="csX44" fmla="*/ 671512 w 714375"/>
                  <a:gd name="csY44" fmla="*/ 1938341 h 2824166"/>
                  <a:gd name="csX45" fmla="*/ 661987 w 714375"/>
                  <a:gd name="csY45" fmla="*/ 2271716 h 2824166"/>
                  <a:gd name="csX46" fmla="*/ 652462 w 714375"/>
                  <a:gd name="csY46" fmla="*/ 2295528 h 2824166"/>
                  <a:gd name="csX47" fmla="*/ 647700 w 714375"/>
                  <a:gd name="csY47" fmla="*/ 2319341 h 2824166"/>
                  <a:gd name="csX48" fmla="*/ 652462 w 714375"/>
                  <a:gd name="csY48" fmla="*/ 2371728 h 2824166"/>
                  <a:gd name="csX49" fmla="*/ 657225 w 714375"/>
                  <a:gd name="csY49" fmla="*/ 2400303 h 2824166"/>
                  <a:gd name="csX50" fmla="*/ 647700 w 714375"/>
                  <a:gd name="csY50" fmla="*/ 2438403 h 2824166"/>
                  <a:gd name="csX51" fmla="*/ 638175 w 714375"/>
                  <a:gd name="csY51" fmla="*/ 2471741 h 2824166"/>
                  <a:gd name="csX52" fmla="*/ 633412 w 714375"/>
                  <a:gd name="csY52" fmla="*/ 2509841 h 2824166"/>
                  <a:gd name="csX53" fmla="*/ 623887 w 714375"/>
                  <a:gd name="csY53" fmla="*/ 2528891 h 2824166"/>
                  <a:gd name="csX54" fmla="*/ 619125 w 714375"/>
                  <a:gd name="csY54" fmla="*/ 2547941 h 2824166"/>
                  <a:gd name="csX55" fmla="*/ 609600 w 714375"/>
                  <a:gd name="csY55" fmla="*/ 2571753 h 2824166"/>
                  <a:gd name="csX56" fmla="*/ 604837 w 714375"/>
                  <a:gd name="csY56" fmla="*/ 2652716 h 2824166"/>
                  <a:gd name="csX57" fmla="*/ 581025 w 714375"/>
                  <a:gd name="csY57" fmla="*/ 2662241 h 2824166"/>
                  <a:gd name="csX58" fmla="*/ 576262 w 714375"/>
                  <a:gd name="csY58" fmla="*/ 2676528 h 2824166"/>
                  <a:gd name="csX59" fmla="*/ 552450 w 714375"/>
                  <a:gd name="csY59" fmla="*/ 2695578 h 2824166"/>
                  <a:gd name="csX60" fmla="*/ 547687 w 714375"/>
                  <a:gd name="csY60" fmla="*/ 2714628 h 2824166"/>
                  <a:gd name="csX61" fmla="*/ 542925 w 714375"/>
                  <a:gd name="csY61" fmla="*/ 2728916 h 2824166"/>
                  <a:gd name="csX62" fmla="*/ 538162 w 714375"/>
                  <a:gd name="csY62" fmla="*/ 2776541 h 2824166"/>
                  <a:gd name="csX63" fmla="*/ 495300 w 714375"/>
                  <a:gd name="csY63" fmla="*/ 2809878 h 2824166"/>
                  <a:gd name="csX64" fmla="*/ 481012 w 714375"/>
                  <a:gd name="csY64" fmla="*/ 2819403 h 2824166"/>
                  <a:gd name="csX65" fmla="*/ 447675 w 714375"/>
                  <a:gd name="csY65" fmla="*/ 2824166 h 2824166"/>
                  <a:gd name="csX66" fmla="*/ 404812 w 714375"/>
                  <a:gd name="csY66" fmla="*/ 2819403 h 2824166"/>
                  <a:gd name="csX67" fmla="*/ 390525 w 714375"/>
                  <a:gd name="csY67" fmla="*/ 2814641 h 2824166"/>
                  <a:gd name="csX68" fmla="*/ 357187 w 714375"/>
                  <a:gd name="csY68" fmla="*/ 2805116 h 2824166"/>
                  <a:gd name="csX69" fmla="*/ 352425 w 714375"/>
                  <a:gd name="csY69" fmla="*/ 2786066 h 2824166"/>
                  <a:gd name="csX70" fmla="*/ 347662 w 714375"/>
                  <a:gd name="csY70" fmla="*/ 2762253 h 2824166"/>
                  <a:gd name="csX71" fmla="*/ 338137 w 714375"/>
                  <a:gd name="csY71" fmla="*/ 2743203 h 2824166"/>
                  <a:gd name="csX72" fmla="*/ 338137 w 714375"/>
                  <a:gd name="csY72" fmla="*/ 2662241 h 2824166"/>
                  <a:gd name="csX0" fmla="*/ 0 w 714375"/>
                  <a:gd name="csY0" fmla="*/ 828678 h 2824166"/>
                  <a:gd name="csX1" fmla="*/ 23812 w 714375"/>
                  <a:gd name="csY1" fmla="*/ 785816 h 2824166"/>
                  <a:gd name="csX2" fmla="*/ 38100 w 714375"/>
                  <a:gd name="csY2" fmla="*/ 742953 h 2824166"/>
                  <a:gd name="csX3" fmla="*/ 42862 w 714375"/>
                  <a:gd name="csY3" fmla="*/ 723903 h 2824166"/>
                  <a:gd name="csX4" fmla="*/ 57150 w 714375"/>
                  <a:gd name="csY4" fmla="*/ 704853 h 2824166"/>
                  <a:gd name="csX5" fmla="*/ 61912 w 714375"/>
                  <a:gd name="csY5" fmla="*/ 676278 h 2824166"/>
                  <a:gd name="csX6" fmla="*/ 47625 w 714375"/>
                  <a:gd name="csY6" fmla="*/ 542928 h 2824166"/>
                  <a:gd name="csX7" fmla="*/ 57150 w 714375"/>
                  <a:gd name="csY7" fmla="*/ 457203 h 2824166"/>
                  <a:gd name="csX8" fmla="*/ 71437 w 714375"/>
                  <a:gd name="csY8" fmla="*/ 409578 h 2824166"/>
                  <a:gd name="csX9" fmla="*/ 85725 w 714375"/>
                  <a:gd name="csY9" fmla="*/ 342903 h 2824166"/>
                  <a:gd name="csX10" fmla="*/ 95250 w 714375"/>
                  <a:gd name="csY10" fmla="*/ 300041 h 2824166"/>
                  <a:gd name="csX11" fmla="*/ 133350 w 714375"/>
                  <a:gd name="csY11" fmla="*/ 247653 h 2824166"/>
                  <a:gd name="csX12" fmla="*/ 152400 w 714375"/>
                  <a:gd name="csY12" fmla="*/ 209553 h 2824166"/>
                  <a:gd name="csX13" fmla="*/ 171450 w 714375"/>
                  <a:gd name="csY13" fmla="*/ 176216 h 2824166"/>
                  <a:gd name="csX14" fmla="*/ 238125 w 714375"/>
                  <a:gd name="csY14" fmla="*/ 114303 h 2824166"/>
                  <a:gd name="csX15" fmla="*/ 257175 w 714375"/>
                  <a:gd name="csY15" fmla="*/ 90491 h 2824166"/>
                  <a:gd name="csX16" fmla="*/ 319087 w 714375"/>
                  <a:gd name="csY16" fmla="*/ 52391 h 2824166"/>
                  <a:gd name="csX17" fmla="*/ 333375 w 714375"/>
                  <a:gd name="csY17" fmla="*/ 42866 h 2824166"/>
                  <a:gd name="csX18" fmla="*/ 395287 w 714375"/>
                  <a:gd name="csY18" fmla="*/ 19053 h 2824166"/>
                  <a:gd name="csX19" fmla="*/ 404812 w 714375"/>
                  <a:gd name="csY19" fmla="*/ 4766 h 2824166"/>
                  <a:gd name="csX20" fmla="*/ 485775 w 714375"/>
                  <a:gd name="csY20" fmla="*/ 14291 h 2824166"/>
                  <a:gd name="csX21" fmla="*/ 552450 w 714375"/>
                  <a:gd name="csY21" fmla="*/ 85728 h 2824166"/>
                  <a:gd name="csX22" fmla="*/ 571500 w 714375"/>
                  <a:gd name="csY22" fmla="*/ 114303 h 2824166"/>
                  <a:gd name="csX23" fmla="*/ 581025 w 714375"/>
                  <a:gd name="csY23" fmla="*/ 157166 h 2824166"/>
                  <a:gd name="csX24" fmla="*/ 595312 w 714375"/>
                  <a:gd name="csY24" fmla="*/ 219078 h 2824166"/>
                  <a:gd name="csX25" fmla="*/ 600075 w 714375"/>
                  <a:gd name="csY25" fmla="*/ 276228 h 2824166"/>
                  <a:gd name="csX26" fmla="*/ 607884 w 714375"/>
                  <a:gd name="csY26" fmla="*/ 319113 h 2824166"/>
                  <a:gd name="csX27" fmla="*/ 623887 w 714375"/>
                  <a:gd name="csY27" fmla="*/ 376241 h 2824166"/>
                  <a:gd name="csX28" fmla="*/ 628650 w 714375"/>
                  <a:gd name="csY28" fmla="*/ 390528 h 2824166"/>
                  <a:gd name="csX29" fmla="*/ 647700 w 714375"/>
                  <a:gd name="csY29" fmla="*/ 438153 h 2824166"/>
                  <a:gd name="csX30" fmla="*/ 661987 w 714375"/>
                  <a:gd name="csY30" fmla="*/ 481016 h 2824166"/>
                  <a:gd name="csX31" fmla="*/ 666750 w 714375"/>
                  <a:gd name="csY31" fmla="*/ 633416 h 2824166"/>
                  <a:gd name="csX32" fmla="*/ 671512 w 714375"/>
                  <a:gd name="csY32" fmla="*/ 657228 h 2824166"/>
                  <a:gd name="csX33" fmla="*/ 685800 w 714375"/>
                  <a:gd name="csY33" fmla="*/ 719141 h 2824166"/>
                  <a:gd name="csX34" fmla="*/ 704850 w 714375"/>
                  <a:gd name="csY34" fmla="*/ 971553 h 2824166"/>
                  <a:gd name="csX35" fmla="*/ 714375 w 714375"/>
                  <a:gd name="csY35" fmla="*/ 1085853 h 2824166"/>
                  <a:gd name="csX36" fmla="*/ 709612 w 714375"/>
                  <a:gd name="csY36" fmla="*/ 1214441 h 2824166"/>
                  <a:gd name="csX37" fmla="*/ 704850 w 714375"/>
                  <a:gd name="csY37" fmla="*/ 1247778 h 2824166"/>
                  <a:gd name="csX38" fmla="*/ 695325 w 714375"/>
                  <a:gd name="csY38" fmla="*/ 1628778 h 2824166"/>
                  <a:gd name="csX39" fmla="*/ 685800 w 714375"/>
                  <a:gd name="csY39" fmla="*/ 1685928 h 2824166"/>
                  <a:gd name="csX40" fmla="*/ 657225 w 714375"/>
                  <a:gd name="csY40" fmla="*/ 1757366 h 2824166"/>
                  <a:gd name="csX41" fmla="*/ 647700 w 714375"/>
                  <a:gd name="csY41" fmla="*/ 1785941 h 2824166"/>
                  <a:gd name="csX42" fmla="*/ 652462 w 714375"/>
                  <a:gd name="csY42" fmla="*/ 1871666 h 2824166"/>
                  <a:gd name="csX43" fmla="*/ 666750 w 714375"/>
                  <a:gd name="csY43" fmla="*/ 1909766 h 2824166"/>
                  <a:gd name="csX44" fmla="*/ 671512 w 714375"/>
                  <a:gd name="csY44" fmla="*/ 1938341 h 2824166"/>
                  <a:gd name="csX45" fmla="*/ 661987 w 714375"/>
                  <a:gd name="csY45" fmla="*/ 2271716 h 2824166"/>
                  <a:gd name="csX46" fmla="*/ 652462 w 714375"/>
                  <a:gd name="csY46" fmla="*/ 2295528 h 2824166"/>
                  <a:gd name="csX47" fmla="*/ 647700 w 714375"/>
                  <a:gd name="csY47" fmla="*/ 2319341 h 2824166"/>
                  <a:gd name="csX48" fmla="*/ 652462 w 714375"/>
                  <a:gd name="csY48" fmla="*/ 2371728 h 2824166"/>
                  <a:gd name="csX49" fmla="*/ 657225 w 714375"/>
                  <a:gd name="csY49" fmla="*/ 2400303 h 2824166"/>
                  <a:gd name="csX50" fmla="*/ 647700 w 714375"/>
                  <a:gd name="csY50" fmla="*/ 2438403 h 2824166"/>
                  <a:gd name="csX51" fmla="*/ 638175 w 714375"/>
                  <a:gd name="csY51" fmla="*/ 2471741 h 2824166"/>
                  <a:gd name="csX52" fmla="*/ 633412 w 714375"/>
                  <a:gd name="csY52" fmla="*/ 2509841 h 2824166"/>
                  <a:gd name="csX53" fmla="*/ 623887 w 714375"/>
                  <a:gd name="csY53" fmla="*/ 2528891 h 2824166"/>
                  <a:gd name="csX54" fmla="*/ 619125 w 714375"/>
                  <a:gd name="csY54" fmla="*/ 2547941 h 2824166"/>
                  <a:gd name="csX55" fmla="*/ 609600 w 714375"/>
                  <a:gd name="csY55" fmla="*/ 2571753 h 2824166"/>
                  <a:gd name="csX56" fmla="*/ 604837 w 714375"/>
                  <a:gd name="csY56" fmla="*/ 2652716 h 2824166"/>
                  <a:gd name="csX57" fmla="*/ 581025 w 714375"/>
                  <a:gd name="csY57" fmla="*/ 2662241 h 2824166"/>
                  <a:gd name="csX58" fmla="*/ 576262 w 714375"/>
                  <a:gd name="csY58" fmla="*/ 2676528 h 2824166"/>
                  <a:gd name="csX59" fmla="*/ 552450 w 714375"/>
                  <a:gd name="csY59" fmla="*/ 2695578 h 2824166"/>
                  <a:gd name="csX60" fmla="*/ 547687 w 714375"/>
                  <a:gd name="csY60" fmla="*/ 2714628 h 2824166"/>
                  <a:gd name="csX61" fmla="*/ 542925 w 714375"/>
                  <a:gd name="csY61" fmla="*/ 2728916 h 2824166"/>
                  <a:gd name="csX62" fmla="*/ 538162 w 714375"/>
                  <a:gd name="csY62" fmla="*/ 2776541 h 2824166"/>
                  <a:gd name="csX63" fmla="*/ 495300 w 714375"/>
                  <a:gd name="csY63" fmla="*/ 2809878 h 2824166"/>
                  <a:gd name="csX64" fmla="*/ 481012 w 714375"/>
                  <a:gd name="csY64" fmla="*/ 2819403 h 2824166"/>
                  <a:gd name="csX65" fmla="*/ 447675 w 714375"/>
                  <a:gd name="csY65" fmla="*/ 2824166 h 2824166"/>
                  <a:gd name="csX66" fmla="*/ 404812 w 714375"/>
                  <a:gd name="csY66" fmla="*/ 2819403 h 2824166"/>
                  <a:gd name="csX67" fmla="*/ 390525 w 714375"/>
                  <a:gd name="csY67" fmla="*/ 2814641 h 2824166"/>
                  <a:gd name="csX68" fmla="*/ 357187 w 714375"/>
                  <a:gd name="csY68" fmla="*/ 2805116 h 2824166"/>
                  <a:gd name="csX69" fmla="*/ 352425 w 714375"/>
                  <a:gd name="csY69" fmla="*/ 2786066 h 2824166"/>
                  <a:gd name="csX70" fmla="*/ 347662 w 714375"/>
                  <a:gd name="csY70" fmla="*/ 2762253 h 2824166"/>
                  <a:gd name="csX71" fmla="*/ 338137 w 714375"/>
                  <a:gd name="csY71" fmla="*/ 2743203 h 2824166"/>
                  <a:gd name="csX72" fmla="*/ 338137 w 714375"/>
                  <a:gd name="csY72" fmla="*/ 2662241 h 2824166"/>
                  <a:gd name="csX0" fmla="*/ 0 w 714375"/>
                  <a:gd name="csY0" fmla="*/ 828678 h 2824166"/>
                  <a:gd name="csX1" fmla="*/ 23812 w 714375"/>
                  <a:gd name="csY1" fmla="*/ 785816 h 2824166"/>
                  <a:gd name="csX2" fmla="*/ 38100 w 714375"/>
                  <a:gd name="csY2" fmla="*/ 742953 h 2824166"/>
                  <a:gd name="csX3" fmla="*/ 42862 w 714375"/>
                  <a:gd name="csY3" fmla="*/ 723903 h 2824166"/>
                  <a:gd name="csX4" fmla="*/ 57150 w 714375"/>
                  <a:gd name="csY4" fmla="*/ 704853 h 2824166"/>
                  <a:gd name="csX5" fmla="*/ 61912 w 714375"/>
                  <a:gd name="csY5" fmla="*/ 676278 h 2824166"/>
                  <a:gd name="csX6" fmla="*/ 47625 w 714375"/>
                  <a:gd name="csY6" fmla="*/ 542928 h 2824166"/>
                  <a:gd name="csX7" fmla="*/ 57150 w 714375"/>
                  <a:gd name="csY7" fmla="*/ 457203 h 2824166"/>
                  <a:gd name="csX8" fmla="*/ 71437 w 714375"/>
                  <a:gd name="csY8" fmla="*/ 409578 h 2824166"/>
                  <a:gd name="csX9" fmla="*/ 85725 w 714375"/>
                  <a:gd name="csY9" fmla="*/ 342903 h 2824166"/>
                  <a:gd name="csX10" fmla="*/ 95250 w 714375"/>
                  <a:gd name="csY10" fmla="*/ 300041 h 2824166"/>
                  <a:gd name="csX11" fmla="*/ 133350 w 714375"/>
                  <a:gd name="csY11" fmla="*/ 247653 h 2824166"/>
                  <a:gd name="csX12" fmla="*/ 152400 w 714375"/>
                  <a:gd name="csY12" fmla="*/ 209553 h 2824166"/>
                  <a:gd name="csX13" fmla="*/ 171450 w 714375"/>
                  <a:gd name="csY13" fmla="*/ 176216 h 2824166"/>
                  <a:gd name="csX14" fmla="*/ 238125 w 714375"/>
                  <a:gd name="csY14" fmla="*/ 114303 h 2824166"/>
                  <a:gd name="csX15" fmla="*/ 257175 w 714375"/>
                  <a:gd name="csY15" fmla="*/ 90491 h 2824166"/>
                  <a:gd name="csX16" fmla="*/ 319087 w 714375"/>
                  <a:gd name="csY16" fmla="*/ 52391 h 2824166"/>
                  <a:gd name="csX17" fmla="*/ 333375 w 714375"/>
                  <a:gd name="csY17" fmla="*/ 42866 h 2824166"/>
                  <a:gd name="csX18" fmla="*/ 395287 w 714375"/>
                  <a:gd name="csY18" fmla="*/ 19053 h 2824166"/>
                  <a:gd name="csX19" fmla="*/ 404812 w 714375"/>
                  <a:gd name="csY19" fmla="*/ 4766 h 2824166"/>
                  <a:gd name="csX20" fmla="*/ 485775 w 714375"/>
                  <a:gd name="csY20" fmla="*/ 14291 h 2824166"/>
                  <a:gd name="csX21" fmla="*/ 552450 w 714375"/>
                  <a:gd name="csY21" fmla="*/ 85728 h 2824166"/>
                  <a:gd name="csX22" fmla="*/ 571500 w 714375"/>
                  <a:gd name="csY22" fmla="*/ 114303 h 2824166"/>
                  <a:gd name="csX23" fmla="*/ 581025 w 714375"/>
                  <a:gd name="csY23" fmla="*/ 157166 h 2824166"/>
                  <a:gd name="csX24" fmla="*/ 595312 w 714375"/>
                  <a:gd name="csY24" fmla="*/ 219078 h 2824166"/>
                  <a:gd name="csX25" fmla="*/ 600075 w 714375"/>
                  <a:gd name="csY25" fmla="*/ 276228 h 2824166"/>
                  <a:gd name="csX26" fmla="*/ 607884 w 714375"/>
                  <a:gd name="csY26" fmla="*/ 319113 h 2824166"/>
                  <a:gd name="csX27" fmla="*/ 623887 w 714375"/>
                  <a:gd name="csY27" fmla="*/ 376241 h 2824166"/>
                  <a:gd name="csX28" fmla="*/ 628650 w 714375"/>
                  <a:gd name="csY28" fmla="*/ 390528 h 2824166"/>
                  <a:gd name="csX29" fmla="*/ 647700 w 714375"/>
                  <a:gd name="csY29" fmla="*/ 438153 h 2824166"/>
                  <a:gd name="csX30" fmla="*/ 648986 w 714375"/>
                  <a:gd name="csY30" fmla="*/ 491850 h 2824166"/>
                  <a:gd name="csX31" fmla="*/ 666750 w 714375"/>
                  <a:gd name="csY31" fmla="*/ 633416 h 2824166"/>
                  <a:gd name="csX32" fmla="*/ 671512 w 714375"/>
                  <a:gd name="csY32" fmla="*/ 657228 h 2824166"/>
                  <a:gd name="csX33" fmla="*/ 685800 w 714375"/>
                  <a:gd name="csY33" fmla="*/ 719141 h 2824166"/>
                  <a:gd name="csX34" fmla="*/ 704850 w 714375"/>
                  <a:gd name="csY34" fmla="*/ 971553 h 2824166"/>
                  <a:gd name="csX35" fmla="*/ 714375 w 714375"/>
                  <a:gd name="csY35" fmla="*/ 1085853 h 2824166"/>
                  <a:gd name="csX36" fmla="*/ 709612 w 714375"/>
                  <a:gd name="csY36" fmla="*/ 1214441 h 2824166"/>
                  <a:gd name="csX37" fmla="*/ 704850 w 714375"/>
                  <a:gd name="csY37" fmla="*/ 1247778 h 2824166"/>
                  <a:gd name="csX38" fmla="*/ 695325 w 714375"/>
                  <a:gd name="csY38" fmla="*/ 1628778 h 2824166"/>
                  <a:gd name="csX39" fmla="*/ 685800 w 714375"/>
                  <a:gd name="csY39" fmla="*/ 1685928 h 2824166"/>
                  <a:gd name="csX40" fmla="*/ 657225 w 714375"/>
                  <a:gd name="csY40" fmla="*/ 1757366 h 2824166"/>
                  <a:gd name="csX41" fmla="*/ 647700 w 714375"/>
                  <a:gd name="csY41" fmla="*/ 1785941 h 2824166"/>
                  <a:gd name="csX42" fmla="*/ 652462 w 714375"/>
                  <a:gd name="csY42" fmla="*/ 1871666 h 2824166"/>
                  <a:gd name="csX43" fmla="*/ 666750 w 714375"/>
                  <a:gd name="csY43" fmla="*/ 1909766 h 2824166"/>
                  <a:gd name="csX44" fmla="*/ 671512 w 714375"/>
                  <a:gd name="csY44" fmla="*/ 1938341 h 2824166"/>
                  <a:gd name="csX45" fmla="*/ 661987 w 714375"/>
                  <a:gd name="csY45" fmla="*/ 2271716 h 2824166"/>
                  <a:gd name="csX46" fmla="*/ 652462 w 714375"/>
                  <a:gd name="csY46" fmla="*/ 2295528 h 2824166"/>
                  <a:gd name="csX47" fmla="*/ 647700 w 714375"/>
                  <a:gd name="csY47" fmla="*/ 2319341 h 2824166"/>
                  <a:gd name="csX48" fmla="*/ 652462 w 714375"/>
                  <a:gd name="csY48" fmla="*/ 2371728 h 2824166"/>
                  <a:gd name="csX49" fmla="*/ 657225 w 714375"/>
                  <a:gd name="csY49" fmla="*/ 2400303 h 2824166"/>
                  <a:gd name="csX50" fmla="*/ 647700 w 714375"/>
                  <a:gd name="csY50" fmla="*/ 2438403 h 2824166"/>
                  <a:gd name="csX51" fmla="*/ 638175 w 714375"/>
                  <a:gd name="csY51" fmla="*/ 2471741 h 2824166"/>
                  <a:gd name="csX52" fmla="*/ 633412 w 714375"/>
                  <a:gd name="csY52" fmla="*/ 2509841 h 2824166"/>
                  <a:gd name="csX53" fmla="*/ 623887 w 714375"/>
                  <a:gd name="csY53" fmla="*/ 2528891 h 2824166"/>
                  <a:gd name="csX54" fmla="*/ 619125 w 714375"/>
                  <a:gd name="csY54" fmla="*/ 2547941 h 2824166"/>
                  <a:gd name="csX55" fmla="*/ 609600 w 714375"/>
                  <a:gd name="csY55" fmla="*/ 2571753 h 2824166"/>
                  <a:gd name="csX56" fmla="*/ 604837 w 714375"/>
                  <a:gd name="csY56" fmla="*/ 2652716 h 2824166"/>
                  <a:gd name="csX57" fmla="*/ 581025 w 714375"/>
                  <a:gd name="csY57" fmla="*/ 2662241 h 2824166"/>
                  <a:gd name="csX58" fmla="*/ 576262 w 714375"/>
                  <a:gd name="csY58" fmla="*/ 2676528 h 2824166"/>
                  <a:gd name="csX59" fmla="*/ 552450 w 714375"/>
                  <a:gd name="csY59" fmla="*/ 2695578 h 2824166"/>
                  <a:gd name="csX60" fmla="*/ 547687 w 714375"/>
                  <a:gd name="csY60" fmla="*/ 2714628 h 2824166"/>
                  <a:gd name="csX61" fmla="*/ 542925 w 714375"/>
                  <a:gd name="csY61" fmla="*/ 2728916 h 2824166"/>
                  <a:gd name="csX62" fmla="*/ 538162 w 714375"/>
                  <a:gd name="csY62" fmla="*/ 2776541 h 2824166"/>
                  <a:gd name="csX63" fmla="*/ 495300 w 714375"/>
                  <a:gd name="csY63" fmla="*/ 2809878 h 2824166"/>
                  <a:gd name="csX64" fmla="*/ 481012 w 714375"/>
                  <a:gd name="csY64" fmla="*/ 2819403 h 2824166"/>
                  <a:gd name="csX65" fmla="*/ 447675 w 714375"/>
                  <a:gd name="csY65" fmla="*/ 2824166 h 2824166"/>
                  <a:gd name="csX66" fmla="*/ 404812 w 714375"/>
                  <a:gd name="csY66" fmla="*/ 2819403 h 2824166"/>
                  <a:gd name="csX67" fmla="*/ 390525 w 714375"/>
                  <a:gd name="csY67" fmla="*/ 2814641 h 2824166"/>
                  <a:gd name="csX68" fmla="*/ 357187 w 714375"/>
                  <a:gd name="csY68" fmla="*/ 2805116 h 2824166"/>
                  <a:gd name="csX69" fmla="*/ 352425 w 714375"/>
                  <a:gd name="csY69" fmla="*/ 2786066 h 2824166"/>
                  <a:gd name="csX70" fmla="*/ 347662 w 714375"/>
                  <a:gd name="csY70" fmla="*/ 2762253 h 2824166"/>
                  <a:gd name="csX71" fmla="*/ 338137 w 714375"/>
                  <a:gd name="csY71" fmla="*/ 2743203 h 2824166"/>
                  <a:gd name="csX72" fmla="*/ 338137 w 714375"/>
                  <a:gd name="csY72" fmla="*/ 2662241 h 2824166"/>
                  <a:gd name="csX0" fmla="*/ 0 w 714375"/>
                  <a:gd name="csY0" fmla="*/ 828678 h 2824166"/>
                  <a:gd name="csX1" fmla="*/ 23812 w 714375"/>
                  <a:gd name="csY1" fmla="*/ 785816 h 2824166"/>
                  <a:gd name="csX2" fmla="*/ 38100 w 714375"/>
                  <a:gd name="csY2" fmla="*/ 742953 h 2824166"/>
                  <a:gd name="csX3" fmla="*/ 42862 w 714375"/>
                  <a:gd name="csY3" fmla="*/ 723903 h 2824166"/>
                  <a:gd name="csX4" fmla="*/ 57150 w 714375"/>
                  <a:gd name="csY4" fmla="*/ 704853 h 2824166"/>
                  <a:gd name="csX5" fmla="*/ 61912 w 714375"/>
                  <a:gd name="csY5" fmla="*/ 676278 h 2824166"/>
                  <a:gd name="csX6" fmla="*/ 47625 w 714375"/>
                  <a:gd name="csY6" fmla="*/ 542928 h 2824166"/>
                  <a:gd name="csX7" fmla="*/ 57150 w 714375"/>
                  <a:gd name="csY7" fmla="*/ 457203 h 2824166"/>
                  <a:gd name="csX8" fmla="*/ 71437 w 714375"/>
                  <a:gd name="csY8" fmla="*/ 409578 h 2824166"/>
                  <a:gd name="csX9" fmla="*/ 85725 w 714375"/>
                  <a:gd name="csY9" fmla="*/ 342903 h 2824166"/>
                  <a:gd name="csX10" fmla="*/ 95250 w 714375"/>
                  <a:gd name="csY10" fmla="*/ 300041 h 2824166"/>
                  <a:gd name="csX11" fmla="*/ 133350 w 714375"/>
                  <a:gd name="csY11" fmla="*/ 247653 h 2824166"/>
                  <a:gd name="csX12" fmla="*/ 152400 w 714375"/>
                  <a:gd name="csY12" fmla="*/ 209553 h 2824166"/>
                  <a:gd name="csX13" fmla="*/ 171450 w 714375"/>
                  <a:gd name="csY13" fmla="*/ 176216 h 2824166"/>
                  <a:gd name="csX14" fmla="*/ 238125 w 714375"/>
                  <a:gd name="csY14" fmla="*/ 114303 h 2824166"/>
                  <a:gd name="csX15" fmla="*/ 257175 w 714375"/>
                  <a:gd name="csY15" fmla="*/ 90491 h 2824166"/>
                  <a:gd name="csX16" fmla="*/ 319087 w 714375"/>
                  <a:gd name="csY16" fmla="*/ 52391 h 2824166"/>
                  <a:gd name="csX17" fmla="*/ 333375 w 714375"/>
                  <a:gd name="csY17" fmla="*/ 42866 h 2824166"/>
                  <a:gd name="csX18" fmla="*/ 395287 w 714375"/>
                  <a:gd name="csY18" fmla="*/ 19053 h 2824166"/>
                  <a:gd name="csX19" fmla="*/ 404812 w 714375"/>
                  <a:gd name="csY19" fmla="*/ 4766 h 2824166"/>
                  <a:gd name="csX20" fmla="*/ 485775 w 714375"/>
                  <a:gd name="csY20" fmla="*/ 14291 h 2824166"/>
                  <a:gd name="csX21" fmla="*/ 552450 w 714375"/>
                  <a:gd name="csY21" fmla="*/ 85728 h 2824166"/>
                  <a:gd name="csX22" fmla="*/ 571500 w 714375"/>
                  <a:gd name="csY22" fmla="*/ 114303 h 2824166"/>
                  <a:gd name="csX23" fmla="*/ 581025 w 714375"/>
                  <a:gd name="csY23" fmla="*/ 157166 h 2824166"/>
                  <a:gd name="csX24" fmla="*/ 595312 w 714375"/>
                  <a:gd name="csY24" fmla="*/ 219078 h 2824166"/>
                  <a:gd name="csX25" fmla="*/ 600075 w 714375"/>
                  <a:gd name="csY25" fmla="*/ 276228 h 2824166"/>
                  <a:gd name="csX26" fmla="*/ 607884 w 714375"/>
                  <a:gd name="csY26" fmla="*/ 319113 h 2824166"/>
                  <a:gd name="csX27" fmla="*/ 623887 w 714375"/>
                  <a:gd name="csY27" fmla="*/ 376241 h 2824166"/>
                  <a:gd name="csX28" fmla="*/ 628650 w 714375"/>
                  <a:gd name="csY28" fmla="*/ 390528 h 2824166"/>
                  <a:gd name="csX29" fmla="*/ 634699 w 714375"/>
                  <a:gd name="csY29" fmla="*/ 438153 h 2824166"/>
                  <a:gd name="csX30" fmla="*/ 648986 w 714375"/>
                  <a:gd name="csY30" fmla="*/ 491850 h 2824166"/>
                  <a:gd name="csX31" fmla="*/ 666750 w 714375"/>
                  <a:gd name="csY31" fmla="*/ 633416 h 2824166"/>
                  <a:gd name="csX32" fmla="*/ 671512 w 714375"/>
                  <a:gd name="csY32" fmla="*/ 657228 h 2824166"/>
                  <a:gd name="csX33" fmla="*/ 685800 w 714375"/>
                  <a:gd name="csY33" fmla="*/ 719141 h 2824166"/>
                  <a:gd name="csX34" fmla="*/ 704850 w 714375"/>
                  <a:gd name="csY34" fmla="*/ 971553 h 2824166"/>
                  <a:gd name="csX35" fmla="*/ 714375 w 714375"/>
                  <a:gd name="csY35" fmla="*/ 1085853 h 2824166"/>
                  <a:gd name="csX36" fmla="*/ 709612 w 714375"/>
                  <a:gd name="csY36" fmla="*/ 1214441 h 2824166"/>
                  <a:gd name="csX37" fmla="*/ 704850 w 714375"/>
                  <a:gd name="csY37" fmla="*/ 1247778 h 2824166"/>
                  <a:gd name="csX38" fmla="*/ 695325 w 714375"/>
                  <a:gd name="csY38" fmla="*/ 1628778 h 2824166"/>
                  <a:gd name="csX39" fmla="*/ 685800 w 714375"/>
                  <a:gd name="csY39" fmla="*/ 1685928 h 2824166"/>
                  <a:gd name="csX40" fmla="*/ 657225 w 714375"/>
                  <a:gd name="csY40" fmla="*/ 1757366 h 2824166"/>
                  <a:gd name="csX41" fmla="*/ 647700 w 714375"/>
                  <a:gd name="csY41" fmla="*/ 1785941 h 2824166"/>
                  <a:gd name="csX42" fmla="*/ 652462 w 714375"/>
                  <a:gd name="csY42" fmla="*/ 1871666 h 2824166"/>
                  <a:gd name="csX43" fmla="*/ 666750 w 714375"/>
                  <a:gd name="csY43" fmla="*/ 1909766 h 2824166"/>
                  <a:gd name="csX44" fmla="*/ 671512 w 714375"/>
                  <a:gd name="csY44" fmla="*/ 1938341 h 2824166"/>
                  <a:gd name="csX45" fmla="*/ 661987 w 714375"/>
                  <a:gd name="csY45" fmla="*/ 2271716 h 2824166"/>
                  <a:gd name="csX46" fmla="*/ 652462 w 714375"/>
                  <a:gd name="csY46" fmla="*/ 2295528 h 2824166"/>
                  <a:gd name="csX47" fmla="*/ 647700 w 714375"/>
                  <a:gd name="csY47" fmla="*/ 2319341 h 2824166"/>
                  <a:gd name="csX48" fmla="*/ 652462 w 714375"/>
                  <a:gd name="csY48" fmla="*/ 2371728 h 2824166"/>
                  <a:gd name="csX49" fmla="*/ 657225 w 714375"/>
                  <a:gd name="csY49" fmla="*/ 2400303 h 2824166"/>
                  <a:gd name="csX50" fmla="*/ 647700 w 714375"/>
                  <a:gd name="csY50" fmla="*/ 2438403 h 2824166"/>
                  <a:gd name="csX51" fmla="*/ 638175 w 714375"/>
                  <a:gd name="csY51" fmla="*/ 2471741 h 2824166"/>
                  <a:gd name="csX52" fmla="*/ 633412 w 714375"/>
                  <a:gd name="csY52" fmla="*/ 2509841 h 2824166"/>
                  <a:gd name="csX53" fmla="*/ 623887 w 714375"/>
                  <a:gd name="csY53" fmla="*/ 2528891 h 2824166"/>
                  <a:gd name="csX54" fmla="*/ 619125 w 714375"/>
                  <a:gd name="csY54" fmla="*/ 2547941 h 2824166"/>
                  <a:gd name="csX55" fmla="*/ 609600 w 714375"/>
                  <a:gd name="csY55" fmla="*/ 2571753 h 2824166"/>
                  <a:gd name="csX56" fmla="*/ 604837 w 714375"/>
                  <a:gd name="csY56" fmla="*/ 2652716 h 2824166"/>
                  <a:gd name="csX57" fmla="*/ 581025 w 714375"/>
                  <a:gd name="csY57" fmla="*/ 2662241 h 2824166"/>
                  <a:gd name="csX58" fmla="*/ 576262 w 714375"/>
                  <a:gd name="csY58" fmla="*/ 2676528 h 2824166"/>
                  <a:gd name="csX59" fmla="*/ 552450 w 714375"/>
                  <a:gd name="csY59" fmla="*/ 2695578 h 2824166"/>
                  <a:gd name="csX60" fmla="*/ 547687 w 714375"/>
                  <a:gd name="csY60" fmla="*/ 2714628 h 2824166"/>
                  <a:gd name="csX61" fmla="*/ 542925 w 714375"/>
                  <a:gd name="csY61" fmla="*/ 2728916 h 2824166"/>
                  <a:gd name="csX62" fmla="*/ 538162 w 714375"/>
                  <a:gd name="csY62" fmla="*/ 2776541 h 2824166"/>
                  <a:gd name="csX63" fmla="*/ 495300 w 714375"/>
                  <a:gd name="csY63" fmla="*/ 2809878 h 2824166"/>
                  <a:gd name="csX64" fmla="*/ 481012 w 714375"/>
                  <a:gd name="csY64" fmla="*/ 2819403 h 2824166"/>
                  <a:gd name="csX65" fmla="*/ 447675 w 714375"/>
                  <a:gd name="csY65" fmla="*/ 2824166 h 2824166"/>
                  <a:gd name="csX66" fmla="*/ 404812 w 714375"/>
                  <a:gd name="csY66" fmla="*/ 2819403 h 2824166"/>
                  <a:gd name="csX67" fmla="*/ 390525 w 714375"/>
                  <a:gd name="csY67" fmla="*/ 2814641 h 2824166"/>
                  <a:gd name="csX68" fmla="*/ 357187 w 714375"/>
                  <a:gd name="csY68" fmla="*/ 2805116 h 2824166"/>
                  <a:gd name="csX69" fmla="*/ 352425 w 714375"/>
                  <a:gd name="csY69" fmla="*/ 2786066 h 2824166"/>
                  <a:gd name="csX70" fmla="*/ 347662 w 714375"/>
                  <a:gd name="csY70" fmla="*/ 2762253 h 2824166"/>
                  <a:gd name="csX71" fmla="*/ 338137 w 714375"/>
                  <a:gd name="csY71" fmla="*/ 2743203 h 2824166"/>
                  <a:gd name="csX72" fmla="*/ 338137 w 714375"/>
                  <a:gd name="csY72" fmla="*/ 2662241 h 2824166"/>
                  <a:gd name="csX0" fmla="*/ 0 w 714375"/>
                  <a:gd name="csY0" fmla="*/ 828678 h 2824166"/>
                  <a:gd name="csX1" fmla="*/ 23812 w 714375"/>
                  <a:gd name="csY1" fmla="*/ 785816 h 2824166"/>
                  <a:gd name="csX2" fmla="*/ 38100 w 714375"/>
                  <a:gd name="csY2" fmla="*/ 742953 h 2824166"/>
                  <a:gd name="csX3" fmla="*/ 42862 w 714375"/>
                  <a:gd name="csY3" fmla="*/ 723903 h 2824166"/>
                  <a:gd name="csX4" fmla="*/ 57150 w 714375"/>
                  <a:gd name="csY4" fmla="*/ 704853 h 2824166"/>
                  <a:gd name="csX5" fmla="*/ 61912 w 714375"/>
                  <a:gd name="csY5" fmla="*/ 676278 h 2824166"/>
                  <a:gd name="csX6" fmla="*/ 47625 w 714375"/>
                  <a:gd name="csY6" fmla="*/ 542928 h 2824166"/>
                  <a:gd name="csX7" fmla="*/ 57150 w 714375"/>
                  <a:gd name="csY7" fmla="*/ 457203 h 2824166"/>
                  <a:gd name="csX8" fmla="*/ 71437 w 714375"/>
                  <a:gd name="csY8" fmla="*/ 409578 h 2824166"/>
                  <a:gd name="csX9" fmla="*/ 85725 w 714375"/>
                  <a:gd name="csY9" fmla="*/ 342903 h 2824166"/>
                  <a:gd name="csX10" fmla="*/ 95250 w 714375"/>
                  <a:gd name="csY10" fmla="*/ 300041 h 2824166"/>
                  <a:gd name="csX11" fmla="*/ 133350 w 714375"/>
                  <a:gd name="csY11" fmla="*/ 247653 h 2824166"/>
                  <a:gd name="csX12" fmla="*/ 152400 w 714375"/>
                  <a:gd name="csY12" fmla="*/ 209553 h 2824166"/>
                  <a:gd name="csX13" fmla="*/ 171450 w 714375"/>
                  <a:gd name="csY13" fmla="*/ 176216 h 2824166"/>
                  <a:gd name="csX14" fmla="*/ 238125 w 714375"/>
                  <a:gd name="csY14" fmla="*/ 114303 h 2824166"/>
                  <a:gd name="csX15" fmla="*/ 257175 w 714375"/>
                  <a:gd name="csY15" fmla="*/ 90491 h 2824166"/>
                  <a:gd name="csX16" fmla="*/ 319087 w 714375"/>
                  <a:gd name="csY16" fmla="*/ 52391 h 2824166"/>
                  <a:gd name="csX17" fmla="*/ 333375 w 714375"/>
                  <a:gd name="csY17" fmla="*/ 42866 h 2824166"/>
                  <a:gd name="csX18" fmla="*/ 395287 w 714375"/>
                  <a:gd name="csY18" fmla="*/ 19053 h 2824166"/>
                  <a:gd name="csX19" fmla="*/ 404812 w 714375"/>
                  <a:gd name="csY19" fmla="*/ 4766 h 2824166"/>
                  <a:gd name="csX20" fmla="*/ 485775 w 714375"/>
                  <a:gd name="csY20" fmla="*/ 14291 h 2824166"/>
                  <a:gd name="csX21" fmla="*/ 552450 w 714375"/>
                  <a:gd name="csY21" fmla="*/ 85728 h 2824166"/>
                  <a:gd name="csX22" fmla="*/ 571500 w 714375"/>
                  <a:gd name="csY22" fmla="*/ 114303 h 2824166"/>
                  <a:gd name="csX23" fmla="*/ 581025 w 714375"/>
                  <a:gd name="csY23" fmla="*/ 157166 h 2824166"/>
                  <a:gd name="csX24" fmla="*/ 595312 w 714375"/>
                  <a:gd name="csY24" fmla="*/ 219078 h 2824166"/>
                  <a:gd name="csX25" fmla="*/ 600075 w 714375"/>
                  <a:gd name="csY25" fmla="*/ 276228 h 2824166"/>
                  <a:gd name="csX26" fmla="*/ 607884 w 714375"/>
                  <a:gd name="csY26" fmla="*/ 319113 h 2824166"/>
                  <a:gd name="csX27" fmla="*/ 623887 w 714375"/>
                  <a:gd name="csY27" fmla="*/ 376241 h 2824166"/>
                  <a:gd name="csX28" fmla="*/ 628650 w 714375"/>
                  <a:gd name="csY28" fmla="*/ 390528 h 2824166"/>
                  <a:gd name="csX29" fmla="*/ 634699 w 714375"/>
                  <a:gd name="csY29" fmla="*/ 438153 h 2824166"/>
                  <a:gd name="csX30" fmla="*/ 648986 w 714375"/>
                  <a:gd name="csY30" fmla="*/ 491850 h 2824166"/>
                  <a:gd name="csX31" fmla="*/ 666750 w 714375"/>
                  <a:gd name="csY31" fmla="*/ 633416 h 2824166"/>
                  <a:gd name="csX32" fmla="*/ 671512 w 714375"/>
                  <a:gd name="csY32" fmla="*/ 657228 h 2824166"/>
                  <a:gd name="csX33" fmla="*/ 685800 w 714375"/>
                  <a:gd name="csY33" fmla="*/ 719141 h 2824166"/>
                  <a:gd name="csX34" fmla="*/ 704850 w 714375"/>
                  <a:gd name="csY34" fmla="*/ 971553 h 2824166"/>
                  <a:gd name="csX35" fmla="*/ 714375 w 714375"/>
                  <a:gd name="csY35" fmla="*/ 1085853 h 2824166"/>
                  <a:gd name="csX36" fmla="*/ 709612 w 714375"/>
                  <a:gd name="csY36" fmla="*/ 1214441 h 2824166"/>
                  <a:gd name="csX37" fmla="*/ 704850 w 714375"/>
                  <a:gd name="csY37" fmla="*/ 1247778 h 2824166"/>
                  <a:gd name="csX38" fmla="*/ 695325 w 714375"/>
                  <a:gd name="csY38" fmla="*/ 1628778 h 2824166"/>
                  <a:gd name="csX39" fmla="*/ 685800 w 714375"/>
                  <a:gd name="csY39" fmla="*/ 1685928 h 2824166"/>
                  <a:gd name="csX40" fmla="*/ 657225 w 714375"/>
                  <a:gd name="csY40" fmla="*/ 1757366 h 2824166"/>
                  <a:gd name="csX41" fmla="*/ 647700 w 714375"/>
                  <a:gd name="csY41" fmla="*/ 1785941 h 2824166"/>
                  <a:gd name="csX42" fmla="*/ 676297 w 714375"/>
                  <a:gd name="csY42" fmla="*/ 1867333 h 2824166"/>
                  <a:gd name="csX43" fmla="*/ 666750 w 714375"/>
                  <a:gd name="csY43" fmla="*/ 1909766 h 2824166"/>
                  <a:gd name="csX44" fmla="*/ 671512 w 714375"/>
                  <a:gd name="csY44" fmla="*/ 1938341 h 2824166"/>
                  <a:gd name="csX45" fmla="*/ 661987 w 714375"/>
                  <a:gd name="csY45" fmla="*/ 2271716 h 2824166"/>
                  <a:gd name="csX46" fmla="*/ 652462 w 714375"/>
                  <a:gd name="csY46" fmla="*/ 2295528 h 2824166"/>
                  <a:gd name="csX47" fmla="*/ 647700 w 714375"/>
                  <a:gd name="csY47" fmla="*/ 2319341 h 2824166"/>
                  <a:gd name="csX48" fmla="*/ 652462 w 714375"/>
                  <a:gd name="csY48" fmla="*/ 2371728 h 2824166"/>
                  <a:gd name="csX49" fmla="*/ 657225 w 714375"/>
                  <a:gd name="csY49" fmla="*/ 2400303 h 2824166"/>
                  <a:gd name="csX50" fmla="*/ 647700 w 714375"/>
                  <a:gd name="csY50" fmla="*/ 2438403 h 2824166"/>
                  <a:gd name="csX51" fmla="*/ 638175 w 714375"/>
                  <a:gd name="csY51" fmla="*/ 2471741 h 2824166"/>
                  <a:gd name="csX52" fmla="*/ 633412 w 714375"/>
                  <a:gd name="csY52" fmla="*/ 2509841 h 2824166"/>
                  <a:gd name="csX53" fmla="*/ 623887 w 714375"/>
                  <a:gd name="csY53" fmla="*/ 2528891 h 2824166"/>
                  <a:gd name="csX54" fmla="*/ 619125 w 714375"/>
                  <a:gd name="csY54" fmla="*/ 2547941 h 2824166"/>
                  <a:gd name="csX55" fmla="*/ 609600 w 714375"/>
                  <a:gd name="csY55" fmla="*/ 2571753 h 2824166"/>
                  <a:gd name="csX56" fmla="*/ 604837 w 714375"/>
                  <a:gd name="csY56" fmla="*/ 2652716 h 2824166"/>
                  <a:gd name="csX57" fmla="*/ 581025 w 714375"/>
                  <a:gd name="csY57" fmla="*/ 2662241 h 2824166"/>
                  <a:gd name="csX58" fmla="*/ 576262 w 714375"/>
                  <a:gd name="csY58" fmla="*/ 2676528 h 2824166"/>
                  <a:gd name="csX59" fmla="*/ 552450 w 714375"/>
                  <a:gd name="csY59" fmla="*/ 2695578 h 2824166"/>
                  <a:gd name="csX60" fmla="*/ 547687 w 714375"/>
                  <a:gd name="csY60" fmla="*/ 2714628 h 2824166"/>
                  <a:gd name="csX61" fmla="*/ 542925 w 714375"/>
                  <a:gd name="csY61" fmla="*/ 2728916 h 2824166"/>
                  <a:gd name="csX62" fmla="*/ 538162 w 714375"/>
                  <a:gd name="csY62" fmla="*/ 2776541 h 2824166"/>
                  <a:gd name="csX63" fmla="*/ 495300 w 714375"/>
                  <a:gd name="csY63" fmla="*/ 2809878 h 2824166"/>
                  <a:gd name="csX64" fmla="*/ 481012 w 714375"/>
                  <a:gd name="csY64" fmla="*/ 2819403 h 2824166"/>
                  <a:gd name="csX65" fmla="*/ 447675 w 714375"/>
                  <a:gd name="csY65" fmla="*/ 2824166 h 2824166"/>
                  <a:gd name="csX66" fmla="*/ 404812 w 714375"/>
                  <a:gd name="csY66" fmla="*/ 2819403 h 2824166"/>
                  <a:gd name="csX67" fmla="*/ 390525 w 714375"/>
                  <a:gd name="csY67" fmla="*/ 2814641 h 2824166"/>
                  <a:gd name="csX68" fmla="*/ 357187 w 714375"/>
                  <a:gd name="csY68" fmla="*/ 2805116 h 2824166"/>
                  <a:gd name="csX69" fmla="*/ 352425 w 714375"/>
                  <a:gd name="csY69" fmla="*/ 2786066 h 2824166"/>
                  <a:gd name="csX70" fmla="*/ 347662 w 714375"/>
                  <a:gd name="csY70" fmla="*/ 2762253 h 2824166"/>
                  <a:gd name="csX71" fmla="*/ 338137 w 714375"/>
                  <a:gd name="csY71" fmla="*/ 2743203 h 2824166"/>
                  <a:gd name="csX72" fmla="*/ 338137 w 714375"/>
                  <a:gd name="csY72" fmla="*/ 2662241 h 2824166"/>
                  <a:gd name="csX0" fmla="*/ 0 w 714375"/>
                  <a:gd name="csY0" fmla="*/ 828678 h 2824166"/>
                  <a:gd name="csX1" fmla="*/ 23812 w 714375"/>
                  <a:gd name="csY1" fmla="*/ 785816 h 2824166"/>
                  <a:gd name="csX2" fmla="*/ 38100 w 714375"/>
                  <a:gd name="csY2" fmla="*/ 742953 h 2824166"/>
                  <a:gd name="csX3" fmla="*/ 42862 w 714375"/>
                  <a:gd name="csY3" fmla="*/ 723903 h 2824166"/>
                  <a:gd name="csX4" fmla="*/ 57150 w 714375"/>
                  <a:gd name="csY4" fmla="*/ 704853 h 2824166"/>
                  <a:gd name="csX5" fmla="*/ 61912 w 714375"/>
                  <a:gd name="csY5" fmla="*/ 676278 h 2824166"/>
                  <a:gd name="csX6" fmla="*/ 47625 w 714375"/>
                  <a:gd name="csY6" fmla="*/ 542928 h 2824166"/>
                  <a:gd name="csX7" fmla="*/ 57150 w 714375"/>
                  <a:gd name="csY7" fmla="*/ 457203 h 2824166"/>
                  <a:gd name="csX8" fmla="*/ 71437 w 714375"/>
                  <a:gd name="csY8" fmla="*/ 409578 h 2824166"/>
                  <a:gd name="csX9" fmla="*/ 85725 w 714375"/>
                  <a:gd name="csY9" fmla="*/ 342903 h 2824166"/>
                  <a:gd name="csX10" fmla="*/ 95250 w 714375"/>
                  <a:gd name="csY10" fmla="*/ 300041 h 2824166"/>
                  <a:gd name="csX11" fmla="*/ 133350 w 714375"/>
                  <a:gd name="csY11" fmla="*/ 247653 h 2824166"/>
                  <a:gd name="csX12" fmla="*/ 152400 w 714375"/>
                  <a:gd name="csY12" fmla="*/ 209553 h 2824166"/>
                  <a:gd name="csX13" fmla="*/ 171450 w 714375"/>
                  <a:gd name="csY13" fmla="*/ 176216 h 2824166"/>
                  <a:gd name="csX14" fmla="*/ 238125 w 714375"/>
                  <a:gd name="csY14" fmla="*/ 114303 h 2824166"/>
                  <a:gd name="csX15" fmla="*/ 257175 w 714375"/>
                  <a:gd name="csY15" fmla="*/ 90491 h 2824166"/>
                  <a:gd name="csX16" fmla="*/ 319087 w 714375"/>
                  <a:gd name="csY16" fmla="*/ 52391 h 2824166"/>
                  <a:gd name="csX17" fmla="*/ 333375 w 714375"/>
                  <a:gd name="csY17" fmla="*/ 42866 h 2824166"/>
                  <a:gd name="csX18" fmla="*/ 395287 w 714375"/>
                  <a:gd name="csY18" fmla="*/ 19053 h 2824166"/>
                  <a:gd name="csX19" fmla="*/ 404812 w 714375"/>
                  <a:gd name="csY19" fmla="*/ 4766 h 2824166"/>
                  <a:gd name="csX20" fmla="*/ 485775 w 714375"/>
                  <a:gd name="csY20" fmla="*/ 14291 h 2824166"/>
                  <a:gd name="csX21" fmla="*/ 552450 w 714375"/>
                  <a:gd name="csY21" fmla="*/ 85728 h 2824166"/>
                  <a:gd name="csX22" fmla="*/ 571500 w 714375"/>
                  <a:gd name="csY22" fmla="*/ 114303 h 2824166"/>
                  <a:gd name="csX23" fmla="*/ 581025 w 714375"/>
                  <a:gd name="csY23" fmla="*/ 157166 h 2824166"/>
                  <a:gd name="csX24" fmla="*/ 595312 w 714375"/>
                  <a:gd name="csY24" fmla="*/ 219078 h 2824166"/>
                  <a:gd name="csX25" fmla="*/ 600075 w 714375"/>
                  <a:gd name="csY25" fmla="*/ 276228 h 2824166"/>
                  <a:gd name="csX26" fmla="*/ 607884 w 714375"/>
                  <a:gd name="csY26" fmla="*/ 319113 h 2824166"/>
                  <a:gd name="csX27" fmla="*/ 623887 w 714375"/>
                  <a:gd name="csY27" fmla="*/ 376241 h 2824166"/>
                  <a:gd name="csX28" fmla="*/ 628650 w 714375"/>
                  <a:gd name="csY28" fmla="*/ 390528 h 2824166"/>
                  <a:gd name="csX29" fmla="*/ 634699 w 714375"/>
                  <a:gd name="csY29" fmla="*/ 438153 h 2824166"/>
                  <a:gd name="csX30" fmla="*/ 648986 w 714375"/>
                  <a:gd name="csY30" fmla="*/ 491850 h 2824166"/>
                  <a:gd name="csX31" fmla="*/ 666750 w 714375"/>
                  <a:gd name="csY31" fmla="*/ 633416 h 2824166"/>
                  <a:gd name="csX32" fmla="*/ 671512 w 714375"/>
                  <a:gd name="csY32" fmla="*/ 657228 h 2824166"/>
                  <a:gd name="csX33" fmla="*/ 685800 w 714375"/>
                  <a:gd name="csY33" fmla="*/ 719141 h 2824166"/>
                  <a:gd name="csX34" fmla="*/ 704850 w 714375"/>
                  <a:gd name="csY34" fmla="*/ 971553 h 2824166"/>
                  <a:gd name="csX35" fmla="*/ 714375 w 714375"/>
                  <a:gd name="csY35" fmla="*/ 1085853 h 2824166"/>
                  <a:gd name="csX36" fmla="*/ 709612 w 714375"/>
                  <a:gd name="csY36" fmla="*/ 1214441 h 2824166"/>
                  <a:gd name="csX37" fmla="*/ 704850 w 714375"/>
                  <a:gd name="csY37" fmla="*/ 1247778 h 2824166"/>
                  <a:gd name="csX38" fmla="*/ 695325 w 714375"/>
                  <a:gd name="csY38" fmla="*/ 1628778 h 2824166"/>
                  <a:gd name="csX39" fmla="*/ 685800 w 714375"/>
                  <a:gd name="csY39" fmla="*/ 1685928 h 2824166"/>
                  <a:gd name="csX40" fmla="*/ 657225 w 714375"/>
                  <a:gd name="csY40" fmla="*/ 1757366 h 2824166"/>
                  <a:gd name="csX41" fmla="*/ 671535 w 714375"/>
                  <a:gd name="csY41" fmla="*/ 1788108 h 2824166"/>
                  <a:gd name="csX42" fmla="*/ 676297 w 714375"/>
                  <a:gd name="csY42" fmla="*/ 1867333 h 2824166"/>
                  <a:gd name="csX43" fmla="*/ 666750 w 714375"/>
                  <a:gd name="csY43" fmla="*/ 1909766 h 2824166"/>
                  <a:gd name="csX44" fmla="*/ 671512 w 714375"/>
                  <a:gd name="csY44" fmla="*/ 1938341 h 2824166"/>
                  <a:gd name="csX45" fmla="*/ 661987 w 714375"/>
                  <a:gd name="csY45" fmla="*/ 2271716 h 2824166"/>
                  <a:gd name="csX46" fmla="*/ 652462 w 714375"/>
                  <a:gd name="csY46" fmla="*/ 2295528 h 2824166"/>
                  <a:gd name="csX47" fmla="*/ 647700 w 714375"/>
                  <a:gd name="csY47" fmla="*/ 2319341 h 2824166"/>
                  <a:gd name="csX48" fmla="*/ 652462 w 714375"/>
                  <a:gd name="csY48" fmla="*/ 2371728 h 2824166"/>
                  <a:gd name="csX49" fmla="*/ 657225 w 714375"/>
                  <a:gd name="csY49" fmla="*/ 2400303 h 2824166"/>
                  <a:gd name="csX50" fmla="*/ 647700 w 714375"/>
                  <a:gd name="csY50" fmla="*/ 2438403 h 2824166"/>
                  <a:gd name="csX51" fmla="*/ 638175 w 714375"/>
                  <a:gd name="csY51" fmla="*/ 2471741 h 2824166"/>
                  <a:gd name="csX52" fmla="*/ 633412 w 714375"/>
                  <a:gd name="csY52" fmla="*/ 2509841 h 2824166"/>
                  <a:gd name="csX53" fmla="*/ 623887 w 714375"/>
                  <a:gd name="csY53" fmla="*/ 2528891 h 2824166"/>
                  <a:gd name="csX54" fmla="*/ 619125 w 714375"/>
                  <a:gd name="csY54" fmla="*/ 2547941 h 2824166"/>
                  <a:gd name="csX55" fmla="*/ 609600 w 714375"/>
                  <a:gd name="csY55" fmla="*/ 2571753 h 2824166"/>
                  <a:gd name="csX56" fmla="*/ 604837 w 714375"/>
                  <a:gd name="csY56" fmla="*/ 2652716 h 2824166"/>
                  <a:gd name="csX57" fmla="*/ 581025 w 714375"/>
                  <a:gd name="csY57" fmla="*/ 2662241 h 2824166"/>
                  <a:gd name="csX58" fmla="*/ 576262 w 714375"/>
                  <a:gd name="csY58" fmla="*/ 2676528 h 2824166"/>
                  <a:gd name="csX59" fmla="*/ 552450 w 714375"/>
                  <a:gd name="csY59" fmla="*/ 2695578 h 2824166"/>
                  <a:gd name="csX60" fmla="*/ 547687 w 714375"/>
                  <a:gd name="csY60" fmla="*/ 2714628 h 2824166"/>
                  <a:gd name="csX61" fmla="*/ 542925 w 714375"/>
                  <a:gd name="csY61" fmla="*/ 2728916 h 2824166"/>
                  <a:gd name="csX62" fmla="*/ 538162 w 714375"/>
                  <a:gd name="csY62" fmla="*/ 2776541 h 2824166"/>
                  <a:gd name="csX63" fmla="*/ 495300 w 714375"/>
                  <a:gd name="csY63" fmla="*/ 2809878 h 2824166"/>
                  <a:gd name="csX64" fmla="*/ 481012 w 714375"/>
                  <a:gd name="csY64" fmla="*/ 2819403 h 2824166"/>
                  <a:gd name="csX65" fmla="*/ 447675 w 714375"/>
                  <a:gd name="csY65" fmla="*/ 2824166 h 2824166"/>
                  <a:gd name="csX66" fmla="*/ 404812 w 714375"/>
                  <a:gd name="csY66" fmla="*/ 2819403 h 2824166"/>
                  <a:gd name="csX67" fmla="*/ 390525 w 714375"/>
                  <a:gd name="csY67" fmla="*/ 2814641 h 2824166"/>
                  <a:gd name="csX68" fmla="*/ 357187 w 714375"/>
                  <a:gd name="csY68" fmla="*/ 2805116 h 2824166"/>
                  <a:gd name="csX69" fmla="*/ 352425 w 714375"/>
                  <a:gd name="csY69" fmla="*/ 2786066 h 2824166"/>
                  <a:gd name="csX70" fmla="*/ 347662 w 714375"/>
                  <a:gd name="csY70" fmla="*/ 2762253 h 2824166"/>
                  <a:gd name="csX71" fmla="*/ 338137 w 714375"/>
                  <a:gd name="csY71" fmla="*/ 2743203 h 2824166"/>
                  <a:gd name="csX72" fmla="*/ 338137 w 714375"/>
                  <a:gd name="csY72" fmla="*/ 2662241 h 2824166"/>
                  <a:gd name="csX0" fmla="*/ 0 w 714375"/>
                  <a:gd name="csY0" fmla="*/ 828678 h 2824166"/>
                  <a:gd name="csX1" fmla="*/ 23812 w 714375"/>
                  <a:gd name="csY1" fmla="*/ 785816 h 2824166"/>
                  <a:gd name="csX2" fmla="*/ 38100 w 714375"/>
                  <a:gd name="csY2" fmla="*/ 742953 h 2824166"/>
                  <a:gd name="csX3" fmla="*/ 42862 w 714375"/>
                  <a:gd name="csY3" fmla="*/ 723903 h 2824166"/>
                  <a:gd name="csX4" fmla="*/ 57150 w 714375"/>
                  <a:gd name="csY4" fmla="*/ 704853 h 2824166"/>
                  <a:gd name="csX5" fmla="*/ 61912 w 714375"/>
                  <a:gd name="csY5" fmla="*/ 676278 h 2824166"/>
                  <a:gd name="csX6" fmla="*/ 47625 w 714375"/>
                  <a:gd name="csY6" fmla="*/ 542928 h 2824166"/>
                  <a:gd name="csX7" fmla="*/ 57150 w 714375"/>
                  <a:gd name="csY7" fmla="*/ 457203 h 2824166"/>
                  <a:gd name="csX8" fmla="*/ 71437 w 714375"/>
                  <a:gd name="csY8" fmla="*/ 409578 h 2824166"/>
                  <a:gd name="csX9" fmla="*/ 85725 w 714375"/>
                  <a:gd name="csY9" fmla="*/ 342903 h 2824166"/>
                  <a:gd name="csX10" fmla="*/ 95250 w 714375"/>
                  <a:gd name="csY10" fmla="*/ 300041 h 2824166"/>
                  <a:gd name="csX11" fmla="*/ 133350 w 714375"/>
                  <a:gd name="csY11" fmla="*/ 247653 h 2824166"/>
                  <a:gd name="csX12" fmla="*/ 152400 w 714375"/>
                  <a:gd name="csY12" fmla="*/ 209553 h 2824166"/>
                  <a:gd name="csX13" fmla="*/ 171450 w 714375"/>
                  <a:gd name="csY13" fmla="*/ 176216 h 2824166"/>
                  <a:gd name="csX14" fmla="*/ 238125 w 714375"/>
                  <a:gd name="csY14" fmla="*/ 114303 h 2824166"/>
                  <a:gd name="csX15" fmla="*/ 257175 w 714375"/>
                  <a:gd name="csY15" fmla="*/ 90491 h 2824166"/>
                  <a:gd name="csX16" fmla="*/ 319087 w 714375"/>
                  <a:gd name="csY16" fmla="*/ 52391 h 2824166"/>
                  <a:gd name="csX17" fmla="*/ 333375 w 714375"/>
                  <a:gd name="csY17" fmla="*/ 42866 h 2824166"/>
                  <a:gd name="csX18" fmla="*/ 395287 w 714375"/>
                  <a:gd name="csY18" fmla="*/ 19053 h 2824166"/>
                  <a:gd name="csX19" fmla="*/ 404812 w 714375"/>
                  <a:gd name="csY19" fmla="*/ 4766 h 2824166"/>
                  <a:gd name="csX20" fmla="*/ 485775 w 714375"/>
                  <a:gd name="csY20" fmla="*/ 14291 h 2824166"/>
                  <a:gd name="csX21" fmla="*/ 552450 w 714375"/>
                  <a:gd name="csY21" fmla="*/ 85728 h 2824166"/>
                  <a:gd name="csX22" fmla="*/ 571500 w 714375"/>
                  <a:gd name="csY22" fmla="*/ 114303 h 2824166"/>
                  <a:gd name="csX23" fmla="*/ 581025 w 714375"/>
                  <a:gd name="csY23" fmla="*/ 157166 h 2824166"/>
                  <a:gd name="csX24" fmla="*/ 595312 w 714375"/>
                  <a:gd name="csY24" fmla="*/ 219078 h 2824166"/>
                  <a:gd name="csX25" fmla="*/ 600075 w 714375"/>
                  <a:gd name="csY25" fmla="*/ 276228 h 2824166"/>
                  <a:gd name="csX26" fmla="*/ 607884 w 714375"/>
                  <a:gd name="csY26" fmla="*/ 319113 h 2824166"/>
                  <a:gd name="csX27" fmla="*/ 623887 w 714375"/>
                  <a:gd name="csY27" fmla="*/ 376241 h 2824166"/>
                  <a:gd name="csX28" fmla="*/ 628650 w 714375"/>
                  <a:gd name="csY28" fmla="*/ 390528 h 2824166"/>
                  <a:gd name="csX29" fmla="*/ 634699 w 714375"/>
                  <a:gd name="csY29" fmla="*/ 438153 h 2824166"/>
                  <a:gd name="csX30" fmla="*/ 648986 w 714375"/>
                  <a:gd name="csY30" fmla="*/ 491850 h 2824166"/>
                  <a:gd name="csX31" fmla="*/ 666750 w 714375"/>
                  <a:gd name="csY31" fmla="*/ 633416 h 2824166"/>
                  <a:gd name="csX32" fmla="*/ 671512 w 714375"/>
                  <a:gd name="csY32" fmla="*/ 657228 h 2824166"/>
                  <a:gd name="csX33" fmla="*/ 685800 w 714375"/>
                  <a:gd name="csY33" fmla="*/ 719141 h 2824166"/>
                  <a:gd name="csX34" fmla="*/ 704850 w 714375"/>
                  <a:gd name="csY34" fmla="*/ 971553 h 2824166"/>
                  <a:gd name="csX35" fmla="*/ 714375 w 714375"/>
                  <a:gd name="csY35" fmla="*/ 1085853 h 2824166"/>
                  <a:gd name="csX36" fmla="*/ 709612 w 714375"/>
                  <a:gd name="csY36" fmla="*/ 1214441 h 2824166"/>
                  <a:gd name="csX37" fmla="*/ 704850 w 714375"/>
                  <a:gd name="csY37" fmla="*/ 1247778 h 2824166"/>
                  <a:gd name="csX38" fmla="*/ 695325 w 714375"/>
                  <a:gd name="csY38" fmla="*/ 1628778 h 2824166"/>
                  <a:gd name="csX39" fmla="*/ 685800 w 714375"/>
                  <a:gd name="csY39" fmla="*/ 1685928 h 2824166"/>
                  <a:gd name="csX40" fmla="*/ 672393 w 714375"/>
                  <a:gd name="csY40" fmla="*/ 1750865 h 2824166"/>
                  <a:gd name="csX41" fmla="*/ 671535 w 714375"/>
                  <a:gd name="csY41" fmla="*/ 1788108 h 2824166"/>
                  <a:gd name="csX42" fmla="*/ 676297 w 714375"/>
                  <a:gd name="csY42" fmla="*/ 1867333 h 2824166"/>
                  <a:gd name="csX43" fmla="*/ 666750 w 714375"/>
                  <a:gd name="csY43" fmla="*/ 1909766 h 2824166"/>
                  <a:gd name="csX44" fmla="*/ 671512 w 714375"/>
                  <a:gd name="csY44" fmla="*/ 1938341 h 2824166"/>
                  <a:gd name="csX45" fmla="*/ 661987 w 714375"/>
                  <a:gd name="csY45" fmla="*/ 2271716 h 2824166"/>
                  <a:gd name="csX46" fmla="*/ 652462 w 714375"/>
                  <a:gd name="csY46" fmla="*/ 2295528 h 2824166"/>
                  <a:gd name="csX47" fmla="*/ 647700 w 714375"/>
                  <a:gd name="csY47" fmla="*/ 2319341 h 2824166"/>
                  <a:gd name="csX48" fmla="*/ 652462 w 714375"/>
                  <a:gd name="csY48" fmla="*/ 2371728 h 2824166"/>
                  <a:gd name="csX49" fmla="*/ 657225 w 714375"/>
                  <a:gd name="csY49" fmla="*/ 2400303 h 2824166"/>
                  <a:gd name="csX50" fmla="*/ 647700 w 714375"/>
                  <a:gd name="csY50" fmla="*/ 2438403 h 2824166"/>
                  <a:gd name="csX51" fmla="*/ 638175 w 714375"/>
                  <a:gd name="csY51" fmla="*/ 2471741 h 2824166"/>
                  <a:gd name="csX52" fmla="*/ 633412 w 714375"/>
                  <a:gd name="csY52" fmla="*/ 2509841 h 2824166"/>
                  <a:gd name="csX53" fmla="*/ 623887 w 714375"/>
                  <a:gd name="csY53" fmla="*/ 2528891 h 2824166"/>
                  <a:gd name="csX54" fmla="*/ 619125 w 714375"/>
                  <a:gd name="csY54" fmla="*/ 2547941 h 2824166"/>
                  <a:gd name="csX55" fmla="*/ 609600 w 714375"/>
                  <a:gd name="csY55" fmla="*/ 2571753 h 2824166"/>
                  <a:gd name="csX56" fmla="*/ 604837 w 714375"/>
                  <a:gd name="csY56" fmla="*/ 2652716 h 2824166"/>
                  <a:gd name="csX57" fmla="*/ 581025 w 714375"/>
                  <a:gd name="csY57" fmla="*/ 2662241 h 2824166"/>
                  <a:gd name="csX58" fmla="*/ 576262 w 714375"/>
                  <a:gd name="csY58" fmla="*/ 2676528 h 2824166"/>
                  <a:gd name="csX59" fmla="*/ 552450 w 714375"/>
                  <a:gd name="csY59" fmla="*/ 2695578 h 2824166"/>
                  <a:gd name="csX60" fmla="*/ 547687 w 714375"/>
                  <a:gd name="csY60" fmla="*/ 2714628 h 2824166"/>
                  <a:gd name="csX61" fmla="*/ 542925 w 714375"/>
                  <a:gd name="csY61" fmla="*/ 2728916 h 2824166"/>
                  <a:gd name="csX62" fmla="*/ 538162 w 714375"/>
                  <a:gd name="csY62" fmla="*/ 2776541 h 2824166"/>
                  <a:gd name="csX63" fmla="*/ 495300 w 714375"/>
                  <a:gd name="csY63" fmla="*/ 2809878 h 2824166"/>
                  <a:gd name="csX64" fmla="*/ 481012 w 714375"/>
                  <a:gd name="csY64" fmla="*/ 2819403 h 2824166"/>
                  <a:gd name="csX65" fmla="*/ 447675 w 714375"/>
                  <a:gd name="csY65" fmla="*/ 2824166 h 2824166"/>
                  <a:gd name="csX66" fmla="*/ 404812 w 714375"/>
                  <a:gd name="csY66" fmla="*/ 2819403 h 2824166"/>
                  <a:gd name="csX67" fmla="*/ 390525 w 714375"/>
                  <a:gd name="csY67" fmla="*/ 2814641 h 2824166"/>
                  <a:gd name="csX68" fmla="*/ 357187 w 714375"/>
                  <a:gd name="csY68" fmla="*/ 2805116 h 2824166"/>
                  <a:gd name="csX69" fmla="*/ 352425 w 714375"/>
                  <a:gd name="csY69" fmla="*/ 2786066 h 2824166"/>
                  <a:gd name="csX70" fmla="*/ 347662 w 714375"/>
                  <a:gd name="csY70" fmla="*/ 2762253 h 2824166"/>
                  <a:gd name="csX71" fmla="*/ 338137 w 714375"/>
                  <a:gd name="csY71" fmla="*/ 2743203 h 2824166"/>
                  <a:gd name="csX72" fmla="*/ 338137 w 714375"/>
                  <a:gd name="csY72" fmla="*/ 2662241 h 2824166"/>
                  <a:gd name="csX0" fmla="*/ 0 w 714375"/>
                  <a:gd name="csY0" fmla="*/ 828678 h 2824166"/>
                  <a:gd name="csX1" fmla="*/ 23812 w 714375"/>
                  <a:gd name="csY1" fmla="*/ 785816 h 2824166"/>
                  <a:gd name="csX2" fmla="*/ 38100 w 714375"/>
                  <a:gd name="csY2" fmla="*/ 742953 h 2824166"/>
                  <a:gd name="csX3" fmla="*/ 42862 w 714375"/>
                  <a:gd name="csY3" fmla="*/ 723903 h 2824166"/>
                  <a:gd name="csX4" fmla="*/ 57150 w 714375"/>
                  <a:gd name="csY4" fmla="*/ 704853 h 2824166"/>
                  <a:gd name="csX5" fmla="*/ 61912 w 714375"/>
                  <a:gd name="csY5" fmla="*/ 676278 h 2824166"/>
                  <a:gd name="csX6" fmla="*/ 47625 w 714375"/>
                  <a:gd name="csY6" fmla="*/ 542928 h 2824166"/>
                  <a:gd name="csX7" fmla="*/ 57150 w 714375"/>
                  <a:gd name="csY7" fmla="*/ 457203 h 2824166"/>
                  <a:gd name="csX8" fmla="*/ 71437 w 714375"/>
                  <a:gd name="csY8" fmla="*/ 409578 h 2824166"/>
                  <a:gd name="csX9" fmla="*/ 85725 w 714375"/>
                  <a:gd name="csY9" fmla="*/ 342903 h 2824166"/>
                  <a:gd name="csX10" fmla="*/ 95250 w 714375"/>
                  <a:gd name="csY10" fmla="*/ 300041 h 2824166"/>
                  <a:gd name="csX11" fmla="*/ 133350 w 714375"/>
                  <a:gd name="csY11" fmla="*/ 247653 h 2824166"/>
                  <a:gd name="csX12" fmla="*/ 152400 w 714375"/>
                  <a:gd name="csY12" fmla="*/ 209553 h 2824166"/>
                  <a:gd name="csX13" fmla="*/ 171450 w 714375"/>
                  <a:gd name="csY13" fmla="*/ 176216 h 2824166"/>
                  <a:gd name="csX14" fmla="*/ 238125 w 714375"/>
                  <a:gd name="csY14" fmla="*/ 114303 h 2824166"/>
                  <a:gd name="csX15" fmla="*/ 257175 w 714375"/>
                  <a:gd name="csY15" fmla="*/ 90491 h 2824166"/>
                  <a:gd name="csX16" fmla="*/ 319087 w 714375"/>
                  <a:gd name="csY16" fmla="*/ 52391 h 2824166"/>
                  <a:gd name="csX17" fmla="*/ 333375 w 714375"/>
                  <a:gd name="csY17" fmla="*/ 42866 h 2824166"/>
                  <a:gd name="csX18" fmla="*/ 395287 w 714375"/>
                  <a:gd name="csY18" fmla="*/ 19053 h 2824166"/>
                  <a:gd name="csX19" fmla="*/ 404812 w 714375"/>
                  <a:gd name="csY19" fmla="*/ 4766 h 2824166"/>
                  <a:gd name="csX20" fmla="*/ 485775 w 714375"/>
                  <a:gd name="csY20" fmla="*/ 14291 h 2824166"/>
                  <a:gd name="csX21" fmla="*/ 552450 w 714375"/>
                  <a:gd name="csY21" fmla="*/ 85728 h 2824166"/>
                  <a:gd name="csX22" fmla="*/ 571500 w 714375"/>
                  <a:gd name="csY22" fmla="*/ 114303 h 2824166"/>
                  <a:gd name="csX23" fmla="*/ 581025 w 714375"/>
                  <a:gd name="csY23" fmla="*/ 157166 h 2824166"/>
                  <a:gd name="csX24" fmla="*/ 595312 w 714375"/>
                  <a:gd name="csY24" fmla="*/ 219078 h 2824166"/>
                  <a:gd name="csX25" fmla="*/ 600075 w 714375"/>
                  <a:gd name="csY25" fmla="*/ 276228 h 2824166"/>
                  <a:gd name="csX26" fmla="*/ 607884 w 714375"/>
                  <a:gd name="csY26" fmla="*/ 319113 h 2824166"/>
                  <a:gd name="csX27" fmla="*/ 623887 w 714375"/>
                  <a:gd name="csY27" fmla="*/ 376241 h 2824166"/>
                  <a:gd name="csX28" fmla="*/ 628650 w 714375"/>
                  <a:gd name="csY28" fmla="*/ 390528 h 2824166"/>
                  <a:gd name="csX29" fmla="*/ 634699 w 714375"/>
                  <a:gd name="csY29" fmla="*/ 438153 h 2824166"/>
                  <a:gd name="csX30" fmla="*/ 648986 w 714375"/>
                  <a:gd name="csY30" fmla="*/ 491850 h 2824166"/>
                  <a:gd name="csX31" fmla="*/ 666750 w 714375"/>
                  <a:gd name="csY31" fmla="*/ 633416 h 2824166"/>
                  <a:gd name="csX32" fmla="*/ 671512 w 714375"/>
                  <a:gd name="csY32" fmla="*/ 657228 h 2824166"/>
                  <a:gd name="csX33" fmla="*/ 685800 w 714375"/>
                  <a:gd name="csY33" fmla="*/ 719141 h 2824166"/>
                  <a:gd name="csX34" fmla="*/ 704850 w 714375"/>
                  <a:gd name="csY34" fmla="*/ 971553 h 2824166"/>
                  <a:gd name="csX35" fmla="*/ 714375 w 714375"/>
                  <a:gd name="csY35" fmla="*/ 1085853 h 2824166"/>
                  <a:gd name="csX36" fmla="*/ 709612 w 714375"/>
                  <a:gd name="csY36" fmla="*/ 1214441 h 2824166"/>
                  <a:gd name="csX37" fmla="*/ 704850 w 714375"/>
                  <a:gd name="csY37" fmla="*/ 1247778 h 2824166"/>
                  <a:gd name="csX38" fmla="*/ 695325 w 714375"/>
                  <a:gd name="csY38" fmla="*/ 1628778 h 2824166"/>
                  <a:gd name="csX39" fmla="*/ 685800 w 714375"/>
                  <a:gd name="csY39" fmla="*/ 1685928 h 2824166"/>
                  <a:gd name="csX40" fmla="*/ 672393 w 714375"/>
                  <a:gd name="csY40" fmla="*/ 1750865 h 2824166"/>
                  <a:gd name="csX41" fmla="*/ 671535 w 714375"/>
                  <a:gd name="csY41" fmla="*/ 1788108 h 2824166"/>
                  <a:gd name="csX42" fmla="*/ 676297 w 714375"/>
                  <a:gd name="csY42" fmla="*/ 1867333 h 2824166"/>
                  <a:gd name="csX43" fmla="*/ 673251 w 714375"/>
                  <a:gd name="csY43" fmla="*/ 1907600 h 2824166"/>
                  <a:gd name="csX44" fmla="*/ 671512 w 714375"/>
                  <a:gd name="csY44" fmla="*/ 1938341 h 2824166"/>
                  <a:gd name="csX45" fmla="*/ 661987 w 714375"/>
                  <a:gd name="csY45" fmla="*/ 2271716 h 2824166"/>
                  <a:gd name="csX46" fmla="*/ 652462 w 714375"/>
                  <a:gd name="csY46" fmla="*/ 2295528 h 2824166"/>
                  <a:gd name="csX47" fmla="*/ 647700 w 714375"/>
                  <a:gd name="csY47" fmla="*/ 2319341 h 2824166"/>
                  <a:gd name="csX48" fmla="*/ 652462 w 714375"/>
                  <a:gd name="csY48" fmla="*/ 2371728 h 2824166"/>
                  <a:gd name="csX49" fmla="*/ 657225 w 714375"/>
                  <a:gd name="csY49" fmla="*/ 2400303 h 2824166"/>
                  <a:gd name="csX50" fmla="*/ 647700 w 714375"/>
                  <a:gd name="csY50" fmla="*/ 2438403 h 2824166"/>
                  <a:gd name="csX51" fmla="*/ 638175 w 714375"/>
                  <a:gd name="csY51" fmla="*/ 2471741 h 2824166"/>
                  <a:gd name="csX52" fmla="*/ 633412 w 714375"/>
                  <a:gd name="csY52" fmla="*/ 2509841 h 2824166"/>
                  <a:gd name="csX53" fmla="*/ 623887 w 714375"/>
                  <a:gd name="csY53" fmla="*/ 2528891 h 2824166"/>
                  <a:gd name="csX54" fmla="*/ 619125 w 714375"/>
                  <a:gd name="csY54" fmla="*/ 2547941 h 2824166"/>
                  <a:gd name="csX55" fmla="*/ 609600 w 714375"/>
                  <a:gd name="csY55" fmla="*/ 2571753 h 2824166"/>
                  <a:gd name="csX56" fmla="*/ 604837 w 714375"/>
                  <a:gd name="csY56" fmla="*/ 2652716 h 2824166"/>
                  <a:gd name="csX57" fmla="*/ 581025 w 714375"/>
                  <a:gd name="csY57" fmla="*/ 2662241 h 2824166"/>
                  <a:gd name="csX58" fmla="*/ 576262 w 714375"/>
                  <a:gd name="csY58" fmla="*/ 2676528 h 2824166"/>
                  <a:gd name="csX59" fmla="*/ 552450 w 714375"/>
                  <a:gd name="csY59" fmla="*/ 2695578 h 2824166"/>
                  <a:gd name="csX60" fmla="*/ 547687 w 714375"/>
                  <a:gd name="csY60" fmla="*/ 2714628 h 2824166"/>
                  <a:gd name="csX61" fmla="*/ 542925 w 714375"/>
                  <a:gd name="csY61" fmla="*/ 2728916 h 2824166"/>
                  <a:gd name="csX62" fmla="*/ 538162 w 714375"/>
                  <a:gd name="csY62" fmla="*/ 2776541 h 2824166"/>
                  <a:gd name="csX63" fmla="*/ 495300 w 714375"/>
                  <a:gd name="csY63" fmla="*/ 2809878 h 2824166"/>
                  <a:gd name="csX64" fmla="*/ 481012 w 714375"/>
                  <a:gd name="csY64" fmla="*/ 2819403 h 2824166"/>
                  <a:gd name="csX65" fmla="*/ 447675 w 714375"/>
                  <a:gd name="csY65" fmla="*/ 2824166 h 2824166"/>
                  <a:gd name="csX66" fmla="*/ 404812 w 714375"/>
                  <a:gd name="csY66" fmla="*/ 2819403 h 2824166"/>
                  <a:gd name="csX67" fmla="*/ 390525 w 714375"/>
                  <a:gd name="csY67" fmla="*/ 2814641 h 2824166"/>
                  <a:gd name="csX68" fmla="*/ 357187 w 714375"/>
                  <a:gd name="csY68" fmla="*/ 2805116 h 2824166"/>
                  <a:gd name="csX69" fmla="*/ 352425 w 714375"/>
                  <a:gd name="csY69" fmla="*/ 2786066 h 2824166"/>
                  <a:gd name="csX70" fmla="*/ 347662 w 714375"/>
                  <a:gd name="csY70" fmla="*/ 2762253 h 2824166"/>
                  <a:gd name="csX71" fmla="*/ 338137 w 714375"/>
                  <a:gd name="csY71" fmla="*/ 2743203 h 2824166"/>
                  <a:gd name="csX72" fmla="*/ 338137 w 714375"/>
                  <a:gd name="csY72" fmla="*/ 2662241 h 2824166"/>
                  <a:gd name="csX0" fmla="*/ 0 w 714375"/>
                  <a:gd name="csY0" fmla="*/ 828678 h 2824166"/>
                  <a:gd name="csX1" fmla="*/ 23812 w 714375"/>
                  <a:gd name="csY1" fmla="*/ 785816 h 2824166"/>
                  <a:gd name="csX2" fmla="*/ 38100 w 714375"/>
                  <a:gd name="csY2" fmla="*/ 742953 h 2824166"/>
                  <a:gd name="csX3" fmla="*/ 42862 w 714375"/>
                  <a:gd name="csY3" fmla="*/ 723903 h 2824166"/>
                  <a:gd name="csX4" fmla="*/ 57150 w 714375"/>
                  <a:gd name="csY4" fmla="*/ 704853 h 2824166"/>
                  <a:gd name="csX5" fmla="*/ 61912 w 714375"/>
                  <a:gd name="csY5" fmla="*/ 676278 h 2824166"/>
                  <a:gd name="csX6" fmla="*/ 47625 w 714375"/>
                  <a:gd name="csY6" fmla="*/ 542928 h 2824166"/>
                  <a:gd name="csX7" fmla="*/ 57150 w 714375"/>
                  <a:gd name="csY7" fmla="*/ 457203 h 2824166"/>
                  <a:gd name="csX8" fmla="*/ 71437 w 714375"/>
                  <a:gd name="csY8" fmla="*/ 409578 h 2824166"/>
                  <a:gd name="csX9" fmla="*/ 85725 w 714375"/>
                  <a:gd name="csY9" fmla="*/ 342903 h 2824166"/>
                  <a:gd name="csX10" fmla="*/ 95250 w 714375"/>
                  <a:gd name="csY10" fmla="*/ 300041 h 2824166"/>
                  <a:gd name="csX11" fmla="*/ 133350 w 714375"/>
                  <a:gd name="csY11" fmla="*/ 247653 h 2824166"/>
                  <a:gd name="csX12" fmla="*/ 152400 w 714375"/>
                  <a:gd name="csY12" fmla="*/ 209553 h 2824166"/>
                  <a:gd name="csX13" fmla="*/ 171450 w 714375"/>
                  <a:gd name="csY13" fmla="*/ 176216 h 2824166"/>
                  <a:gd name="csX14" fmla="*/ 238125 w 714375"/>
                  <a:gd name="csY14" fmla="*/ 114303 h 2824166"/>
                  <a:gd name="csX15" fmla="*/ 257175 w 714375"/>
                  <a:gd name="csY15" fmla="*/ 90491 h 2824166"/>
                  <a:gd name="csX16" fmla="*/ 319087 w 714375"/>
                  <a:gd name="csY16" fmla="*/ 52391 h 2824166"/>
                  <a:gd name="csX17" fmla="*/ 333375 w 714375"/>
                  <a:gd name="csY17" fmla="*/ 42866 h 2824166"/>
                  <a:gd name="csX18" fmla="*/ 395287 w 714375"/>
                  <a:gd name="csY18" fmla="*/ 19053 h 2824166"/>
                  <a:gd name="csX19" fmla="*/ 404812 w 714375"/>
                  <a:gd name="csY19" fmla="*/ 4766 h 2824166"/>
                  <a:gd name="csX20" fmla="*/ 485775 w 714375"/>
                  <a:gd name="csY20" fmla="*/ 14291 h 2824166"/>
                  <a:gd name="csX21" fmla="*/ 552450 w 714375"/>
                  <a:gd name="csY21" fmla="*/ 85728 h 2824166"/>
                  <a:gd name="csX22" fmla="*/ 571500 w 714375"/>
                  <a:gd name="csY22" fmla="*/ 114303 h 2824166"/>
                  <a:gd name="csX23" fmla="*/ 581025 w 714375"/>
                  <a:gd name="csY23" fmla="*/ 157166 h 2824166"/>
                  <a:gd name="csX24" fmla="*/ 595312 w 714375"/>
                  <a:gd name="csY24" fmla="*/ 219078 h 2824166"/>
                  <a:gd name="csX25" fmla="*/ 600075 w 714375"/>
                  <a:gd name="csY25" fmla="*/ 276228 h 2824166"/>
                  <a:gd name="csX26" fmla="*/ 607884 w 714375"/>
                  <a:gd name="csY26" fmla="*/ 319113 h 2824166"/>
                  <a:gd name="csX27" fmla="*/ 623887 w 714375"/>
                  <a:gd name="csY27" fmla="*/ 376241 h 2824166"/>
                  <a:gd name="csX28" fmla="*/ 628650 w 714375"/>
                  <a:gd name="csY28" fmla="*/ 390528 h 2824166"/>
                  <a:gd name="csX29" fmla="*/ 634699 w 714375"/>
                  <a:gd name="csY29" fmla="*/ 438153 h 2824166"/>
                  <a:gd name="csX30" fmla="*/ 648986 w 714375"/>
                  <a:gd name="csY30" fmla="*/ 491850 h 2824166"/>
                  <a:gd name="csX31" fmla="*/ 666750 w 714375"/>
                  <a:gd name="csY31" fmla="*/ 633416 h 2824166"/>
                  <a:gd name="csX32" fmla="*/ 671512 w 714375"/>
                  <a:gd name="csY32" fmla="*/ 657228 h 2824166"/>
                  <a:gd name="csX33" fmla="*/ 685800 w 714375"/>
                  <a:gd name="csY33" fmla="*/ 719141 h 2824166"/>
                  <a:gd name="csX34" fmla="*/ 704850 w 714375"/>
                  <a:gd name="csY34" fmla="*/ 971553 h 2824166"/>
                  <a:gd name="csX35" fmla="*/ 714375 w 714375"/>
                  <a:gd name="csY35" fmla="*/ 1085853 h 2824166"/>
                  <a:gd name="csX36" fmla="*/ 709612 w 714375"/>
                  <a:gd name="csY36" fmla="*/ 1214441 h 2824166"/>
                  <a:gd name="csX37" fmla="*/ 704850 w 714375"/>
                  <a:gd name="csY37" fmla="*/ 1247778 h 2824166"/>
                  <a:gd name="csX38" fmla="*/ 695325 w 714375"/>
                  <a:gd name="csY38" fmla="*/ 1628778 h 2824166"/>
                  <a:gd name="csX39" fmla="*/ 685800 w 714375"/>
                  <a:gd name="csY39" fmla="*/ 1685928 h 2824166"/>
                  <a:gd name="csX40" fmla="*/ 678893 w 714375"/>
                  <a:gd name="csY40" fmla="*/ 1750865 h 2824166"/>
                  <a:gd name="csX41" fmla="*/ 671535 w 714375"/>
                  <a:gd name="csY41" fmla="*/ 1788108 h 2824166"/>
                  <a:gd name="csX42" fmla="*/ 676297 w 714375"/>
                  <a:gd name="csY42" fmla="*/ 1867333 h 2824166"/>
                  <a:gd name="csX43" fmla="*/ 673251 w 714375"/>
                  <a:gd name="csY43" fmla="*/ 1907600 h 2824166"/>
                  <a:gd name="csX44" fmla="*/ 671512 w 714375"/>
                  <a:gd name="csY44" fmla="*/ 1938341 h 2824166"/>
                  <a:gd name="csX45" fmla="*/ 661987 w 714375"/>
                  <a:gd name="csY45" fmla="*/ 2271716 h 2824166"/>
                  <a:gd name="csX46" fmla="*/ 652462 w 714375"/>
                  <a:gd name="csY46" fmla="*/ 2295528 h 2824166"/>
                  <a:gd name="csX47" fmla="*/ 647700 w 714375"/>
                  <a:gd name="csY47" fmla="*/ 2319341 h 2824166"/>
                  <a:gd name="csX48" fmla="*/ 652462 w 714375"/>
                  <a:gd name="csY48" fmla="*/ 2371728 h 2824166"/>
                  <a:gd name="csX49" fmla="*/ 657225 w 714375"/>
                  <a:gd name="csY49" fmla="*/ 2400303 h 2824166"/>
                  <a:gd name="csX50" fmla="*/ 647700 w 714375"/>
                  <a:gd name="csY50" fmla="*/ 2438403 h 2824166"/>
                  <a:gd name="csX51" fmla="*/ 638175 w 714375"/>
                  <a:gd name="csY51" fmla="*/ 2471741 h 2824166"/>
                  <a:gd name="csX52" fmla="*/ 633412 w 714375"/>
                  <a:gd name="csY52" fmla="*/ 2509841 h 2824166"/>
                  <a:gd name="csX53" fmla="*/ 623887 w 714375"/>
                  <a:gd name="csY53" fmla="*/ 2528891 h 2824166"/>
                  <a:gd name="csX54" fmla="*/ 619125 w 714375"/>
                  <a:gd name="csY54" fmla="*/ 2547941 h 2824166"/>
                  <a:gd name="csX55" fmla="*/ 609600 w 714375"/>
                  <a:gd name="csY55" fmla="*/ 2571753 h 2824166"/>
                  <a:gd name="csX56" fmla="*/ 604837 w 714375"/>
                  <a:gd name="csY56" fmla="*/ 2652716 h 2824166"/>
                  <a:gd name="csX57" fmla="*/ 581025 w 714375"/>
                  <a:gd name="csY57" fmla="*/ 2662241 h 2824166"/>
                  <a:gd name="csX58" fmla="*/ 576262 w 714375"/>
                  <a:gd name="csY58" fmla="*/ 2676528 h 2824166"/>
                  <a:gd name="csX59" fmla="*/ 552450 w 714375"/>
                  <a:gd name="csY59" fmla="*/ 2695578 h 2824166"/>
                  <a:gd name="csX60" fmla="*/ 547687 w 714375"/>
                  <a:gd name="csY60" fmla="*/ 2714628 h 2824166"/>
                  <a:gd name="csX61" fmla="*/ 542925 w 714375"/>
                  <a:gd name="csY61" fmla="*/ 2728916 h 2824166"/>
                  <a:gd name="csX62" fmla="*/ 538162 w 714375"/>
                  <a:gd name="csY62" fmla="*/ 2776541 h 2824166"/>
                  <a:gd name="csX63" fmla="*/ 495300 w 714375"/>
                  <a:gd name="csY63" fmla="*/ 2809878 h 2824166"/>
                  <a:gd name="csX64" fmla="*/ 481012 w 714375"/>
                  <a:gd name="csY64" fmla="*/ 2819403 h 2824166"/>
                  <a:gd name="csX65" fmla="*/ 447675 w 714375"/>
                  <a:gd name="csY65" fmla="*/ 2824166 h 2824166"/>
                  <a:gd name="csX66" fmla="*/ 404812 w 714375"/>
                  <a:gd name="csY66" fmla="*/ 2819403 h 2824166"/>
                  <a:gd name="csX67" fmla="*/ 390525 w 714375"/>
                  <a:gd name="csY67" fmla="*/ 2814641 h 2824166"/>
                  <a:gd name="csX68" fmla="*/ 357187 w 714375"/>
                  <a:gd name="csY68" fmla="*/ 2805116 h 2824166"/>
                  <a:gd name="csX69" fmla="*/ 352425 w 714375"/>
                  <a:gd name="csY69" fmla="*/ 2786066 h 2824166"/>
                  <a:gd name="csX70" fmla="*/ 347662 w 714375"/>
                  <a:gd name="csY70" fmla="*/ 2762253 h 2824166"/>
                  <a:gd name="csX71" fmla="*/ 338137 w 714375"/>
                  <a:gd name="csY71" fmla="*/ 2743203 h 2824166"/>
                  <a:gd name="csX72" fmla="*/ 338137 w 714375"/>
                  <a:gd name="csY72" fmla="*/ 2662241 h 2824166"/>
                  <a:gd name="csX0" fmla="*/ 0 w 714375"/>
                  <a:gd name="csY0" fmla="*/ 828678 h 2824166"/>
                  <a:gd name="csX1" fmla="*/ 23812 w 714375"/>
                  <a:gd name="csY1" fmla="*/ 785816 h 2824166"/>
                  <a:gd name="csX2" fmla="*/ 38100 w 714375"/>
                  <a:gd name="csY2" fmla="*/ 742953 h 2824166"/>
                  <a:gd name="csX3" fmla="*/ 42862 w 714375"/>
                  <a:gd name="csY3" fmla="*/ 723903 h 2824166"/>
                  <a:gd name="csX4" fmla="*/ 57150 w 714375"/>
                  <a:gd name="csY4" fmla="*/ 704853 h 2824166"/>
                  <a:gd name="csX5" fmla="*/ 61912 w 714375"/>
                  <a:gd name="csY5" fmla="*/ 676278 h 2824166"/>
                  <a:gd name="csX6" fmla="*/ 47625 w 714375"/>
                  <a:gd name="csY6" fmla="*/ 542928 h 2824166"/>
                  <a:gd name="csX7" fmla="*/ 57150 w 714375"/>
                  <a:gd name="csY7" fmla="*/ 457203 h 2824166"/>
                  <a:gd name="csX8" fmla="*/ 71437 w 714375"/>
                  <a:gd name="csY8" fmla="*/ 409578 h 2824166"/>
                  <a:gd name="csX9" fmla="*/ 85725 w 714375"/>
                  <a:gd name="csY9" fmla="*/ 342903 h 2824166"/>
                  <a:gd name="csX10" fmla="*/ 95250 w 714375"/>
                  <a:gd name="csY10" fmla="*/ 300041 h 2824166"/>
                  <a:gd name="csX11" fmla="*/ 133350 w 714375"/>
                  <a:gd name="csY11" fmla="*/ 247653 h 2824166"/>
                  <a:gd name="csX12" fmla="*/ 152400 w 714375"/>
                  <a:gd name="csY12" fmla="*/ 209553 h 2824166"/>
                  <a:gd name="csX13" fmla="*/ 171450 w 714375"/>
                  <a:gd name="csY13" fmla="*/ 176216 h 2824166"/>
                  <a:gd name="csX14" fmla="*/ 238125 w 714375"/>
                  <a:gd name="csY14" fmla="*/ 114303 h 2824166"/>
                  <a:gd name="csX15" fmla="*/ 257175 w 714375"/>
                  <a:gd name="csY15" fmla="*/ 90491 h 2824166"/>
                  <a:gd name="csX16" fmla="*/ 319087 w 714375"/>
                  <a:gd name="csY16" fmla="*/ 52391 h 2824166"/>
                  <a:gd name="csX17" fmla="*/ 333375 w 714375"/>
                  <a:gd name="csY17" fmla="*/ 42866 h 2824166"/>
                  <a:gd name="csX18" fmla="*/ 395287 w 714375"/>
                  <a:gd name="csY18" fmla="*/ 19053 h 2824166"/>
                  <a:gd name="csX19" fmla="*/ 404812 w 714375"/>
                  <a:gd name="csY19" fmla="*/ 4766 h 2824166"/>
                  <a:gd name="csX20" fmla="*/ 485775 w 714375"/>
                  <a:gd name="csY20" fmla="*/ 14291 h 2824166"/>
                  <a:gd name="csX21" fmla="*/ 552450 w 714375"/>
                  <a:gd name="csY21" fmla="*/ 85728 h 2824166"/>
                  <a:gd name="csX22" fmla="*/ 571500 w 714375"/>
                  <a:gd name="csY22" fmla="*/ 114303 h 2824166"/>
                  <a:gd name="csX23" fmla="*/ 581025 w 714375"/>
                  <a:gd name="csY23" fmla="*/ 157166 h 2824166"/>
                  <a:gd name="csX24" fmla="*/ 595312 w 714375"/>
                  <a:gd name="csY24" fmla="*/ 219078 h 2824166"/>
                  <a:gd name="csX25" fmla="*/ 600075 w 714375"/>
                  <a:gd name="csY25" fmla="*/ 276228 h 2824166"/>
                  <a:gd name="csX26" fmla="*/ 607884 w 714375"/>
                  <a:gd name="csY26" fmla="*/ 319113 h 2824166"/>
                  <a:gd name="csX27" fmla="*/ 623887 w 714375"/>
                  <a:gd name="csY27" fmla="*/ 376241 h 2824166"/>
                  <a:gd name="csX28" fmla="*/ 628650 w 714375"/>
                  <a:gd name="csY28" fmla="*/ 390528 h 2824166"/>
                  <a:gd name="csX29" fmla="*/ 634699 w 714375"/>
                  <a:gd name="csY29" fmla="*/ 438153 h 2824166"/>
                  <a:gd name="csX30" fmla="*/ 648986 w 714375"/>
                  <a:gd name="csY30" fmla="*/ 491850 h 2824166"/>
                  <a:gd name="csX31" fmla="*/ 666750 w 714375"/>
                  <a:gd name="csY31" fmla="*/ 633416 h 2824166"/>
                  <a:gd name="csX32" fmla="*/ 671512 w 714375"/>
                  <a:gd name="csY32" fmla="*/ 657228 h 2824166"/>
                  <a:gd name="csX33" fmla="*/ 685800 w 714375"/>
                  <a:gd name="csY33" fmla="*/ 719141 h 2824166"/>
                  <a:gd name="csX34" fmla="*/ 704850 w 714375"/>
                  <a:gd name="csY34" fmla="*/ 971553 h 2824166"/>
                  <a:gd name="csX35" fmla="*/ 714375 w 714375"/>
                  <a:gd name="csY35" fmla="*/ 1085853 h 2824166"/>
                  <a:gd name="csX36" fmla="*/ 709612 w 714375"/>
                  <a:gd name="csY36" fmla="*/ 1214441 h 2824166"/>
                  <a:gd name="csX37" fmla="*/ 704850 w 714375"/>
                  <a:gd name="csY37" fmla="*/ 1247778 h 2824166"/>
                  <a:gd name="csX38" fmla="*/ 695325 w 714375"/>
                  <a:gd name="csY38" fmla="*/ 1628778 h 2824166"/>
                  <a:gd name="csX39" fmla="*/ 685800 w 714375"/>
                  <a:gd name="csY39" fmla="*/ 1685928 h 2824166"/>
                  <a:gd name="csX40" fmla="*/ 678893 w 714375"/>
                  <a:gd name="csY40" fmla="*/ 1750865 h 2824166"/>
                  <a:gd name="csX41" fmla="*/ 682369 w 714375"/>
                  <a:gd name="csY41" fmla="*/ 1788108 h 2824166"/>
                  <a:gd name="csX42" fmla="*/ 676297 w 714375"/>
                  <a:gd name="csY42" fmla="*/ 1867333 h 2824166"/>
                  <a:gd name="csX43" fmla="*/ 673251 w 714375"/>
                  <a:gd name="csY43" fmla="*/ 1907600 h 2824166"/>
                  <a:gd name="csX44" fmla="*/ 671512 w 714375"/>
                  <a:gd name="csY44" fmla="*/ 1938341 h 2824166"/>
                  <a:gd name="csX45" fmla="*/ 661987 w 714375"/>
                  <a:gd name="csY45" fmla="*/ 2271716 h 2824166"/>
                  <a:gd name="csX46" fmla="*/ 652462 w 714375"/>
                  <a:gd name="csY46" fmla="*/ 2295528 h 2824166"/>
                  <a:gd name="csX47" fmla="*/ 647700 w 714375"/>
                  <a:gd name="csY47" fmla="*/ 2319341 h 2824166"/>
                  <a:gd name="csX48" fmla="*/ 652462 w 714375"/>
                  <a:gd name="csY48" fmla="*/ 2371728 h 2824166"/>
                  <a:gd name="csX49" fmla="*/ 657225 w 714375"/>
                  <a:gd name="csY49" fmla="*/ 2400303 h 2824166"/>
                  <a:gd name="csX50" fmla="*/ 647700 w 714375"/>
                  <a:gd name="csY50" fmla="*/ 2438403 h 2824166"/>
                  <a:gd name="csX51" fmla="*/ 638175 w 714375"/>
                  <a:gd name="csY51" fmla="*/ 2471741 h 2824166"/>
                  <a:gd name="csX52" fmla="*/ 633412 w 714375"/>
                  <a:gd name="csY52" fmla="*/ 2509841 h 2824166"/>
                  <a:gd name="csX53" fmla="*/ 623887 w 714375"/>
                  <a:gd name="csY53" fmla="*/ 2528891 h 2824166"/>
                  <a:gd name="csX54" fmla="*/ 619125 w 714375"/>
                  <a:gd name="csY54" fmla="*/ 2547941 h 2824166"/>
                  <a:gd name="csX55" fmla="*/ 609600 w 714375"/>
                  <a:gd name="csY55" fmla="*/ 2571753 h 2824166"/>
                  <a:gd name="csX56" fmla="*/ 604837 w 714375"/>
                  <a:gd name="csY56" fmla="*/ 2652716 h 2824166"/>
                  <a:gd name="csX57" fmla="*/ 581025 w 714375"/>
                  <a:gd name="csY57" fmla="*/ 2662241 h 2824166"/>
                  <a:gd name="csX58" fmla="*/ 576262 w 714375"/>
                  <a:gd name="csY58" fmla="*/ 2676528 h 2824166"/>
                  <a:gd name="csX59" fmla="*/ 552450 w 714375"/>
                  <a:gd name="csY59" fmla="*/ 2695578 h 2824166"/>
                  <a:gd name="csX60" fmla="*/ 547687 w 714375"/>
                  <a:gd name="csY60" fmla="*/ 2714628 h 2824166"/>
                  <a:gd name="csX61" fmla="*/ 542925 w 714375"/>
                  <a:gd name="csY61" fmla="*/ 2728916 h 2824166"/>
                  <a:gd name="csX62" fmla="*/ 538162 w 714375"/>
                  <a:gd name="csY62" fmla="*/ 2776541 h 2824166"/>
                  <a:gd name="csX63" fmla="*/ 495300 w 714375"/>
                  <a:gd name="csY63" fmla="*/ 2809878 h 2824166"/>
                  <a:gd name="csX64" fmla="*/ 481012 w 714375"/>
                  <a:gd name="csY64" fmla="*/ 2819403 h 2824166"/>
                  <a:gd name="csX65" fmla="*/ 447675 w 714375"/>
                  <a:gd name="csY65" fmla="*/ 2824166 h 2824166"/>
                  <a:gd name="csX66" fmla="*/ 404812 w 714375"/>
                  <a:gd name="csY66" fmla="*/ 2819403 h 2824166"/>
                  <a:gd name="csX67" fmla="*/ 390525 w 714375"/>
                  <a:gd name="csY67" fmla="*/ 2814641 h 2824166"/>
                  <a:gd name="csX68" fmla="*/ 357187 w 714375"/>
                  <a:gd name="csY68" fmla="*/ 2805116 h 2824166"/>
                  <a:gd name="csX69" fmla="*/ 352425 w 714375"/>
                  <a:gd name="csY69" fmla="*/ 2786066 h 2824166"/>
                  <a:gd name="csX70" fmla="*/ 347662 w 714375"/>
                  <a:gd name="csY70" fmla="*/ 2762253 h 2824166"/>
                  <a:gd name="csX71" fmla="*/ 338137 w 714375"/>
                  <a:gd name="csY71" fmla="*/ 2743203 h 2824166"/>
                  <a:gd name="csX72" fmla="*/ 338137 w 714375"/>
                  <a:gd name="csY72" fmla="*/ 2662241 h 2824166"/>
                  <a:gd name="csX0" fmla="*/ 0 w 714375"/>
                  <a:gd name="csY0" fmla="*/ 828678 h 2824166"/>
                  <a:gd name="csX1" fmla="*/ 23812 w 714375"/>
                  <a:gd name="csY1" fmla="*/ 785816 h 2824166"/>
                  <a:gd name="csX2" fmla="*/ 38100 w 714375"/>
                  <a:gd name="csY2" fmla="*/ 742953 h 2824166"/>
                  <a:gd name="csX3" fmla="*/ 42862 w 714375"/>
                  <a:gd name="csY3" fmla="*/ 723903 h 2824166"/>
                  <a:gd name="csX4" fmla="*/ 57150 w 714375"/>
                  <a:gd name="csY4" fmla="*/ 704853 h 2824166"/>
                  <a:gd name="csX5" fmla="*/ 61912 w 714375"/>
                  <a:gd name="csY5" fmla="*/ 676278 h 2824166"/>
                  <a:gd name="csX6" fmla="*/ 47625 w 714375"/>
                  <a:gd name="csY6" fmla="*/ 542928 h 2824166"/>
                  <a:gd name="csX7" fmla="*/ 57150 w 714375"/>
                  <a:gd name="csY7" fmla="*/ 457203 h 2824166"/>
                  <a:gd name="csX8" fmla="*/ 71437 w 714375"/>
                  <a:gd name="csY8" fmla="*/ 409578 h 2824166"/>
                  <a:gd name="csX9" fmla="*/ 85725 w 714375"/>
                  <a:gd name="csY9" fmla="*/ 342903 h 2824166"/>
                  <a:gd name="csX10" fmla="*/ 95250 w 714375"/>
                  <a:gd name="csY10" fmla="*/ 300041 h 2824166"/>
                  <a:gd name="csX11" fmla="*/ 133350 w 714375"/>
                  <a:gd name="csY11" fmla="*/ 247653 h 2824166"/>
                  <a:gd name="csX12" fmla="*/ 152400 w 714375"/>
                  <a:gd name="csY12" fmla="*/ 209553 h 2824166"/>
                  <a:gd name="csX13" fmla="*/ 171450 w 714375"/>
                  <a:gd name="csY13" fmla="*/ 176216 h 2824166"/>
                  <a:gd name="csX14" fmla="*/ 238125 w 714375"/>
                  <a:gd name="csY14" fmla="*/ 114303 h 2824166"/>
                  <a:gd name="csX15" fmla="*/ 257175 w 714375"/>
                  <a:gd name="csY15" fmla="*/ 90491 h 2824166"/>
                  <a:gd name="csX16" fmla="*/ 319087 w 714375"/>
                  <a:gd name="csY16" fmla="*/ 52391 h 2824166"/>
                  <a:gd name="csX17" fmla="*/ 333375 w 714375"/>
                  <a:gd name="csY17" fmla="*/ 42866 h 2824166"/>
                  <a:gd name="csX18" fmla="*/ 395287 w 714375"/>
                  <a:gd name="csY18" fmla="*/ 19053 h 2824166"/>
                  <a:gd name="csX19" fmla="*/ 404812 w 714375"/>
                  <a:gd name="csY19" fmla="*/ 4766 h 2824166"/>
                  <a:gd name="csX20" fmla="*/ 485775 w 714375"/>
                  <a:gd name="csY20" fmla="*/ 14291 h 2824166"/>
                  <a:gd name="csX21" fmla="*/ 552450 w 714375"/>
                  <a:gd name="csY21" fmla="*/ 85728 h 2824166"/>
                  <a:gd name="csX22" fmla="*/ 571500 w 714375"/>
                  <a:gd name="csY22" fmla="*/ 114303 h 2824166"/>
                  <a:gd name="csX23" fmla="*/ 581025 w 714375"/>
                  <a:gd name="csY23" fmla="*/ 157166 h 2824166"/>
                  <a:gd name="csX24" fmla="*/ 595312 w 714375"/>
                  <a:gd name="csY24" fmla="*/ 219078 h 2824166"/>
                  <a:gd name="csX25" fmla="*/ 600075 w 714375"/>
                  <a:gd name="csY25" fmla="*/ 276228 h 2824166"/>
                  <a:gd name="csX26" fmla="*/ 607884 w 714375"/>
                  <a:gd name="csY26" fmla="*/ 319113 h 2824166"/>
                  <a:gd name="csX27" fmla="*/ 623887 w 714375"/>
                  <a:gd name="csY27" fmla="*/ 376241 h 2824166"/>
                  <a:gd name="csX28" fmla="*/ 628650 w 714375"/>
                  <a:gd name="csY28" fmla="*/ 390528 h 2824166"/>
                  <a:gd name="csX29" fmla="*/ 634699 w 714375"/>
                  <a:gd name="csY29" fmla="*/ 438153 h 2824166"/>
                  <a:gd name="csX30" fmla="*/ 648986 w 714375"/>
                  <a:gd name="csY30" fmla="*/ 491850 h 2824166"/>
                  <a:gd name="csX31" fmla="*/ 666750 w 714375"/>
                  <a:gd name="csY31" fmla="*/ 633416 h 2824166"/>
                  <a:gd name="csX32" fmla="*/ 671512 w 714375"/>
                  <a:gd name="csY32" fmla="*/ 657228 h 2824166"/>
                  <a:gd name="csX33" fmla="*/ 685800 w 714375"/>
                  <a:gd name="csY33" fmla="*/ 719141 h 2824166"/>
                  <a:gd name="csX34" fmla="*/ 704850 w 714375"/>
                  <a:gd name="csY34" fmla="*/ 971553 h 2824166"/>
                  <a:gd name="csX35" fmla="*/ 714375 w 714375"/>
                  <a:gd name="csY35" fmla="*/ 1085853 h 2824166"/>
                  <a:gd name="csX36" fmla="*/ 709612 w 714375"/>
                  <a:gd name="csY36" fmla="*/ 1214441 h 2824166"/>
                  <a:gd name="csX37" fmla="*/ 704850 w 714375"/>
                  <a:gd name="csY37" fmla="*/ 1247778 h 2824166"/>
                  <a:gd name="csX38" fmla="*/ 695325 w 714375"/>
                  <a:gd name="csY38" fmla="*/ 1628778 h 2824166"/>
                  <a:gd name="csX39" fmla="*/ 685800 w 714375"/>
                  <a:gd name="csY39" fmla="*/ 1685928 h 2824166"/>
                  <a:gd name="csX40" fmla="*/ 678893 w 714375"/>
                  <a:gd name="csY40" fmla="*/ 1750865 h 2824166"/>
                  <a:gd name="csX41" fmla="*/ 675868 w 714375"/>
                  <a:gd name="csY41" fmla="*/ 1788108 h 2824166"/>
                  <a:gd name="csX42" fmla="*/ 676297 w 714375"/>
                  <a:gd name="csY42" fmla="*/ 1867333 h 2824166"/>
                  <a:gd name="csX43" fmla="*/ 673251 w 714375"/>
                  <a:gd name="csY43" fmla="*/ 1907600 h 2824166"/>
                  <a:gd name="csX44" fmla="*/ 671512 w 714375"/>
                  <a:gd name="csY44" fmla="*/ 1938341 h 2824166"/>
                  <a:gd name="csX45" fmla="*/ 661987 w 714375"/>
                  <a:gd name="csY45" fmla="*/ 2271716 h 2824166"/>
                  <a:gd name="csX46" fmla="*/ 652462 w 714375"/>
                  <a:gd name="csY46" fmla="*/ 2295528 h 2824166"/>
                  <a:gd name="csX47" fmla="*/ 647700 w 714375"/>
                  <a:gd name="csY47" fmla="*/ 2319341 h 2824166"/>
                  <a:gd name="csX48" fmla="*/ 652462 w 714375"/>
                  <a:gd name="csY48" fmla="*/ 2371728 h 2824166"/>
                  <a:gd name="csX49" fmla="*/ 657225 w 714375"/>
                  <a:gd name="csY49" fmla="*/ 2400303 h 2824166"/>
                  <a:gd name="csX50" fmla="*/ 647700 w 714375"/>
                  <a:gd name="csY50" fmla="*/ 2438403 h 2824166"/>
                  <a:gd name="csX51" fmla="*/ 638175 w 714375"/>
                  <a:gd name="csY51" fmla="*/ 2471741 h 2824166"/>
                  <a:gd name="csX52" fmla="*/ 633412 w 714375"/>
                  <a:gd name="csY52" fmla="*/ 2509841 h 2824166"/>
                  <a:gd name="csX53" fmla="*/ 623887 w 714375"/>
                  <a:gd name="csY53" fmla="*/ 2528891 h 2824166"/>
                  <a:gd name="csX54" fmla="*/ 619125 w 714375"/>
                  <a:gd name="csY54" fmla="*/ 2547941 h 2824166"/>
                  <a:gd name="csX55" fmla="*/ 609600 w 714375"/>
                  <a:gd name="csY55" fmla="*/ 2571753 h 2824166"/>
                  <a:gd name="csX56" fmla="*/ 604837 w 714375"/>
                  <a:gd name="csY56" fmla="*/ 2652716 h 2824166"/>
                  <a:gd name="csX57" fmla="*/ 581025 w 714375"/>
                  <a:gd name="csY57" fmla="*/ 2662241 h 2824166"/>
                  <a:gd name="csX58" fmla="*/ 576262 w 714375"/>
                  <a:gd name="csY58" fmla="*/ 2676528 h 2824166"/>
                  <a:gd name="csX59" fmla="*/ 552450 w 714375"/>
                  <a:gd name="csY59" fmla="*/ 2695578 h 2824166"/>
                  <a:gd name="csX60" fmla="*/ 547687 w 714375"/>
                  <a:gd name="csY60" fmla="*/ 2714628 h 2824166"/>
                  <a:gd name="csX61" fmla="*/ 542925 w 714375"/>
                  <a:gd name="csY61" fmla="*/ 2728916 h 2824166"/>
                  <a:gd name="csX62" fmla="*/ 538162 w 714375"/>
                  <a:gd name="csY62" fmla="*/ 2776541 h 2824166"/>
                  <a:gd name="csX63" fmla="*/ 495300 w 714375"/>
                  <a:gd name="csY63" fmla="*/ 2809878 h 2824166"/>
                  <a:gd name="csX64" fmla="*/ 481012 w 714375"/>
                  <a:gd name="csY64" fmla="*/ 2819403 h 2824166"/>
                  <a:gd name="csX65" fmla="*/ 447675 w 714375"/>
                  <a:gd name="csY65" fmla="*/ 2824166 h 2824166"/>
                  <a:gd name="csX66" fmla="*/ 404812 w 714375"/>
                  <a:gd name="csY66" fmla="*/ 2819403 h 2824166"/>
                  <a:gd name="csX67" fmla="*/ 390525 w 714375"/>
                  <a:gd name="csY67" fmla="*/ 2814641 h 2824166"/>
                  <a:gd name="csX68" fmla="*/ 357187 w 714375"/>
                  <a:gd name="csY68" fmla="*/ 2805116 h 2824166"/>
                  <a:gd name="csX69" fmla="*/ 352425 w 714375"/>
                  <a:gd name="csY69" fmla="*/ 2786066 h 2824166"/>
                  <a:gd name="csX70" fmla="*/ 347662 w 714375"/>
                  <a:gd name="csY70" fmla="*/ 2762253 h 2824166"/>
                  <a:gd name="csX71" fmla="*/ 338137 w 714375"/>
                  <a:gd name="csY71" fmla="*/ 2743203 h 2824166"/>
                  <a:gd name="csX72" fmla="*/ 338137 w 714375"/>
                  <a:gd name="csY72" fmla="*/ 2662241 h 2824166"/>
                  <a:gd name="csX0" fmla="*/ 0 w 714375"/>
                  <a:gd name="csY0" fmla="*/ 828678 h 2824166"/>
                  <a:gd name="csX1" fmla="*/ 23812 w 714375"/>
                  <a:gd name="csY1" fmla="*/ 785816 h 2824166"/>
                  <a:gd name="csX2" fmla="*/ 38100 w 714375"/>
                  <a:gd name="csY2" fmla="*/ 742953 h 2824166"/>
                  <a:gd name="csX3" fmla="*/ 42862 w 714375"/>
                  <a:gd name="csY3" fmla="*/ 723903 h 2824166"/>
                  <a:gd name="csX4" fmla="*/ 57150 w 714375"/>
                  <a:gd name="csY4" fmla="*/ 704853 h 2824166"/>
                  <a:gd name="csX5" fmla="*/ 61912 w 714375"/>
                  <a:gd name="csY5" fmla="*/ 676278 h 2824166"/>
                  <a:gd name="csX6" fmla="*/ 47625 w 714375"/>
                  <a:gd name="csY6" fmla="*/ 542928 h 2824166"/>
                  <a:gd name="csX7" fmla="*/ 57150 w 714375"/>
                  <a:gd name="csY7" fmla="*/ 457203 h 2824166"/>
                  <a:gd name="csX8" fmla="*/ 71437 w 714375"/>
                  <a:gd name="csY8" fmla="*/ 409578 h 2824166"/>
                  <a:gd name="csX9" fmla="*/ 85725 w 714375"/>
                  <a:gd name="csY9" fmla="*/ 342903 h 2824166"/>
                  <a:gd name="csX10" fmla="*/ 95250 w 714375"/>
                  <a:gd name="csY10" fmla="*/ 300041 h 2824166"/>
                  <a:gd name="csX11" fmla="*/ 133350 w 714375"/>
                  <a:gd name="csY11" fmla="*/ 247653 h 2824166"/>
                  <a:gd name="csX12" fmla="*/ 152400 w 714375"/>
                  <a:gd name="csY12" fmla="*/ 209553 h 2824166"/>
                  <a:gd name="csX13" fmla="*/ 171450 w 714375"/>
                  <a:gd name="csY13" fmla="*/ 176216 h 2824166"/>
                  <a:gd name="csX14" fmla="*/ 238125 w 714375"/>
                  <a:gd name="csY14" fmla="*/ 114303 h 2824166"/>
                  <a:gd name="csX15" fmla="*/ 257175 w 714375"/>
                  <a:gd name="csY15" fmla="*/ 90491 h 2824166"/>
                  <a:gd name="csX16" fmla="*/ 319087 w 714375"/>
                  <a:gd name="csY16" fmla="*/ 52391 h 2824166"/>
                  <a:gd name="csX17" fmla="*/ 333375 w 714375"/>
                  <a:gd name="csY17" fmla="*/ 42866 h 2824166"/>
                  <a:gd name="csX18" fmla="*/ 395287 w 714375"/>
                  <a:gd name="csY18" fmla="*/ 19053 h 2824166"/>
                  <a:gd name="csX19" fmla="*/ 404812 w 714375"/>
                  <a:gd name="csY19" fmla="*/ 4766 h 2824166"/>
                  <a:gd name="csX20" fmla="*/ 485775 w 714375"/>
                  <a:gd name="csY20" fmla="*/ 14291 h 2824166"/>
                  <a:gd name="csX21" fmla="*/ 552450 w 714375"/>
                  <a:gd name="csY21" fmla="*/ 85728 h 2824166"/>
                  <a:gd name="csX22" fmla="*/ 571500 w 714375"/>
                  <a:gd name="csY22" fmla="*/ 114303 h 2824166"/>
                  <a:gd name="csX23" fmla="*/ 581025 w 714375"/>
                  <a:gd name="csY23" fmla="*/ 157166 h 2824166"/>
                  <a:gd name="csX24" fmla="*/ 595312 w 714375"/>
                  <a:gd name="csY24" fmla="*/ 219078 h 2824166"/>
                  <a:gd name="csX25" fmla="*/ 600075 w 714375"/>
                  <a:gd name="csY25" fmla="*/ 276228 h 2824166"/>
                  <a:gd name="csX26" fmla="*/ 607884 w 714375"/>
                  <a:gd name="csY26" fmla="*/ 319113 h 2824166"/>
                  <a:gd name="csX27" fmla="*/ 623887 w 714375"/>
                  <a:gd name="csY27" fmla="*/ 376241 h 2824166"/>
                  <a:gd name="csX28" fmla="*/ 628650 w 714375"/>
                  <a:gd name="csY28" fmla="*/ 390528 h 2824166"/>
                  <a:gd name="csX29" fmla="*/ 634699 w 714375"/>
                  <a:gd name="csY29" fmla="*/ 438153 h 2824166"/>
                  <a:gd name="csX30" fmla="*/ 648986 w 714375"/>
                  <a:gd name="csY30" fmla="*/ 491850 h 2824166"/>
                  <a:gd name="csX31" fmla="*/ 666750 w 714375"/>
                  <a:gd name="csY31" fmla="*/ 633416 h 2824166"/>
                  <a:gd name="csX32" fmla="*/ 671512 w 714375"/>
                  <a:gd name="csY32" fmla="*/ 657228 h 2824166"/>
                  <a:gd name="csX33" fmla="*/ 685800 w 714375"/>
                  <a:gd name="csY33" fmla="*/ 719141 h 2824166"/>
                  <a:gd name="csX34" fmla="*/ 704850 w 714375"/>
                  <a:gd name="csY34" fmla="*/ 971553 h 2824166"/>
                  <a:gd name="csX35" fmla="*/ 714375 w 714375"/>
                  <a:gd name="csY35" fmla="*/ 1085853 h 2824166"/>
                  <a:gd name="csX36" fmla="*/ 709612 w 714375"/>
                  <a:gd name="csY36" fmla="*/ 1214441 h 2824166"/>
                  <a:gd name="csX37" fmla="*/ 704850 w 714375"/>
                  <a:gd name="csY37" fmla="*/ 1247778 h 2824166"/>
                  <a:gd name="csX38" fmla="*/ 695325 w 714375"/>
                  <a:gd name="csY38" fmla="*/ 1628778 h 2824166"/>
                  <a:gd name="csX39" fmla="*/ 685800 w 714375"/>
                  <a:gd name="csY39" fmla="*/ 1685928 h 2824166"/>
                  <a:gd name="csX40" fmla="*/ 678893 w 714375"/>
                  <a:gd name="csY40" fmla="*/ 1750865 h 2824166"/>
                  <a:gd name="csX41" fmla="*/ 675868 w 714375"/>
                  <a:gd name="csY41" fmla="*/ 1788108 h 2824166"/>
                  <a:gd name="csX42" fmla="*/ 676297 w 714375"/>
                  <a:gd name="csY42" fmla="*/ 1867333 h 2824166"/>
                  <a:gd name="csX43" fmla="*/ 673251 w 714375"/>
                  <a:gd name="csY43" fmla="*/ 1907600 h 2824166"/>
                  <a:gd name="csX44" fmla="*/ 671512 w 714375"/>
                  <a:gd name="csY44" fmla="*/ 1938341 h 2824166"/>
                  <a:gd name="csX45" fmla="*/ 661987 w 714375"/>
                  <a:gd name="csY45" fmla="*/ 2271716 h 2824166"/>
                  <a:gd name="csX46" fmla="*/ 652462 w 714375"/>
                  <a:gd name="csY46" fmla="*/ 2295528 h 2824166"/>
                  <a:gd name="csX47" fmla="*/ 654200 w 714375"/>
                  <a:gd name="csY47" fmla="*/ 2330175 h 2824166"/>
                  <a:gd name="csX48" fmla="*/ 652462 w 714375"/>
                  <a:gd name="csY48" fmla="*/ 2371728 h 2824166"/>
                  <a:gd name="csX49" fmla="*/ 657225 w 714375"/>
                  <a:gd name="csY49" fmla="*/ 2400303 h 2824166"/>
                  <a:gd name="csX50" fmla="*/ 647700 w 714375"/>
                  <a:gd name="csY50" fmla="*/ 2438403 h 2824166"/>
                  <a:gd name="csX51" fmla="*/ 638175 w 714375"/>
                  <a:gd name="csY51" fmla="*/ 2471741 h 2824166"/>
                  <a:gd name="csX52" fmla="*/ 633412 w 714375"/>
                  <a:gd name="csY52" fmla="*/ 2509841 h 2824166"/>
                  <a:gd name="csX53" fmla="*/ 623887 w 714375"/>
                  <a:gd name="csY53" fmla="*/ 2528891 h 2824166"/>
                  <a:gd name="csX54" fmla="*/ 619125 w 714375"/>
                  <a:gd name="csY54" fmla="*/ 2547941 h 2824166"/>
                  <a:gd name="csX55" fmla="*/ 609600 w 714375"/>
                  <a:gd name="csY55" fmla="*/ 2571753 h 2824166"/>
                  <a:gd name="csX56" fmla="*/ 604837 w 714375"/>
                  <a:gd name="csY56" fmla="*/ 2652716 h 2824166"/>
                  <a:gd name="csX57" fmla="*/ 581025 w 714375"/>
                  <a:gd name="csY57" fmla="*/ 2662241 h 2824166"/>
                  <a:gd name="csX58" fmla="*/ 576262 w 714375"/>
                  <a:gd name="csY58" fmla="*/ 2676528 h 2824166"/>
                  <a:gd name="csX59" fmla="*/ 552450 w 714375"/>
                  <a:gd name="csY59" fmla="*/ 2695578 h 2824166"/>
                  <a:gd name="csX60" fmla="*/ 547687 w 714375"/>
                  <a:gd name="csY60" fmla="*/ 2714628 h 2824166"/>
                  <a:gd name="csX61" fmla="*/ 542925 w 714375"/>
                  <a:gd name="csY61" fmla="*/ 2728916 h 2824166"/>
                  <a:gd name="csX62" fmla="*/ 538162 w 714375"/>
                  <a:gd name="csY62" fmla="*/ 2776541 h 2824166"/>
                  <a:gd name="csX63" fmla="*/ 495300 w 714375"/>
                  <a:gd name="csY63" fmla="*/ 2809878 h 2824166"/>
                  <a:gd name="csX64" fmla="*/ 481012 w 714375"/>
                  <a:gd name="csY64" fmla="*/ 2819403 h 2824166"/>
                  <a:gd name="csX65" fmla="*/ 447675 w 714375"/>
                  <a:gd name="csY65" fmla="*/ 2824166 h 2824166"/>
                  <a:gd name="csX66" fmla="*/ 404812 w 714375"/>
                  <a:gd name="csY66" fmla="*/ 2819403 h 2824166"/>
                  <a:gd name="csX67" fmla="*/ 390525 w 714375"/>
                  <a:gd name="csY67" fmla="*/ 2814641 h 2824166"/>
                  <a:gd name="csX68" fmla="*/ 357187 w 714375"/>
                  <a:gd name="csY68" fmla="*/ 2805116 h 2824166"/>
                  <a:gd name="csX69" fmla="*/ 352425 w 714375"/>
                  <a:gd name="csY69" fmla="*/ 2786066 h 2824166"/>
                  <a:gd name="csX70" fmla="*/ 347662 w 714375"/>
                  <a:gd name="csY70" fmla="*/ 2762253 h 2824166"/>
                  <a:gd name="csX71" fmla="*/ 338137 w 714375"/>
                  <a:gd name="csY71" fmla="*/ 2743203 h 2824166"/>
                  <a:gd name="csX72" fmla="*/ 338137 w 714375"/>
                  <a:gd name="csY72" fmla="*/ 2662241 h 2824166"/>
                  <a:gd name="csX0" fmla="*/ 0 w 714375"/>
                  <a:gd name="csY0" fmla="*/ 828678 h 2824166"/>
                  <a:gd name="csX1" fmla="*/ 23812 w 714375"/>
                  <a:gd name="csY1" fmla="*/ 785816 h 2824166"/>
                  <a:gd name="csX2" fmla="*/ 38100 w 714375"/>
                  <a:gd name="csY2" fmla="*/ 742953 h 2824166"/>
                  <a:gd name="csX3" fmla="*/ 42862 w 714375"/>
                  <a:gd name="csY3" fmla="*/ 723903 h 2824166"/>
                  <a:gd name="csX4" fmla="*/ 57150 w 714375"/>
                  <a:gd name="csY4" fmla="*/ 704853 h 2824166"/>
                  <a:gd name="csX5" fmla="*/ 61912 w 714375"/>
                  <a:gd name="csY5" fmla="*/ 676278 h 2824166"/>
                  <a:gd name="csX6" fmla="*/ 47625 w 714375"/>
                  <a:gd name="csY6" fmla="*/ 542928 h 2824166"/>
                  <a:gd name="csX7" fmla="*/ 57150 w 714375"/>
                  <a:gd name="csY7" fmla="*/ 457203 h 2824166"/>
                  <a:gd name="csX8" fmla="*/ 71437 w 714375"/>
                  <a:gd name="csY8" fmla="*/ 409578 h 2824166"/>
                  <a:gd name="csX9" fmla="*/ 85725 w 714375"/>
                  <a:gd name="csY9" fmla="*/ 342903 h 2824166"/>
                  <a:gd name="csX10" fmla="*/ 95250 w 714375"/>
                  <a:gd name="csY10" fmla="*/ 300041 h 2824166"/>
                  <a:gd name="csX11" fmla="*/ 133350 w 714375"/>
                  <a:gd name="csY11" fmla="*/ 247653 h 2824166"/>
                  <a:gd name="csX12" fmla="*/ 152400 w 714375"/>
                  <a:gd name="csY12" fmla="*/ 209553 h 2824166"/>
                  <a:gd name="csX13" fmla="*/ 171450 w 714375"/>
                  <a:gd name="csY13" fmla="*/ 176216 h 2824166"/>
                  <a:gd name="csX14" fmla="*/ 238125 w 714375"/>
                  <a:gd name="csY14" fmla="*/ 114303 h 2824166"/>
                  <a:gd name="csX15" fmla="*/ 257175 w 714375"/>
                  <a:gd name="csY15" fmla="*/ 90491 h 2824166"/>
                  <a:gd name="csX16" fmla="*/ 319087 w 714375"/>
                  <a:gd name="csY16" fmla="*/ 52391 h 2824166"/>
                  <a:gd name="csX17" fmla="*/ 333375 w 714375"/>
                  <a:gd name="csY17" fmla="*/ 42866 h 2824166"/>
                  <a:gd name="csX18" fmla="*/ 395287 w 714375"/>
                  <a:gd name="csY18" fmla="*/ 19053 h 2824166"/>
                  <a:gd name="csX19" fmla="*/ 404812 w 714375"/>
                  <a:gd name="csY19" fmla="*/ 4766 h 2824166"/>
                  <a:gd name="csX20" fmla="*/ 485775 w 714375"/>
                  <a:gd name="csY20" fmla="*/ 14291 h 2824166"/>
                  <a:gd name="csX21" fmla="*/ 552450 w 714375"/>
                  <a:gd name="csY21" fmla="*/ 85728 h 2824166"/>
                  <a:gd name="csX22" fmla="*/ 571500 w 714375"/>
                  <a:gd name="csY22" fmla="*/ 114303 h 2824166"/>
                  <a:gd name="csX23" fmla="*/ 581025 w 714375"/>
                  <a:gd name="csY23" fmla="*/ 157166 h 2824166"/>
                  <a:gd name="csX24" fmla="*/ 595312 w 714375"/>
                  <a:gd name="csY24" fmla="*/ 219078 h 2824166"/>
                  <a:gd name="csX25" fmla="*/ 600075 w 714375"/>
                  <a:gd name="csY25" fmla="*/ 276228 h 2824166"/>
                  <a:gd name="csX26" fmla="*/ 607884 w 714375"/>
                  <a:gd name="csY26" fmla="*/ 319113 h 2824166"/>
                  <a:gd name="csX27" fmla="*/ 623887 w 714375"/>
                  <a:gd name="csY27" fmla="*/ 376241 h 2824166"/>
                  <a:gd name="csX28" fmla="*/ 628650 w 714375"/>
                  <a:gd name="csY28" fmla="*/ 390528 h 2824166"/>
                  <a:gd name="csX29" fmla="*/ 634699 w 714375"/>
                  <a:gd name="csY29" fmla="*/ 438153 h 2824166"/>
                  <a:gd name="csX30" fmla="*/ 648986 w 714375"/>
                  <a:gd name="csY30" fmla="*/ 491850 h 2824166"/>
                  <a:gd name="csX31" fmla="*/ 666750 w 714375"/>
                  <a:gd name="csY31" fmla="*/ 633416 h 2824166"/>
                  <a:gd name="csX32" fmla="*/ 671512 w 714375"/>
                  <a:gd name="csY32" fmla="*/ 657228 h 2824166"/>
                  <a:gd name="csX33" fmla="*/ 685800 w 714375"/>
                  <a:gd name="csY33" fmla="*/ 719141 h 2824166"/>
                  <a:gd name="csX34" fmla="*/ 704850 w 714375"/>
                  <a:gd name="csY34" fmla="*/ 971553 h 2824166"/>
                  <a:gd name="csX35" fmla="*/ 714375 w 714375"/>
                  <a:gd name="csY35" fmla="*/ 1085853 h 2824166"/>
                  <a:gd name="csX36" fmla="*/ 709612 w 714375"/>
                  <a:gd name="csY36" fmla="*/ 1214441 h 2824166"/>
                  <a:gd name="csX37" fmla="*/ 704850 w 714375"/>
                  <a:gd name="csY37" fmla="*/ 1247778 h 2824166"/>
                  <a:gd name="csX38" fmla="*/ 695325 w 714375"/>
                  <a:gd name="csY38" fmla="*/ 1628778 h 2824166"/>
                  <a:gd name="csX39" fmla="*/ 685800 w 714375"/>
                  <a:gd name="csY39" fmla="*/ 1685928 h 2824166"/>
                  <a:gd name="csX40" fmla="*/ 678893 w 714375"/>
                  <a:gd name="csY40" fmla="*/ 1750865 h 2824166"/>
                  <a:gd name="csX41" fmla="*/ 675868 w 714375"/>
                  <a:gd name="csY41" fmla="*/ 1788108 h 2824166"/>
                  <a:gd name="csX42" fmla="*/ 676297 w 714375"/>
                  <a:gd name="csY42" fmla="*/ 1867333 h 2824166"/>
                  <a:gd name="csX43" fmla="*/ 673251 w 714375"/>
                  <a:gd name="csY43" fmla="*/ 1907600 h 2824166"/>
                  <a:gd name="csX44" fmla="*/ 671512 w 714375"/>
                  <a:gd name="csY44" fmla="*/ 1938341 h 2824166"/>
                  <a:gd name="csX45" fmla="*/ 661987 w 714375"/>
                  <a:gd name="csY45" fmla="*/ 2271716 h 2824166"/>
                  <a:gd name="csX46" fmla="*/ 661130 w 714375"/>
                  <a:gd name="csY46" fmla="*/ 2306362 h 2824166"/>
                  <a:gd name="csX47" fmla="*/ 654200 w 714375"/>
                  <a:gd name="csY47" fmla="*/ 2330175 h 2824166"/>
                  <a:gd name="csX48" fmla="*/ 652462 w 714375"/>
                  <a:gd name="csY48" fmla="*/ 2371728 h 2824166"/>
                  <a:gd name="csX49" fmla="*/ 657225 w 714375"/>
                  <a:gd name="csY49" fmla="*/ 2400303 h 2824166"/>
                  <a:gd name="csX50" fmla="*/ 647700 w 714375"/>
                  <a:gd name="csY50" fmla="*/ 2438403 h 2824166"/>
                  <a:gd name="csX51" fmla="*/ 638175 w 714375"/>
                  <a:gd name="csY51" fmla="*/ 2471741 h 2824166"/>
                  <a:gd name="csX52" fmla="*/ 633412 w 714375"/>
                  <a:gd name="csY52" fmla="*/ 2509841 h 2824166"/>
                  <a:gd name="csX53" fmla="*/ 623887 w 714375"/>
                  <a:gd name="csY53" fmla="*/ 2528891 h 2824166"/>
                  <a:gd name="csX54" fmla="*/ 619125 w 714375"/>
                  <a:gd name="csY54" fmla="*/ 2547941 h 2824166"/>
                  <a:gd name="csX55" fmla="*/ 609600 w 714375"/>
                  <a:gd name="csY55" fmla="*/ 2571753 h 2824166"/>
                  <a:gd name="csX56" fmla="*/ 604837 w 714375"/>
                  <a:gd name="csY56" fmla="*/ 2652716 h 2824166"/>
                  <a:gd name="csX57" fmla="*/ 581025 w 714375"/>
                  <a:gd name="csY57" fmla="*/ 2662241 h 2824166"/>
                  <a:gd name="csX58" fmla="*/ 576262 w 714375"/>
                  <a:gd name="csY58" fmla="*/ 2676528 h 2824166"/>
                  <a:gd name="csX59" fmla="*/ 552450 w 714375"/>
                  <a:gd name="csY59" fmla="*/ 2695578 h 2824166"/>
                  <a:gd name="csX60" fmla="*/ 547687 w 714375"/>
                  <a:gd name="csY60" fmla="*/ 2714628 h 2824166"/>
                  <a:gd name="csX61" fmla="*/ 542925 w 714375"/>
                  <a:gd name="csY61" fmla="*/ 2728916 h 2824166"/>
                  <a:gd name="csX62" fmla="*/ 538162 w 714375"/>
                  <a:gd name="csY62" fmla="*/ 2776541 h 2824166"/>
                  <a:gd name="csX63" fmla="*/ 495300 w 714375"/>
                  <a:gd name="csY63" fmla="*/ 2809878 h 2824166"/>
                  <a:gd name="csX64" fmla="*/ 481012 w 714375"/>
                  <a:gd name="csY64" fmla="*/ 2819403 h 2824166"/>
                  <a:gd name="csX65" fmla="*/ 447675 w 714375"/>
                  <a:gd name="csY65" fmla="*/ 2824166 h 2824166"/>
                  <a:gd name="csX66" fmla="*/ 404812 w 714375"/>
                  <a:gd name="csY66" fmla="*/ 2819403 h 2824166"/>
                  <a:gd name="csX67" fmla="*/ 390525 w 714375"/>
                  <a:gd name="csY67" fmla="*/ 2814641 h 2824166"/>
                  <a:gd name="csX68" fmla="*/ 357187 w 714375"/>
                  <a:gd name="csY68" fmla="*/ 2805116 h 2824166"/>
                  <a:gd name="csX69" fmla="*/ 352425 w 714375"/>
                  <a:gd name="csY69" fmla="*/ 2786066 h 2824166"/>
                  <a:gd name="csX70" fmla="*/ 347662 w 714375"/>
                  <a:gd name="csY70" fmla="*/ 2762253 h 2824166"/>
                  <a:gd name="csX71" fmla="*/ 338137 w 714375"/>
                  <a:gd name="csY71" fmla="*/ 2743203 h 2824166"/>
                  <a:gd name="csX72" fmla="*/ 338137 w 714375"/>
                  <a:gd name="csY72" fmla="*/ 2662241 h 2824166"/>
                  <a:gd name="csX0" fmla="*/ 0 w 714375"/>
                  <a:gd name="csY0" fmla="*/ 828678 h 2824166"/>
                  <a:gd name="csX1" fmla="*/ 23812 w 714375"/>
                  <a:gd name="csY1" fmla="*/ 785816 h 2824166"/>
                  <a:gd name="csX2" fmla="*/ 38100 w 714375"/>
                  <a:gd name="csY2" fmla="*/ 742953 h 2824166"/>
                  <a:gd name="csX3" fmla="*/ 42862 w 714375"/>
                  <a:gd name="csY3" fmla="*/ 723903 h 2824166"/>
                  <a:gd name="csX4" fmla="*/ 57150 w 714375"/>
                  <a:gd name="csY4" fmla="*/ 704853 h 2824166"/>
                  <a:gd name="csX5" fmla="*/ 61912 w 714375"/>
                  <a:gd name="csY5" fmla="*/ 676278 h 2824166"/>
                  <a:gd name="csX6" fmla="*/ 47625 w 714375"/>
                  <a:gd name="csY6" fmla="*/ 542928 h 2824166"/>
                  <a:gd name="csX7" fmla="*/ 57150 w 714375"/>
                  <a:gd name="csY7" fmla="*/ 457203 h 2824166"/>
                  <a:gd name="csX8" fmla="*/ 71437 w 714375"/>
                  <a:gd name="csY8" fmla="*/ 409578 h 2824166"/>
                  <a:gd name="csX9" fmla="*/ 85725 w 714375"/>
                  <a:gd name="csY9" fmla="*/ 342903 h 2824166"/>
                  <a:gd name="csX10" fmla="*/ 95250 w 714375"/>
                  <a:gd name="csY10" fmla="*/ 300041 h 2824166"/>
                  <a:gd name="csX11" fmla="*/ 133350 w 714375"/>
                  <a:gd name="csY11" fmla="*/ 247653 h 2824166"/>
                  <a:gd name="csX12" fmla="*/ 152400 w 714375"/>
                  <a:gd name="csY12" fmla="*/ 209553 h 2824166"/>
                  <a:gd name="csX13" fmla="*/ 171450 w 714375"/>
                  <a:gd name="csY13" fmla="*/ 176216 h 2824166"/>
                  <a:gd name="csX14" fmla="*/ 238125 w 714375"/>
                  <a:gd name="csY14" fmla="*/ 114303 h 2824166"/>
                  <a:gd name="csX15" fmla="*/ 257175 w 714375"/>
                  <a:gd name="csY15" fmla="*/ 90491 h 2824166"/>
                  <a:gd name="csX16" fmla="*/ 319087 w 714375"/>
                  <a:gd name="csY16" fmla="*/ 52391 h 2824166"/>
                  <a:gd name="csX17" fmla="*/ 333375 w 714375"/>
                  <a:gd name="csY17" fmla="*/ 42866 h 2824166"/>
                  <a:gd name="csX18" fmla="*/ 395287 w 714375"/>
                  <a:gd name="csY18" fmla="*/ 19053 h 2824166"/>
                  <a:gd name="csX19" fmla="*/ 404812 w 714375"/>
                  <a:gd name="csY19" fmla="*/ 4766 h 2824166"/>
                  <a:gd name="csX20" fmla="*/ 485775 w 714375"/>
                  <a:gd name="csY20" fmla="*/ 14291 h 2824166"/>
                  <a:gd name="csX21" fmla="*/ 552450 w 714375"/>
                  <a:gd name="csY21" fmla="*/ 85728 h 2824166"/>
                  <a:gd name="csX22" fmla="*/ 571500 w 714375"/>
                  <a:gd name="csY22" fmla="*/ 114303 h 2824166"/>
                  <a:gd name="csX23" fmla="*/ 581025 w 714375"/>
                  <a:gd name="csY23" fmla="*/ 157166 h 2824166"/>
                  <a:gd name="csX24" fmla="*/ 595312 w 714375"/>
                  <a:gd name="csY24" fmla="*/ 219078 h 2824166"/>
                  <a:gd name="csX25" fmla="*/ 600075 w 714375"/>
                  <a:gd name="csY25" fmla="*/ 276228 h 2824166"/>
                  <a:gd name="csX26" fmla="*/ 607884 w 714375"/>
                  <a:gd name="csY26" fmla="*/ 319113 h 2824166"/>
                  <a:gd name="csX27" fmla="*/ 623887 w 714375"/>
                  <a:gd name="csY27" fmla="*/ 376241 h 2824166"/>
                  <a:gd name="csX28" fmla="*/ 628650 w 714375"/>
                  <a:gd name="csY28" fmla="*/ 390528 h 2824166"/>
                  <a:gd name="csX29" fmla="*/ 634699 w 714375"/>
                  <a:gd name="csY29" fmla="*/ 438153 h 2824166"/>
                  <a:gd name="csX30" fmla="*/ 648986 w 714375"/>
                  <a:gd name="csY30" fmla="*/ 491850 h 2824166"/>
                  <a:gd name="csX31" fmla="*/ 666750 w 714375"/>
                  <a:gd name="csY31" fmla="*/ 633416 h 2824166"/>
                  <a:gd name="csX32" fmla="*/ 671512 w 714375"/>
                  <a:gd name="csY32" fmla="*/ 657228 h 2824166"/>
                  <a:gd name="csX33" fmla="*/ 685800 w 714375"/>
                  <a:gd name="csY33" fmla="*/ 719141 h 2824166"/>
                  <a:gd name="csX34" fmla="*/ 704850 w 714375"/>
                  <a:gd name="csY34" fmla="*/ 971553 h 2824166"/>
                  <a:gd name="csX35" fmla="*/ 714375 w 714375"/>
                  <a:gd name="csY35" fmla="*/ 1085853 h 2824166"/>
                  <a:gd name="csX36" fmla="*/ 709612 w 714375"/>
                  <a:gd name="csY36" fmla="*/ 1214441 h 2824166"/>
                  <a:gd name="csX37" fmla="*/ 704850 w 714375"/>
                  <a:gd name="csY37" fmla="*/ 1247778 h 2824166"/>
                  <a:gd name="csX38" fmla="*/ 695325 w 714375"/>
                  <a:gd name="csY38" fmla="*/ 1628778 h 2824166"/>
                  <a:gd name="csX39" fmla="*/ 685800 w 714375"/>
                  <a:gd name="csY39" fmla="*/ 1685928 h 2824166"/>
                  <a:gd name="csX40" fmla="*/ 678893 w 714375"/>
                  <a:gd name="csY40" fmla="*/ 1750865 h 2824166"/>
                  <a:gd name="csX41" fmla="*/ 675868 w 714375"/>
                  <a:gd name="csY41" fmla="*/ 1788108 h 2824166"/>
                  <a:gd name="csX42" fmla="*/ 676297 w 714375"/>
                  <a:gd name="csY42" fmla="*/ 1867333 h 2824166"/>
                  <a:gd name="csX43" fmla="*/ 673251 w 714375"/>
                  <a:gd name="csY43" fmla="*/ 1907600 h 2824166"/>
                  <a:gd name="csX44" fmla="*/ 671512 w 714375"/>
                  <a:gd name="csY44" fmla="*/ 1938341 h 2824166"/>
                  <a:gd name="csX45" fmla="*/ 661987 w 714375"/>
                  <a:gd name="csY45" fmla="*/ 2271716 h 2824166"/>
                  <a:gd name="csX46" fmla="*/ 661130 w 714375"/>
                  <a:gd name="csY46" fmla="*/ 2306362 h 2824166"/>
                  <a:gd name="csX47" fmla="*/ 654200 w 714375"/>
                  <a:gd name="csY47" fmla="*/ 2330175 h 2824166"/>
                  <a:gd name="csX48" fmla="*/ 652462 w 714375"/>
                  <a:gd name="csY48" fmla="*/ 2371728 h 2824166"/>
                  <a:gd name="csX49" fmla="*/ 657225 w 714375"/>
                  <a:gd name="csY49" fmla="*/ 2400303 h 2824166"/>
                  <a:gd name="csX50" fmla="*/ 647700 w 714375"/>
                  <a:gd name="csY50" fmla="*/ 2438403 h 2824166"/>
                  <a:gd name="csX51" fmla="*/ 638175 w 714375"/>
                  <a:gd name="csY51" fmla="*/ 2471741 h 2824166"/>
                  <a:gd name="csX52" fmla="*/ 633412 w 714375"/>
                  <a:gd name="csY52" fmla="*/ 2509841 h 2824166"/>
                  <a:gd name="csX53" fmla="*/ 623887 w 714375"/>
                  <a:gd name="csY53" fmla="*/ 2528891 h 2824166"/>
                  <a:gd name="csX54" fmla="*/ 619125 w 714375"/>
                  <a:gd name="csY54" fmla="*/ 2547941 h 2824166"/>
                  <a:gd name="csX55" fmla="*/ 609600 w 714375"/>
                  <a:gd name="csY55" fmla="*/ 2571753 h 2824166"/>
                  <a:gd name="csX56" fmla="*/ 607004 w 714375"/>
                  <a:gd name="csY56" fmla="*/ 2611547 h 2824166"/>
                  <a:gd name="csX57" fmla="*/ 581025 w 714375"/>
                  <a:gd name="csY57" fmla="*/ 2662241 h 2824166"/>
                  <a:gd name="csX58" fmla="*/ 576262 w 714375"/>
                  <a:gd name="csY58" fmla="*/ 2676528 h 2824166"/>
                  <a:gd name="csX59" fmla="*/ 552450 w 714375"/>
                  <a:gd name="csY59" fmla="*/ 2695578 h 2824166"/>
                  <a:gd name="csX60" fmla="*/ 547687 w 714375"/>
                  <a:gd name="csY60" fmla="*/ 2714628 h 2824166"/>
                  <a:gd name="csX61" fmla="*/ 542925 w 714375"/>
                  <a:gd name="csY61" fmla="*/ 2728916 h 2824166"/>
                  <a:gd name="csX62" fmla="*/ 538162 w 714375"/>
                  <a:gd name="csY62" fmla="*/ 2776541 h 2824166"/>
                  <a:gd name="csX63" fmla="*/ 495300 w 714375"/>
                  <a:gd name="csY63" fmla="*/ 2809878 h 2824166"/>
                  <a:gd name="csX64" fmla="*/ 481012 w 714375"/>
                  <a:gd name="csY64" fmla="*/ 2819403 h 2824166"/>
                  <a:gd name="csX65" fmla="*/ 447675 w 714375"/>
                  <a:gd name="csY65" fmla="*/ 2824166 h 2824166"/>
                  <a:gd name="csX66" fmla="*/ 404812 w 714375"/>
                  <a:gd name="csY66" fmla="*/ 2819403 h 2824166"/>
                  <a:gd name="csX67" fmla="*/ 390525 w 714375"/>
                  <a:gd name="csY67" fmla="*/ 2814641 h 2824166"/>
                  <a:gd name="csX68" fmla="*/ 357187 w 714375"/>
                  <a:gd name="csY68" fmla="*/ 2805116 h 2824166"/>
                  <a:gd name="csX69" fmla="*/ 352425 w 714375"/>
                  <a:gd name="csY69" fmla="*/ 2786066 h 2824166"/>
                  <a:gd name="csX70" fmla="*/ 347662 w 714375"/>
                  <a:gd name="csY70" fmla="*/ 2762253 h 2824166"/>
                  <a:gd name="csX71" fmla="*/ 338137 w 714375"/>
                  <a:gd name="csY71" fmla="*/ 2743203 h 2824166"/>
                  <a:gd name="csX72" fmla="*/ 338137 w 714375"/>
                  <a:gd name="csY72" fmla="*/ 2662241 h 2824166"/>
                  <a:gd name="csX0" fmla="*/ 0 w 714375"/>
                  <a:gd name="csY0" fmla="*/ 828678 h 2824166"/>
                  <a:gd name="csX1" fmla="*/ 23812 w 714375"/>
                  <a:gd name="csY1" fmla="*/ 785816 h 2824166"/>
                  <a:gd name="csX2" fmla="*/ 38100 w 714375"/>
                  <a:gd name="csY2" fmla="*/ 742953 h 2824166"/>
                  <a:gd name="csX3" fmla="*/ 42862 w 714375"/>
                  <a:gd name="csY3" fmla="*/ 723903 h 2824166"/>
                  <a:gd name="csX4" fmla="*/ 57150 w 714375"/>
                  <a:gd name="csY4" fmla="*/ 704853 h 2824166"/>
                  <a:gd name="csX5" fmla="*/ 61912 w 714375"/>
                  <a:gd name="csY5" fmla="*/ 676278 h 2824166"/>
                  <a:gd name="csX6" fmla="*/ 47625 w 714375"/>
                  <a:gd name="csY6" fmla="*/ 542928 h 2824166"/>
                  <a:gd name="csX7" fmla="*/ 57150 w 714375"/>
                  <a:gd name="csY7" fmla="*/ 457203 h 2824166"/>
                  <a:gd name="csX8" fmla="*/ 71437 w 714375"/>
                  <a:gd name="csY8" fmla="*/ 409578 h 2824166"/>
                  <a:gd name="csX9" fmla="*/ 85725 w 714375"/>
                  <a:gd name="csY9" fmla="*/ 342903 h 2824166"/>
                  <a:gd name="csX10" fmla="*/ 95250 w 714375"/>
                  <a:gd name="csY10" fmla="*/ 300041 h 2824166"/>
                  <a:gd name="csX11" fmla="*/ 133350 w 714375"/>
                  <a:gd name="csY11" fmla="*/ 247653 h 2824166"/>
                  <a:gd name="csX12" fmla="*/ 152400 w 714375"/>
                  <a:gd name="csY12" fmla="*/ 209553 h 2824166"/>
                  <a:gd name="csX13" fmla="*/ 171450 w 714375"/>
                  <a:gd name="csY13" fmla="*/ 176216 h 2824166"/>
                  <a:gd name="csX14" fmla="*/ 238125 w 714375"/>
                  <a:gd name="csY14" fmla="*/ 114303 h 2824166"/>
                  <a:gd name="csX15" fmla="*/ 257175 w 714375"/>
                  <a:gd name="csY15" fmla="*/ 90491 h 2824166"/>
                  <a:gd name="csX16" fmla="*/ 319087 w 714375"/>
                  <a:gd name="csY16" fmla="*/ 52391 h 2824166"/>
                  <a:gd name="csX17" fmla="*/ 333375 w 714375"/>
                  <a:gd name="csY17" fmla="*/ 42866 h 2824166"/>
                  <a:gd name="csX18" fmla="*/ 395287 w 714375"/>
                  <a:gd name="csY18" fmla="*/ 19053 h 2824166"/>
                  <a:gd name="csX19" fmla="*/ 404812 w 714375"/>
                  <a:gd name="csY19" fmla="*/ 4766 h 2824166"/>
                  <a:gd name="csX20" fmla="*/ 485775 w 714375"/>
                  <a:gd name="csY20" fmla="*/ 14291 h 2824166"/>
                  <a:gd name="csX21" fmla="*/ 552450 w 714375"/>
                  <a:gd name="csY21" fmla="*/ 85728 h 2824166"/>
                  <a:gd name="csX22" fmla="*/ 571500 w 714375"/>
                  <a:gd name="csY22" fmla="*/ 114303 h 2824166"/>
                  <a:gd name="csX23" fmla="*/ 581025 w 714375"/>
                  <a:gd name="csY23" fmla="*/ 157166 h 2824166"/>
                  <a:gd name="csX24" fmla="*/ 595312 w 714375"/>
                  <a:gd name="csY24" fmla="*/ 219078 h 2824166"/>
                  <a:gd name="csX25" fmla="*/ 600075 w 714375"/>
                  <a:gd name="csY25" fmla="*/ 276228 h 2824166"/>
                  <a:gd name="csX26" fmla="*/ 607884 w 714375"/>
                  <a:gd name="csY26" fmla="*/ 319113 h 2824166"/>
                  <a:gd name="csX27" fmla="*/ 623887 w 714375"/>
                  <a:gd name="csY27" fmla="*/ 376241 h 2824166"/>
                  <a:gd name="csX28" fmla="*/ 628650 w 714375"/>
                  <a:gd name="csY28" fmla="*/ 390528 h 2824166"/>
                  <a:gd name="csX29" fmla="*/ 634699 w 714375"/>
                  <a:gd name="csY29" fmla="*/ 438153 h 2824166"/>
                  <a:gd name="csX30" fmla="*/ 648986 w 714375"/>
                  <a:gd name="csY30" fmla="*/ 491850 h 2824166"/>
                  <a:gd name="csX31" fmla="*/ 666750 w 714375"/>
                  <a:gd name="csY31" fmla="*/ 633416 h 2824166"/>
                  <a:gd name="csX32" fmla="*/ 671512 w 714375"/>
                  <a:gd name="csY32" fmla="*/ 657228 h 2824166"/>
                  <a:gd name="csX33" fmla="*/ 685800 w 714375"/>
                  <a:gd name="csY33" fmla="*/ 719141 h 2824166"/>
                  <a:gd name="csX34" fmla="*/ 704850 w 714375"/>
                  <a:gd name="csY34" fmla="*/ 971553 h 2824166"/>
                  <a:gd name="csX35" fmla="*/ 714375 w 714375"/>
                  <a:gd name="csY35" fmla="*/ 1085853 h 2824166"/>
                  <a:gd name="csX36" fmla="*/ 709612 w 714375"/>
                  <a:gd name="csY36" fmla="*/ 1214441 h 2824166"/>
                  <a:gd name="csX37" fmla="*/ 704850 w 714375"/>
                  <a:gd name="csY37" fmla="*/ 1247778 h 2824166"/>
                  <a:gd name="csX38" fmla="*/ 695325 w 714375"/>
                  <a:gd name="csY38" fmla="*/ 1628778 h 2824166"/>
                  <a:gd name="csX39" fmla="*/ 685800 w 714375"/>
                  <a:gd name="csY39" fmla="*/ 1685928 h 2824166"/>
                  <a:gd name="csX40" fmla="*/ 678893 w 714375"/>
                  <a:gd name="csY40" fmla="*/ 1750865 h 2824166"/>
                  <a:gd name="csX41" fmla="*/ 675868 w 714375"/>
                  <a:gd name="csY41" fmla="*/ 1788108 h 2824166"/>
                  <a:gd name="csX42" fmla="*/ 676297 w 714375"/>
                  <a:gd name="csY42" fmla="*/ 1867333 h 2824166"/>
                  <a:gd name="csX43" fmla="*/ 673251 w 714375"/>
                  <a:gd name="csY43" fmla="*/ 1907600 h 2824166"/>
                  <a:gd name="csX44" fmla="*/ 671512 w 714375"/>
                  <a:gd name="csY44" fmla="*/ 1938341 h 2824166"/>
                  <a:gd name="csX45" fmla="*/ 661987 w 714375"/>
                  <a:gd name="csY45" fmla="*/ 2271716 h 2824166"/>
                  <a:gd name="csX46" fmla="*/ 661130 w 714375"/>
                  <a:gd name="csY46" fmla="*/ 2306362 h 2824166"/>
                  <a:gd name="csX47" fmla="*/ 654200 w 714375"/>
                  <a:gd name="csY47" fmla="*/ 2330175 h 2824166"/>
                  <a:gd name="csX48" fmla="*/ 652462 w 714375"/>
                  <a:gd name="csY48" fmla="*/ 2371728 h 2824166"/>
                  <a:gd name="csX49" fmla="*/ 657225 w 714375"/>
                  <a:gd name="csY49" fmla="*/ 2400303 h 2824166"/>
                  <a:gd name="csX50" fmla="*/ 647700 w 714375"/>
                  <a:gd name="csY50" fmla="*/ 2438403 h 2824166"/>
                  <a:gd name="csX51" fmla="*/ 638175 w 714375"/>
                  <a:gd name="csY51" fmla="*/ 2471741 h 2824166"/>
                  <a:gd name="csX52" fmla="*/ 633412 w 714375"/>
                  <a:gd name="csY52" fmla="*/ 2509841 h 2824166"/>
                  <a:gd name="csX53" fmla="*/ 623887 w 714375"/>
                  <a:gd name="csY53" fmla="*/ 2528891 h 2824166"/>
                  <a:gd name="csX54" fmla="*/ 619125 w 714375"/>
                  <a:gd name="csY54" fmla="*/ 2547941 h 2824166"/>
                  <a:gd name="csX55" fmla="*/ 609600 w 714375"/>
                  <a:gd name="csY55" fmla="*/ 2571753 h 2824166"/>
                  <a:gd name="csX56" fmla="*/ 596170 w 714375"/>
                  <a:gd name="csY56" fmla="*/ 2622381 h 2824166"/>
                  <a:gd name="csX57" fmla="*/ 581025 w 714375"/>
                  <a:gd name="csY57" fmla="*/ 2662241 h 2824166"/>
                  <a:gd name="csX58" fmla="*/ 576262 w 714375"/>
                  <a:gd name="csY58" fmla="*/ 2676528 h 2824166"/>
                  <a:gd name="csX59" fmla="*/ 552450 w 714375"/>
                  <a:gd name="csY59" fmla="*/ 2695578 h 2824166"/>
                  <a:gd name="csX60" fmla="*/ 547687 w 714375"/>
                  <a:gd name="csY60" fmla="*/ 2714628 h 2824166"/>
                  <a:gd name="csX61" fmla="*/ 542925 w 714375"/>
                  <a:gd name="csY61" fmla="*/ 2728916 h 2824166"/>
                  <a:gd name="csX62" fmla="*/ 538162 w 714375"/>
                  <a:gd name="csY62" fmla="*/ 2776541 h 2824166"/>
                  <a:gd name="csX63" fmla="*/ 495300 w 714375"/>
                  <a:gd name="csY63" fmla="*/ 2809878 h 2824166"/>
                  <a:gd name="csX64" fmla="*/ 481012 w 714375"/>
                  <a:gd name="csY64" fmla="*/ 2819403 h 2824166"/>
                  <a:gd name="csX65" fmla="*/ 447675 w 714375"/>
                  <a:gd name="csY65" fmla="*/ 2824166 h 2824166"/>
                  <a:gd name="csX66" fmla="*/ 404812 w 714375"/>
                  <a:gd name="csY66" fmla="*/ 2819403 h 2824166"/>
                  <a:gd name="csX67" fmla="*/ 390525 w 714375"/>
                  <a:gd name="csY67" fmla="*/ 2814641 h 2824166"/>
                  <a:gd name="csX68" fmla="*/ 357187 w 714375"/>
                  <a:gd name="csY68" fmla="*/ 2805116 h 2824166"/>
                  <a:gd name="csX69" fmla="*/ 352425 w 714375"/>
                  <a:gd name="csY69" fmla="*/ 2786066 h 2824166"/>
                  <a:gd name="csX70" fmla="*/ 347662 w 714375"/>
                  <a:gd name="csY70" fmla="*/ 2762253 h 2824166"/>
                  <a:gd name="csX71" fmla="*/ 338137 w 714375"/>
                  <a:gd name="csY71" fmla="*/ 2743203 h 2824166"/>
                  <a:gd name="csX72" fmla="*/ 338137 w 714375"/>
                  <a:gd name="csY72" fmla="*/ 2662241 h 2824166"/>
                  <a:gd name="csX0" fmla="*/ 0 w 714375"/>
                  <a:gd name="csY0" fmla="*/ 828678 h 2824166"/>
                  <a:gd name="csX1" fmla="*/ 23812 w 714375"/>
                  <a:gd name="csY1" fmla="*/ 785816 h 2824166"/>
                  <a:gd name="csX2" fmla="*/ 38100 w 714375"/>
                  <a:gd name="csY2" fmla="*/ 742953 h 2824166"/>
                  <a:gd name="csX3" fmla="*/ 42862 w 714375"/>
                  <a:gd name="csY3" fmla="*/ 723903 h 2824166"/>
                  <a:gd name="csX4" fmla="*/ 57150 w 714375"/>
                  <a:gd name="csY4" fmla="*/ 704853 h 2824166"/>
                  <a:gd name="csX5" fmla="*/ 61912 w 714375"/>
                  <a:gd name="csY5" fmla="*/ 676278 h 2824166"/>
                  <a:gd name="csX6" fmla="*/ 47625 w 714375"/>
                  <a:gd name="csY6" fmla="*/ 542928 h 2824166"/>
                  <a:gd name="csX7" fmla="*/ 57150 w 714375"/>
                  <a:gd name="csY7" fmla="*/ 457203 h 2824166"/>
                  <a:gd name="csX8" fmla="*/ 71437 w 714375"/>
                  <a:gd name="csY8" fmla="*/ 409578 h 2824166"/>
                  <a:gd name="csX9" fmla="*/ 85725 w 714375"/>
                  <a:gd name="csY9" fmla="*/ 342903 h 2824166"/>
                  <a:gd name="csX10" fmla="*/ 95250 w 714375"/>
                  <a:gd name="csY10" fmla="*/ 300041 h 2824166"/>
                  <a:gd name="csX11" fmla="*/ 133350 w 714375"/>
                  <a:gd name="csY11" fmla="*/ 247653 h 2824166"/>
                  <a:gd name="csX12" fmla="*/ 152400 w 714375"/>
                  <a:gd name="csY12" fmla="*/ 209553 h 2824166"/>
                  <a:gd name="csX13" fmla="*/ 171450 w 714375"/>
                  <a:gd name="csY13" fmla="*/ 176216 h 2824166"/>
                  <a:gd name="csX14" fmla="*/ 238125 w 714375"/>
                  <a:gd name="csY14" fmla="*/ 114303 h 2824166"/>
                  <a:gd name="csX15" fmla="*/ 257175 w 714375"/>
                  <a:gd name="csY15" fmla="*/ 90491 h 2824166"/>
                  <a:gd name="csX16" fmla="*/ 319087 w 714375"/>
                  <a:gd name="csY16" fmla="*/ 52391 h 2824166"/>
                  <a:gd name="csX17" fmla="*/ 333375 w 714375"/>
                  <a:gd name="csY17" fmla="*/ 42866 h 2824166"/>
                  <a:gd name="csX18" fmla="*/ 395287 w 714375"/>
                  <a:gd name="csY18" fmla="*/ 19053 h 2824166"/>
                  <a:gd name="csX19" fmla="*/ 404812 w 714375"/>
                  <a:gd name="csY19" fmla="*/ 4766 h 2824166"/>
                  <a:gd name="csX20" fmla="*/ 485775 w 714375"/>
                  <a:gd name="csY20" fmla="*/ 14291 h 2824166"/>
                  <a:gd name="csX21" fmla="*/ 552450 w 714375"/>
                  <a:gd name="csY21" fmla="*/ 85728 h 2824166"/>
                  <a:gd name="csX22" fmla="*/ 571500 w 714375"/>
                  <a:gd name="csY22" fmla="*/ 114303 h 2824166"/>
                  <a:gd name="csX23" fmla="*/ 581025 w 714375"/>
                  <a:gd name="csY23" fmla="*/ 157166 h 2824166"/>
                  <a:gd name="csX24" fmla="*/ 595312 w 714375"/>
                  <a:gd name="csY24" fmla="*/ 219078 h 2824166"/>
                  <a:gd name="csX25" fmla="*/ 600075 w 714375"/>
                  <a:gd name="csY25" fmla="*/ 276228 h 2824166"/>
                  <a:gd name="csX26" fmla="*/ 607884 w 714375"/>
                  <a:gd name="csY26" fmla="*/ 319113 h 2824166"/>
                  <a:gd name="csX27" fmla="*/ 623887 w 714375"/>
                  <a:gd name="csY27" fmla="*/ 376241 h 2824166"/>
                  <a:gd name="csX28" fmla="*/ 628650 w 714375"/>
                  <a:gd name="csY28" fmla="*/ 390528 h 2824166"/>
                  <a:gd name="csX29" fmla="*/ 634699 w 714375"/>
                  <a:gd name="csY29" fmla="*/ 438153 h 2824166"/>
                  <a:gd name="csX30" fmla="*/ 648986 w 714375"/>
                  <a:gd name="csY30" fmla="*/ 491850 h 2824166"/>
                  <a:gd name="csX31" fmla="*/ 666750 w 714375"/>
                  <a:gd name="csY31" fmla="*/ 633416 h 2824166"/>
                  <a:gd name="csX32" fmla="*/ 671512 w 714375"/>
                  <a:gd name="csY32" fmla="*/ 657228 h 2824166"/>
                  <a:gd name="csX33" fmla="*/ 685800 w 714375"/>
                  <a:gd name="csY33" fmla="*/ 719141 h 2824166"/>
                  <a:gd name="csX34" fmla="*/ 704850 w 714375"/>
                  <a:gd name="csY34" fmla="*/ 971553 h 2824166"/>
                  <a:gd name="csX35" fmla="*/ 714375 w 714375"/>
                  <a:gd name="csY35" fmla="*/ 1085853 h 2824166"/>
                  <a:gd name="csX36" fmla="*/ 709612 w 714375"/>
                  <a:gd name="csY36" fmla="*/ 1214441 h 2824166"/>
                  <a:gd name="csX37" fmla="*/ 704850 w 714375"/>
                  <a:gd name="csY37" fmla="*/ 1247778 h 2824166"/>
                  <a:gd name="csX38" fmla="*/ 695325 w 714375"/>
                  <a:gd name="csY38" fmla="*/ 1628778 h 2824166"/>
                  <a:gd name="csX39" fmla="*/ 685800 w 714375"/>
                  <a:gd name="csY39" fmla="*/ 1685928 h 2824166"/>
                  <a:gd name="csX40" fmla="*/ 678893 w 714375"/>
                  <a:gd name="csY40" fmla="*/ 1750865 h 2824166"/>
                  <a:gd name="csX41" fmla="*/ 675868 w 714375"/>
                  <a:gd name="csY41" fmla="*/ 1788108 h 2824166"/>
                  <a:gd name="csX42" fmla="*/ 676297 w 714375"/>
                  <a:gd name="csY42" fmla="*/ 1867333 h 2824166"/>
                  <a:gd name="csX43" fmla="*/ 673251 w 714375"/>
                  <a:gd name="csY43" fmla="*/ 1907600 h 2824166"/>
                  <a:gd name="csX44" fmla="*/ 671512 w 714375"/>
                  <a:gd name="csY44" fmla="*/ 1938341 h 2824166"/>
                  <a:gd name="csX45" fmla="*/ 661987 w 714375"/>
                  <a:gd name="csY45" fmla="*/ 2271716 h 2824166"/>
                  <a:gd name="csX46" fmla="*/ 661130 w 714375"/>
                  <a:gd name="csY46" fmla="*/ 2306362 h 2824166"/>
                  <a:gd name="csX47" fmla="*/ 654200 w 714375"/>
                  <a:gd name="csY47" fmla="*/ 2330175 h 2824166"/>
                  <a:gd name="csX48" fmla="*/ 652462 w 714375"/>
                  <a:gd name="csY48" fmla="*/ 2371728 h 2824166"/>
                  <a:gd name="csX49" fmla="*/ 657225 w 714375"/>
                  <a:gd name="csY49" fmla="*/ 2400303 h 2824166"/>
                  <a:gd name="csX50" fmla="*/ 647700 w 714375"/>
                  <a:gd name="csY50" fmla="*/ 2438403 h 2824166"/>
                  <a:gd name="csX51" fmla="*/ 638175 w 714375"/>
                  <a:gd name="csY51" fmla="*/ 2471741 h 2824166"/>
                  <a:gd name="csX52" fmla="*/ 633412 w 714375"/>
                  <a:gd name="csY52" fmla="*/ 2509841 h 2824166"/>
                  <a:gd name="csX53" fmla="*/ 623887 w 714375"/>
                  <a:gd name="csY53" fmla="*/ 2528891 h 2824166"/>
                  <a:gd name="csX54" fmla="*/ 619125 w 714375"/>
                  <a:gd name="csY54" fmla="*/ 2547941 h 2824166"/>
                  <a:gd name="csX55" fmla="*/ 609600 w 714375"/>
                  <a:gd name="csY55" fmla="*/ 2571753 h 2824166"/>
                  <a:gd name="csX56" fmla="*/ 596170 w 714375"/>
                  <a:gd name="csY56" fmla="*/ 2622381 h 2824166"/>
                  <a:gd name="csX57" fmla="*/ 581025 w 714375"/>
                  <a:gd name="csY57" fmla="*/ 2662241 h 2824166"/>
                  <a:gd name="csX58" fmla="*/ 576262 w 714375"/>
                  <a:gd name="csY58" fmla="*/ 2676528 h 2824166"/>
                  <a:gd name="csX59" fmla="*/ 552450 w 714375"/>
                  <a:gd name="csY59" fmla="*/ 2695578 h 2824166"/>
                  <a:gd name="csX60" fmla="*/ 547687 w 714375"/>
                  <a:gd name="csY60" fmla="*/ 2714628 h 2824166"/>
                  <a:gd name="csX61" fmla="*/ 551592 w 714375"/>
                  <a:gd name="csY61" fmla="*/ 2731083 h 2824166"/>
                  <a:gd name="csX62" fmla="*/ 538162 w 714375"/>
                  <a:gd name="csY62" fmla="*/ 2776541 h 2824166"/>
                  <a:gd name="csX63" fmla="*/ 495300 w 714375"/>
                  <a:gd name="csY63" fmla="*/ 2809878 h 2824166"/>
                  <a:gd name="csX64" fmla="*/ 481012 w 714375"/>
                  <a:gd name="csY64" fmla="*/ 2819403 h 2824166"/>
                  <a:gd name="csX65" fmla="*/ 447675 w 714375"/>
                  <a:gd name="csY65" fmla="*/ 2824166 h 2824166"/>
                  <a:gd name="csX66" fmla="*/ 404812 w 714375"/>
                  <a:gd name="csY66" fmla="*/ 2819403 h 2824166"/>
                  <a:gd name="csX67" fmla="*/ 390525 w 714375"/>
                  <a:gd name="csY67" fmla="*/ 2814641 h 2824166"/>
                  <a:gd name="csX68" fmla="*/ 357187 w 714375"/>
                  <a:gd name="csY68" fmla="*/ 2805116 h 2824166"/>
                  <a:gd name="csX69" fmla="*/ 352425 w 714375"/>
                  <a:gd name="csY69" fmla="*/ 2786066 h 2824166"/>
                  <a:gd name="csX70" fmla="*/ 347662 w 714375"/>
                  <a:gd name="csY70" fmla="*/ 2762253 h 2824166"/>
                  <a:gd name="csX71" fmla="*/ 338137 w 714375"/>
                  <a:gd name="csY71" fmla="*/ 2743203 h 2824166"/>
                  <a:gd name="csX72" fmla="*/ 338137 w 714375"/>
                  <a:gd name="csY72" fmla="*/ 2662241 h 2824166"/>
                  <a:gd name="csX0" fmla="*/ 0 w 714375"/>
                  <a:gd name="csY0" fmla="*/ 828678 h 2824166"/>
                  <a:gd name="csX1" fmla="*/ 23812 w 714375"/>
                  <a:gd name="csY1" fmla="*/ 785816 h 2824166"/>
                  <a:gd name="csX2" fmla="*/ 38100 w 714375"/>
                  <a:gd name="csY2" fmla="*/ 742953 h 2824166"/>
                  <a:gd name="csX3" fmla="*/ 42862 w 714375"/>
                  <a:gd name="csY3" fmla="*/ 723903 h 2824166"/>
                  <a:gd name="csX4" fmla="*/ 57150 w 714375"/>
                  <a:gd name="csY4" fmla="*/ 704853 h 2824166"/>
                  <a:gd name="csX5" fmla="*/ 61912 w 714375"/>
                  <a:gd name="csY5" fmla="*/ 676278 h 2824166"/>
                  <a:gd name="csX6" fmla="*/ 47625 w 714375"/>
                  <a:gd name="csY6" fmla="*/ 542928 h 2824166"/>
                  <a:gd name="csX7" fmla="*/ 57150 w 714375"/>
                  <a:gd name="csY7" fmla="*/ 457203 h 2824166"/>
                  <a:gd name="csX8" fmla="*/ 71437 w 714375"/>
                  <a:gd name="csY8" fmla="*/ 409578 h 2824166"/>
                  <a:gd name="csX9" fmla="*/ 85725 w 714375"/>
                  <a:gd name="csY9" fmla="*/ 342903 h 2824166"/>
                  <a:gd name="csX10" fmla="*/ 95250 w 714375"/>
                  <a:gd name="csY10" fmla="*/ 300041 h 2824166"/>
                  <a:gd name="csX11" fmla="*/ 133350 w 714375"/>
                  <a:gd name="csY11" fmla="*/ 247653 h 2824166"/>
                  <a:gd name="csX12" fmla="*/ 152400 w 714375"/>
                  <a:gd name="csY12" fmla="*/ 209553 h 2824166"/>
                  <a:gd name="csX13" fmla="*/ 171450 w 714375"/>
                  <a:gd name="csY13" fmla="*/ 176216 h 2824166"/>
                  <a:gd name="csX14" fmla="*/ 238125 w 714375"/>
                  <a:gd name="csY14" fmla="*/ 114303 h 2824166"/>
                  <a:gd name="csX15" fmla="*/ 257175 w 714375"/>
                  <a:gd name="csY15" fmla="*/ 90491 h 2824166"/>
                  <a:gd name="csX16" fmla="*/ 319087 w 714375"/>
                  <a:gd name="csY16" fmla="*/ 52391 h 2824166"/>
                  <a:gd name="csX17" fmla="*/ 333375 w 714375"/>
                  <a:gd name="csY17" fmla="*/ 42866 h 2824166"/>
                  <a:gd name="csX18" fmla="*/ 395287 w 714375"/>
                  <a:gd name="csY18" fmla="*/ 19053 h 2824166"/>
                  <a:gd name="csX19" fmla="*/ 404812 w 714375"/>
                  <a:gd name="csY19" fmla="*/ 4766 h 2824166"/>
                  <a:gd name="csX20" fmla="*/ 485775 w 714375"/>
                  <a:gd name="csY20" fmla="*/ 14291 h 2824166"/>
                  <a:gd name="csX21" fmla="*/ 552450 w 714375"/>
                  <a:gd name="csY21" fmla="*/ 85728 h 2824166"/>
                  <a:gd name="csX22" fmla="*/ 571500 w 714375"/>
                  <a:gd name="csY22" fmla="*/ 114303 h 2824166"/>
                  <a:gd name="csX23" fmla="*/ 581025 w 714375"/>
                  <a:gd name="csY23" fmla="*/ 157166 h 2824166"/>
                  <a:gd name="csX24" fmla="*/ 595312 w 714375"/>
                  <a:gd name="csY24" fmla="*/ 219078 h 2824166"/>
                  <a:gd name="csX25" fmla="*/ 600075 w 714375"/>
                  <a:gd name="csY25" fmla="*/ 276228 h 2824166"/>
                  <a:gd name="csX26" fmla="*/ 607884 w 714375"/>
                  <a:gd name="csY26" fmla="*/ 319113 h 2824166"/>
                  <a:gd name="csX27" fmla="*/ 623887 w 714375"/>
                  <a:gd name="csY27" fmla="*/ 376241 h 2824166"/>
                  <a:gd name="csX28" fmla="*/ 628650 w 714375"/>
                  <a:gd name="csY28" fmla="*/ 390528 h 2824166"/>
                  <a:gd name="csX29" fmla="*/ 634699 w 714375"/>
                  <a:gd name="csY29" fmla="*/ 438153 h 2824166"/>
                  <a:gd name="csX30" fmla="*/ 648986 w 714375"/>
                  <a:gd name="csY30" fmla="*/ 491850 h 2824166"/>
                  <a:gd name="csX31" fmla="*/ 666750 w 714375"/>
                  <a:gd name="csY31" fmla="*/ 633416 h 2824166"/>
                  <a:gd name="csX32" fmla="*/ 671512 w 714375"/>
                  <a:gd name="csY32" fmla="*/ 657228 h 2824166"/>
                  <a:gd name="csX33" fmla="*/ 685800 w 714375"/>
                  <a:gd name="csY33" fmla="*/ 719141 h 2824166"/>
                  <a:gd name="csX34" fmla="*/ 704850 w 714375"/>
                  <a:gd name="csY34" fmla="*/ 971553 h 2824166"/>
                  <a:gd name="csX35" fmla="*/ 714375 w 714375"/>
                  <a:gd name="csY35" fmla="*/ 1085853 h 2824166"/>
                  <a:gd name="csX36" fmla="*/ 709612 w 714375"/>
                  <a:gd name="csY36" fmla="*/ 1214441 h 2824166"/>
                  <a:gd name="csX37" fmla="*/ 704850 w 714375"/>
                  <a:gd name="csY37" fmla="*/ 1247778 h 2824166"/>
                  <a:gd name="csX38" fmla="*/ 695325 w 714375"/>
                  <a:gd name="csY38" fmla="*/ 1628778 h 2824166"/>
                  <a:gd name="csX39" fmla="*/ 685800 w 714375"/>
                  <a:gd name="csY39" fmla="*/ 1685928 h 2824166"/>
                  <a:gd name="csX40" fmla="*/ 678893 w 714375"/>
                  <a:gd name="csY40" fmla="*/ 1750865 h 2824166"/>
                  <a:gd name="csX41" fmla="*/ 675868 w 714375"/>
                  <a:gd name="csY41" fmla="*/ 1788108 h 2824166"/>
                  <a:gd name="csX42" fmla="*/ 676297 w 714375"/>
                  <a:gd name="csY42" fmla="*/ 1867333 h 2824166"/>
                  <a:gd name="csX43" fmla="*/ 673251 w 714375"/>
                  <a:gd name="csY43" fmla="*/ 1907600 h 2824166"/>
                  <a:gd name="csX44" fmla="*/ 671512 w 714375"/>
                  <a:gd name="csY44" fmla="*/ 1938341 h 2824166"/>
                  <a:gd name="csX45" fmla="*/ 661987 w 714375"/>
                  <a:gd name="csY45" fmla="*/ 2271716 h 2824166"/>
                  <a:gd name="csX46" fmla="*/ 661130 w 714375"/>
                  <a:gd name="csY46" fmla="*/ 2306362 h 2824166"/>
                  <a:gd name="csX47" fmla="*/ 654200 w 714375"/>
                  <a:gd name="csY47" fmla="*/ 2330175 h 2824166"/>
                  <a:gd name="csX48" fmla="*/ 652462 w 714375"/>
                  <a:gd name="csY48" fmla="*/ 2371728 h 2824166"/>
                  <a:gd name="csX49" fmla="*/ 657225 w 714375"/>
                  <a:gd name="csY49" fmla="*/ 2400303 h 2824166"/>
                  <a:gd name="csX50" fmla="*/ 647700 w 714375"/>
                  <a:gd name="csY50" fmla="*/ 2438403 h 2824166"/>
                  <a:gd name="csX51" fmla="*/ 638175 w 714375"/>
                  <a:gd name="csY51" fmla="*/ 2471741 h 2824166"/>
                  <a:gd name="csX52" fmla="*/ 633412 w 714375"/>
                  <a:gd name="csY52" fmla="*/ 2509841 h 2824166"/>
                  <a:gd name="csX53" fmla="*/ 623887 w 714375"/>
                  <a:gd name="csY53" fmla="*/ 2528891 h 2824166"/>
                  <a:gd name="csX54" fmla="*/ 619125 w 714375"/>
                  <a:gd name="csY54" fmla="*/ 2547941 h 2824166"/>
                  <a:gd name="csX55" fmla="*/ 609600 w 714375"/>
                  <a:gd name="csY55" fmla="*/ 2571753 h 2824166"/>
                  <a:gd name="csX56" fmla="*/ 596170 w 714375"/>
                  <a:gd name="csY56" fmla="*/ 2622381 h 2824166"/>
                  <a:gd name="csX57" fmla="*/ 581025 w 714375"/>
                  <a:gd name="csY57" fmla="*/ 2662241 h 2824166"/>
                  <a:gd name="csX58" fmla="*/ 576262 w 714375"/>
                  <a:gd name="csY58" fmla="*/ 2676528 h 2824166"/>
                  <a:gd name="csX59" fmla="*/ 558951 w 714375"/>
                  <a:gd name="csY59" fmla="*/ 2697745 h 2824166"/>
                  <a:gd name="csX60" fmla="*/ 547687 w 714375"/>
                  <a:gd name="csY60" fmla="*/ 2714628 h 2824166"/>
                  <a:gd name="csX61" fmla="*/ 551592 w 714375"/>
                  <a:gd name="csY61" fmla="*/ 2731083 h 2824166"/>
                  <a:gd name="csX62" fmla="*/ 538162 w 714375"/>
                  <a:gd name="csY62" fmla="*/ 2776541 h 2824166"/>
                  <a:gd name="csX63" fmla="*/ 495300 w 714375"/>
                  <a:gd name="csY63" fmla="*/ 2809878 h 2824166"/>
                  <a:gd name="csX64" fmla="*/ 481012 w 714375"/>
                  <a:gd name="csY64" fmla="*/ 2819403 h 2824166"/>
                  <a:gd name="csX65" fmla="*/ 447675 w 714375"/>
                  <a:gd name="csY65" fmla="*/ 2824166 h 2824166"/>
                  <a:gd name="csX66" fmla="*/ 404812 w 714375"/>
                  <a:gd name="csY66" fmla="*/ 2819403 h 2824166"/>
                  <a:gd name="csX67" fmla="*/ 390525 w 714375"/>
                  <a:gd name="csY67" fmla="*/ 2814641 h 2824166"/>
                  <a:gd name="csX68" fmla="*/ 357187 w 714375"/>
                  <a:gd name="csY68" fmla="*/ 2805116 h 2824166"/>
                  <a:gd name="csX69" fmla="*/ 352425 w 714375"/>
                  <a:gd name="csY69" fmla="*/ 2786066 h 2824166"/>
                  <a:gd name="csX70" fmla="*/ 347662 w 714375"/>
                  <a:gd name="csY70" fmla="*/ 2762253 h 2824166"/>
                  <a:gd name="csX71" fmla="*/ 338137 w 714375"/>
                  <a:gd name="csY71" fmla="*/ 2743203 h 2824166"/>
                  <a:gd name="csX72" fmla="*/ 338137 w 714375"/>
                  <a:gd name="csY72" fmla="*/ 2662241 h 2824166"/>
                  <a:gd name="csX0" fmla="*/ 0 w 714375"/>
                  <a:gd name="csY0" fmla="*/ 828678 h 2824166"/>
                  <a:gd name="csX1" fmla="*/ 23812 w 714375"/>
                  <a:gd name="csY1" fmla="*/ 785816 h 2824166"/>
                  <a:gd name="csX2" fmla="*/ 38100 w 714375"/>
                  <a:gd name="csY2" fmla="*/ 742953 h 2824166"/>
                  <a:gd name="csX3" fmla="*/ 42862 w 714375"/>
                  <a:gd name="csY3" fmla="*/ 723903 h 2824166"/>
                  <a:gd name="csX4" fmla="*/ 57150 w 714375"/>
                  <a:gd name="csY4" fmla="*/ 704853 h 2824166"/>
                  <a:gd name="csX5" fmla="*/ 61912 w 714375"/>
                  <a:gd name="csY5" fmla="*/ 676278 h 2824166"/>
                  <a:gd name="csX6" fmla="*/ 47625 w 714375"/>
                  <a:gd name="csY6" fmla="*/ 542928 h 2824166"/>
                  <a:gd name="csX7" fmla="*/ 57150 w 714375"/>
                  <a:gd name="csY7" fmla="*/ 457203 h 2824166"/>
                  <a:gd name="csX8" fmla="*/ 71437 w 714375"/>
                  <a:gd name="csY8" fmla="*/ 409578 h 2824166"/>
                  <a:gd name="csX9" fmla="*/ 85725 w 714375"/>
                  <a:gd name="csY9" fmla="*/ 342903 h 2824166"/>
                  <a:gd name="csX10" fmla="*/ 95250 w 714375"/>
                  <a:gd name="csY10" fmla="*/ 300041 h 2824166"/>
                  <a:gd name="csX11" fmla="*/ 133350 w 714375"/>
                  <a:gd name="csY11" fmla="*/ 247653 h 2824166"/>
                  <a:gd name="csX12" fmla="*/ 152400 w 714375"/>
                  <a:gd name="csY12" fmla="*/ 209553 h 2824166"/>
                  <a:gd name="csX13" fmla="*/ 171450 w 714375"/>
                  <a:gd name="csY13" fmla="*/ 176216 h 2824166"/>
                  <a:gd name="csX14" fmla="*/ 238125 w 714375"/>
                  <a:gd name="csY14" fmla="*/ 114303 h 2824166"/>
                  <a:gd name="csX15" fmla="*/ 257175 w 714375"/>
                  <a:gd name="csY15" fmla="*/ 90491 h 2824166"/>
                  <a:gd name="csX16" fmla="*/ 319087 w 714375"/>
                  <a:gd name="csY16" fmla="*/ 52391 h 2824166"/>
                  <a:gd name="csX17" fmla="*/ 333375 w 714375"/>
                  <a:gd name="csY17" fmla="*/ 42866 h 2824166"/>
                  <a:gd name="csX18" fmla="*/ 395287 w 714375"/>
                  <a:gd name="csY18" fmla="*/ 19053 h 2824166"/>
                  <a:gd name="csX19" fmla="*/ 404812 w 714375"/>
                  <a:gd name="csY19" fmla="*/ 4766 h 2824166"/>
                  <a:gd name="csX20" fmla="*/ 485775 w 714375"/>
                  <a:gd name="csY20" fmla="*/ 14291 h 2824166"/>
                  <a:gd name="csX21" fmla="*/ 552450 w 714375"/>
                  <a:gd name="csY21" fmla="*/ 85728 h 2824166"/>
                  <a:gd name="csX22" fmla="*/ 571500 w 714375"/>
                  <a:gd name="csY22" fmla="*/ 114303 h 2824166"/>
                  <a:gd name="csX23" fmla="*/ 581025 w 714375"/>
                  <a:gd name="csY23" fmla="*/ 157166 h 2824166"/>
                  <a:gd name="csX24" fmla="*/ 595312 w 714375"/>
                  <a:gd name="csY24" fmla="*/ 219078 h 2824166"/>
                  <a:gd name="csX25" fmla="*/ 600075 w 714375"/>
                  <a:gd name="csY25" fmla="*/ 276228 h 2824166"/>
                  <a:gd name="csX26" fmla="*/ 607884 w 714375"/>
                  <a:gd name="csY26" fmla="*/ 319113 h 2824166"/>
                  <a:gd name="csX27" fmla="*/ 623887 w 714375"/>
                  <a:gd name="csY27" fmla="*/ 376241 h 2824166"/>
                  <a:gd name="csX28" fmla="*/ 628650 w 714375"/>
                  <a:gd name="csY28" fmla="*/ 390528 h 2824166"/>
                  <a:gd name="csX29" fmla="*/ 634699 w 714375"/>
                  <a:gd name="csY29" fmla="*/ 438153 h 2824166"/>
                  <a:gd name="csX30" fmla="*/ 648986 w 714375"/>
                  <a:gd name="csY30" fmla="*/ 491850 h 2824166"/>
                  <a:gd name="csX31" fmla="*/ 666750 w 714375"/>
                  <a:gd name="csY31" fmla="*/ 633416 h 2824166"/>
                  <a:gd name="csX32" fmla="*/ 671512 w 714375"/>
                  <a:gd name="csY32" fmla="*/ 657228 h 2824166"/>
                  <a:gd name="csX33" fmla="*/ 685800 w 714375"/>
                  <a:gd name="csY33" fmla="*/ 719141 h 2824166"/>
                  <a:gd name="csX34" fmla="*/ 704850 w 714375"/>
                  <a:gd name="csY34" fmla="*/ 971553 h 2824166"/>
                  <a:gd name="csX35" fmla="*/ 714375 w 714375"/>
                  <a:gd name="csY35" fmla="*/ 1085853 h 2824166"/>
                  <a:gd name="csX36" fmla="*/ 709612 w 714375"/>
                  <a:gd name="csY36" fmla="*/ 1214441 h 2824166"/>
                  <a:gd name="csX37" fmla="*/ 704850 w 714375"/>
                  <a:gd name="csY37" fmla="*/ 1247778 h 2824166"/>
                  <a:gd name="csX38" fmla="*/ 695325 w 714375"/>
                  <a:gd name="csY38" fmla="*/ 1628778 h 2824166"/>
                  <a:gd name="csX39" fmla="*/ 685800 w 714375"/>
                  <a:gd name="csY39" fmla="*/ 1685928 h 2824166"/>
                  <a:gd name="csX40" fmla="*/ 678893 w 714375"/>
                  <a:gd name="csY40" fmla="*/ 1750865 h 2824166"/>
                  <a:gd name="csX41" fmla="*/ 675868 w 714375"/>
                  <a:gd name="csY41" fmla="*/ 1788108 h 2824166"/>
                  <a:gd name="csX42" fmla="*/ 676297 w 714375"/>
                  <a:gd name="csY42" fmla="*/ 1867333 h 2824166"/>
                  <a:gd name="csX43" fmla="*/ 673251 w 714375"/>
                  <a:gd name="csY43" fmla="*/ 1907600 h 2824166"/>
                  <a:gd name="csX44" fmla="*/ 671512 w 714375"/>
                  <a:gd name="csY44" fmla="*/ 1938341 h 2824166"/>
                  <a:gd name="csX45" fmla="*/ 661987 w 714375"/>
                  <a:gd name="csY45" fmla="*/ 2271716 h 2824166"/>
                  <a:gd name="csX46" fmla="*/ 661130 w 714375"/>
                  <a:gd name="csY46" fmla="*/ 2306362 h 2824166"/>
                  <a:gd name="csX47" fmla="*/ 654200 w 714375"/>
                  <a:gd name="csY47" fmla="*/ 2330175 h 2824166"/>
                  <a:gd name="csX48" fmla="*/ 652462 w 714375"/>
                  <a:gd name="csY48" fmla="*/ 2371728 h 2824166"/>
                  <a:gd name="csX49" fmla="*/ 657225 w 714375"/>
                  <a:gd name="csY49" fmla="*/ 2400303 h 2824166"/>
                  <a:gd name="csX50" fmla="*/ 647700 w 714375"/>
                  <a:gd name="csY50" fmla="*/ 2438403 h 2824166"/>
                  <a:gd name="csX51" fmla="*/ 638175 w 714375"/>
                  <a:gd name="csY51" fmla="*/ 2471741 h 2824166"/>
                  <a:gd name="csX52" fmla="*/ 633412 w 714375"/>
                  <a:gd name="csY52" fmla="*/ 2509841 h 2824166"/>
                  <a:gd name="csX53" fmla="*/ 623887 w 714375"/>
                  <a:gd name="csY53" fmla="*/ 2528891 h 2824166"/>
                  <a:gd name="csX54" fmla="*/ 619125 w 714375"/>
                  <a:gd name="csY54" fmla="*/ 2547941 h 2824166"/>
                  <a:gd name="csX55" fmla="*/ 609600 w 714375"/>
                  <a:gd name="csY55" fmla="*/ 2571753 h 2824166"/>
                  <a:gd name="csX56" fmla="*/ 596170 w 714375"/>
                  <a:gd name="csY56" fmla="*/ 2622381 h 2824166"/>
                  <a:gd name="csX57" fmla="*/ 581025 w 714375"/>
                  <a:gd name="csY57" fmla="*/ 2662241 h 2824166"/>
                  <a:gd name="csX58" fmla="*/ 576262 w 714375"/>
                  <a:gd name="csY58" fmla="*/ 2676528 h 2824166"/>
                  <a:gd name="csX59" fmla="*/ 558951 w 714375"/>
                  <a:gd name="csY59" fmla="*/ 2697745 h 2824166"/>
                  <a:gd name="csX60" fmla="*/ 547687 w 714375"/>
                  <a:gd name="csY60" fmla="*/ 2714628 h 2824166"/>
                  <a:gd name="csX61" fmla="*/ 560260 w 714375"/>
                  <a:gd name="csY61" fmla="*/ 2733250 h 2824166"/>
                  <a:gd name="csX62" fmla="*/ 538162 w 714375"/>
                  <a:gd name="csY62" fmla="*/ 2776541 h 2824166"/>
                  <a:gd name="csX63" fmla="*/ 495300 w 714375"/>
                  <a:gd name="csY63" fmla="*/ 2809878 h 2824166"/>
                  <a:gd name="csX64" fmla="*/ 481012 w 714375"/>
                  <a:gd name="csY64" fmla="*/ 2819403 h 2824166"/>
                  <a:gd name="csX65" fmla="*/ 447675 w 714375"/>
                  <a:gd name="csY65" fmla="*/ 2824166 h 2824166"/>
                  <a:gd name="csX66" fmla="*/ 404812 w 714375"/>
                  <a:gd name="csY66" fmla="*/ 2819403 h 2824166"/>
                  <a:gd name="csX67" fmla="*/ 390525 w 714375"/>
                  <a:gd name="csY67" fmla="*/ 2814641 h 2824166"/>
                  <a:gd name="csX68" fmla="*/ 357187 w 714375"/>
                  <a:gd name="csY68" fmla="*/ 2805116 h 2824166"/>
                  <a:gd name="csX69" fmla="*/ 352425 w 714375"/>
                  <a:gd name="csY69" fmla="*/ 2786066 h 2824166"/>
                  <a:gd name="csX70" fmla="*/ 347662 w 714375"/>
                  <a:gd name="csY70" fmla="*/ 2762253 h 2824166"/>
                  <a:gd name="csX71" fmla="*/ 338137 w 714375"/>
                  <a:gd name="csY71" fmla="*/ 2743203 h 2824166"/>
                  <a:gd name="csX72" fmla="*/ 338137 w 714375"/>
                  <a:gd name="csY72" fmla="*/ 2662241 h 2824166"/>
                  <a:gd name="csX0" fmla="*/ 0 w 714375"/>
                  <a:gd name="csY0" fmla="*/ 828678 h 2824166"/>
                  <a:gd name="csX1" fmla="*/ 23812 w 714375"/>
                  <a:gd name="csY1" fmla="*/ 785816 h 2824166"/>
                  <a:gd name="csX2" fmla="*/ 38100 w 714375"/>
                  <a:gd name="csY2" fmla="*/ 742953 h 2824166"/>
                  <a:gd name="csX3" fmla="*/ 42862 w 714375"/>
                  <a:gd name="csY3" fmla="*/ 723903 h 2824166"/>
                  <a:gd name="csX4" fmla="*/ 57150 w 714375"/>
                  <a:gd name="csY4" fmla="*/ 704853 h 2824166"/>
                  <a:gd name="csX5" fmla="*/ 61912 w 714375"/>
                  <a:gd name="csY5" fmla="*/ 676278 h 2824166"/>
                  <a:gd name="csX6" fmla="*/ 47625 w 714375"/>
                  <a:gd name="csY6" fmla="*/ 542928 h 2824166"/>
                  <a:gd name="csX7" fmla="*/ 57150 w 714375"/>
                  <a:gd name="csY7" fmla="*/ 457203 h 2824166"/>
                  <a:gd name="csX8" fmla="*/ 71437 w 714375"/>
                  <a:gd name="csY8" fmla="*/ 409578 h 2824166"/>
                  <a:gd name="csX9" fmla="*/ 85725 w 714375"/>
                  <a:gd name="csY9" fmla="*/ 342903 h 2824166"/>
                  <a:gd name="csX10" fmla="*/ 95250 w 714375"/>
                  <a:gd name="csY10" fmla="*/ 300041 h 2824166"/>
                  <a:gd name="csX11" fmla="*/ 133350 w 714375"/>
                  <a:gd name="csY11" fmla="*/ 247653 h 2824166"/>
                  <a:gd name="csX12" fmla="*/ 152400 w 714375"/>
                  <a:gd name="csY12" fmla="*/ 209553 h 2824166"/>
                  <a:gd name="csX13" fmla="*/ 171450 w 714375"/>
                  <a:gd name="csY13" fmla="*/ 176216 h 2824166"/>
                  <a:gd name="csX14" fmla="*/ 238125 w 714375"/>
                  <a:gd name="csY14" fmla="*/ 114303 h 2824166"/>
                  <a:gd name="csX15" fmla="*/ 257175 w 714375"/>
                  <a:gd name="csY15" fmla="*/ 90491 h 2824166"/>
                  <a:gd name="csX16" fmla="*/ 319087 w 714375"/>
                  <a:gd name="csY16" fmla="*/ 52391 h 2824166"/>
                  <a:gd name="csX17" fmla="*/ 333375 w 714375"/>
                  <a:gd name="csY17" fmla="*/ 42866 h 2824166"/>
                  <a:gd name="csX18" fmla="*/ 395287 w 714375"/>
                  <a:gd name="csY18" fmla="*/ 19053 h 2824166"/>
                  <a:gd name="csX19" fmla="*/ 404812 w 714375"/>
                  <a:gd name="csY19" fmla="*/ 4766 h 2824166"/>
                  <a:gd name="csX20" fmla="*/ 485775 w 714375"/>
                  <a:gd name="csY20" fmla="*/ 14291 h 2824166"/>
                  <a:gd name="csX21" fmla="*/ 552450 w 714375"/>
                  <a:gd name="csY21" fmla="*/ 85728 h 2824166"/>
                  <a:gd name="csX22" fmla="*/ 571500 w 714375"/>
                  <a:gd name="csY22" fmla="*/ 114303 h 2824166"/>
                  <a:gd name="csX23" fmla="*/ 581025 w 714375"/>
                  <a:gd name="csY23" fmla="*/ 157166 h 2824166"/>
                  <a:gd name="csX24" fmla="*/ 595312 w 714375"/>
                  <a:gd name="csY24" fmla="*/ 219078 h 2824166"/>
                  <a:gd name="csX25" fmla="*/ 600075 w 714375"/>
                  <a:gd name="csY25" fmla="*/ 276228 h 2824166"/>
                  <a:gd name="csX26" fmla="*/ 607884 w 714375"/>
                  <a:gd name="csY26" fmla="*/ 319113 h 2824166"/>
                  <a:gd name="csX27" fmla="*/ 623887 w 714375"/>
                  <a:gd name="csY27" fmla="*/ 376241 h 2824166"/>
                  <a:gd name="csX28" fmla="*/ 628650 w 714375"/>
                  <a:gd name="csY28" fmla="*/ 390528 h 2824166"/>
                  <a:gd name="csX29" fmla="*/ 634699 w 714375"/>
                  <a:gd name="csY29" fmla="*/ 438153 h 2824166"/>
                  <a:gd name="csX30" fmla="*/ 648986 w 714375"/>
                  <a:gd name="csY30" fmla="*/ 491850 h 2824166"/>
                  <a:gd name="csX31" fmla="*/ 666750 w 714375"/>
                  <a:gd name="csY31" fmla="*/ 633416 h 2824166"/>
                  <a:gd name="csX32" fmla="*/ 671512 w 714375"/>
                  <a:gd name="csY32" fmla="*/ 657228 h 2824166"/>
                  <a:gd name="csX33" fmla="*/ 685800 w 714375"/>
                  <a:gd name="csY33" fmla="*/ 719141 h 2824166"/>
                  <a:gd name="csX34" fmla="*/ 704850 w 714375"/>
                  <a:gd name="csY34" fmla="*/ 971553 h 2824166"/>
                  <a:gd name="csX35" fmla="*/ 714375 w 714375"/>
                  <a:gd name="csY35" fmla="*/ 1085853 h 2824166"/>
                  <a:gd name="csX36" fmla="*/ 709612 w 714375"/>
                  <a:gd name="csY36" fmla="*/ 1214441 h 2824166"/>
                  <a:gd name="csX37" fmla="*/ 704850 w 714375"/>
                  <a:gd name="csY37" fmla="*/ 1247778 h 2824166"/>
                  <a:gd name="csX38" fmla="*/ 695325 w 714375"/>
                  <a:gd name="csY38" fmla="*/ 1628778 h 2824166"/>
                  <a:gd name="csX39" fmla="*/ 685800 w 714375"/>
                  <a:gd name="csY39" fmla="*/ 1685928 h 2824166"/>
                  <a:gd name="csX40" fmla="*/ 678893 w 714375"/>
                  <a:gd name="csY40" fmla="*/ 1750865 h 2824166"/>
                  <a:gd name="csX41" fmla="*/ 675868 w 714375"/>
                  <a:gd name="csY41" fmla="*/ 1788108 h 2824166"/>
                  <a:gd name="csX42" fmla="*/ 676297 w 714375"/>
                  <a:gd name="csY42" fmla="*/ 1867333 h 2824166"/>
                  <a:gd name="csX43" fmla="*/ 673251 w 714375"/>
                  <a:gd name="csY43" fmla="*/ 1907600 h 2824166"/>
                  <a:gd name="csX44" fmla="*/ 671512 w 714375"/>
                  <a:gd name="csY44" fmla="*/ 1938341 h 2824166"/>
                  <a:gd name="csX45" fmla="*/ 661987 w 714375"/>
                  <a:gd name="csY45" fmla="*/ 2271716 h 2824166"/>
                  <a:gd name="csX46" fmla="*/ 661130 w 714375"/>
                  <a:gd name="csY46" fmla="*/ 2306362 h 2824166"/>
                  <a:gd name="csX47" fmla="*/ 654200 w 714375"/>
                  <a:gd name="csY47" fmla="*/ 2330175 h 2824166"/>
                  <a:gd name="csX48" fmla="*/ 652462 w 714375"/>
                  <a:gd name="csY48" fmla="*/ 2371728 h 2824166"/>
                  <a:gd name="csX49" fmla="*/ 657225 w 714375"/>
                  <a:gd name="csY49" fmla="*/ 2400303 h 2824166"/>
                  <a:gd name="csX50" fmla="*/ 647700 w 714375"/>
                  <a:gd name="csY50" fmla="*/ 2438403 h 2824166"/>
                  <a:gd name="csX51" fmla="*/ 638175 w 714375"/>
                  <a:gd name="csY51" fmla="*/ 2471741 h 2824166"/>
                  <a:gd name="csX52" fmla="*/ 633412 w 714375"/>
                  <a:gd name="csY52" fmla="*/ 2509841 h 2824166"/>
                  <a:gd name="csX53" fmla="*/ 623887 w 714375"/>
                  <a:gd name="csY53" fmla="*/ 2528891 h 2824166"/>
                  <a:gd name="csX54" fmla="*/ 619125 w 714375"/>
                  <a:gd name="csY54" fmla="*/ 2547941 h 2824166"/>
                  <a:gd name="csX55" fmla="*/ 609600 w 714375"/>
                  <a:gd name="csY55" fmla="*/ 2571753 h 2824166"/>
                  <a:gd name="csX56" fmla="*/ 596170 w 714375"/>
                  <a:gd name="csY56" fmla="*/ 2622381 h 2824166"/>
                  <a:gd name="csX57" fmla="*/ 581025 w 714375"/>
                  <a:gd name="csY57" fmla="*/ 2662241 h 2824166"/>
                  <a:gd name="csX58" fmla="*/ 576262 w 714375"/>
                  <a:gd name="csY58" fmla="*/ 2676528 h 2824166"/>
                  <a:gd name="csX59" fmla="*/ 558951 w 714375"/>
                  <a:gd name="csY59" fmla="*/ 2697745 h 2824166"/>
                  <a:gd name="csX60" fmla="*/ 558521 w 714375"/>
                  <a:gd name="csY60" fmla="*/ 2714628 h 2824166"/>
                  <a:gd name="csX61" fmla="*/ 560260 w 714375"/>
                  <a:gd name="csY61" fmla="*/ 2733250 h 2824166"/>
                  <a:gd name="csX62" fmla="*/ 538162 w 714375"/>
                  <a:gd name="csY62" fmla="*/ 2776541 h 2824166"/>
                  <a:gd name="csX63" fmla="*/ 495300 w 714375"/>
                  <a:gd name="csY63" fmla="*/ 2809878 h 2824166"/>
                  <a:gd name="csX64" fmla="*/ 481012 w 714375"/>
                  <a:gd name="csY64" fmla="*/ 2819403 h 2824166"/>
                  <a:gd name="csX65" fmla="*/ 447675 w 714375"/>
                  <a:gd name="csY65" fmla="*/ 2824166 h 2824166"/>
                  <a:gd name="csX66" fmla="*/ 404812 w 714375"/>
                  <a:gd name="csY66" fmla="*/ 2819403 h 2824166"/>
                  <a:gd name="csX67" fmla="*/ 390525 w 714375"/>
                  <a:gd name="csY67" fmla="*/ 2814641 h 2824166"/>
                  <a:gd name="csX68" fmla="*/ 357187 w 714375"/>
                  <a:gd name="csY68" fmla="*/ 2805116 h 2824166"/>
                  <a:gd name="csX69" fmla="*/ 352425 w 714375"/>
                  <a:gd name="csY69" fmla="*/ 2786066 h 2824166"/>
                  <a:gd name="csX70" fmla="*/ 347662 w 714375"/>
                  <a:gd name="csY70" fmla="*/ 2762253 h 2824166"/>
                  <a:gd name="csX71" fmla="*/ 338137 w 714375"/>
                  <a:gd name="csY71" fmla="*/ 2743203 h 2824166"/>
                  <a:gd name="csX72" fmla="*/ 338137 w 714375"/>
                  <a:gd name="csY72" fmla="*/ 2662241 h 2824166"/>
                  <a:gd name="csX0" fmla="*/ 0 w 714375"/>
                  <a:gd name="csY0" fmla="*/ 828678 h 2824166"/>
                  <a:gd name="csX1" fmla="*/ 23812 w 714375"/>
                  <a:gd name="csY1" fmla="*/ 785816 h 2824166"/>
                  <a:gd name="csX2" fmla="*/ 38100 w 714375"/>
                  <a:gd name="csY2" fmla="*/ 742953 h 2824166"/>
                  <a:gd name="csX3" fmla="*/ 42862 w 714375"/>
                  <a:gd name="csY3" fmla="*/ 723903 h 2824166"/>
                  <a:gd name="csX4" fmla="*/ 57150 w 714375"/>
                  <a:gd name="csY4" fmla="*/ 704853 h 2824166"/>
                  <a:gd name="csX5" fmla="*/ 61912 w 714375"/>
                  <a:gd name="csY5" fmla="*/ 676278 h 2824166"/>
                  <a:gd name="csX6" fmla="*/ 47625 w 714375"/>
                  <a:gd name="csY6" fmla="*/ 542928 h 2824166"/>
                  <a:gd name="csX7" fmla="*/ 57150 w 714375"/>
                  <a:gd name="csY7" fmla="*/ 457203 h 2824166"/>
                  <a:gd name="csX8" fmla="*/ 71437 w 714375"/>
                  <a:gd name="csY8" fmla="*/ 409578 h 2824166"/>
                  <a:gd name="csX9" fmla="*/ 85725 w 714375"/>
                  <a:gd name="csY9" fmla="*/ 342903 h 2824166"/>
                  <a:gd name="csX10" fmla="*/ 95250 w 714375"/>
                  <a:gd name="csY10" fmla="*/ 300041 h 2824166"/>
                  <a:gd name="csX11" fmla="*/ 133350 w 714375"/>
                  <a:gd name="csY11" fmla="*/ 247653 h 2824166"/>
                  <a:gd name="csX12" fmla="*/ 152400 w 714375"/>
                  <a:gd name="csY12" fmla="*/ 209553 h 2824166"/>
                  <a:gd name="csX13" fmla="*/ 171450 w 714375"/>
                  <a:gd name="csY13" fmla="*/ 176216 h 2824166"/>
                  <a:gd name="csX14" fmla="*/ 238125 w 714375"/>
                  <a:gd name="csY14" fmla="*/ 114303 h 2824166"/>
                  <a:gd name="csX15" fmla="*/ 257175 w 714375"/>
                  <a:gd name="csY15" fmla="*/ 90491 h 2824166"/>
                  <a:gd name="csX16" fmla="*/ 319087 w 714375"/>
                  <a:gd name="csY16" fmla="*/ 52391 h 2824166"/>
                  <a:gd name="csX17" fmla="*/ 333375 w 714375"/>
                  <a:gd name="csY17" fmla="*/ 42866 h 2824166"/>
                  <a:gd name="csX18" fmla="*/ 395287 w 714375"/>
                  <a:gd name="csY18" fmla="*/ 19053 h 2824166"/>
                  <a:gd name="csX19" fmla="*/ 404812 w 714375"/>
                  <a:gd name="csY19" fmla="*/ 4766 h 2824166"/>
                  <a:gd name="csX20" fmla="*/ 485775 w 714375"/>
                  <a:gd name="csY20" fmla="*/ 14291 h 2824166"/>
                  <a:gd name="csX21" fmla="*/ 552450 w 714375"/>
                  <a:gd name="csY21" fmla="*/ 85728 h 2824166"/>
                  <a:gd name="csX22" fmla="*/ 571500 w 714375"/>
                  <a:gd name="csY22" fmla="*/ 114303 h 2824166"/>
                  <a:gd name="csX23" fmla="*/ 581025 w 714375"/>
                  <a:gd name="csY23" fmla="*/ 157166 h 2824166"/>
                  <a:gd name="csX24" fmla="*/ 595312 w 714375"/>
                  <a:gd name="csY24" fmla="*/ 219078 h 2824166"/>
                  <a:gd name="csX25" fmla="*/ 600075 w 714375"/>
                  <a:gd name="csY25" fmla="*/ 276228 h 2824166"/>
                  <a:gd name="csX26" fmla="*/ 607884 w 714375"/>
                  <a:gd name="csY26" fmla="*/ 319113 h 2824166"/>
                  <a:gd name="csX27" fmla="*/ 623887 w 714375"/>
                  <a:gd name="csY27" fmla="*/ 376241 h 2824166"/>
                  <a:gd name="csX28" fmla="*/ 628650 w 714375"/>
                  <a:gd name="csY28" fmla="*/ 390528 h 2824166"/>
                  <a:gd name="csX29" fmla="*/ 634699 w 714375"/>
                  <a:gd name="csY29" fmla="*/ 438153 h 2824166"/>
                  <a:gd name="csX30" fmla="*/ 648986 w 714375"/>
                  <a:gd name="csY30" fmla="*/ 491850 h 2824166"/>
                  <a:gd name="csX31" fmla="*/ 666750 w 714375"/>
                  <a:gd name="csY31" fmla="*/ 633416 h 2824166"/>
                  <a:gd name="csX32" fmla="*/ 671512 w 714375"/>
                  <a:gd name="csY32" fmla="*/ 657228 h 2824166"/>
                  <a:gd name="csX33" fmla="*/ 685800 w 714375"/>
                  <a:gd name="csY33" fmla="*/ 719141 h 2824166"/>
                  <a:gd name="csX34" fmla="*/ 704850 w 714375"/>
                  <a:gd name="csY34" fmla="*/ 971553 h 2824166"/>
                  <a:gd name="csX35" fmla="*/ 714375 w 714375"/>
                  <a:gd name="csY35" fmla="*/ 1085853 h 2824166"/>
                  <a:gd name="csX36" fmla="*/ 709612 w 714375"/>
                  <a:gd name="csY36" fmla="*/ 1214441 h 2824166"/>
                  <a:gd name="csX37" fmla="*/ 704850 w 714375"/>
                  <a:gd name="csY37" fmla="*/ 1247778 h 2824166"/>
                  <a:gd name="csX38" fmla="*/ 695325 w 714375"/>
                  <a:gd name="csY38" fmla="*/ 1628778 h 2824166"/>
                  <a:gd name="csX39" fmla="*/ 685800 w 714375"/>
                  <a:gd name="csY39" fmla="*/ 1685928 h 2824166"/>
                  <a:gd name="csX40" fmla="*/ 678893 w 714375"/>
                  <a:gd name="csY40" fmla="*/ 1750865 h 2824166"/>
                  <a:gd name="csX41" fmla="*/ 675868 w 714375"/>
                  <a:gd name="csY41" fmla="*/ 1788108 h 2824166"/>
                  <a:gd name="csX42" fmla="*/ 676297 w 714375"/>
                  <a:gd name="csY42" fmla="*/ 1867333 h 2824166"/>
                  <a:gd name="csX43" fmla="*/ 673251 w 714375"/>
                  <a:gd name="csY43" fmla="*/ 1907600 h 2824166"/>
                  <a:gd name="csX44" fmla="*/ 671512 w 714375"/>
                  <a:gd name="csY44" fmla="*/ 1938341 h 2824166"/>
                  <a:gd name="csX45" fmla="*/ 661987 w 714375"/>
                  <a:gd name="csY45" fmla="*/ 2271716 h 2824166"/>
                  <a:gd name="csX46" fmla="*/ 661130 w 714375"/>
                  <a:gd name="csY46" fmla="*/ 2306362 h 2824166"/>
                  <a:gd name="csX47" fmla="*/ 654200 w 714375"/>
                  <a:gd name="csY47" fmla="*/ 2330175 h 2824166"/>
                  <a:gd name="csX48" fmla="*/ 652462 w 714375"/>
                  <a:gd name="csY48" fmla="*/ 2371728 h 2824166"/>
                  <a:gd name="csX49" fmla="*/ 657225 w 714375"/>
                  <a:gd name="csY49" fmla="*/ 2400303 h 2824166"/>
                  <a:gd name="csX50" fmla="*/ 647700 w 714375"/>
                  <a:gd name="csY50" fmla="*/ 2438403 h 2824166"/>
                  <a:gd name="csX51" fmla="*/ 638175 w 714375"/>
                  <a:gd name="csY51" fmla="*/ 2471741 h 2824166"/>
                  <a:gd name="csX52" fmla="*/ 633412 w 714375"/>
                  <a:gd name="csY52" fmla="*/ 2509841 h 2824166"/>
                  <a:gd name="csX53" fmla="*/ 623887 w 714375"/>
                  <a:gd name="csY53" fmla="*/ 2528891 h 2824166"/>
                  <a:gd name="csX54" fmla="*/ 619125 w 714375"/>
                  <a:gd name="csY54" fmla="*/ 2547941 h 2824166"/>
                  <a:gd name="csX55" fmla="*/ 609600 w 714375"/>
                  <a:gd name="csY55" fmla="*/ 2571753 h 2824166"/>
                  <a:gd name="csX56" fmla="*/ 596170 w 714375"/>
                  <a:gd name="csY56" fmla="*/ 2622381 h 2824166"/>
                  <a:gd name="csX57" fmla="*/ 581025 w 714375"/>
                  <a:gd name="csY57" fmla="*/ 2662241 h 2824166"/>
                  <a:gd name="csX58" fmla="*/ 576262 w 714375"/>
                  <a:gd name="csY58" fmla="*/ 2676528 h 2824166"/>
                  <a:gd name="csX59" fmla="*/ 565451 w 714375"/>
                  <a:gd name="csY59" fmla="*/ 2704245 h 2824166"/>
                  <a:gd name="csX60" fmla="*/ 558521 w 714375"/>
                  <a:gd name="csY60" fmla="*/ 2714628 h 2824166"/>
                  <a:gd name="csX61" fmla="*/ 560260 w 714375"/>
                  <a:gd name="csY61" fmla="*/ 2733250 h 2824166"/>
                  <a:gd name="csX62" fmla="*/ 538162 w 714375"/>
                  <a:gd name="csY62" fmla="*/ 2776541 h 2824166"/>
                  <a:gd name="csX63" fmla="*/ 495300 w 714375"/>
                  <a:gd name="csY63" fmla="*/ 2809878 h 2824166"/>
                  <a:gd name="csX64" fmla="*/ 481012 w 714375"/>
                  <a:gd name="csY64" fmla="*/ 2819403 h 2824166"/>
                  <a:gd name="csX65" fmla="*/ 447675 w 714375"/>
                  <a:gd name="csY65" fmla="*/ 2824166 h 2824166"/>
                  <a:gd name="csX66" fmla="*/ 404812 w 714375"/>
                  <a:gd name="csY66" fmla="*/ 2819403 h 2824166"/>
                  <a:gd name="csX67" fmla="*/ 390525 w 714375"/>
                  <a:gd name="csY67" fmla="*/ 2814641 h 2824166"/>
                  <a:gd name="csX68" fmla="*/ 357187 w 714375"/>
                  <a:gd name="csY68" fmla="*/ 2805116 h 2824166"/>
                  <a:gd name="csX69" fmla="*/ 352425 w 714375"/>
                  <a:gd name="csY69" fmla="*/ 2786066 h 2824166"/>
                  <a:gd name="csX70" fmla="*/ 347662 w 714375"/>
                  <a:gd name="csY70" fmla="*/ 2762253 h 2824166"/>
                  <a:gd name="csX71" fmla="*/ 338137 w 714375"/>
                  <a:gd name="csY71" fmla="*/ 2743203 h 2824166"/>
                  <a:gd name="csX72" fmla="*/ 338137 w 714375"/>
                  <a:gd name="csY72" fmla="*/ 2662241 h 2824166"/>
                  <a:gd name="csX0" fmla="*/ 0 w 714375"/>
                  <a:gd name="csY0" fmla="*/ 828678 h 2824166"/>
                  <a:gd name="csX1" fmla="*/ 23812 w 714375"/>
                  <a:gd name="csY1" fmla="*/ 785816 h 2824166"/>
                  <a:gd name="csX2" fmla="*/ 38100 w 714375"/>
                  <a:gd name="csY2" fmla="*/ 742953 h 2824166"/>
                  <a:gd name="csX3" fmla="*/ 42862 w 714375"/>
                  <a:gd name="csY3" fmla="*/ 723903 h 2824166"/>
                  <a:gd name="csX4" fmla="*/ 57150 w 714375"/>
                  <a:gd name="csY4" fmla="*/ 704853 h 2824166"/>
                  <a:gd name="csX5" fmla="*/ 61912 w 714375"/>
                  <a:gd name="csY5" fmla="*/ 676278 h 2824166"/>
                  <a:gd name="csX6" fmla="*/ 47625 w 714375"/>
                  <a:gd name="csY6" fmla="*/ 542928 h 2824166"/>
                  <a:gd name="csX7" fmla="*/ 57150 w 714375"/>
                  <a:gd name="csY7" fmla="*/ 457203 h 2824166"/>
                  <a:gd name="csX8" fmla="*/ 71437 w 714375"/>
                  <a:gd name="csY8" fmla="*/ 409578 h 2824166"/>
                  <a:gd name="csX9" fmla="*/ 85725 w 714375"/>
                  <a:gd name="csY9" fmla="*/ 342903 h 2824166"/>
                  <a:gd name="csX10" fmla="*/ 95250 w 714375"/>
                  <a:gd name="csY10" fmla="*/ 300041 h 2824166"/>
                  <a:gd name="csX11" fmla="*/ 133350 w 714375"/>
                  <a:gd name="csY11" fmla="*/ 247653 h 2824166"/>
                  <a:gd name="csX12" fmla="*/ 152400 w 714375"/>
                  <a:gd name="csY12" fmla="*/ 209553 h 2824166"/>
                  <a:gd name="csX13" fmla="*/ 171450 w 714375"/>
                  <a:gd name="csY13" fmla="*/ 176216 h 2824166"/>
                  <a:gd name="csX14" fmla="*/ 238125 w 714375"/>
                  <a:gd name="csY14" fmla="*/ 114303 h 2824166"/>
                  <a:gd name="csX15" fmla="*/ 257175 w 714375"/>
                  <a:gd name="csY15" fmla="*/ 90491 h 2824166"/>
                  <a:gd name="csX16" fmla="*/ 319087 w 714375"/>
                  <a:gd name="csY16" fmla="*/ 52391 h 2824166"/>
                  <a:gd name="csX17" fmla="*/ 333375 w 714375"/>
                  <a:gd name="csY17" fmla="*/ 42866 h 2824166"/>
                  <a:gd name="csX18" fmla="*/ 395287 w 714375"/>
                  <a:gd name="csY18" fmla="*/ 19053 h 2824166"/>
                  <a:gd name="csX19" fmla="*/ 404812 w 714375"/>
                  <a:gd name="csY19" fmla="*/ 4766 h 2824166"/>
                  <a:gd name="csX20" fmla="*/ 485775 w 714375"/>
                  <a:gd name="csY20" fmla="*/ 14291 h 2824166"/>
                  <a:gd name="csX21" fmla="*/ 552450 w 714375"/>
                  <a:gd name="csY21" fmla="*/ 85728 h 2824166"/>
                  <a:gd name="csX22" fmla="*/ 571500 w 714375"/>
                  <a:gd name="csY22" fmla="*/ 114303 h 2824166"/>
                  <a:gd name="csX23" fmla="*/ 581025 w 714375"/>
                  <a:gd name="csY23" fmla="*/ 157166 h 2824166"/>
                  <a:gd name="csX24" fmla="*/ 595312 w 714375"/>
                  <a:gd name="csY24" fmla="*/ 219078 h 2824166"/>
                  <a:gd name="csX25" fmla="*/ 600075 w 714375"/>
                  <a:gd name="csY25" fmla="*/ 276228 h 2824166"/>
                  <a:gd name="csX26" fmla="*/ 607884 w 714375"/>
                  <a:gd name="csY26" fmla="*/ 319113 h 2824166"/>
                  <a:gd name="csX27" fmla="*/ 623887 w 714375"/>
                  <a:gd name="csY27" fmla="*/ 376241 h 2824166"/>
                  <a:gd name="csX28" fmla="*/ 628650 w 714375"/>
                  <a:gd name="csY28" fmla="*/ 390528 h 2824166"/>
                  <a:gd name="csX29" fmla="*/ 634699 w 714375"/>
                  <a:gd name="csY29" fmla="*/ 438153 h 2824166"/>
                  <a:gd name="csX30" fmla="*/ 648986 w 714375"/>
                  <a:gd name="csY30" fmla="*/ 491850 h 2824166"/>
                  <a:gd name="csX31" fmla="*/ 666750 w 714375"/>
                  <a:gd name="csY31" fmla="*/ 633416 h 2824166"/>
                  <a:gd name="csX32" fmla="*/ 671512 w 714375"/>
                  <a:gd name="csY32" fmla="*/ 657228 h 2824166"/>
                  <a:gd name="csX33" fmla="*/ 685800 w 714375"/>
                  <a:gd name="csY33" fmla="*/ 719141 h 2824166"/>
                  <a:gd name="csX34" fmla="*/ 704850 w 714375"/>
                  <a:gd name="csY34" fmla="*/ 971553 h 2824166"/>
                  <a:gd name="csX35" fmla="*/ 714375 w 714375"/>
                  <a:gd name="csY35" fmla="*/ 1085853 h 2824166"/>
                  <a:gd name="csX36" fmla="*/ 709612 w 714375"/>
                  <a:gd name="csY36" fmla="*/ 1214441 h 2824166"/>
                  <a:gd name="csX37" fmla="*/ 704850 w 714375"/>
                  <a:gd name="csY37" fmla="*/ 1247778 h 2824166"/>
                  <a:gd name="csX38" fmla="*/ 695325 w 714375"/>
                  <a:gd name="csY38" fmla="*/ 1628778 h 2824166"/>
                  <a:gd name="csX39" fmla="*/ 685800 w 714375"/>
                  <a:gd name="csY39" fmla="*/ 1685928 h 2824166"/>
                  <a:gd name="csX40" fmla="*/ 678893 w 714375"/>
                  <a:gd name="csY40" fmla="*/ 1750865 h 2824166"/>
                  <a:gd name="csX41" fmla="*/ 675868 w 714375"/>
                  <a:gd name="csY41" fmla="*/ 1788108 h 2824166"/>
                  <a:gd name="csX42" fmla="*/ 676297 w 714375"/>
                  <a:gd name="csY42" fmla="*/ 1867333 h 2824166"/>
                  <a:gd name="csX43" fmla="*/ 673251 w 714375"/>
                  <a:gd name="csY43" fmla="*/ 1907600 h 2824166"/>
                  <a:gd name="csX44" fmla="*/ 671512 w 714375"/>
                  <a:gd name="csY44" fmla="*/ 1938341 h 2824166"/>
                  <a:gd name="csX45" fmla="*/ 661987 w 714375"/>
                  <a:gd name="csY45" fmla="*/ 2271716 h 2824166"/>
                  <a:gd name="csX46" fmla="*/ 661130 w 714375"/>
                  <a:gd name="csY46" fmla="*/ 2306362 h 2824166"/>
                  <a:gd name="csX47" fmla="*/ 654200 w 714375"/>
                  <a:gd name="csY47" fmla="*/ 2330175 h 2824166"/>
                  <a:gd name="csX48" fmla="*/ 652462 w 714375"/>
                  <a:gd name="csY48" fmla="*/ 2371728 h 2824166"/>
                  <a:gd name="csX49" fmla="*/ 657225 w 714375"/>
                  <a:gd name="csY49" fmla="*/ 2400303 h 2824166"/>
                  <a:gd name="csX50" fmla="*/ 647700 w 714375"/>
                  <a:gd name="csY50" fmla="*/ 2438403 h 2824166"/>
                  <a:gd name="csX51" fmla="*/ 638175 w 714375"/>
                  <a:gd name="csY51" fmla="*/ 2471741 h 2824166"/>
                  <a:gd name="csX52" fmla="*/ 633412 w 714375"/>
                  <a:gd name="csY52" fmla="*/ 2509841 h 2824166"/>
                  <a:gd name="csX53" fmla="*/ 623887 w 714375"/>
                  <a:gd name="csY53" fmla="*/ 2528891 h 2824166"/>
                  <a:gd name="csX54" fmla="*/ 619125 w 714375"/>
                  <a:gd name="csY54" fmla="*/ 2547941 h 2824166"/>
                  <a:gd name="csX55" fmla="*/ 609600 w 714375"/>
                  <a:gd name="csY55" fmla="*/ 2571753 h 2824166"/>
                  <a:gd name="csX56" fmla="*/ 596170 w 714375"/>
                  <a:gd name="csY56" fmla="*/ 2622381 h 2824166"/>
                  <a:gd name="csX57" fmla="*/ 581025 w 714375"/>
                  <a:gd name="csY57" fmla="*/ 2662241 h 2824166"/>
                  <a:gd name="csX58" fmla="*/ 576262 w 714375"/>
                  <a:gd name="csY58" fmla="*/ 2676528 h 2824166"/>
                  <a:gd name="csX59" fmla="*/ 565451 w 714375"/>
                  <a:gd name="csY59" fmla="*/ 2704245 h 2824166"/>
                  <a:gd name="csX60" fmla="*/ 558521 w 714375"/>
                  <a:gd name="csY60" fmla="*/ 2714628 h 2824166"/>
                  <a:gd name="csX61" fmla="*/ 560260 w 714375"/>
                  <a:gd name="csY61" fmla="*/ 2733250 h 2824166"/>
                  <a:gd name="csX62" fmla="*/ 538162 w 714375"/>
                  <a:gd name="csY62" fmla="*/ 2776541 h 2824166"/>
                  <a:gd name="csX63" fmla="*/ 495300 w 714375"/>
                  <a:gd name="csY63" fmla="*/ 2809878 h 2824166"/>
                  <a:gd name="csX64" fmla="*/ 481012 w 714375"/>
                  <a:gd name="csY64" fmla="*/ 2819403 h 2824166"/>
                  <a:gd name="csX65" fmla="*/ 447675 w 714375"/>
                  <a:gd name="csY65" fmla="*/ 2824166 h 2824166"/>
                  <a:gd name="csX66" fmla="*/ 404812 w 714375"/>
                  <a:gd name="csY66" fmla="*/ 2819403 h 2824166"/>
                  <a:gd name="csX67" fmla="*/ 390525 w 714375"/>
                  <a:gd name="csY67" fmla="*/ 2814641 h 2824166"/>
                  <a:gd name="csX68" fmla="*/ 359354 w 714375"/>
                  <a:gd name="csY68" fmla="*/ 2794282 h 2824166"/>
                  <a:gd name="csX69" fmla="*/ 352425 w 714375"/>
                  <a:gd name="csY69" fmla="*/ 2786066 h 2824166"/>
                  <a:gd name="csX70" fmla="*/ 347662 w 714375"/>
                  <a:gd name="csY70" fmla="*/ 2762253 h 2824166"/>
                  <a:gd name="csX71" fmla="*/ 338137 w 714375"/>
                  <a:gd name="csY71" fmla="*/ 2743203 h 2824166"/>
                  <a:gd name="csX72" fmla="*/ 338137 w 714375"/>
                  <a:gd name="csY72" fmla="*/ 2662241 h 2824166"/>
                  <a:gd name="csX0" fmla="*/ 0 w 714375"/>
                  <a:gd name="csY0" fmla="*/ 828678 h 2824166"/>
                  <a:gd name="csX1" fmla="*/ 23812 w 714375"/>
                  <a:gd name="csY1" fmla="*/ 785816 h 2824166"/>
                  <a:gd name="csX2" fmla="*/ 38100 w 714375"/>
                  <a:gd name="csY2" fmla="*/ 742953 h 2824166"/>
                  <a:gd name="csX3" fmla="*/ 42862 w 714375"/>
                  <a:gd name="csY3" fmla="*/ 723903 h 2824166"/>
                  <a:gd name="csX4" fmla="*/ 57150 w 714375"/>
                  <a:gd name="csY4" fmla="*/ 704853 h 2824166"/>
                  <a:gd name="csX5" fmla="*/ 61912 w 714375"/>
                  <a:gd name="csY5" fmla="*/ 676278 h 2824166"/>
                  <a:gd name="csX6" fmla="*/ 47625 w 714375"/>
                  <a:gd name="csY6" fmla="*/ 542928 h 2824166"/>
                  <a:gd name="csX7" fmla="*/ 57150 w 714375"/>
                  <a:gd name="csY7" fmla="*/ 457203 h 2824166"/>
                  <a:gd name="csX8" fmla="*/ 71437 w 714375"/>
                  <a:gd name="csY8" fmla="*/ 409578 h 2824166"/>
                  <a:gd name="csX9" fmla="*/ 85725 w 714375"/>
                  <a:gd name="csY9" fmla="*/ 342903 h 2824166"/>
                  <a:gd name="csX10" fmla="*/ 95250 w 714375"/>
                  <a:gd name="csY10" fmla="*/ 300041 h 2824166"/>
                  <a:gd name="csX11" fmla="*/ 133350 w 714375"/>
                  <a:gd name="csY11" fmla="*/ 247653 h 2824166"/>
                  <a:gd name="csX12" fmla="*/ 152400 w 714375"/>
                  <a:gd name="csY12" fmla="*/ 209553 h 2824166"/>
                  <a:gd name="csX13" fmla="*/ 171450 w 714375"/>
                  <a:gd name="csY13" fmla="*/ 176216 h 2824166"/>
                  <a:gd name="csX14" fmla="*/ 238125 w 714375"/>
                  <a:gd name="csY14" fmla="*/ 114303 h 2824166"/>
                  <a:gd name="csX15" fmla="*/ 257175 w 714375"/>
                  <a:gd name="csY15" fmla="*/ 90491 h 2824166"/>
                  <a:gd name="csX16" fmla="*/ 319087 w 714375"/>
                  <a:gd name="csY16" fmla="*/ 52391 h 2824166"/>
                  <a:gd name="csX17" fmla="*/ 333375 w 714375"/>
                  <a:gd name="csY17" fmla="*/ 42866 h 2824166"/>
                  <a:gd name="csX18" fmla="*/ 395287 w 714375"/>
                  <a:gd name="csY18" fmla="*/ 19053 h 2824166"/>
                  <a:gd name="csX19" fmla="*/ 377597 w 714375"/>
                  <a:gd name="csY19" fmla="*/ 4766 h 2824166"/>
                  <a:gd name="csX20" fmla="*/ 485775 w 714375"/>
                  <a:gd name="csY20" fmla="*/ 14291 h 2824166"/>
                  <a:gd name="csX21" fmla="*/ 552450 w 714375"/>
                  <a:gd name="csY21" fmla="*/ 85728 h 2824166"/>
                  <a:gd name="csX22" fmla="*/ 571500 w 714375"/>
                  <a:gd name="csY22" fmla="*/ 114303 h 2824166"/>
                  <a:gd name="csX23" fmla="*/ 581025 w 714375"/>
                  <a:gd name="csY23" fmla="*/ 157166 h 2824166"/>
                  <a:gd name="csX24" fmla="*/ 595312 w 714375"/>
                  <a:gd name="csY24" fmla="*/ 219078 h 2824166"/>
                  <a:gd name="csX25" fmla="*/ 600075 w 714375"/>
                  <a:gd name="csY25" fmla="*/ 276228 h 2824166"/>
                  <a:gd name="csX26" fmla="*/ 607884 w 714375"/>
                  <a:gd name="csY26" fmla="*/ 319113 h 2824166"/>
                  <a:gd name="csX27" fmla="*/ 623887 w 714375"/>
                  <a:gd name="csY27" fmla="*/ 376241 h 2824166"/>
                  <a:gd name="csX28" fmla="*/ 628650 w 714375"/>
                  <a:gd name="csY28" fmla="*/ 390528 h 2824166"/>
                  <a:gd name="csX29" fmla="*/ 634699 w 714375"/>
                  <a:gd name="csY29" fmla="*/ 438153 h 2824166"/>
                  <a:gd name="csX30" fmla="*/ 648986 w 714375"/>
                  <a:gd name="csY30" fmla="*/ 491850 h 2824166"/>
                  <a:gd name="csX31" fmla="*/ 666750 w 714375"/>
                  <a:gd name="csY31" fmla="*/ 633416 h 2824166"/>
                  <a:gd name="csX32" fmla="*/ 671512 w 714375"/>
                  <a:gd name="csY32" fmla="*/ 657228 h 2824166"/>
                  <a:gd name="csX33" fmla="*/ 685800 w 714375"/>
                  <a:gd name="csY33" fmla="*/ 719141 h 2824166"/>
                  <a:gd name="csX34" fmla="*/ 704850 w 714375"/>
                  <a:gd name="csY34" fmla="*/ 971553 h 2824166"/>
                  <a:gd name="csX35" fmla="*/ 714375 w 714375"/>
                  <a:gd name="csY35" fmla="*/ 1085853 h 2824166"/>
                  <a:gd name="csX36" fmla="*/ 709612 w 714375"/>
                  <a:gd name="csY36" fmla="*/ 1214441 h 2824166"/>
                  <a:gd name="csX37" fmla="*/ 704850 w 714375"/>
                  <a:gd name="csY37" fmla="*/ 1247778 h 2824166"/>
                  <a:gd name="csX38" fmla="*/ 695325 w 714375"/>
                  <a:gd name="csY38" fmla="*/ 1628778 h 2824166"/>
                  <a:gd name="csX39" fmla="*/ 685800 w 714375"/>
                  <a:gd name="csY39" fmla="*/ 1685928 h 2824166"/>
                  <a:gd name="csX40" fmla="*/ 678893 w 714375"/>
                  <a:gd name="csY40" fmla="*/ 1750865 h 2824166"/>
                  <a:gd name="csX41" fmla="*/ 675868 w 714375"/>
                  <a:gd name="csY41" fmla="*/ 1788108 h 2824166"/>
                  <a:gd name="csX42" fmla="*/ 676297 w 714375"/>
                  <a:gd name="csY42" fmla="*/ 1867333 h 2824166"/>
                  <a:gd name="csX43" fmla="*/ 673251 w 714375"/>
                  <a:gd name="csY43" fmla="*/ 1907600 h 2824166"/>
                  <a:gd name="csX44" fmla="*/ 671512 w 714375"/>
                  <a:gd name="csY44" fmla="*/ 1938341 h 2824166"/>
                  <a:gd name="csX45" fmla="*/ 661987 w 714375"/>
                  <a:gd name="csY45" fmla="*/ 2271716 h 2824166"/>
                  <a:gd name="csX46" fmla="*/ 661130 w 714375"/>
                  <a:gd name="csY46" fmla="*/ 2306362 h 2824166"/>
                  <a:gd name="csX47" fmla="*/ 654200 w 714375"/>
                  <a:gd name="csY47" fmla="*/ 2330175 h 2824166"/>
                  <a:gd name="csX48" fmla="*/ 652462 w 714375"/>
                  <a:gd name="csY48" fmla="*/ 2371728 h 2824166"/>
                  <a:gd name="csX49" fmla="*/ 657225 w 714375"/>
                  <a:gd name="csY49" fmla="*/ 2400303 h 2824166"/>
                  <a:gd name="csX50" fmla="*/ 647700 w 714375"/>
                  <a:gd name="csY50" fmla="*/ 2438403 h 2824166"/>
                  <a:gd name="csX51" fmla="*/ 638175 w 714375"/>
                  <a:gd name="csY51" fmla="*/ 2471741 h 2824166"/>
                  <a:gd name="csX52" fmla="*/ 633412 w 714375"/>
                  <a:gd name="csY52" fmla="*/ 2509841 h 2824166"/>
                  <a:gd name="csX53" fmla="*/ 623887 w 714375"/>
                  <a:gd name="csY53" fmla="*/ 2528891 h 2824166"/>
                  <a:gd name="csX54" fmla="*/ 619125 w 714375"/>
                  <a:gd name="csY54" fmla="*/ 2547941 h 2824166"/>
                  <a:gd name="csX55" fmla="*/ 609600 w 714375"/>
                  <a:gd name="csY55" fmla="*/ 2571753 h 2824166"/>
                  <a:gd name="csX56" fmla="*/ 596170 w 714375"/>
                  <a:gd name="csY56" fmla="*/ 2622381 h 2824166"/>
                  <a:gd name="csX57" fmla="*/ 581025 w 714375"/>
                  <a:gd name="csY57" fmla="*/ 2662241 h 2824166"/>
                  <a:gd name="csX58" fmla="*/ 576262 w 714375"/>
                  <a:gd name="csY58" fmla="*/ 2676528 h 2824166"/>
                  <a:gd name="csX59" fmla="*/ 565451 w 714375"/>
                  <a:gd name="csY59" fmla="*/ 2704245 h 2824166"/>
                  <a:gd name="csX60" fmla="*/ 558521 w 714375"/>
                  <a:gd name="csY60" fmla="*/ 2714628 h 2824166"/>
                  <a:gd name="csX61" fmla="*/ 560260 w 714375"/>
                  <a:gd name="csY61" fmla="*/ 2733250 h 2824166"/>
                  <a:gd name="csX62" fmla="*/ 538162 w 714375"/>
                  <a:gd name="csY62" fmla="*/ 2776541 h 2824166"/>
                  <a:gd name="csX63" fmla="*/ 495300 w 714375"/>
                  <a:gd name="csY63" fmla="*/ 2809878 h 2824166"/>
                  <a:gd name="csX64" fmla="*/ 481012 w 714375"/>
                  <a:gd name="csY64" fmla="*/ 2819403 h 2824166"/>
                  <a:gd name="csX65" fmla="*/ 447675 w 714375"/>
                  <a:gd name="csY65" fmla="*/ 2824166 h 2824166"/>
                  <a:gd name="csX66" fmla="*/ 404812 w 714375"/>
                  <a:gd name="csY66" fmla="*/ 2819403 h 2824166"/>
                  <a:gd name="csX67" fmla="*/ 390525 w 714375"/>
                  <a:gd name="csY67" fmla="*/ 2814641 h 2824166"/>
                  <a:gd name="csX68" fmla="*/ 359354 w 714375"/>
                  <a:gd name="csY68" fmla="*/ 2794282 h 2824166"/>
                  <a:gd name="csX69" fmla="*/ 352425 w 714375"/>
                  <a:gd name="csY69" fmla="*/ 2786066 h 2824166"/>
                  <a:gd name="csX70" fmla="*/ 347662 w 714375"/>
                  <a:gd name="csY70" fmla="*/ 2762253 h 2824166"/>
                  <a:gd name="csX71" fmla="*/ 338137 w 714375"/>
                  <a:gd name="csY71" fmla="*/ 2743203 h 2824166"/>
                  <a:gd name="csX72" fmla="*/ 338137 w 714375"/>
                  <a:gd name="csY72" fmla="*/ 2662241 h 2824166"/>
                  <a:gd name="csX0" fmla="*/ 0 w 714375"/>
                  <a:gd name="csY0" fmla="*/ 831025 h 2826513"/>
                  <a:gd name="csX1" fmla="*/ 23812 w 714375"/>
                  <a:gd name="csY1" fmla="*/ 788163 h 2826513"/>
                  <a:gd name="csX2" fmla="*/ 38100 w 714375"/>
                  <a:gd name="csY2" fmla="*/ 745300 h 2826513"/>
                  <a:gd name="csX3" fmla="*/ 42862 w 714375"/>
                  <a:gd name="csY3" fmla="*/ 726250 h 2826513"/>
                  <a:gd name="csX4" fmla="*/ 57150 w 714375"/>
                  <a:gd name="csY4" fmla="*/ 707200 h 2826513"/>
                  <a:gd name="csX5" fmla="*/ 61912 w 714375"/>
                  <a:gd name="csY5" fmla="*/ 678625 h 2826513"/>
                  <a:gd name="csX6" fmla="*/ 47625 w 714375"/>
                  <a:gd name="csY6" fmla="*/ 545275 h 2826513"/>
                  <a:gd name="csX7" fmla="*/ 57150 w 714375"/>
                  <a:gd name="csY7" fmla="*/ 459550 h 2826513"/>
                  <a:gd name="csX8" fmla="*/ 71437 w 714375"/>
                  <a:gd name="csY8" fmla="*/ 411925 h 2826513"/>
                  <a:gd name="csX9" fmla="*/ 85725 w 714375"/>
                  <a:gd name="csY9" fmla="*/ 345250 h 2826513"/>
                  <a:gd name="csX10" fmla="*/ 95250 w 714375"/>
                  <a:gd name="csY10" fmla="*/ 302388 h 2826513"/>
                  <a:gd name="csX11" fmla="*/ 133350 w 714375"/>
                  <a:gd name="csY11" fmla="*/ 250000 h 2826513"/>
                  <a:gd name="csX12" fmla="*/ 152400 w 714375"/>
                  <a:gd name="csY12" fmla="*/ 211900 h 2826513"/>
                  <a:gd name="csX13" fmla="*/ 171450 w 714375"/>
                  <a:gd name="csY13" fmla="*/ 178563 h 2826513"/>
                  <a:gd name="csX14" fmla="*/ 238125 w 714375"/>
                  <a:gd name="csY14" fmla="*/ 116650 h 2826513"/>
                  <a:gd name="csX15" fmla="*/ 257175 w 714375"/>
                  <a:gd name="csY15" fmla="*/ 92838 h 2826513"/>
                  <a:gd name="csX16" fmla="*/ 319087 w 714375"/>
                  <a:gd name="csY16" fmla="*/ 54738 h 2826513"/>
                  <a:gd name="csX17" fmla="*/ 333375 w 714375"/>
                  <a:gd name="csY17" fmla="*/ 45213 h 2826513"/>
                  <a:gd name="csX18" fmla="*/ 395287 w 714375"/>
                  <a:gd name="csY18" fmla="*/ 21400 h 2826513"/>
                  <a:gd name="csX19" fmla="*/ 429304 w 714375"/>
                  <a:gd name="csY19" fmla="*/ 4392 h 2826513"/>
                  <a:gd name="csX20" fmla="*/ 485775 w 714375"/>
                  <a:gd name="csY20" fmla="*/ 16638 h 2826513"/>
                  <a:gd name="csX21" fmla="*/ 552450 w 714375"/>
                  <a:gd name="csY21" fmla="*/ 88075 h 2826513"/>
                  <a:gd name="csX22" fmla="*/ 571500 w 714375"/>
                  <a:gd name="csY22" fmla="*/ 116650 h 2826513"/>
                  <a:gd name="csX23" fmla="*/ 581025 w 714375"/>
                  <a:gd name="csY23" fmla="*/ 159513 h 2826513"/>
                  <a:gd name="csX24" fmla="*/ 595312 w 714375"/>
                  <a:gd name="csY24" fmla="*/ 221425 h 2826513"/>
                  <a:gd name="csX25" fmla="*/ 600075 w 714375"/>
                  <a:gd name="csY25" fmla="*/ 278575 h 2826513"/>
                  <a:gd name="csX26" fmla="*/ 607884 w 714375"/>
                  <a:gd name="csY26" fmla="*/ 321460 h 2826513"/>
                  <a:gd name="csX27" fmla="*/ 623887 w 714375"/>
                  <a:gd name="csY27" fmla="*/ 378588 h 2826513"/>
                  <a:gd name="csX28" fmla="*/ 628650 w 714375"/>
                  <a:gd name="csY28" fmla="*/ 392875 h 2826513"/>
                  <a:gd name="csX29" fmla="*/ 634699 w 714375"/>
                  <a:gd name="csY29" fmla="*/ 440500 h 2826513"/>
                  <a:gd name="csX30" fmla="*/ 648986 w 714375"/>
                  <a:gd name="csY30" fmla="*/ 494197 h 2826513"/>
                  <a:gd name="csX31" fmla="*/ 666750 w 714375"/>
                  <a:gd name="csY31" fmla="*/ 635763 h 2826513"/>
                  <a:gd name="csX32" fmla="*/ 671512 w 714375"/>
                  <a:gd name="csY32" fmla="*/ 659575 h 2826513"/>
                  <a:gd name="csX33" fmla="*/ 685800 w 714375"/>
                  <a:gd name="csY33" fmla="*/ 721488 h 2826513"/>
                  <a:gd name="csX34" fmla="*/ 704850 w 714375"/>
                  <a:gd name="csY34" fmla="*/ 973900 h 2826513"/>
                  <a:gd name="csX35" fmla="*/ 714375 w 714375"/>
                  <a:gd name="csY35" fmla="*/ 1088200 h 2826513"/>
                  <a:gd name="csX36" fmla="*/ 709612 w 714375"/>
                  <a:gd name="csY36" fmla="*/ 1216788 h 2826513"/>
                  <a:gd name="csX37" fmla="*/ 704850 w 714375"/>
                  <a:gd name="csY37" fmla="*/ 1250125 h 2826513"/>
                  <a:gd name="csX38" fmla="*/ 695325 w 714375"/>
                  <a:gd name="csY38" fmla="*/ 1631125 h 2826513"/>
                  <a:gd name="csX39" fmla="*/ 685800 w 714375"/>
                  <a:gd name="csY39" fmla="*/ 1688275 h 2826513"/>
                  <a:gd name="csX40" fmla="*/ 678893 w 714375"/>
                  <a:gd name="csY40" fmla="*/ 1753212 h 2826513"/>
                  <a:gd name="csX41" fmla="*/ 675868 w 714375"/>
                  <a:gd name="csY41" fmla="*/ 1790455 h 2826513"/>
                  <a:gd name="csX42" fmla="*/ 676297 w 714375"/>
                  <a:gd name="csY42" fmla="*/ 1869680 h 2826513"/>
                  <a:gd name="csX43" fmla="*/ 673251 w 714375"/>
                  <a:gd name="csY43" fmla="*/ 1909947 h 2826513"/>
                  <a:gd name="csX44" fmla="*/ 671512 w 714375"/>
                  <a:gd name="csY44" fmla="*/ 1940688 h 2826513"/>
                  <a:gd name="csX45" fmla="*/ 661987 w 714375"/>
                  <a:gd name="csY45" fmla="*/ 2274063 h 2826513"/>
                  <a:gd name="csX46" fmla="*/ 661130 w 714375"/>
                  <a:gd name="csY46" fmla="*/ 2308709 h 2826513"/>
                  <a:gd name="csX47" fmla="*/ 654200 w 714375"/>
                  <a:gd name="csY47" fmla="*/ 2332522 h 2826513"/>
                  <a:gd name="csX48" fmla="*/ 652462 w 714375"/>
                  <a:gd name="csY48" fmla="*/ 2374075 h 2826513"/>
                  <a:gd name="csX49" fmla="*/ 657225 w 714375"/>
                  <a:gd name="csY49" fmla="*/ 2402650 h 2826513"/>
                  <a:gd name="csX50" fmla="*/ 647700 w 714375"/>
                  <a:gd name="csY50" fmla="*/ 2440750 h 2826513"/>
                  <a:gd name="csX51" fmla="*/ 638175 w 714375"/>
                  <a:gd name="csY51" fmla="*/ 2474088 h 2826513"/>
                  <a:gd name="csX52" fmla="*/ 633412 w 714375"/>
                  <a:gd name="csY52" fmla="*/ 2512188 h 2826513"/>
                  <a:gd name="csX53" fmla="*/ 623887 w 714375"/>
                  <a:gd name="csY53" fmla="*/ 2531238 h 2826513"/>
                  <a:gd name="csX54" fmla="*/ 619125 w 714375"/>
                  <a:gd name="csY54" fmla="*/ 2550288 h 2826513"/>
                  <a:gd name="csX55" fmla="*/ 609600 w 714375"/>
                  <a:gd name="csY55" fmla="*/ 2574100 h 2826513"/>
                  <a:gd name="csX56" fmla="*/ 596170 w 714375"/>
                  <a:gd name="csY56" fmla="*/ 2624728 h 2826513"/>
                  <a:gd name="csX57" fmla="*/ 581025 w 714375"/>
                  <a:gd name="csY57" fmla="*/ 2664588 h 2826513"/>
                  <a:gd name="csX58" fmla="*/ 576262 w 714375"/>
                  <a:gd name="csY58" fmla="*/ 2678875 h 2826513"/>
                  <a:gd name="csX59" fmla="*/ 565451 w 714375"/>
                  <a:gd name="csY59" fmla="*/ 2706592 h 2826513"/>
                  <a:gd name="csX60" fmla="*/ 558521 w 714375"/>
                  <a:gd name="csY60" fmla="*/ 2716975 h 2826513"/>
                  <a:gd name="csX61" fmla="*/ 560260 w 714375"/>
                  <a:gd name="csY61" fmla="*/ 2735597 h 2826513"/>
                  <a:gd name="csX62" fmla="*/ 538162 w 714375"/>
                  <a:gd name="csY62" fmla="*/ 2778888 h 2826513"/>
                  <a:gd name="csX63" fmla="*/ 495300 w 714375"/>
                  <a:gd name="csY63" fmla="*/ 2812225 h 2826513"/>
                  <a:gd name="csX64" fmla="*/ 481012 w 714375"/>
                  <a:gd name="csY64" fmla="*/ 2821750 h 2826513"/>
                  <a:gd name="csX65" fmla="*/ 447675 w 714375"/>
                  <a:gd name="csY65" fmla="*/ 2826513 h 2826513"/>
                  <a:gd name="csX66" fmla="*/ 404812 w 714375"/>
                  <a:gd name="csY66" fmla="*/ 2821750 h 2826513"/>
                  <a:gd name="csX67" fmla="*/ 390525 w 714375"/>
                  <a:gd name="csY67" fmla="*/ 2816988 h 2826513"/>
                  <a:gd name="csX68" fmla="*/ 359354 w 714375"/>
                  <a:gd name="csY68" fmla="*/ 2796629 h 2826513"/>
                  <a:gd name="csX69" fmla="*/ 352425 w 714375"/>
                  <a:gd name="csY69" fmla="*/ 2788413 h 2826513"/>
                  <a:gd name="csX70" fmla="*/ 347662 w 714375"/>
                  <a:gd name="csY70" fmla="*/ 2764600 h 2826513"/>
                  <a:gd name="csX71" fmla="*/ 338137 w 714375"/>
                  <a:gd name="csY71" fmla="*/ 2745550 h 2826513"/>
                  <a:gd name="csX72" fmla="*/ 338137 w 714375"/>
                  <a:gd name="csY72" fmla="*/ 2664588 h 2826513"/>
                  <a:gd name="csX0" fmla="*/ 0 w 714375"/>
                  <a:gd name="csY0" fmla="*/ 828679 h 2824167"/>
                  <a:gd name="csX1" fmla="*/ 23812 w 714375"/>
                  <a:gd name="csY1" fmla="*/ 785817 h 2824167"/>
                  <a:gd name="csX2" fmla="*/ 38100 w 714375"/>
                  <a:gd name="csY2" fmla="*/ 742954 h 2824167"/>
                  <a:gd name="csX3" fmla="*/ 42862 w 714375"/>
                  <a:gd name="csY3" fmla="*/ 723904 h 2824167"/>
                  <a:gd name="csX4" fmla="*/ 57150 w 714375"/>
                  <a:gd name="csY4" fmla="*/ 704854 h 2824167"/>
                  <a:gd name="csX5" fmla="*/ 61912 w 714375"/>
                  <a:gd name="csY5" fmla="*/ 676279 h 2824167"/>
                  <a:gd name="csX6" fmla="*/ 47625 w 714375"/>
                  <a:gd name="csY6" fmla="*/ 542929 h 2824167"/>
                  <a:gd name="csX7" fmla="*/ 57150 w 714375"/>
                  <a:gd name="csY7" fmla="*/ 457204 h 2824167"/>
                  <a:gd name="csX8" fmla="*/ 71437 w 714375"/>
                  <a:gd name="csY8" fmla="*/ 409579 h 2824167"/>
                  <a:gd name="csX9" fmla="*/ 85725 w 714375"/>
                  <a:gd name="csY9" fmla="*/ 342904 h 2824167"/>
                  <a:gd name="csX10" fmla="*/ 95250 w 714375"/>
                  <a:gd name="csY10" fmla="*/ 300042 h 2824167"/>
                  <a:gd name="csX11" fmla="*/ 133350 w 714375"/>
                  <a:gd name="csY11" fmla="*/ 247654 h 2824167"/>
                  <a:gd name="csX12" fmla="*/ 152400 w 714375"/>
                  <a:gd name="csY12" fmla="*/ 209554 h 2824167"/>
                  <a:gd name="csX13" fmla="*/ 171450 w 714375"/>
                  <a:gd name="csY13" fmla="*/ 176217 h 2824167"/>
                  <a:gd name="csX14" fmla="*/ 238125 w 714375"/>
                  <a:gd name="csY14" fmla="*/ 114304 h 2824167"/>
                  <a:gd name="csX15" fmla="*/ 257175 w 714375"/>
                  <a:gd name="csY15" fmla="*/ 90492 h 2824167"/>
                  <a:gd name="csX16" fmla="*/ 319087 w 714375"/>
                  <a:gd name="csY16" fmla="*/ 52392 h 2824167"/>
                  <a:gd name="csX17" fmla="*/ 333375 w 714375"/>
                  <a:gd name="csY17" fmla="*/ 42867 h 2824167"/>
                  <a:gd name="csX18" fmla="*/ 395287 w 714375"/>
                  <a:gd name="csY18" fmla="*/ 19054 h 2824167"/>
                  <a:gd name="csX19" fmla="*/ 453797 w 714375"/>
                  <a:gd name="csY19" fmla="*/ 4767 h 2824167"/>
                  <a:gd name="csX20" fmla="*/ 485775 w 714375"/>
                  <a:gd name="csY20" fmla="*/ 14292 h 2824167"/>
                  <a:gd name="csX21" fmla="*/ 552450 w 714375"/>
                  <a:gd name="csY21" fmla="*/ 85729 h 2824167"/>
                  <a:gd name="csX22" fmla="*/ 571500 w 714375"/>
                  <a:gd name="csY22" fmla="*/ 114304 h 2824167"/>
                  <a:gd name="csX23" fmla="*/ 581025 w 714375"/>
                  <a:gd name="csY23" fmla="*/ 157167 h 2824167"/>
                  <a:gd name="csX24" fmla="*/ 595312 w 714375"/>
                  <a:gd name="csY24" fmla="*/ 219079 h 2824167"/>
                  <a:gd name="csX25" fmla="*/ 600075 w 714375"/>
                  <a:gd name="csY25" fmla="*/ 276229 h 2824167"/>
                  <a:gd name="csX26" fmla="*/ 607884 w 714375"/>
                  <a:gd name="csY26" fmla="*/ 319114 h 2824167"/>
                  <a:gd name="csX27" fmla="*/ 623887 w 714375"/>
                  <a:gd name="csY27" fmla="*/ 376242 h 2824167"/>
                  <a:gd name="csX28" fmla="*/ 628650 w 714375"/>
                  <a:gd name="csY28" fmla="*/ 390529 h 2824167"/>
                  <a:gd name="csX29" fmla="*/ 634699 w 714375"/>
                  <a:gd name="csY29" fmla="*/ 438154 h 2824167"/>
                  <a:gd name="csX30" fmla="*/ 648986 w 714375"/>
                  <a:gd name="csY30" fmla="*/ 491851 h 2824167"/>
                  <a:gd name="csX31" fmla="*/ 666750 w 714375"/>
                  <a:gd name="csY31" fmla="*/ 633417 h 2824167"/>
                  <a:gd name="csX32" fmla="*/ 671512 w 714375"/>
                  <a:gd name="csY32" fmla="*/ 657229 h 2824167"/>
                  <a:gd name="csX33" fmla="*/ 685800 w 714375"/>
                  <a:gd name="csY33" fmla="*/ 719142 h 2824167"/>
                  <a:gd name="csX34" fmla="*/ 704850 w 714375"/>
                  <a:gd name="csY34" fmla="*/ 971554 h 2824167"/>
                  <a:gd name="csX35" fmla="*/ 714375 w 714375"/>
                  <a:gd name="csY35" fmla="*/ 1085854 h 2824167"/>
                  <a:gd name="csX36" fmla="*/ 709612 w 714375"/>
                  <a:gd name="csY36" fmla="*/ 1214442 h 2824167"/>
                  <a:gd name="csX37" fmla="*/ 704850 w 714375"/>
                  <a:gd name="csY37" fmla="*/ 1247779 h 2824167"/>
                  <a:gd name="csX38" fmla="*/ 695325 w 714375"/>
                  <a:gd name="csY38" fmla="*/ 1628779 h 2824167"/>
                  <a:gd name="csX39" fmla="*/ 685800 w 714375"/>
                  <a:gd name="csY39" fmla="*/ 1685929 h 2824167"/>
                  <a:gd name="csX40" fmla="*/ 678893 w 714375"/>
                  <a:gd name="csY40" fmla="*/ 1750866 h 2824167"/>
                  <a:gd name="csX41" fmla="*/ 675868 w 714375"/>
                  <a:gd name="csY41" fmla="*/ 1788109 h 2824167"/>
                  <a:gd name="csX42" fmla="*/ 676297 w 714375"/>
                  <a:gd name="csY42" fmla="*/ 1867334 h 2824167"/>
                  <a:gd name="csX43" fmla="*/ 673251 w 714375"/>
                  <a:gd name="csY43" fmla="*/ 1907601 h 2824167"/>
                  <a:gd name="csX44" fmla="*/ 671512 w 714375"/>
                  <a:gd name="csY44" fmla="*/ 1938342 h 2824167"/>
                  <a:gd name="csX45" fmla="*/ 661987 w 714375"/>
                  <a:gd name="csY45" fmla="*/ 2271717 h 2824167"/>
                  <a:gd name="csX46" fmla="*/ 661130 w 714375"/>
                  <a:gd name="csY46" fmla="*/ 2306363 h 2824167"/>
                  <a:gd name="csX47" fmla="*/ 654200 w 714375"/>
                  <a:gd name="csY47" fmla="*/ 2330176 h 2824167"/>
                  <a:gd name="csX48" fmla="*/ 652462 w 714375"/>
                  <a:gd name="csY48" fmla="*/ 2371729 h 2824167"/>
                  <a:gd name="csX49" fmla="*/ 657225 w 714375"/>
                  <a:gd name="csY49" fmla="*/ 2400304 h 2824167"/>
                  <a:gd name="csX50" fmla="*/ 647700 w 714375"/>
                  <a:gd name="csY50" fmla="*/ 2438404 h 2824167"/>
                  <a:gd name="csX51" fmla="*/ 638175 w 714375"/>
                  <a:gd name="csY51" fmla="*/ 2471742 h 2824167"/>
                  <a:gd name="csX52" fmla="*/ 633412 w 714375"/>
                  <a:gd name="csY52" fmla="*/ 2509842 h 2824167"/>
                  <a:gd name="csX53" fmla="*/ 623887 w 714375"/>
                  <a:gd name="csY53" fmla="*/ 2528892 h 2824167"/>
                  <a:gd name="csX54" fmla="*/ 619125 w 714375"/>
                  <a:gd name="csY54" fmla="*/ 2547942 h 2824167"/>
                  <a:gd name="csX55" fmla="*/ 609600 w 714375"/>
                  <a:gd name="csY55" fmla="*/ 2571754 h 2824167"/>
                  <a:gd name="csX56" fmla="*/ 596170 w 714375"/>
                  <a:gd name="csY56" fmla="*/ 2622382 h 2824167"/>
                  <a:gd name="csX57" fmla="*/ 581025 w 714375"/>
                  <a:gd name="csY57" fmla="*/ 2662242 h 2824167"/>
                  <a:gd name="csX58" fmla="*/ 576262 w 714375"/>
                  <a:gd name="csY58" fmla="*/ 2676529 h 2824167"/>
                  <a:gd name="csX59" fmla="*/ 565451 w 714375"/>
                  <a:gd name="csY59" fmla="*/ 2704246 h 2824167"/>
                  <a:gd name="csX60" fmla="*/ 558521 w 714375"/>
                  <a:gd name="csY60" fmla="*/ 2714629 h 2824167"/>
                  <a:gd name="csX61" fmla="*/ 560260 w 714375"/>
                  <a:gd name="csY61" fmla="*/ 2733251 h 2824167"/>
                  <a:gd name="csX62" fmla="*/ 538162 w 714375"/>
                  <a:gd name="csY62" fmla="*/ 2776542 h 2824167"/>
                  <a:gd name="csX63" fmla="*/ 495300 w 714375"/>
                  <a:gd name="csY63" fmla="*/ 2809879 h 2824167"/>
                  <a:gd name="csX64" fmla="*/ 481012 w 714375"/>
                  <a:gd name="csY64" fmla="*/ 2819404 h 2824167"/>
                  <a:gd name="csX65" fmla="*/ 447675 w 714375"/>
                  <a:gd name="csY65" fmla="*/ 2824167 h 2824167"/>
                  <a:gd name="csX66" fmla="*/ 404812 w 714375"/>
                  <a:gd name="csY66" fmla="*/ 2819404 h 2824167"/>
                  <a:gd name="csX67" fmla="*/ 390525 w 714375"/>
                  <a:gd name="csY67" fmla="*/ 2814642 h 2824167"/>
                  <a:gd name="csX68" fmla="*/ 359354 w 714375"/>
                  <a:gd name="csY68" fmla="*/ 2794283 h 2824167"/>
                  <a:gd name="csX69" fmla="*/ 352425 w 714375"/>
                  <a:gd name="csY69" fmla="*/ 2786067 h 2824167"/>
                  <a:gd name="csX70" fmla="*/ 347662 w 714375"/>
                  <a:gd name="csY70" fmla="*/ 2762254 h 2824167"/>
                  <a:gd name="csX71" fmla="*/ 338137 w 714375"/>
                  <a:gd name="csY71" fmla="*/ 2743204 h 2824167"/>
                  <a:gd name="csX72" fmla="*/ 338137 w 714375"/>
                  <a:gd name="csY72" fmla="*/ 2662242 h 2824167"/>
                  <a:gd name="csX0" fmla="*/ 0 w 714375"/>
                  <a:gd name="csY0" fmla="*/ 823982 h 2819470"/>
                  <a:gd name="csX1" fmla="*/ 23812 w 714375"/>
                  <a:gd name="csY1" fmla="*/ 781120 h 2819470"/>
                  <a:gd name="csX2" fmla="*/ 38100 w 714375"/>
                  <a:gd name="csY2" fmla="*/ 738257 h 2819470"/>
                  <a:gd name="csX3" fmla="*/ 42862 w 714375"/>
                  <a:gd name="csY3" fmla="*/ 719207 h 2819470"/>
                  <a:gd name="csX4" fmla="*/ 57150 w 714375"/>
                  <a:gd name="csY4" fmla="*/ 700157 h 2819470"/>
                  <a:gd name="csX5" fmla="*/ 61912 w 714375"/>
                  <a:gd name="csY5" fmla="*/ 671582 h 2819470"/>
                  <a:gd name="csX6" fmla="*/ 47625 w 714375"/>
                  <a:gd name="csY6" fmla="*/ 538232 h 2819470"/>
                  <a:gd name="csX7" fmla="*/ 57150 w 714375"/>
                  <a:gd name="csY7" fmla="*/ 452507 h 2819470"/>
                  <a:gd name="csX8" fmla="*/ 71437 w 714375"/>
                  <a:gd name="csY8" fmla="*/ 404882 h 2819470"/>
                  <a:gd name="csX9" fmla="*/ 85725 w 714375"/>
                  <a:gd name="csY9" fmla="*/ 338207 h 2819470"/>
                  <a:gd name="csX10" fmla="*/ 95250 w 714375"/>
                  <a:gd name="csY10" fmla="*/ 295345 h 2819470"/>
                  <a:gd name="csX11" fmla="*/ 133350 w 714375"/>
                  <a:gd name="csY11" fmla="*/ 242957 h 2819470"/>
                  <a:gd name="csX12" fmla="*/ 152400 w 714375"/>
                  <a:gd name="csY12" fmla="*/ 204857 h 2819470"/>
                  <a:gd name="csX13" fmla="*/ 171450 w 714375"/>
                  <a:gd name="csY13" fmla="*/ 171520 h 2819470"/>
                  <a:gd name="csX14" fmla="*/ 238125 w 714375"/>
                  <a:gd name="csY14" fmla="*/ 109607 h 2819470"/>
                  <a:gd name="csX15" fmla="*/ 257175 w 714375"/>
                  <a:gd name="csY15" fmla="*/ 85795 h 2819470"/>
                  <a:gd name="csX16" fmla="*/ 319087 w 714375"/>
                  <a:gd name="csY16" fmla="*/ 47695 h 2819470"/>
                  <a:gd name="csX17" fmla="*/ 333375 w 714375"/>
                  <a:gd name="csY17" fmla="*/ 38170 h 2819470"/>
                  <a:gd name="csX18" fmla="*/ 395287 w 714375"/>
                  <a:gd name="csY18" fmla="*/ 14357 h 2819470"/>
                  <a:gd name="csX19" fmla="*/ 453797 w 714375"/>
                  <a:gd name="csY19" fmla="*/ 70 h 2819470"/>
                  <a:gd name="csX20" fmla="*/ 493939 w 714375"/>
                  <a:gd name="csY20" fmla="*/ 20481 h 2819470"/>
                  <a:gd name="csX21" fmla="*/ 552450 w 714375"/>
                  <a:gd name="csY21" fmla="*/ 81032 h 2819470"/>
                  <a:gd name="csX22" fmla="*/ 571500 w 714375"/>
                  <a:gd name="csY22" fmla="*/ 109607 h 2819470"/>
                  <a:gd name="csX23" fmla="*/ 581025 w 714375"/>
                  <a:gd name="csY23" fmla="*/ 152470 h 2819470"/>
                  <a:gd name="csX24" fmla="*/ 595312 w 714375"/>
                  <a:gd name="csY24" fmla="*/ 214382 h 2819470"/>
                  <a:gd name="csX25" fmla="*/ 600075 w 714375"/>
                  <a:gd name="csY25" fmla="*/ 271532 h 2819470"/>
                  <a:gd name="csX26" fmla="*/ 607884 w 714375"/>
                  <a:gd name="csY26" fmla="*/ 314417 h 2819470"/>
                  <a:gd name="csX27" fmla="*/ 623887 w 714375"/>
                  <a:gd name="csY27" fmla="*/ 371545 h 2819470"/>
                  <a:gd name="csX28" fmla="*/ 628650 w 714375"/>
                  <a:gd name="csY28" fmla="*/ 385832 h 2819470"/>
                  <a:gd name="csX29" fmla="*/ 634699 w 714375"/>
                  <a:gd name="csY29" fmla="*/ 433457 h 2819470"/>
                  <a:gd name="csX30" fmla="*/ 648986 w 714375"/>
                  <a:gd name="csY30" fmla="*/ 487154 h 2819470"/>
                  <a:gd name="csX31" fmla="*/ 666750 w 714375"/>
                  <a:gd name="csY31" fmla="*/ 628720 h 2819470"/>
                  <a:gd name="csX32" fmla="*/ 671512 w 714375"/>
                  <a:gd name="csY32" fmla="*/ 652532 h 2819470"/>
                  <a:gd name="csX33" fmla="*/ 685800 w 714375"/>
                  <a:gd name="csY33" fmla="*/ 714445 h 2819470"/>
                  <a:gd name="csX34" fmla="*/ 704850 w 714375"/>
                  <a:gd name="csY34" fmla="*/ 966857 h 2819470"/>
                  <a:gd name="csX35" fmla="*/ 714375 w 714375"/>
                  <a:gd name="csY35" fmla="*/ 1081157 h 2819470"/>
                  <a:gd name="csX36" fmla="*/ 709612 w 714375"/>
                  <a:gd name="csY36" fmla="*/ 1209745 h 2819470"/>
                  <a:gd name="csX37" fmla="*/ 704850 w 714375"/>
                  <a:gd name="csY37" fmla="*/ 1243082 h 2819470"/>
                  <a:gd name="csX38" fmla="*/ 695325 w 714375"/>
                  <a:gd name="csY38" fmla="*/ 1624082 h 2819470"/>
                  <a:gd name="csX39" fmla="*/ 685800 w 714375"/>
                  <a:gd name="csY39" fmla="*/ 1681232 h 2819470"/>
                  <a:gd name="csX40" fmla="*/ 678893 w 714375"/>
                  <a:gd name="csY40" fmla="*/ 1746169 h 2819470"/>
                  <a:gd name="csX41" fmla="*/ 675868 w 714375"/>
                  <a:gd name="csY41" fmla="*/ 1783412 h 2819470"/>
                  <a:gd name="csX42" fmla="*/ 676297 w 714375"/>
                  <a:gd name="csY42" fmla="*/ 1862637 h 2819470"/>
                  <a:gd name="csX43" fmla="*/ 673251 w 714375"/>
                  <a:gd name="csY43" fmla="*/ 1902904 h 2819470"/>
                  <a:gd name="csX44" fmla="*/ 671512 w 714375"/>
                  <a:gd name="csY44" fmla="*/ 1933645 h 2819470"/>
                  <a:gd name="csX45" fmla="*/ 661987 w 714375"/>
                  <a:gd name="csY45" fmla="*/ 2267020 h 2819470"/>
                  <a:gd name="csX46" fmla="*/ 661130 w 714375"/>
                  <a:gd name="csY46" fmla="*/ 2301666 h 2819470"/>
                  <a:gd name="csX47" fmla="*/ 654200 w 714375"/>
                  <a:gd name="csY47" fmla="*/ 2325479 h 2819470"/>
                  <a:gd name="csX48" fmla="*/ 652462 w 714375"/>
                  <a:gd name="csY48" fmla="*/ 2367032 h 2819470"/>
                  <a:gd name="csX49" fmla="*/ 657225 w 714375"/>
                  <a:gd name="csY49" fmla="*/ 2395607 h 2819470"/>
                  <a:gd name="csX50" fmla="*/ 647700 w 714375"/>
                  <a:gd name="csY50" fmla="*/ 2433707 h 2819470"/>
                  <a:gd name="csX51" fmla="*/ 638175 w 714375"/>
                  <a:gd name="csY51" fmla="*/ 2467045 h 2819470"/>
                  <a:gd name="csX52" fmla="*/ 633412 w 714375"/>
                  <a:gd name="csY52" fmla="*/ 2505145 h 2819470"/>
                  <a:gd name="csX53" fmla="*/ 623887 w 714375"/>
                  <a:gd name="csY53" fmla="*/ 2524195 h 2819470"/>
                  <a:gd name="csX54" fmla="*/ 619125 w 714375"/>
                  <a:gd name="csY54" fmla="*/ 2543245 h 2819470"/>
                  <a:gd name="csX55" fmla="*/ 609600 w 714375"/>
                  <a:gd name="csY55" fmla="*/ 2567057 h 2819470"/>
                  <a:gd name="csX56" fmla="*/ 596170 w 714375"/>
                  <a:gd name="csY56" fmla="*/ 2617685 h 2819470"/>
                  <a:gd name="csX57" fmla="*/ 581025 w 714375"/>
                  <a:gd name="csY57" fmla="*/ 2657545 h 2819470"/>
                  <a:gd name="csX58" fmla="*/ 576262 w 714375"/>
                  <a:gd name="csY58" fmla="*/ 2671832 h 2819470"/>
                  <a:gd name="csX59" fmla="*/ 565451 w 714375"/>
                  <a:gd name="csY59" fmla="*/ 2699549 h 2819470"/>
                  <a:gd name="csX60" fmla="*/ 558521 w 714375"/>
                  <a:gd name="csY60" fmla="*/ 2709932 h 2819470"/>
                  <a:gd name="csX61" fmla="*/ 560260 w 714375"/>
                  <a:gd name="csY61" fmla="*/ 2728554 h 2819470"/>
                  <a:gd name="csX62" fmla="*/ 538162 w 714375"/>
                  <a:gd name="csY62" fmla="*/ 2771845 h 2819470"/>
                  <a:gd name="csX63" fmla="*/ 495300 w 714375"/>
                  <a:gd name="csY63" fmla="*/ 2805182 h 2819470"/>
                  <a:gd name="csX64" fmla="*/ 481012 w 714375"/>
                  <a:gd name="csY64" fmla="*/ 2814707 h 2819470"/>
                  <a:gd name="csX65" fmla="*/ 447675 w 714375"/>
                  <a:gd name="csY65" fmla="*/ 2819470 h 2819470"/>
                  <a:gd name="csX66" fmla="*/ 404812 w 714375"/>
                  <a:gd name="csY66" fmla="*/ 2814707 h 2819470"/>
                  <a:gd name="csX67" fmla="*/ 390525 w 714375"/>
                  <a:gd name="csY67" fmla="*/ 2809945 h 2819470"/>
                  <a:gd name="csX68" fmla="*/ 359354 w 714375"/>
                  <a:gd name="csY68" fmla="*/ 2789586 h 2819470"/>
                  <a:gd name="csX69" fmla="*/ 352425 w 714375"/>
                  <a:gd name="csY69" fmla="*/ 2781370 h 2819470"/>
                  <a:gd name="csX70" fmla="*/ 347662 w 714375"/>
                  <a:gd name="csY70" fmla="*/ 2757557 h 2819470"/>
                  <a:gd name="csX71" fmla="*/ 338137 w 714375"/>
                  <a:gd name="csY71" fmla="*/ 2738507 h 2819470"/>
                  <a:gd name="csX72" fmla="*/ 338137 w 714375"/>
                  <a:gd name="csY72" fmla="*/ 2657545 h 2819470"/>
                  <a:gd name="csX0" fmla="*/ 0 w 714375"/>
                  <a:gd name="csY0" fmla="*/ 823982 h 2819470"/>
                  <a:gd name="csX1" fmla="*/ 23812 w 714375"/>
                  <a:gd name="csY1" fmla="*/ 781120 h 2819470"/>
                  <a:gd name="csX2" fmla="*/ 38100 w 714375"/>
                  <a:gd name="csY2" fmla="*/ 738257 h 2819470"/>
                  <a:gd name="csX3" fmla="*/ 42862 w 714375"/>
                  <a:gd name="csY3" fmla="*/ 719207 h 2819470"/>
                  <a:gd name="csX4" fmla="*/ 57150 w 714375"/>
                  <a:gd name="csY4" fmla="*/ 700157 h 2819470"/>
                  <a:gd name="csX5" fmla="*/ 61912 w 714375"/>
                  <a:gd name="csY5" fmla="*/ 671582 h 2819470"/>
                  <a:gd name="csX6" fmla="*/ 55789 w 714375"/>
                  <a:gd name="csY6" fmla="*/ 538232 h 2819470"/>
                  <a:gd name="csX7" fmla="*/ 57150 w 714375"/>
                  <a:gd name="csY7" fmla="*/ 452507 h 2819470"/>
                  <a:gd name="csX8" fmla="*/ 71437 w 714375"/>
                  <a:gd name="csY8" fmla="*/ 404882 h 2819470"/>
                  <a:gd name="csX9" fmla="*/ 85725 w 714375"/>
                  <a:gd name="csY9" fmla="*/ 338207 h 2819470"/>
                  <a:gd name="csX10" fmla="*/ 95250 w 714375"/>
                  <a:gd name="csY10" fmla="*/ 295345 h 2819470"/>
                  <a:gd name="csX11" fmla="*/ 133350 w 714375"/>
                  <a:gd name="csY11" fmla="*/ 242957 h 2819470"/>
                  <a:gd name="csX12" fmla="*/ 152400 w 714375"/>
                  <a:gd name="csY12" fmla="*/ 204857 h 2819470"/>
                  <a:gd name="csX13" fmla="*/ 171450 w 714375"/>
                  <a:gd name="csY13" fmla="*/ 171520 h 2819470"/>
                  <a:gd name="csX14" fmla="*/ 238125 w 714375"/>
                  <a:gd name="csY14" fmla="*/ 109607 h 2819470"/>
                  <a:gd name="csX15" fmla="*/ 257175 w 714375"/>
                  <a:gd name="csY15" fmla="*/ 85795 h 2819470"/>
                  <a:gd name="csX16" fmla="*/ 319087 w 714375"/>
                  <a:gd name="csY16" fmla="*/ 47695 h 2819470"/>
                  <a:gd name="csX17" fmla="*/ 333375 w 714375"/>
                  <a:gd name="csY17" fmla="*/ 38170 h 2819470"/>
                  <a:gd name="csX18" fmla="*/ 395287 w 714375"/>
                  <a:gd name="csY18" fmla="*/ 14357 h 2819470"/>
                  <a:gd name="csX19" fmla="*/ 453797 w 714375"/>
                  <a:gd name="csY19" fmla="*/ 70 h 2819470"/>
                  <a:gd name="csX20" fmla="*/ 493939 w 714375"/>
                  <a:gd name="csY20" fmla="*/ 20481 h 2819470"/>
                  <a:gd name="csX21" fmla="*/ 552450 w 714375"/>
                  <a:gd name="csY21" fmla="*/ 81032 h 2819470"/>
                  <a:gd name="csX22" fmla="*/ 571500 w 714375"/>
                  <a:gd name="csY22" fmla="*/ 109607 h 2819470"/>
                  <a:gd name="csX23" fmla="*/ 581025 w 714375"/>
                  <a:gd name="csY23" fmla="*/ 152470 h 2819470"/>
                  <a:gd name="csX24" fmla="*/ 595312 w 714375"/>
                  <a:gd name="csY24" fmla="*/ 214382 h 2819470"/>
                  <a:gd name="csX25" fmla="*/ 600075 w 714375"/>
                  <a:gd name="csY25" fmla="*/ 271532 h 2819470"/>
                  <a:gd name="csX26" fmla="*/ 607884 w 714375"/>
                  <a:gd name="csY26" fmla="*/ 314417 h 2819470"/>
                  <a:gd name="csX27" fmla="*/ 623887 w 714375"/>
                  <a:gd name="csY27" fmla="*/ 371545 h 2819470"/>
                  <a:gd name="csX28" fmla="*/ 628650 w 714375"/>
                  <a:gd name="csY28" fmla="*/ 385832 h 2819470"/>
                  <a:gd name="csX29" fmla="*/ 634699 w 714375"/>
                  <a:gd name="csY29" fmla="*/ 433457 h 2819470"/>
                  <a:gd name="csX30" fmla="*/ 648986 w 714375"/>
                  <a:gd name="csY30" fmla="*/ 487154 h 2819470"/>
                  <a:gd name="csX31" fmla="*/ 666750 w 714375"/>
                  <a:gd name="csY31" fmla="*/ 628720 h 2819470"/>
                  <a:gd name="csX32" fmla="*/ 671512 w 714375"/>
                  <a:gd name="csY32" fmla="*/ 652532 h 2819470"/>
                  <a:gd name="csX33" fmla="*/ 685800 w 714375"/>
                  <a:gd name="csY33" fmla="*/ 714445 h 2819470"/>
                  <a:gd name="csX34" fmla="*/ 704850 w 714375"/>
                  <a:gd name="csY34" fmla="*/ 966857 h 2819470"/>
                  <a:gd name="csX35" fmla="*/ 714375 w 714375"/>
                  <a:gd name="csY35" fmla="*/ 1081157 h 2819470"/>
                  <a:gd name="csX36" fmla="*/ 709612 w 714375"/>
                  <a:gd name="csY36" fmla="*/ 1209745 h 2819470"/>
                  <a:gd name="csX37" fmla="*/ 704850 w 714375"/>
                  <a:gd name="csY37" fmla="*/ 1243082 h 2819470"/>
                  <a:gd name="csX38" fmla="*/ 695325 w 714375"/>
                  <a:gd name="csY38" fmla="*/ 1624082 h 2819470"/>
                  <a:gd name="csX39" fmla="*/ 685800 w 714375"/>
                  <a:gd name="csY39" fmla="*/ 1681232 h 2819470"/>
                  <a:gd name="csX40" fmla="*/ 678893 w 714375"/>
                  <a:gd name="csY40" fmla="*/ 1746169 h 2819470"/>
                  <a:gd name="csX41" fmla="*/ 675868 w 714375"/>
                  <a:gd name="csY41" fmla="*/ 1783412 h 2819470"/>
                  <a:gd name="csX42" fmla="*/ 676297 w 714375"/>
                  <a:gd name="csY42" fmla="*/ 1862637 h 2819470"/>
                  <a:gd name="csX43" fmla="*/ 673251 w 714375"/>
                  <a:gd name="csY43" fmla="*/ 1902904 h 2819470"/>
                  <a:gd name="csX44" fmla="*/ 671512 w 714375"/>
                  <a:gd name="csY44" fmla="*/ 1933645 h 2819470"/>
                  <a:gd name="csX45" fmla="*/ 661987 w 714375"/>
                  <a:gd name="csY45" fmla="*/ 2267020 h 2819470"/>
                  <a:gd name="csX46" fmla="*/ 661130 w 714375"/>
                  <a:gd name="csY46" fmla="*/ 2301666 h 2819470"/>
                  <a:gd name="csX47" fmla="*/ 654200 w 714375"/>
                  <a:gd name="csY47" fmla="*/ 2325479 h 2819470"/>
                  <a:gd name="csX48" fmla="*/ 652462 w 714375"/>
                  <a:gd name="csY48" fmla="*/ 2367032 h 2819470"/>
                  <a:gd name="csX49" fmla="*/ 657225 w 714375"/>
                  <a:gd name="csY49" fmla="*/ 2395607 h 2819470"/>
                  <a:gd name="csX50" fmla="*/ 647700 w 714375"/>
                  <a:gd name="csY50" fmla="*/ 2433707 h 2819470"/>
                  <a:gd name="csX51" fmla="*/ 638175 w 714375"/>
                  <a:gd name="csY51" fmla="*/ 2467045 h 2819470"/>
                  <a:gd name="csX52" fmla="*/ 633412 w 714375"/>
                  <a:gd name="csY52" fmla="*/ 2505145 h 2819470"/>
                  <a:gd name="csX53" fmla="*/ 623887 w 714375"/>
                  <a:gd name="csY53" fmla="*/ 2524195 h 2819470"/>
                  <a:gd name="csX54" fmla="*/ 619125 w 714375"/>
                  <a:gd name="csY54" fmla="*/ 2543245 h 2819470"/>
                  <a:gd name="csX55" fmla="*/ 609600 w 714375"/>
                  <a:gd name="csY55" fmla="*/ 2567057 h 2819470"/>
                  <a:gd name="csX56" fmla="*/ 596170 w 714375"/>
                  <a:gd name="csY56" fmla="*/ 2617685 h 2819470"/>
                  <a:gd name="csX57" fmla="*/ 581025 w 714375"/>
                  <a:gd name="csY57" fmla="*/ 2657545 h 2819470"/>
                  <a:gd name="csX58" fmla="*/ 576262 w 714375"/>
                  <a:gd name="csY58" fmla="*/ 2671832 h 2819470"/>
                  <a:gd name="csX59" fmla="*/ 565451 w 714375"/>
                  <a:gd name="csY59" fmla="*/ 2699549 h 2819470"/>
                  <a:gd name="csX60" fmla="*/ 558521 w 714375"/>
                  <a:gd name="csY60" fmla="*/ 2709932 h 2819470"/>
                  <a:gd name="csX61" fmla="*/ 560260 w 714375"/>
                  <a:gd name="csY61" fmla="*/ 2728554 h 2819470"/>
                  <a:gd name="csX62" fmla="*/ 538162 w 714375"/>
                  <a:gd name="csY62" fmla="*/ 2771845 h 2819470"/>
                  <a:gd name="csX63" fmla="*/ 495300 w 714375"/>
                  <a:gd name="csY63" fmla="*/ 2805182 h 2819470"/>
                  <a:gd name="csX64" fmla="*/ 481012 w 714375"/>
                  <a:gd name="csY64" fmla="*/ 2814707 h 2819470"/>
                  <a:gd name="csX65" fmla="*/ 447675 w 714375"/>
                  <a:gd name="csY65" fmla="*/ 2819470 h 2819470"/>
                  <a:gd name="csX66" fmla="*/ 404812 w 714375"/>
                  <a:gd name="csY66" fmla="*/ 2814707 h 2819470"/>
                  <a:gd name="csX67" fmla="*/ 390525 w 714375"/>
                  <a:gd name="csY67" fmla="*/ 2809945 h 2819470"/>
                  <a:gd name="csX68" fmla="*/ 359354 w 714375"/>
                  <a:gd name="csY68" fmla="*/ 2789586 h 2819470"/>
                  <a:gd name="csX69" fmla="*/ 352425 w 714375"/>
                  <a:gd name="csY69" fmla="*/ 2781370 h 2819470"/>
                  <a:gd name="csX70" fmla="*/ 347662 w 714375"/>
                  <a:gd name="csY70" fmla="*/ 2757557 h 2819470"/>
                  <a:gd name="csX71" fmla="*/ 338137 w 714375"/>
                  <a:gd name="csY71" fmla="*/ 2738507 h 2819470"/>
                  <a:gd name="csX72" fmla="*/ 338137 w 714375"/>
                  <a:gd name="csY72" fmla="*/ 2657545 h 2819470"/>
                  <a:gd name="csX0" fmla="*/ 0 w 714375"/>
                  <a:gd name="csY0" fmla="*/ 823982 h 2819470"/>
                  <a:gd name="csX1" fmla="*/ 23812 w 714375"/>
                  <a:gd name="csY1" fmla="*/ 781120 h 2819470"/>
                  <a:gd name="csX2" fmla="*/ 38100 w 714375"/>
                  <a:gd name="csY2" fmla="*/ 738257 h 2819470"/>
                  <a:gd name="csX3" fmla="*/ 42862 w 714375"/>
                  <a:gd name="csY3" fmla="*/ 719207 h 2819470"/>
                  <a:gd name="csX4" fmla="*/ 57150 w 714375"/>
                  <a:gd name="csY4" fmla="*/ 700157 h 2819470"/>
                  <a:gd name="csX5" fmla="*/ 61912 w 714375"/>
                  <a:gd name="csY5" fmla="*/ 671582 h 2819470"/>
                  <a:gd name="csX6" fmla="*/ 55789 w 714375"/>
                  <a:gd name="csY6" fmla="*/ 538232 h 2819470"/>
                  <a:gd name="csX7" fmla="*/ 68036 w 714375"/>
                  <a:gd name="csY7" fmla="*/ 452507 h 2819470"/>
                  <a:gd name="csX8" fmla="*/ 71437 w 714375"/>
                  <a:gd name="csY8" fmla="*/ 404882 h 2819470"/>
                  <a:gd name="csX9" fmla="*/ 85725 w 714375"/>
                  <a:gd name="csY9" fmla="*/ 338207 h 2819470"/>
                  <a:gd name="csX10" fmla="*/ 95250 w 714375"/>
                  <a:gd name="csY10" fmla="*/ 295345 h 2819470"/>
                  <a:gd name="csX11" fmla="*/ 133350 w 714375"/>
                  <a:gd name="csY11" fmla="*/ 242957 h 2819470"/>
                  <a:gd name="csX12" fmla="*/ 152400 w 714375"/>
                  <a:gd name="csY12" fmla="*/ 204857 h 2819470"/>
                  <a:gd name="csX13" fmla="*/ 171450 w 714375"/>
                  <a:gd name="csY13" fmla="*/ 171520 h 2819470"/>
                  <a:gd name="csX14" fmla="*/ 238125 w 714375"/>
                  <a:gd name="csY14" fmla="*/ 109607 h 2819470"/>
                  <a:gd name="csX15" fmla="*/ 257175 w 714375"/>
                  <a:gd name="csY15" fmla="*/ 85795 h 2819470"/>
                  <a:gd name="csX16" fmla="*/ 319087 w 714375"/>
                  <a:gd name="csY16" fmla="*/ 47695 h 2819470"/>
                  <a:gd name="csX17" fmla="*/ 333375 w 714375"/>
                  <a:gd name="csY17" fmla="*/ 38170 h 2819470"/>
                  <a:gd name="csX18" fmla="*/ 395287 w 714375"/>
                  <a:gd name="csY18" fmla="*/ 14357 h 2819470"/>
                  <a:gd name="csX19" fmla="*/ 453797 w 714375"/>
                  <a:gd name="csY19" fmla="*/ 70 h 2819470"/>
                  <a:gd name="csX20" fmla="*/ 493939 w 714375"/>
                  <a:gd name="csY20" fmla="*/ 20481 h 2819470"/>
                  <a:gd name="csX21" fmla="*/ 552450 w 714375"/>
                  <a:gd name="csY21" fmla="*/ 81032 h 2819470"/>
                  <a:gd name="csX22" fmla="*/ 571500 w 714375"/>
                  <a:gd name="csY22" fmla="*/ 109607 h 2819470"/>
                  <a:gd name="csX23" fmla="*/ 581025 w 714375"/>
                  <a:gd name="csY23" fmla="*/ 152470 h 2819470"/>
                  <a:gd name="csX24" fmla="*/ 595312 w 714375"/>
                  <a:gd name="csY24" fmla="*/ 214382 h 2819470"/>
                  <a:gd name="csX25" fmla="*/ 600075 w 714375"/>
                  <a:gd name="csY25" fmla="*/ 271532 h 2819470"/>
                  <a:gd name="csX26" fmla="*/ 607884 w 714375"/>
                  <a:gd name="csY26" fmla="*/ 314417 h 2819470"/>
                  <a:gd name="csX27" fmla="*/ 623887 w 714375"/>
                  <a:gd name="csY27" fmla="*/ 371545 h 2819470"/>
                  <a:gd name="csX28" fmla="*/ 628650 w 714375"/>
                  <a:gd name="csY28" fmla="*/ 385832 h 2819470"/>
                  <a:gd name="csX29" fmla="*/ 634699 w 714375"/>
                  <a:gd name="csY29" fmla="*/ 433457 h 2819470"/>
                  <a:gd name="csX30" fmla="*/ 648986 w 714375"/>
                  <a:gd name="csY30" fmla="*/ 487154 h 2819470"/>
                  <a:gd name="csX31" fmla="*/ 666750 w 714375"/>
                  <a:gd name="csY31" fmla="*/ 628720 h 2819470"/>
                  <a:gd name="csX32" fmla="*/ 671512 w 714375"/>
                  <a:gd name="csY32" fmla="*/ 652532 h 2819470"/>
                  <a:gd name="csX33" fmla="*/ 685800 w 714375"/>
                  <a:gd name="csY33" fmla="*/ 714445 h 2819470"/>
                  <a:gd name="csX34" fmla="*/ 704850 w 714375"/>
                  <a:gd name="csY34" fmla="*/ 966857 h 2819470"/>
                  <a:gd name="csX35" fmla="*/ 714375 w 714375"/>
                  <a:gd name="csY35" fmla="*/ 1081157 h 2819470"/>
                  <a:gd name="csX36" fmla="*/ 709612 w 714375"/>
                  <a:gd name="csY36" fmla="*/ 1209745 h 2819470"/>
                  <a:gd name="csX37" fmla="*/ 704850 w 714375"/>
                  <a:gd name="csY37" fmla="*/ 1243082 h 2819470"/>
                  <a:gd name="csX38" fmla="*/ 695325 w 714375"/>
                  <a:gd name="csY38" fmla="*/ 1624082 h 2819470"/>
                  <a:gd name="csX39" fmla="*/ 685800 w 714375"/>
                  <a:gd name="csY39" fmla="*/ 1681232 h 2819470"/>
                  <a:gd name="csX40" fmla="*/ 678893 w 714375"/>
                  <a:gd name="csY40" fmla="*/ 1746169 h 2819470"/>
                  <a:gd name="csX41" fmla="*/ 675868 w 714375"/>
                  <a:gd name="csY41" fmla="*/ 1783412 h 2819470"/>
                  <a:gd name="csX42" fmla="*/ 676297 w 714375"/>
                  <a:gd name="csY42" fmla="*/ 1862637 h 2819470"/>
                  <a:gd name="csX43" fmla="*/ 673251 w 714375"/>
                  <a:gd name="csY43" fmla="*/ 1902904 h 2819470"/>
                  <a:gd name="csX44" fmla="*/ 671512 w 714375"/>
                  <a:gd name="csY44" fmla="*/ 1933645 h 2819470"/>
                  <a:gd name="csX45" fmla="*/ 661987 w 714375"/>
                  <a:gd name="csY45" fmla="*/ 2267020 h 2819470"/>
                  <a:gd name="csX46" fmla="*/ 661130 w 714375"/>
                  <a:gd name="csY46" fmla="*/ 2301666 h 2819470"/>
                  <a:gd name="csX47" fmla="*/ 654200 w 714375"/>
                  <a:gd name="csY47" fmla="*/ 2325479 h 2819470"/>
                  <a:gd name="csX48" fmla="*/ 652462 w 714375"/>
                  <a:gd name="csY48" fmla="*/ 2367032 h 2819470"/>
                  <a:gd name="csX49" fmla="*/ 657225 w 714375"/>
                  <a:gd name="csY49" fmla="*/ 2395607 h 2819470"/>
                  <a:gd name="csX50" fmla="*/ 647700 w 714375"/>
                  <a:gd name="csY50" fmla="*/ 2433707 h 2819470"/>
                  <a:gd name="csX51" fmla="*/ 638175 w 714375"/>
                  <a:gd name="csY51" fmla="*/ 2467045 h 2819470"/>
                  <a:gd name="csX52" fmla="*/ 633412 w 714375"/>
                  <a:gd name="csY52" fmla="*/ 2505145 h 2819470"/>
                  <a:gd name="csX53" fmla="*/ 623887 w 714375"/>
                  <a:gd name="csY53" fmla="*/ 2524195 h 2819470"/>
                  <a:gd name="csX54" fmla="*/ 619125 w 714375"/>
                  <a:gd name="csY54" fmla="*/ 2543245 h 2819470"/>
                  <a:gd name="csX55" fmla="*/ 609600 w 714375"/>
                  <a:gd name="csY55" fmla="*/ 2567057 h 2819470"/>
                  <a:gd name="csX56" fmla="*/ 596170 w 714375"/>
                  <a:gd name="csY56" fmla="*/ 2617685 h 2819470"/>
                  <a:gd name="csX57" fmla="*/ 581025 w 714375"/>
                  <a:gd name="csY57" fmla="*/ 2657545 h 2819470"/>
                  <a:gd name="csX58" fmla="*/ 576262 w 714375"/>
                  <a:gd name="csY58" fmla="*/ 2671832 h 2819470"/>
                  <a:gd name="csX59" fmla="*/ 565451 w 714375"/>
                  <a:gd name="csY59" fmla="*/ 2699549 h 2819470"/>
                  <a:gd name="csX60" fmla="*/ 558521 w 714375"/>
                  <a:gd name="csY60" fmla="*/ 2709932 h 2819470"/>
                  <a:gd name="csX61" fmla="*/ 560260 w 714375"/>
                  <a:gd name="csY61" fmla="*/ 2728554 h 2819470"/>
                  <a:gd name="csX62" fmla="*/ 538162 w 714375"/>
                  <a:gd name="csY62" fmla="*/ 2771845 h 2819470"/>
                  <a:gd name="csX63" fmla="*/ 495300 w 714375"/>
                  <a:gd name="csY63" fmla="*/ 2805182 h 2819470"/>
                  <a:gd name="csX64" fmla="*/ 481012 w 714375"/>
                  <a:gd name="csY64" fmla="*/ 2814707 h 2819470"/>
                  <a:gd name="csX65" fmla="*/ 447675 w 714375"/>
                  <a:gd name="csY65" fmla="*/ 2819470 h 2819470"/>
                  <a:gd name="csX66" fmla="*/ 404812 w 714375"/>
                  <a:gd name="csY66" fmla="*/ 2814707 h 2819470"/>
                  <a:gd name="csX67" fmla="*/ 390525 w 714375"/>
                  <a:gd name="csY67" fmla="*/ 2809945 h 2819470"/>
                  <a:gd name="csX68" fmla="*/ 359354 w 714375"/>
                  <a:gd name="csY68" fmla="*/ 2789586 h 2819470"/>
                  <a:gd name="csX69" fmla="*/ 352425 w 714375"/>
                  <a:gd name="csY69" fmla="*/ 2781370 h 2819470"/>
                  <a:gd name="csX70" fmla="*/ 347662 w 714375"/>
                  <a:gd name="csY70" fmla="*/ 2757557 h 2819470"/>
                  <a:gd name="csX71" fmla="*/ 338137 w 714375"/>
                  <a:gd name="csY71" fmla="*/ 2738507 h 2819470"/>
                  <a:gd name="csX72" fmla="*/ 338137 w 714375"/>
                  <a:gd name="csY72" fmla="*/ 2657545 h 2819470"/>
                  <a:gd name="csX0" fmla="*/ 0 w 714375"/>
                  <a:gd name="csY0" fmla="*/ 823982 h 2819470"/>
                  <a:gd name="csX1" fmla="*/ 23812 w 714375"/>
                  <a:gd name="csY1" fmla="*/ 781120 h 2819470"/>
                  <a:gd name="csX2" fmla="*/ 38100 w 714375"/>
                  <a:gd name="csY2" fmla="*/ 738257 h 2819470"/>
                  <a:gd name="csX3" fmla="*/ 42862 w 714375"/>
                  <a:gd name="csY3" fmla="*/ 719207 h 2819470"/>
                  <a:gd name="csX4" fmla="*/ 57150 w 714375"/>
                  <a:gd name="csY4" fmla="*/ 700157 h 2819470"/>
                  <a:gd name="csX5" fmla="*/ 61912 w 714375"/>
                  <a:gd name="csY5" fmla="*/ 671582 h 2819470"/>
                  <a:gd name="csX6" fmla="*/ 55789 w 714375"/>
                  <a:gd name="csY6" fmla="*/ 538232 h 2819470"/>
                  <a:gd name="csX7" fmla="*/ 68036 w 714375"/>
                  <a:gd name="csY7" fmla="*/ 452507 h 2819470"/>
                  <a:gd name="csX8" fmla="*/ 71437 w 714375"/>
                  <a:gd name="csY8" fmla="*/ 404882 h 2819470"/>
                  <a:gd name="csX9" fmla="*/ 85725 w 714375"/>
                  <a:gd name="csY9" fmla="*/ 338207 h 2819470"/>
                  <a:gd name="csX10" fmla="*/ 103415 w 714375"/>
                  <a:gd name="csY10" fmla="*/ 292624 h 2819470"/>
                  <a:gd name="csX11" fmla="*/ 133350 w 714375"/>
                  <a:gd name="csY11" fmla="*/ 242957 h 2819470"/>
                  <a:gd name="csX12" fmla="*/ 152400 w 714375"/>
                  <a:gd name="csY12" fmla="*/ 204857 h 2819470"/>
                  <a:gd name="csX13" fmla="*/ 171450 w 714375"/>
                  <a:gd name="csY13" fmla="*/ 171520 h 2819470"/>
                  <a:gd name="csX14" fmla="*/ 238125 w 714375"/>
                  <a:gd name="csY14" fmla="*/ 109607 h 2819470"/>
                  <a:gd name="csX15" fmla="*/ 257175 w 714375"/>
                  <a:gd name="csY15" fmla="*/ 85795 h 2819470"/>
                  <a:gd name="csX16" fmla="*/ 319087 w 714375"/>
                  <a:gd name="csY16" fmla="*/ 47695 h 2819470"/>
                  <a:gd name="csX17" fmla="*/ 333375 w 714375"/>
                  <a:gd name="csY17" fmla="*/ 38170 h 2819470"/>
                  <a:gd name="csX18" fmla="*/ 395287 w 714375"/>
                  <a:gd name="csY18" fmla="*/ 14357 h 2819470"/>
                  <a:gd name="csX19" fmla="*/ 453797 w 714375"/>
                  <a:gd name="csY19" fmla="*/ 70 h 2819470"/>
                  <a:gd name="csX20" fmla="*/ 493939 w 714375"/>
                  <a:gd name="csY20" fmla="*/ 20481 h 2819470"/>
                  <a:gd name="csX21" fmla="*/ 552450 w 714375"/>
                  <a:gd name="csY21" fmla="*/ 81032 h 2819470"/>
                  <a:gd name="csX22" fmla="*/ 571500 w 714375"/>
                  <a:gd name="csY22" fmla="*/ 109607 h 2819470"/>
                  <a:gd name="csX23" fmla="*/ 581025 w 714375"/>
                  <a:gd name="csY23" fmla="*/ 152470 h 2819470"/>
                  <a:gd name="csX24" fmla="*/ 595312 w 714375"/>
                  <a:gd name="csY24" fmla="*/ 214382 h 2819470"/>
                  <a:gd name="csX25" fmla="*/ 600075 w 714375"/>
                  <a:gd name="csY25" fmla="*/ 271532 h 2819470"/>
                  <a:gd name="csX26" fmla="*/ 607884 w 714375"/>
                  <a:gd name="csY26" fmla="*/ 314417 h 2819470"/>
                  <a:gd name="csX27" fmla="*/ 623887 w 714375"/>
                  <a:gd name="csY27" fmla="*/ 371545 h 2819470"/>
                  <a:gd name="csX28" fmla="*/ 628650 w 714375"/>
                  <a:gd name="csY28" fmla="*/ 385832 h 2819470"/>
                  <a:gd name="csX29" fmla="*/ 634699 w 714375"/>
                  <a:gd name="csY29" fmla="*/ 433457 h 2819470"/>
                  <a:gd name="csX30" fmla="*/ 648986 w 714375"/>
                  <a:gd name="csY30" fmla="*/ 487154 h 2819470"/>
                  <a:gd name="csX31" fmla="*/ 666750 w 714375"/>
                  <a:gd name="csY31" fmla="*/ 628720 h 2819470"/>
                  <a:gd name="csX32" fmla="*/ 671512 w 714375"/>
                  <a:gd name="csY32" fmla="*/ 652532 h 2819470"/>
                  <a:gd name="csX33" fmla="*/ 685800 w 714375"/>
                  <a:gd name="csY33" fmla="*/ 714445 h 2819470"/>
                  <a:gd name="csX34" fmla="*/ 704850 w 714375"/>
                  <a:gd name="csY34" fmla="*/ 966857 h 2819470"/>
                  <a:gd name="csX35" fmla="*/ 714375 w 714375"/>
                  <a:gd name="csY35" fmla="*/ 1081157 h 2819470"/>
                  <a:gd name="csX36" fmla="*/ 709612 w 714375"/>
                  <a:gd name="csY36" fmla="*/ 1209745 h 2819470"/>
                  <a:gd name="csX37" fmla="*/ 704850 w 714375"/>
                  <a:gd name="csY37" fmla="*/ 1243082 h 2819470"/>
                  <a:gd name="csX38" fmla="*/ 695325 w 714375"/>
                  <a:gd name="csY38" fmla="*/ 1624082 h 2819470"/>
                  <a:gd name="csX39" fmla="*/ 685800 w 714375"/>
                  <a:gd name="csY39" fmla="*/ 1681232 h 2819470"/>
                  <a:gd name="csX40" fmla="*/ 678893 w 714375"/>
                  <a:gd name="csY40" fmla="*/ 1746169 h 2819470"/>
                  <a:gd name="csX41" fmla="*/ 675868 w 714375"/>
                  <a:gd name="csY41" fmla="*/ 1783412 h 2819470"/>
                  <a:gd name="csX42" fmla="*/ 676297 w 714375"/>
                  <a:gd name="csY42" fmla="*/ 1862637 h 2819470"/>
                  <a:gd name="csX43" fmla="*/ 673251 w 714375"/>
                  <a:gd name="csY43" fmla="*/ 1902904 h 2819470"/>
                  <a:gd name="csX44" fmla="*/ 671512 w 714375"/>
                  <a:gd name="csY44" fmla="*/ 1933645 h 2819470"/>
                  <a:gd name="csX45" fmla="*/ 661987 w 714375"/>
                  <a:gd name="csY45" fmla="*/ 2267020 h 2819470"/>
                  <a:gd name="csX46" fmla="*/ 661130 w 714375"/>
                  <a:gd name="csY46" fmla="*/ 2301666 h 2819470"/>
                  <a:gd name="csX47" fmla="*/ 654200 w 714375"/>
                  <a:gd name="csY47" fmla="*/ 2325479 h 2819470"/>
                  <a:gd name="csX48" fmla="*/ 652462 w 714375"/>
                  <a:gd name="csY48" fmla="*/ 2367032 h 2819470"/>
                  <a:gd name="csX49" fmla="*/ 657225 w 714375"/>
                  <a:gd name="csY49" fmla="*/ 2395607 h 2819470"/>
                  <a:gd name="csX50" fmla="*/ 647700 w 714375"/>
                  <a:gd name="csY50" fmla="*/ 2433707 h 2819470"/>
                  <a:gd name="csX51" fmla="*/ 638175 w 714375"/>
                  <a:gd name="csY51" fmla="*/ 2467045 h 2819470"/>
                  <a:gd name="csX52" fmla="*/ 633412 w 714375"/>
                  <a:gd name="csY52" fmla="*/ 2505145 h 2819470"/>
                  <a:gd name="csX53" fmla="*/ 623887 w 714375"/>
                  <a:gd name="csY53" fmla="*/ 2524195 h 2819470"/>
                  <a:gd name="csX54" fmla="*/ 619125 w 714375"/>
                  <a:gd name="csY54" fmla="*/ 2543245 h 2819470"/>
                  <a:gd name="csX55" fmla="*/ 609600 w 714375"/>
                  <a:gd name="csY55" fmla="*/ 2567057 h 2819470"/>
                  <a:gd name="csX56" fmla="*/ 596170 w 714375"/>
                  <a:gd name="csY56" fmla="*/ 2617685 h 2819470"/>
                  <a:gd name="csX57" fmla="*/ 581025 w 714375"/>
                  <a:gd name="csY57" fmla="*/ 2657545 h 2819470"/>
                  <a:gd name="csX58" fmla="*/ 576262 w 714375"/>
                  <a:gd name="csY58" fmla="*/ 2671832 h 2819470"/>
                  <a:gd name="csX59" fmla="*/ 565451 w 714375"/>
                  <a:gd name="csY59" fmla="*/ 2699549 h 2819470"/>
                  <a:gd name="csX60" fmla="*/ 558521 w 714375"/>
                  <a:gd name="csY60" fmla="*/ 2709932 h 2819470"/>
                  <a:gd name="csX61" fmla="*/ 560260 w 714375"/>
                  <a:gd name="csY61" fmla="*/ 2728554 h 2819470"/>
                  <a:gd name="csX62" fmla="*/ 538162 w 714375"/>
                  <a:gd name="csY62" fmla="*/ 2771845 h 2819470"/>
                  <a:gd name="csX63" fmla="*/ 495300 w 714375"/>
                  <a:gd name="csY63" fmla="*/ 2805182 h 2819470"/>
                  <a:gd name="csX64" fmla="*/ 481012 w 714375"/>
                  <a:gd name="csY64" fmla="*/ 2814707 h 2819470"/>
                  <a:gd name="csX65" fmla="*/ 447675 w 714375"/>
                  <a:gd name="csY65" fmla="*/ 2819470 h 2819470"/>
                  <a:gd name="csX66" fmla="*/ 404812 w 714375"/>
                  <a:gd name="csY66" fmla="*/ 2814707 h 2819470"/>
                  <a:gd name="csX67" fmla="*/ 390525 w 714375"/>
                  <a:gd name="csY67" fmla="*/ 2809945 h 2819470"/>
                  <a:gd name="csX68" fmla="*/ 359354 w 714375"/>
                  <a:gd name="csY68" fmla="*/ 2789586 h 2819470"/>
                  <a:gd name="csX69" fmla="*/ 352425 w 714375"/>
                  <a:gd name="csY69" fmla="*/ 2781370 h 2819470"/>
                  <a:gd name="csX70" fmla="*/ 347662 w 714375"/>
                  <a:gd name="csY70" fmla="*/ 2757557 h 2819470"/>
                  <a:gd name="csX71" fmla="*/ 338137 w 714375"/>
                  <a:gd name="csY71" fmla="*/ 2738507 h 2819470"/>
                  <a:gd name="csX72" fmla="*/ 338137 w 714375"/>
                  <a:gd name="csY72" fmla="*/ 2657545 h 2819470"/>
                  <a:gd name="csX0" fmla="*/ 0 w 714375"/>
                  <a:gd name="csY0" fmla="*/ 823982 h 2819470"/>
                  <a:gd name="csX1" fmla="*/ 23812 w 714375"/>
                  <a:gd name="csY1" fmla="*/ 781120 h 2819470"/>
                  <a:gd name="csX2" fmla="*/ 38100 w 714375"/>
                  <a:gd name="csY2" fmla="*/ 738257 h 2819470"/>
                  <a:gd name="csX3" fmla="*/ 42862 w 714375"/>
                  <a:gd name="csY3" fmla="*/ 719207 h 2819470"/>
                  <a:gd name="csX4" fmla="*/ 38100 w 714375"/>
                  <a:gd name="csY4" fmla="*/ 700157 h 2819470"/>
                  <a:gd name="csX5" fmla="*/ 61912 w 714375"/>
                  <a:gd name="csY5" fmla="*/ 671582 h 2819470"/>
                  <a:gd name="csX6" fmla="*/ 55789 w 714375"/>
                  <a:gd name="csY6" fmla="*/ 538232 h 2819470"/>
                  <a:gd name="csX7" fmla="*/ 68036 w 714375"/>
                  <a:gd name="csY7" fmla="*/ 452507 h 2819470"/>
                  <a:gd name="csX8" fmla="*/ 71437 w 714375"/>
                  <a:gd name="csY8" fmla="*/ 404882 h 2819470"/>
                  <a:gd name="csX9" fmla="*/ 85725 w 714375"/>
                  <a:gd name="csY9" fmla="*/ 338207 h 2819470"/>
                  <a:gd name="csX10" fmla="*/ 103415 w 714375"/>
                  <a:gd name="csY10" fmla="*/ 292624 h 2819470"/>
                  <a:gd name="csX11" fmla="*/ 133350 w 714375"/>
                  <a:gd name="csY11" fmla="*/ 242957 h 2819470"/>
                  <a:gd name="csX12" fmla="*/ 152400 w 714375"/>
                  <a:gd name="csY12" fmla="*/ 204857 h 2819470"/>
                  <a:gd name="csX13" fmla="*/ 171450 w 714375"/>
                  <a:gd name="csY13" fmla="*/ 171520 h 2819470"/>
                  <a:gd name="csX14" fmla="*/ 238125 w 714375"/>
                  <a:gd name="csY14" fmla="*/ 109607 h 2819470"/>
                  <a:gd name="csX15" fmla="*/ 257175 w 714375"/>
                  <a:gd name="csY15" fmla="*/ 85795 h 2819470"/>
                  <a:gd name="csX16" fmla="*/ 319087 w 714375"/>
                  <a:gd name="csY16" fmla="*/ 47695 h 2819470"/>
                  <a:gd name="csX17" fmla="*/ 333375 w 714375"/>
                  <a:gd name="csY17" fmla="*/ 38170 h 2819470"/>
                  <a:gd name="csX18" fmla="*/ 395287 w 714375"/>
                  <a:gd name="csY18" fmla="*/ 14357 h 2819470"/>
                  <a:gd name="csX19" fmla="*/ 453797 w 714375"/>
                  <a:gd name="csY19" fmla="*/ 70 h 2819470"/>
                  <a:gd name="csX20" fmla="*/ 493939 w 714375"/>
                  <a:gd name="csY20" fmla="*/ 20481 h 2819470"/>
                  <a:gd name="csX21" fmla="*/ 552450 w 714375"/>
                  <a:gd name="csY21" fmla="*/ 81032 h 2819470"/>
                  <a:gd name="csX22" fmla="*/ 571500 w 714375"/>
                  <a:gd name="csY22" fmla="*/ 109607 h 2819470"/>
                  <a:gd name="csX23" fmla="*/ 581025 w 714375"/>
                  <a:gd name="csY23" fmla="*/ 152470 h 2819470"/>
                  <a:gd name="csX24" fmla="*/ 595312 w 714375"/>
                  <a:gd name="csY24" fmla="*/ 214382 h 2819470"/>
                  <a:gd name="csX25" fmla="*/ 600075 w 714375"/>
                  <a:gd name="csY25" fmla="*/ 271532 h 2819470"/>
                  <a:gd name="csX26" fmla="*/ 607884 w 714375"/>
                  <a:gd name="csY26" fmla="*/ 314417 h 2819470"/>
                  <a:gd name="csX27" fmla="*/ 623887 w 714375"/>
                  <a:gd name="csY27" fmla="*/ 371545 h 2819470"/>
                  <a:gd name="csX28" fmla="*/ 628650 w 714375"/>
                  <a:gd name="csY28" fmla="*/ 385832 h 2819470"/>
                  <a:gd name="csX29" fmla="*/ 634699 w 714375"/>
                  <a:gd name="csY29" fmla="*/ 433457 h 2819470"/>
                  <a:gd name="csX30" fmla="*/ 648986 w 714375"/>
                  <a:gd name="csY30" fmla="*/ 487154 h 2819470"/>
                  <a:gd name="csX31" fmla="*/ 666750 w 714375"/>
                  <a:gd name="csY31" fmla="*/ 628720 h 2819470"/>
                  <a:gd name="csX32" fmla="*/ 671512 w 714375"/>
                  <a:gd name="csY32" fmla="*/ 652532 h 2819470"/>
                  <a:gd name="csX33" fmla="*/ 685800 w 714375"/>
                  <a:gd name="csY33" fmla="*/ 714445 h 2819470"/>
                  <a:gd name="csX34" fmla="*/ 704850 w 714375"/>
                  <a:gd name="csY34" fmla="*/ 966857 h 2819470"/>
                  <a:gd name="csX35" fmla="*/ 714375 w 714375"/>
                  <a:gd name="csY35" fmla="*/ 1081157 h 2819470"/>
                  <a:gd name="csX36" fmla="*/ 709612 w 714375"/>
                  <a:gd name="csY36" fmla="*/ 1209745 h 2819470"/>
                  <a:gd name="csX37" fmla="*/ 704850 w 714375"/>
                  <a:gd name="csY37" fmla="*/ 1243082 h 2819470"/>
                  <a:gd name="csX38" fmla="*/ 695325 w 714375"/>
                  <a:gd name="csY38" fmla="*/ 1624082 h 2819470"/>
                  <a:gd name="csX39" fmla="*/ 685800 w 714375"/>
                  <a:gd name="csY39" fmla="*/ 1681232 h 2819470"/>
                  <a:gd name="csX40" fmla="*/ 678893 w 714375"/>
                  <a:gd name="csY40" fmla="*/ 1746169 h 2819470"/>
                  <a:gd name="csX41" fmla="*/ 675868 w 714375"/>
                  <a:gd name="csY41" fmla="*/ 1783412 h 2819470"/>
                  <a:gd name="csX42" fmla="*/ 676297 w 714375"/>
                  <a:gd name="csY42" fmla="*/ 1862637 h 2819470"/>
                  <a:gd name="csX43" fmla="*/ 673251 w 714375"/>
                  <a:gd name="csY43" fmla="*/ 1902904 h 2819470"/>
                  <a:gd name="csX44" fmla="*/ 671512 w 714375"/>
                  <a:gd name="csY44" fmla="*/ 1933645 h 2819470"/>
                  <a:gd name="csX45" fmla="*/ 661987 w 714375"/>
                  <a:gd name="csY45" fmla="*/ 2267020 h 2819470"/>
                  <a:gd name="csX46" fmla="*/ 661130 w 714375"/>
                  <a:gd name="csY46" fmla="*/ 2301666 h 2819470"/>
                  <a:gd name="csX47" fmla="*/ 654200 w 714375"/>
                  <a:gd name="csY47" fmla="*/ 2325479 h 2819470"/>
                  <a:gd name="csX48" fmla="*/ 652462 w 714375"/>
                  <a:gd name="csY48" fmla="*/ 2367032 h 2819470"/>
                  <a:gd name="csX49" fmla="*/ 657225 w 714375"/>
                  <a:gd name="csY49" fmla="*/ 2395607 h 2819470"/>
                  <a:gd name="csX50" fmla="*/ 647700 w 714375"/>
                  <a:gd name="csY50" fmla="*/ 2433707 h 2819470"/>
                  <a:gd name="csX51" fmla="*/ 638175 w 714375"/>
                  <a:gd name="csY51" fmla="*/ 2467045 h 2819470"/>
                  <a:gd name="csX52" fmla="*/ 633412 w 714375"/>
                  <a:gd name="csY52" fmla="*/ 2505145 h 2819470"/>
                  <a:gd name="csX53" fmla="*/ 623887 w 714375"/>
                  <a:gd name="csY53" fmla="*/ 2524195 h 2819470"/>
                  <a:gd name="csX54" fmla="*/ 619125 w 714375"/>
                  <a:gd name="csY54" fmla="*/ 2543245 h 2819470"/>
                  <a:gd name="csX55" fmla="*/ 609600 w 714375"/>
                  <a:gd name="csY55" fmla="*/ 2567057 h 2819470"/>
                  <a:gd name="csX56" fmla="*/ 596170 w 714375"/>
                  <a:gd name="csY56" fmla="*/ 2617685 h 2819470"/>
                  <a:gd name="csX57" fmla="*/ 581025 w 714375"/>
                  <a:gd name="csY57" fmla="*/ 2657545 h 2819470"/>
                  <a:gd name="csX58" fmla="*/ 576262 w 714375"/>
                  <a:gd name="csY58" fmla="*/ 2671832 h 2819470"/>
                  <a:gd name="csX59" fmla="*/ 565451 w 714375"/>
                  <a:gd name="csY59" fmla="*/ 2699549 h 2819470"/>
                  <a:gd name="csX60" fmla="*/ 558521 w 714375"/>
                  <a:gd name="csY60" fmla="*/ 2709932 h 2819470"/>
                  <a:gd name="csX61" fmla="*/ 560260 w 714375"/>
                  <a:gd name="csY61" fmla="*/ 2728554 h 2819470"/>
                  <a:gd name="csX62" fmla="*/ 538162 w 714375"/>
                  <a:gd name="csY62" fmla="*/ 2771845 h 2819470"/>
                  <a:gd name="csX63" fmla="*/ 495300 w 714375"/>
                  <a:gd name="csY63" fmla="*/ 2805182 h 2819470"/>
                  <a:gd name="csX64" fmla="*/ 481012 w 714375"/>
                  <a:gd name="csY64" fmla="*/ 2814707 h 2819470"/>
                  <a:gd name="csX65" fmla="*/ 447675 w 714375"/>
                  <a:gd name="csY65" fmla="*/ 2819470 h 2819470"/>
                  <a:gd name="csX66" fmla="*/ 404812 w 714375"/>
                  <a:gd name="csY66" fmla="*/ 2814707 h 2819470"/>
                  <a:gd name="csX67" fmla="*/ 390525 w 714375"/>
                  <a:gd name="csY67" fmla="*/ 2809945 h 2819470"/>
                  <a:gd name="csX68" fmla="*/ 359354 w 714375"/>
                  <a:gd name="csY68" fmla="*/ 2789586 h 2819470"/>
                  <a:gd name="csX69" fmla="*/ 352425 w 714375"/>
                  <a:gd name="csY69" fmla="*/ 2781370 h 2819470"/>
                  <a:gd name="csX70" fmla="*/ 347662 w 714375"/>
                  <a:gd name="csY70" fmla="*/ 2757557 h 2819470"/>
                  <a:gd name="csX71" fmla="*/ 338137 w 714375"/>
                  <a:gd name="csY71" fmla="*/ 2738507 h 2819470"/>
                  <a:gd name="csX72" fmla="*/ 338137 w 714375"/>
                  <a:gd name="csY72" fmla="*/ 2657545 h 2819470"/>
                  <a:gd name="csX0" fmla="*/ 0 w 714375"/>
                  <a:gd name="csY0" fmla="*/ 823982 h 2819470"/>
                  <a:gd name="csX1" fmla="*/ 23812 w 714375"/>
                  <a:gd name="csY1" fmla="*/ 781120 h 2819470"/>
                  <a:gd name="csX2" fmla="*/ 38100 w 714375"/>
                  <a:gd name="csY2" fmla="*/ 738257 h 2819470"/>
                  <a:gd name="csX3" fmla="*/ 42862 w 714375"/>
                  <a:gd name="csY3" fmla="*/ 719207 h 2819470"/>
                  <a:gd name="csX4" fmla="*/ 38100 w 714375"/>
                  <a:gd name="csY4" fmla="*/ 700157 h 2819470"/>
                  <a:gd name="csX5" fmla="*/ 45584 w 714375"/>
                  <a:gd name="csY5" fmla="*/ 657975 h 2819470"/>
                  <a:gd name="csX6" fmla="*/ 55789 w 714375"/>
                  <a:gd name="csY6" fmla="*/ 538232 h 2819470"/>
                  <a:gd name="csX7" fmla="*/ 68036 w 714375"/>
                  <a:gd name="csY7" fmla="*/ 452507 h 2819470"/>
                  <a:gd name="csX8" fmla="*/ 71437 w 714375"/>
                  <a:gd name="csY8" fmla="*/ 404882 h 2819470"/>
                  <a:gd name="csX9" fmla="*/ 85725 w 714375"/>
                  <a:gd name="csY9" fmla="*/ 338207 h 2819470"/>
                  <a:gd name="csX10" fmla="*/ 103415 w 714375"/>
                  <a:gd name="csY10" fmla="*/ 292624 h 2819470"/>
                  <a:gd name="csX11" fmla="*/ 133350 w 714375"/>
                  <a:gd name="csY11" fmla="*/ 242957 h 2819470"/>
                  <a:gd name="csX12" fmla="*/ 152400 w 714375"/>
                  <a:gd name="csY12" fmla="*/ 204857 h 2819470"/>
                  <a:gd name="csX13" fmla="*/ 171450 w 714375"/>
                  <a:gd name="csY13" fmla="*/ 171520 h 2819470"/>
                  <a:gd name="csX14" fmla="*/ 238125 w 714375"/>
                  <a:gd name="csY14" fmla="*/ 109607 h 2819470"/>
                  <a:gd name="csX15" fmla="*/ 257175 w 714375"/>
                  <a:gd name="csY15" fmla="*/ 85795 h 2819470"/>
                  <a:gd name="csX16" fmla="*/ 319087 w 714375"/>
                  <a:gd name="csY16" fmla="*/ 47695 h 2819470"/>
                  <a:gd name="csX17" fmla="*/ 333375 w 714375"/>
                  <a:gd name="csY17" fmla="*/ 38170 h 2819470"/>
                  <a:gd name="csX18" fmla="*/ 395287 w 714375"/>
                  <a:gd name="csY18" fmla="*/ 14357 h 2819470"/>
                  <a:gd name="csX19" fmla="*/ 453797 w 714375"/>
                  <a:gd name="csY19" fmla="*/ 70 h 2819470"/>
                  <a:gd name="csX20" fmla="*/ 493939 w 714375"/>
                  <a:gd name="csY20" fmla="*/ 20481 h 2819470"/>
                  <a:gd name="csX21" fmla="*/ 552450 w 714375"/>
                  <a:gd name="csY21" fmla="*/ 81032 h 2819470"/>
                  <a:gd name="csX22" fmla="*/ 571500 w 714375"/>
                  <a:gd name="csY22" fmla="*/ 109607 h 2819470"/>
                  <a:gd name="csX23" fmla="*/ 581025 w 714375"/>
                  <a:gd name="csY23" fmla="*/ 152470 h 2819470"/>
                  <a:gd name="csX24" fmla="*/ 595312 w 714375"/>
                  <a:gd name="csY24" fmla="*/ 214382 h 2819470"/>
                  <a:gd name="csX25" fmla="*/ 600075 w 714375"/>
                  <a:gd name="csY25" fmla="*/ 271532 h 2819470"/>
                  <a:gd name="csX26" fmla="*/ 607884 w 714375"/>
                  <a:gd name="csY26" fmla="*/ 314417 h 2819470"/>
                  <a:gd name="csX27" fmla="*/ 623887 w 714375"/>
                  <a:gd name="csY27" fmla="*/ 371545 h 2819470"/>
                  <a:gd name="csX28" fmla="*/ 628650 w 714375"/>
                  <a:gd name="csY28" fmla="*/ 385832 h 2819470"/>
                  <a:gd name="csX29" fmla="*/ 634699 w 714375"/>
                  <a:gd name="csY29" fmla="*/ 433457 h 2819470"/>
                  <a:gd name="csX30" fmla="*/ 648986 w 714375"/>
                  <a:gd name="csY30" fmla="*/ 487154 h 2819470"/>
                  <a:gd name="csX31" fmla="*/ 666750 w 714375"/>
                  <a:gd name="csY31" fmla="*/ 628720 h 2819470"/>
                  <a:gd name="csX32" fmla="*/ 671512 w 714375"/>
                  <a:gd name="csY32" fmla="*/ 652532 h 2819470"/>
                  <a:gd name="csX33" fmla="*/ 685800 w 714375"/>
                  <a:gd name="csY33" fmla="*/ 714445 h 2819470"/>
                  <a:gd name="csX34" fmla="*/ 704850 w 714375"/>
                  <a:gd name="csY34" fmla="*/ 966857 h 2819470"/>
                  <a:gd name="csX35" fmla="*/ 714375 w 714375"/>
                  <a:gd name="csY35" fmla="*/ 1081157 h 2819470"/>
                  <a:gd name="csX36" fmla="*/ 709612 w 714375"/>
                  <a:gd name="csY36" fmla="*/ 1209745 h 2819470"/>
                  <a:gd name="csX37" fmla="*/ 704850 w 714375"/>
                  <a:gd name="csY37" fmla="*/ 1243082 h 2819470"/>
                  <a:gd name="csX38" fmla="*/ 695325 w 714375"/>
                  <a:gd name="csY38" fmla="*/ 1624082 h 2819470"/>
                  <a:gd name="csX39" fmla="*/ 685800 w 714375"/>
                  <a:gd name="csY39" fmla="*/ 1681232 h 2819470"/>
                  <a:gd name="csX40" fmla="*/ 678893 w 714375"/>
                  <a:gd name="csY40" fmla="*/ 1746169 h 2819470"/>
                  <a:gd name="csX41" fmla="*/ 675868 w 714375"/>
                  <a:gd name="csY41" fmla="*/ 1783412 h 2819470"/>
                  <a:gd name="csX42" fmla="*/ 676297 w 714375"/>
                  <a:gd name="csY42" fmla="*/ 1862637 h 2819470"/>
                  <a:gd name="csX43" fmla="*/ 673251 w 714375"/>
                  <a:gd name="csY43" fmla="*/ 1902904 h 2819470"/>
                  <a:gd name="csX44" fmla="*/ 671512 w 714375"/>
                  <a:gd name="csY44" fmla="*/ 1933645 h 2819470"/>
                  <a:gd name="csX45" fmla="*/ 661987 w 714375"/>
                  <a:gd name="csY45" fmla="*/ 2267020 h 2819470"/>
                  <a:gd name="csX46" fmla="*/ 661130 w 714375"/>
                  <a:gd name="csY46" fmla="*/ 2301666 h 2819470"/>
                  <a:gd name="csX47" fmla="*/ 654200 w 714375"/>
                  <a:gd name="csY47" fmla="*/ 2325479 h 2819470"/>
                  <a:gd name="csX48" fmla="*/ 652462 w 714375"/>
                  <a:gd name="csY48" fmla="*/ 2367032 h 2819470"/>
                  <a:gd name="csX49" fmla="*/ 657225 w 714375"/>
                  <a:gd name="csY49" fmla="*/ 2395607 h 2819470"/>
                  <a:gd name="csX50" fmla="*/ 647700 w 714375"/>
                  <a:gd name="csY50" fmla="*/ 2433707 h 2819470"/>
                  <a:gd name="csX51" fmla="*/ 638175 w 714375"/>
                  <a:gd name="csY51" fmla="*/ 2467045 h 2819470"/>
                  <a:gd name="csX52" fmla="*/ 633412 w 714375"/>
                  <a:gd name="csY52" fmla="*/ 2505145 h 2819470"/>
                  <a:gd name="csX53" fmla="*/ 623887 w 714375"/>
                  <a:gd name="csY53" fmla="*/ 2524195 h 2819470"/>
                  <a:gd name="csX54" fmla="*/ 619125 w 714375"/>
                  <a:gd name="csY54" fmla="*/ 2543245 h 2819470"/>
                  <a:gd name="csX55" fmla="*/ 609600 w 714375"/>
                  <a:gd name="csY55" fmla="*/ 2567057 h 2819470"/>
                  <a:gd name="csX56" fmla="*/ 596170 w 714375"/>
                  <a:gd name="csY56" fmla="*/ 2617685 h 2819470"/>
                  <a:gd name="csX57" fmla="*/ 581025 w 714375"/>
                  <a:gd name="csY57" fmla="*/ 2657545 h 2819470"/>
                  <a:gd name="csX58" fmla="*/ 576262 w 714375"/>
                  <a:gd name="csY58" fmla="*/ 2671832 h 2819470"/>
                  <a:gd name="csX59" fmla="*/ 565451 w 714375"/>
                  <a:gd name="csY59" fmla="*/ 2699549 h 2819470"/>
                  <a:gd name="csX60" fmla="*/ 558521 w 714375"/>
                  <a:gd name="csY60" fmla="*/ 2709932 h 2819470"/>
                  <a:gd name="csX61" fmla="*/ 560260 w 714375"/>
                  <a:gd name="csY61" fmla="*/ 2728554 h 2819470"/>
                  <a:gd name="csX62" fmla="*/ 538162 w 714375"/>
                  <a:gd name="csY62" fmla="*/ 2771845 h 2819470"/>
                  <a:gd name="csX63" fmla="*/ 495300 w 714375"/>
                  <a:gd name="csY63" fmla="*/ 2805182 h 2819470"/>
                  <a:gd name="csX64" fmla="*/ 481012 w 714375"/>
                  <a:gd name="csY64" fmla="*/ 2814707 h 2819470"/>
                  <a:gd name="csX65" fmla="*/ 447675 w 714375"/>
                  <a:gd name="csY65" fmla="*/ 2819470 h 2819470"/>
                  <a:gd name="csX66" fmla="*/ 404812 w 714375"/>
                  <a:gd name="csY66" fmla="*/ 2814707 h 2819470"/>
                  <a:gd name="csX67" fmla="*/ 390525 w 714375"/>
                  <a:gd name="csY67" fmla="*/ 2809945 h 2819470"/>
                  <a:gd name="csX68" fmla="*/ 359354 w 714375"/>
                  <a:gd name="csY68" fmla="*/ 2789586 h 2819470"/>
                  <a:gd name="csX69" fmla="*/ 352425 w 714375"/>
                  <a:gd name="csY69" fmla="*/ 2781370 h 2819470"/>
                  <a:gd name="csX70" fmla="*/ 347662 w 714375"/>
                  <a:gd name="csY70" fmla="*/ 2757557 h 2819470"/>
                  <a:gd name="csX71" fmla="*/ 338137 w 714375"/>
                  <a:gd name="csY71" fmla="*/ 2738507 h 2819470"/>
                  <a:gd name="csX72" fmla="*/ 338137 w 714375"/>
                  <a:gd name="csY72" fmla="*/ 2657545 h 2819470"/>
                  <a:gd name="csX0" fmla="*/ 0 w 723900"/>
                  <a:gd name="csY0" fmla="*/ 886847 h 2819470"/>
                  <a:gd name="csX1" fmla="*/ 33337 w 723900"/>
                  <a:gd name="csY1" fmla="*/ 781120 h 2819470"/>
                  <a:gd name="csX2" fmla="*/ 47625 w 723900"/>
                  <a:gd name="csY2" fmla="*/ 738257 h 2819470"/>
                  <a:gd name="csX3" fmla="*/ 52387 w 723900"/>
                  <a:gd name="csY3" fmla="*/ 719207 h 2819470"/>
                  <a:gd name="csX4" fmla="*/ 47625 w 723900"/>
                  <a:gd name="csY4" fmla="*/ 700157 h 2819470"/>
                  <a:gd name="csX5" fmla="*/ 55109 w 723900"/>
                  <a:gd name="csY5" fmla="*/ 657975 h 2819470"/>
                  <a:gd name="csX6" fmla="*/ 65314 w 723900"/>
                  <a:gd name="csY6" fmla="*/ 538232 h 2819470"/>
                  <a:gd name="csX7" fmla="*/ 77561 w 723900"/>
                  <a:gd name="csY7" fmla="*/ 452507 h 2819470"/>
                  <a:gd name="csX8" fmla="*/ 80962 w 723900"/>
                  <a:gd name="csY8" fmla="*/ 404882 h 2819470"/>
                  <a:gd name="csX9" fmla="*/ 95250 w 723900"/>
                  <a:gd name="csY9" fmla="*/ 338207 h 2819470"/>
                  <a:gd name="csX10" fmla="*/ 112940 w 723900"/>
                  <a:gd name="csY10" fmla="*/ 292624 h 2819470"/>
                  <a:gd name="csX11" fmla="*/ 142875 w 723900"/>
                  <a:gd name="csY11" fmla="*/ 242957 h 2819470"/>
                  <a:gd name="csX12" fmla="*/ 161925 w 723900"/>
                  <a:gd name="csY12" fmla="*/ 204857 h 2819470"/>
                  <a:gd name="csX13" fmla="*/ 180975 w 723900"/>
                  <a:gd name="csY13" fmla="*/ 171520 h 2819470"/>
                  <a:gd name="csX14" fmla="*/ 247650 w 723900"/>
                  <a:gd name="csY14" fmla="*/ 109607 h 2819470"/>
                  <a:gd name="csX15" fmla="*/ 266700 w 723900"/>
                  <a:gd name="csY15" fmla="*/ 85795 h 2819470"/>
                  <a:gd name="csX16" fmla="*/ 328612 w 723900"/>
                  <a:gd name="csY16" fmla="*/ 47695 h 2819470"/>
                  <a:gd name="csX17" fmla="*/ 342900 w 723900"/>
                  <a:gd name="csY17" fmla="*/ 38170 h 2819470"/>
                  <a:gd name="csX18" fmla="*/ 404812 w 723900"/>
                  <a:gd name="csY18" fmla="*/ 14357 h 2819470"/>
                  <a:gd name="csX19" fmla="*/ 463322 w 723900"/>
                  <a:gd name="csY19" fmla="*/ 70 h 2819470"/>
                  <a:gd name="csX20" fmla="*/ 503464 w 723900"/>
                  <a:gd name="csY20" fmla="*/ 20481 h 2819470"/>
                  <a:gd name="csX21" fmla="*/ 561975 w 723900"/>
                  <a:gd name="csY21" fmla="*/ 81032 h 2819470"/>
                  <a:gd name="csX22" fmla="*/ 581025 w 723900"/>
                  <a:gd name="csY22" fmla="*/ 109607 h 2819470"/>
                  <a:gd name="csX23" fmla="*/ 590550 w 723900"/>
                  <a:gd name="csY23" fmla="*/ 152470 h 2819470"/>
                  <a:gd name="csX24" fmla="*/ 604837 w 723900"/>
                  <a:gd name="csY24" fmla="*/ 214382 h 2819470"/>
                  <a:gd name="csX25" fmla="*/ 609600 w 723900"/>
                  <a:gd name="csY25" fmla="*/ 271532 h 2819470"/>
                  <a:gd name="csX26" fmla="*/ 617409 w 723900"/>
                  <a:gd name="csY26" fmla="*/ 314417 h 2819470"/>
                  <a:gd name="csX27" fmla="*/ 633412 w 723900"/>
                  <a:gd name="csY27" fmla="*/ 371545 h 2819470"/>
                  <a:gd name="csX28" fmla="*/ 638175 w 723900"/>
                  <a:gd name="csY28" fmla="*/ 385832 h 2819470"/>
                  <a:gd name="csX29" fmla="*/ 644224 w 723900"/>
                  <a:gd name="csY29" fmla="*/ 433457 h 2819470"/>
                  <a:gd name="csX30" fmla="*/ 658511 w 723900"/>
                  <a:gd name="csY30" fmla="*/ 487154 h 2819470"/>
                  <a:gd name="csX31" fmla="*/ 676275 w 723900"/>
                  <a:gd name="csY31" fmla="*/ 628720 h 2819470"/>
                  <a:gd name="csX32" fmla="*/ 681037 w 723900"/>
                  <a:gd name="csY32" fmla="*/ 652532 h 2819470"/>
                  <a:gd name="csX33" fmla="*/ 695325 w 723900"/>
                  <a:gd name="csY33" fmla="*/ 714445 h 2819470"/>
                  <a:gd name="csX34" fmla="*/ 714375 w 723900"/>
                  <a:gd name="csY34" fmla="*/ 966857 h 2819470"/>
                  <a:gd name="csX35" fmla="*/ 723900 w 723900"/>
                  <a:gd name="csY35" fmla="*/ 1081157 h 2819470"/>
                  <a:gd name="csX36" fmla="*/ 719137 w 723900"/>
                  <a:gd name="csY36" fmla="*/ 1209745 h 2819470"/>
                  <a:gd name="csX37" fmla="*/ 714375 w 723900"/>
                  <a:gd name="csY37" fmla="*/ 1243082 h 2819470"/>
                  <a:gd name="csX38" fmla="*/ 704850 w 723900"/>
                  <a:gd name="csY38" fmla="*/ 1624082 h 2819470"/>
                  <a:gd name="csX39" fmla="*/ 695325 w 723900"/>
                  <a:gd name="csY39" fmla="*/ 1681232 h 2819470"/>
                  <a:gd name="csX40" fmla="*/ 688418 w 723900"/>
                  <a:gd name="csY40" fmla="*/ 1746169 h 2819470"/>
                  <a:gd name="csX41" fmla="*/ 685393 w 723900"/>
                  <a:gd name="csY41" fmla="*/ 1783412 h 2819470"/>
                  <a:gd name="csX42" fmla="*/ 685822 w 723900"/>
                  <a:gd name="csY42" fmla="*/ 1862637 h 2819470"/>
                  <a:gd name="csX43" fmla="*/ 682776 w 723900"/>
                  <a:gd name="csY43" fmla="*/ 1902904 h 2819470"/>
                  <a:gd name="csX44" fmla="*/ 681037 w 723900"/>
                  <a:gd name="csY44" fmla="*/ 1933645 h 2819470"/>
                  <a:gd name="csX45" fmla="*/ 671512 w 723900"/>
                  <a:gd name="csY45" fmla="*/ 2267020 h 2819470"/>
                  <a:gd name="csX46" fmla="*/ 670655 w 723900"/>
                  <a:gd name="csY46" fmla="*/ 2301666 h 2819470"/>
                  <a:gd name="csX47" fmla="*/ 663725 w 723900"/>
                  <a:gd name="csY47" fmla="*/ 2325479 h 2819470"/>
                  <a:gd name="csX48" fmla="*/ 661987 w 723900"/>
                  <a:gd name="csY48" fmla="*/ 2367032 h 2819470"/>
                  <a:gd name="csX49" fmla="*/ 666750 w 723900"/>
                  <a:gd name="csY49" fmla="*/ 2395607 h 2819470"/>
                  <a:gd name="csX50" fmla="*/ 657225 w 723900"/>
                  <a:gd name="csY50" fmla="*/ 2433707 h 2819470"/>
                  <a:gd name="csX51" fmla="*/ 647700 w 723900"/>
                  <a:gd name="csY51" fmla="*/ 2467045 h 2819470"/>
                  <a:gd name="csX52" fmla="*/ 642937 w 723900"/>
                  <a:gd name="csY52" fmla="*/ 2505145 h 2819470"/>
                  <a:gd name="csX53" fmla="*/ 633412 w 723900"/>
                  <a:gd name="csY53" fmla="*/ 2524195 h 2819470"/>
                  <a:gd name="csX54" fmla="*/ 628650 w 723900"/>
                  <a:gd name="csY54" fmla="*/ 2543245 h 2819470"/>
                  <a:gd name="csX55" fmla="*/ 619125 w 723900"/>
                  <a:gd name="csY55" fmla="*/ 2567057 h 2819470"/>
                  <a:gd name="csX56" fmla="*/ 605695 w 723900"/>
                  <a:gd name="csY56" fmla="*/ 2617685 h 2819470"/>
                  <a:gd name="csX57" fmla="*/ 590550 w 723900"/>
                  <a:gd name="csY57" fmla="*/ 2657545 h 2819470"/>
                  <a:gd name="csX58" fmla="*/ 585787 w 723900"/>
                  <a:gd name="csY58" fmla="*/ 2671832 h 2819470"/>
                  <a:gd name="csX59" fmla="*/ 574976 w 723900"/>
                  <a:gd name="csY59" fmla="*/ 2699549 h 2819470"/>
                  <a:gd name="csX60" fmla="*/ 568046 w 723900"/>
                  <a:gd name="csY60" fmla="*/ 2709932 h 2819470"/>
                  <a:gd name="csX61" fmla="*/ 569785 w 723900"/>
                  <a:gd name="csY61" fmla="*/ 2728554 h 2819470"/>
                  <a:gd name="csX62" fmla="*/ 547687 w 723900"/>
                  <a:gd name="csY62" fmla="*/ 2771845 h 2819470"/>
                  <a:gd name="csX63" fmla="*/ 504825 w 723900"/>
                  <a:gd name="csY63" fmla="*/ 2805182 h 2819470"/>
                  <a:gd name="csX64" fmla="*/ 490537 w 723900"/>
                  <a:gd name="csY64" fmla="*/ 2814707 h 2819470"/>
                  <a:gd name="csX65" fmla="*/ 457200 w 723900"/>
                  <a:gd name="csY65" fmla="*/ 2819470 h 2819470"/>
                  <a:gd name="csX66" fmla="*/ 414337 w 723900"/>
                  <a:gd name="csY66" fmla="*/ 2814707 h 2819470"/>
                  <a:gd name="csX67" fmla="*/ 400050 w 723900"/>
                  <a:gd name="csY67" fmla="*/ 2809945 h 2819470"/>
                  <a:gd name="csX68" fmla="*/ 368879 w 723900"/>
                  <a:gd name="csY68" fmla="*/ 2789586 h 2819470"/>
                  <a:gd name="csX69" fmla="*/ 361950 w 723900"/>
                  <a:gd name="csY69" fmla="*/ 2781370 h 2819470"/>
                  <a:gd name="csX70" fmla="*/ 357187 w 723900"/>
                  <a:gd name="csY70" fmla="*/ 2757557 h 2819470"/>
                  <a:gd name="csX71" fmla="*/ 347662 w 723900"/>
                  <a:gd name="csY71" fmla="*/ 2738507 h 2819470"/>
                  <a:gd name="csX72" fmla="*/ 347662 w 723900"/>
                  <a:gd name="csY72" fmla="*/ 2657545 h 2819470"/>
                  <a:gd name="csX0" fmla="*/ 0 w 725805"/>
                  <a:gd name="csY0" fmla="*/ 881132 h 2819470"/>
                  <a:gd name="csX1" fmla="*/ 35242 w 725805"/>
                  <a:gd name="csY1" fmla="*/ 781120 h 2819470"/>
                  <a:gd name="csX2" fmla="*/ 49530 w 725805"/>
                  <a:gd name="csY2" fmla="*/ 738257 h 2819470"/>
                  <a:gd name="csX3" fmla="*/ 54292 w 725805"/>
                  <a:gd name="csY3" fmla="*/ 719207 h 2819470"/>
                  <a:gd name="csX4" fmla="*/ 49530 w 725805"/>
                  <a:gd name="csY4" fmla="*/ 700157 h 2819470"/>
                  <a:gd name="csX5" fmla="*/ 57014 w 725805"/>
                  <a:gd name="csY5" fmla="*/ 657975 h 2819470"/>
                  <a:gd name="csX6" fmla="*/ 67219 w 725805"/>
                  <a:gd name="csY6" fmla="*/ 538232 h 2819470"/>
                  <a:gd name="csX7" fmla="*/ 79466 w 725805"/>
                  <a:gd name="csY7" fmla="*/ 452507 h 2819470"/>
                  <a:gd name="csX8" fmla="*/ 82867 w 725805"/>
                  <a:gd name="csY8" fmla="*/ 404882 h 2819470"/>
                  <a:gd name="csX9" fmla="*/ 97155 w 725805"/>
                  <a:gd name="csY9" fmla="*/ 338207 h 2819470"/>
                  <a:gd name="csX10" fmla="*/ 114845 w 725805"/>
                  <a:gd name="csY10" fmla="*/ 292624 h 2819470"/>
                  <a:gd name="csX11" fmla="*/ 144780 w 725805"/>
                  <a:gd name="csY11" fmla="*/ 242957 h 2819470"/>
                  <a:gd name="csX12" fmla="*/ 163830 w 725805"/>
                  <a:gd name="csY12" fmla="*/ 204857 h 2819470"/>
                  <a:gd name="csX13" fmla="*/ 182880 w 725805"/>
                  <a:gd name="csY13" fmla="*/ 171520 h 2819470"/>
                  <a:gd name="csX14" fmla="*/ 249555 w 725805"/>
                  <a:gd name="csY14" fmla="*/ 109607 h 2819470"/>
                  <a:gd name="csX15" fmla="*/ 268605 w 725805"/>
                  <a:gd name="csY15" fmla="*/ 85795 h 2819470"/>
                  <a:gd name="csX16" fmla="*/ 330517 w 725805"/>
                  <a:gd name="csY16" fmla="*/ 47695 h 2819470"/>
                  <a:gd name="csX17" fmla="*/ 344805 w 725805"/>
                  <a:gd name="csY17" fmla="*/ 38170 h 2819470"/>
                  <a:gd name="csX18" fmla="*/ 406717 w 725805"/>
                  <a:gd name="csY18" fmla="*/ 14357 h 2819470"/>
                  <a:gd name="csX19" fmla="*/ 465227 w 725805"/>
                  <a:gd name="csY19" fmla="*/ 70 h 2819470"/>
                  <a:gd name="csX20" fmla="*/ 505369 w 725805"/>
                  <a:gd name="csY20" fmla="*/ 20481 h 2819470"/>
                  <a:gd name="csX21" fmla="*/ 563880 w 725805"/>
                  <a:gd name="csY21" fmla="*/ 81032 h 2819470"/>
                  <a:gd name="csX22" fmla="*/ 582930 w 725805"/>
                  <a:gd name="csY22" fmla="*/ 109607 h 2819470"/>
                  <a:gd name="csX23" fmla="*/ 592455 w 725805"/>
                  <a:gd name="csY23" fmla="*/ 152470 h 2819470"/>
                  <a:gd name="csX24" fmla="*/ 606742 w 725805"/>
                  <a:gd name="csY24" fmla="*/ 214382 h 2819470"/>
                  <a:gd name="csX25" fmla="*/ 611505 w 725805"/>
                  <a:gd name="csY25" fmla="*/ 271532 h 2819470"/>
                  <a:gd name="csX26" fmla="*/ 619314 w 725805"/>
                  <a:gd name="csY26" fmla="*/ 314417 h 2819470"/>
                  <a:gd name="csX27" fmla="*/ 635317 w 725805"/>
                  <a:gd name="csY27" fmla="*/ 371545 h 2819470"/>
                  <a:gd name="csX28" fmla="*/ 640080 w 725805"/>
                  <a:gd name="csY28" fmla="*/ 385832 h 2819470"/>
                  <a:gd name="csX29" fmla="*/ 646129 w 725805"/>
                  <a:gd name="csY29" fmla="*/ 433457 h 2819470"/>
                  <a:gd name="csX30" fmla="*/ 660416 w 725805"/>
                  <a:gd name="csY30" fmla="*/ 487154 h 2819470"/>
                  <a:gd name="csX31" fmla="*/ 678180 w 725805"/>
                  <a:gd name="csY31" fmla="*/ 628720 h 2819470"/>
                  <a:gd name="csX32" fmla="*/ 682942 w 725805"/>
                  <a:gd name="csY32" fmla="*/ 652532 h 2819470"/>
                  <a:gd name="csX33" fmla="*/ 697230 w 725805"/>
                  <a:gd name="csY33" fmla="*/ 714445 h 2819470"/>
                  <a:gd name="csX34" fmla="*/ 716280 w 725805"/>
                  <a:gd name="csY34" fmla="*/ 966857 h 2819470"/>
                  <a:gd name="csX35" fmla="*/ 725805 w 725805"/>
                  <a:gd name="csY35" fmla="*/ 1081157 h 2819470"/>
                  <a:gd name="csX36" fmla="*/ 721042 w 725805"/>
                  <a:gd name="csY36" fmla="*/ 1209745 h 2819470"/>
                  <a:gd name="csX37" fmla="*/ 716280 w 725805"/>
                  <a:gd name="csY37" fmla="*/ 1243082 h 2819470"/>
                  <a:gd name="csX38" fmla="*/ 706755 w 725805"/>
                  <a:gd name="csY38" fmla="*/ 1624082 h 2819470"/>
                  <a:gd name="csX39" fmla="*/ 697230 w 725805"/>
                  <a:gd name="csY39" fmla="*/ 1681232 h 2819470"/>
                  <a:gd name="csX40" fmla="*/ 690323 w 725805"/>
                  <a:gd name="csY40" fmla="*/ 1746169 h 2819470"/>
                  <a:gd name="csX41" fmla="*/ 687298 w 725805"/>
                  <a:gd name="csY41" fmla="*/ 1783412 h 2819470"/>
                  <a:gd name="csX42" fmla="*/ 687727 w 725805"/>
                  <a:gd name="csY42" fmla="*/ 1862637 h 2819470"/>
                  <a:gd name="csX43" fmla="*/ 684681 w 725805"/>
                  <a:gd name="csY43" fmla="*/ 1902904 h 2819470"/>
                  <a:gd name="csX44" fmla="*/ 682942 w 725805"/>
                  <a:gd name="csY44" fmla="*/ 1933645 h 2819470"/>
                  <a:gd name="csX45" fmla="*/ 673417 w 725805"/>
                  <a:gd name="csY45" fmla="*/ 2267020 h 2819470"/>
                  <a:gd name="csX46" fmla="*/ 672560 w 725805"/>
                  <a:gd name="csY46" fmla="*/ 2301666 h 2819470"/>
                  <a:gd name="csX47" fmla="*/ 665630 w 725805"/>
                  <a:gd name="csY47" fmla="*/ 2325479 h 2819470"/>
                  <a:gd name="csX48" fmla="*/ 663892 w 725805"/>
                  <a:gd name="csY48" fmla="*/ 2367032 h 2819470"/>
                  <a:gd name="csX49" fmla="*/ 668655 w 725805"/>
                  <a:gd name="csY49" fmla="*/ 2395607 h 2819470"/>
                  <a:gd name="csX50" fmla="*/ 659130 w 725805"/>
                  <a:gd name="csY50" fmla="*/ 2433707 h 2819470"/>
                  <a:gd name="csX51" fmla="*/ 649605 w 725805"/>
                  <a:gd name="csY51" fmla="*/ 2467045 h 2819470"/>
                  <a:gd name="csX52" fmla="*/ 644842 w 725805"/>
                  <a:gd name="csY52" fmla="*/ 2505145 h 2819470"/>
                  <a:gd name="csX53" fmla="*/ 635317 w 725805"/>
                  <a:gd name="csY53" fmla="*/ 2524195 h 2819470"/>
                  <a:gd name="csX54" fmla="*/ 630555 w 725805"/>
                  <a:gd name="csY54" fmla="*/ 2543245 h 2819470"/>
                  <a:gd name="csX55" fmla="*/ 621030 w 725805"/>
                  <a:gd name="csY55" fmla="*/ 2567057 h 2819470"/>
                  <a:gd name="csX56" fmla="*/ 607600 w 725805"/>
                  <a:gd name="csY56" fmla="*/ 2617685 h 2819470"/>
                  <a:gd name="csX57" fmla="*/ 592455 w 725805"/>
                  <a:gd name="csY57" fmla="*/ 2657545 h 2819470"/>
                  <a:gd name="csX58" fmla="*/ 587692 w 725805"/>
                  <a:gd name="csY58" fmla="*/ 2671832 h 2819470"/>
                  <a:gd name="csX59" fmla="*/ 576881 w 725805"/>
                  <a:gd name="csY59" fmla="*/ 2699549 h 2819470"/>
                  <a:gd name="csX60" fmla="*/ 569951 w 725805"/>
                  <a:gd name="csY60" fmla="*/ 2709932 h 2819470"/>
                  <a:gd name="csX61" fmla="*/ 571690 w 725805"/>
                  <a:gd name="csY61" fmla="*/ 2728554 h 2819470"/>
                  <a:gd name="csX62" fmla="*/ 549592 w 725805"/>
                  <a:gd name="csY62" fmla="*/ 2771845 h 2819470"/>
                  <a:gd name="csX63" fmla="*/ 506730 w 725805"/>
                  <a:gd name="csY63" fmla="*/ 2805182 h 2819470"/>
                  <a:gd name="csX64" fmla="*/ 492442 w 725805"/>
                  <a:gd name="csY64" fmla="*/ 2814707 h 2819470"/>
                  <a:gd name="csX65" fmla="*/ 459105 w 725805"/>
                  <a:gd name="csY65" fmla="*/ 2819470 h 2819470"/>
                  <a:gd name="csX66" fmla="*/ 416242 w 725805"/>
                  <a:gd name="csY66" fmla="*/ 2814707 h 2819470"/>
                  <a:gd name="csX67" fmla="*/ 401955 w 725805"/>
                  <a:gd name="csY67" fmla="*/ 2809945 h 2819470"/>
                  <a:gd name="csX68" fmla="*/ 370784 w 725805"/>
                  <a:gd name="csY68" fmla="*/ 2789586 h 2819470"/>
                  <a:gd name="csX69" fmla="*/ 363855 w 725805"/>
                  <a:gd name="csY69" fmla="*/ 2781370 h 2819470"/>
                  <a:gd name="csX70" fmla="*/ 359092 w 725805"/>
                  <a:gd name="csY70" fmla="*/ 2757557 h 2819470"/>
                  <a:gd name="csX71" fmla="*/ 349567 w 725805"/>
                  <a:gd name="csY71" fmla="*/ 2738507 h 2819470"/>
                  <a:gd name="csX72" fmla="*/ 349567 w 725805"/>
                  <a:gd name="csY72" fmla="*/ 2657545 h 2819470"/>
                  <a:gd name="csX0" fmla="*/ 1770 w 727575"/>
                  <a:gd name="csY0" fmla="*/ 881132 h 2819470"/>
                  <a:gd name="csX1" fmla="*/ 37012 w 727575"/>
                  <a:gd name="csY1" fmla="*/ 781120 h 2819470"/>
                  <a:gd name="csX2" fmla="*/ 51300 w 727575"/>
                  <a:gd name="csY2" fmla="*/ 738257 h 2819470"/>
                  <a:gd name="csX3" fmla="*/ 56062 w 727575"/>
                  <a:gd name="csY3" fmla="*/ 719207 h 2819470"/>
                  <a:gd name="csX4" fmla="*/ 51300 w 727575"/>
                  <a:gd name="csY4" fmla="*/ 700157 h 2819470"/>
                  <a:gd name="csX5" fmla="*/ 58784 w 727575"/>
                  <a:gd name="csY5" fmla="*/ 657975 h 2819470"/>
                  <a:gd name="csX6" fmla="*/ 68989 w 727575"/>
                  <a:gd name="csY6" fmla="*/ 538232 h 2819470"/>
                  <a:gd name="csX7" fmla="*/ 81236 w 727575"/>
                  <a:gd name="csY7" fmla="*/ 452507 h 2819470"/>
                  <a:gd name="csX8" fmla="*/ 84637 w 727575"/>
                  <a:gd name="csY8" fmla="*/ 404882 h 2819470"/>
                  <a:gd name="csX9" fmla="*/ 98925 w 727575"/>
                  <a:gd name="csY9" fmla="*/ 338207 h 2819470"/>
                  <a:gd name="csX10" fmla="*/ 116615 w 727575"/>
                  <a:gd name="csY10" fmla="*/ 292624 h 2819470"/>
                  <a:gd name="csX11" fmla="*/ 146550 w 727575"/>
                  <a:gd name="csY11" fmla="*/ 242957 h 2819470"/>
                  <a:gd name="csX12" fmla="*/ 165600 w 727575"/>
                  <a:gd name="csY12" fmla="*/ 204857 h 2819470"/>
                  <a:gd name="csX13" fmla="*/ 184650 w 727575"/>
                  <a:gd name="csY13" fmla="*/ 171520 h 2819470"/>
                  <a:gd name="csX14" fmla="*/ 251325 w 727575"/>
                  <a:gd name="csY14" fmla="*/ 109607 h 2819470"/>
                  <a:gd name="csX15" fmla="*/ 270375 w 727575"/>
                  <a:gd name="csY15" fmla="*/ 85795 h 2819470"/>
                  <a:gd name="csX16" fmla="*/ 332287 w 727575"/>
                  <a:gd name="csY16" fmla="*/ 47695 h 2819470"/>
                  <a:gd name="csX17" fmla="*/ 346575 w 727575"/>
                  <a:gd name="csY17" fmla="*/ 38170 h 2819470"/>
                  <a:gd name="csX18" fmla="*/ 408487 w 727575"/>
                  <a:gd name="csY18" fmla="*/ 14357 h 2819470"/>
                  <a:gd name="csX19" fmla="*/ 466997 w 727575"/>
                  <a:gd name="csY19" fmla="*/ 70 h 2819470"/>
                  <a:gd name="csX20" fmla="*/ 507139 w 727575"/>
                  <a:gd name="csY20" fmla="*/ 20481 h 2819470"/>
                  <a:gd name="csX21" fmla="*/ 565650 w 727575"/>
                  <a:gd name="csY21" fmla="*/ 81032 h 2819470"/>
                  <a:gd name="csX22" fmla="*/ 584700 w 727575"/>
                  <a:gd name="csY22" fmla="*/ 109607 h 2819470"/>
                  <a:gd name="csX23" fmla="*/ 594225 w 727575"/>
                  <a:gd name="csY23" fmla="*/ 152470 h 2819470"/>
                  <a:gd name="csX24" fmla="*/ 608512 w 727575"/>
                  <a:gd name="csY24" fmla="*/ 214382 h 2819470"/>
                  <a:gd name="csX25" fmla="*/ 613275 w 727575"/>
                  <a:gd name="csY25" fmla="*/ 271532 h 2819470"/>
                  <a:gd name="csX26" fmla="*/ 621084 w 727575"/>
                  <a:gd name="csY26" fmla="*/ 314417 h 2819470"/>
                  <a:gd name="csX27" fmla="*/ 637087 w 727575"/>
                  <a:gd name="csY27" fmla="*/ 371545 h 2819470"/>
                  <a:gd name="csX28" fmla="*/ 641850 w 727575"/>
                  <a:gd name="csY28" fmla="*/ 385832 h 2819470"/>
                  <a:gd name="csX29" fmla="*/ 647899 w 727575"/>
                  <a:gd name="csY29" fmla="*/ 433457 h 2819470"/>
                  <a:gd name="csX30" fmla="*/ 662186 w 727575"/>
                  <a:gd name="csY30" fmla="*/ 487154 h 2819470"/>
                  <a:gd name="csX31" fmla="*/ 679950 w 727575"/>
                  <a:gd name="csY31" fmla="*/ 628720 h 2819470"/>
                  <a:gd name="csX32" fmla="*/ 684712 w 727575"/>
                  <a:gd name="csY32" fmla="*/ 652532 h 2819470"/>
                  <a:gd name="csX33" fmla="*/ 699000 w 727575"/>
                  <a:gd name="csY33" fmla="*/ 714445 h 2819470"/>
                  <a:gd name="csX34" fmla="*/ 718050 w 727575"/>
                  <a:gd name="csY34" fmla="*/ 966857 h 2819470"/>
                  <a:gd name="csX35" fmla="*/ 727575 w 727575"/>
                  <a:gd name="csY35" fmla="*/ 1081157 h 2819470"/>
                  <a:gd name="csX36" fmla="*/ 722812 w 727575"/>
                  <a:gd name="csY36" fmla="*/ 1209745 h 2819470"/>
                  <a:gd name="csX37" fmla="*/ 718050 w 727575"/>
                  <a:gd name="csY37" fmla="*/ 1243082 h 2819470"/>
                  <a:gd name="csX38" fmla="*/ 708525 w 727575"/>
                  <a:gd name="csY38" fmla="*/ 1624082 h 2819470"/>
                  <a:gd name="csX39" fmla="*/ 699000 w 727575"/>
                  <a:gd name="csY39" fmla="*/ 1681232 h 2819470"/>
                  <a:gd name="csX40" fmla="*/ 692093 w 727575"/>
                  <a:gd name="csY40" fmla="*/ 1746169 h 2819470"/>
                  <a:gd name="csX41" fmla="*/ 689068 w 727575"/>
                  <a:gd name="csY41" fmla="*/ 1783412 h 2819470"/>
                  <a:gd name="csX42" fmla="*/ 689497 w 727575"/>
                  <a:gd name="csY42" fmla="*/ 1862637 h 2819470"/>
                  <a:gd name="csX43" fmla="*/ 686451 w 727575"/>
                  <a:gd name="csY43" fmla="*/ 1902904 h 2819470"/>
                  <a:gd name="csX44" fmla="*/ 684712 w 727575"/>
                  <a:gd name="csY44" fmla="*/ 1933645 h 2819470"/>
                  <a:gd name="csX45" fmla="*/ 675187 w 727575"/>
                  <a:gd name="csY45" fmla="*/ 2267020 h 2819470"/>
                  <a:gd name="csX46" fmla="*/ 674330 w 727575"/>
                  <a:gd name="csY46" fmla="*/ 2301666 h 2819470"/>
                  <a:gd name="csX47" fmla="*/ 667400 w 727575"/>
                  <a:gd name="csY47" fmla="*/ 2325479 h 2819470"/>
                  <a:gd name="csX48" fmla="*/ 665662 w 727575"/>
                  <a:gd name="csY48" fmla="*/ 2367032 h 2819470"/>
                  <a:gd name="csX49" fmla="*/ 670425 w 727575"/>
                  <a:gd name="csY49" fmla="*/ 2395607 h 2819470"/>
                  <a:gd name="csX50" fmla="*/ 660900 w 727575"/>
                  <a:gd name="csY50" fmla="*/ 2433707 h 2819470"/>
                  <a:gd name="csX51" fmla="*/ 651375 w 727575"/>
                  <a:gd name="csY51" fmla="*/ 2467045 h 2819470"/>
                  <a:gd name="csX52" fmla="*/ 646612 w 727575"/>
                  <a:gd name="csY52" fmla="*/ 2505145 h 2819470"/>
                  <a:gd name="csX53" fmla="*/ 637087 w 727575"/>
                  <a:gd name="csY53" fmla="*/ 2524195 h 2819470"/>
                  <a:gd name="csX54" fmla="*/ 632325 w 727575"/>
                  <a:gd name="csY54" fmla="*/ 2543245 h 2819470"/>
                  <a:gd name="csX55" fmla="*/ 622800 w 727575"/>
                  <a:gd name="csY55" fmla="*/ 2567057 h 2819470"/>
                  <a:gd name="csX56" fmla="*/ 609370 w 727575"/>
                  <a:gd name="csY56" fmla="*/ 2617685 h 2819470"/>
                  <a:gd name="csX57" fmla="*/ 594225 w 727575"/>
                  <a:gd name="csY57" fmla="*/ 2657545 h 2819470"/>
                  <a:gd name="csX58" fmla="*/ 589462 w 727575"/>
                  <a:gd name="csY58" fmla="*/ 2671832 h 2819470"/>
                  <a:gd name="csX59" fmla="*/ 578651 w 727575"/>
                  <a:gd name="csY59" fmla="*/ 2699549 h 2819470"/>
                  <a:gd name="csX60" fmla="*/ 571721 w 727575"/>
                  <a:gd name="csY60" fmla="*/ 2709932 h 2819470"/>
                  <a:gd name="csX61" fmla="*/ 573460 w 727575"/>
                  <a:gd name="csY61" fmla="*/ 2728554 h 2819470"/>
                  <a:gd name="csX62" fmla="*/ 551362 w 727575"/>
                  <a:gd name="csY62" fmla="*/ 2771845 h 2819470"/>
                  <a:gd name="csX63" fmla="*/ 508500 w 727575"/>
                  <a:gd name="csY63" fmla="*/ 2805182 h 2819470"/>
                  <a:gd name="csX64" fmla="*/ 494212 w 727575"/>
                  <a:gd name="csY64" fmla="*/ 2814707 h 2819470"/>
                  <a:gd name="csX65" fmla="*/ 460875 w 727575"/>
                  <a:gd name="csY65" fmla="*/ 2819470 h 2819470"/>
                  <a:gd name="csX66" fmla="*/ 418012 w 727575"/>
                  <a:gd name="csY66" fmla="*/ 2814707 h 2819470"/>
                  <a:gd name="csX67" fmla="*/ 403725 w 727575"/>
                  <a:gd name="csY67" fmla="*/ 2809945 h 2819470"/>
                  <a:gd name="csX68" fmla="*/ 372554 w 727575"/>
                  <a:gd name="csY68" fmla="*/ 2789586 h 2819470"/>
                  <a:gd name="csX69" fmla="*/ 365625 w 727575"/>
                  <a:gd name="csY69" fmla="*/ 2781370 h 2819470"/>
                  <a:gd name="csX70" fmla="*/ 360862 w 727575"/>
                  <a:gd name="csY70" fmla="*/ 2757557 h 2819470"/>
                  <a:gd name="csX71" fmla="*/ 351337 w 727575"/>
                  <a:gd name="csY71" fmla="*/ 2738507 h 2819470"/>
                  <a:gd name="csX72" fmla="*/ 351337 w 727575"/>
                  <a:gd name="csY72" fmla="*/ 2657545 h 2819470"/>
                  <a:gd name="csX0" fmla="*/ 0 w 725805"/>
                  <a:gd name="csY0" fmla="*/ 881132 h 2819470"/>
                  <a:gd name="csX1" fmla="*/ 35242 w 725805"/>
                  <a:gd name="csY1" fmla="*/ 781120 h 2819470"/>
                  <a:gd name="csX2" fmla="*/ 49530 w 725805"/>
                  <a:gd name="csY2" fmla="*/ 738257 h 2819470"/>
                  <a:gd name="csX3" fmla="*/ 54292 w 725805"/>
                  <a:gd name="csY3" fmla="*/ 719207 h 2819470"/>
                  <a:gd name="csX4" fmla="*/ 49530 w 725805"/>
                  <a:gd name="csY4" fmla="*/ 700157 h 2819470"/>
                  <a:gd name="csX5" fmla="*/ 57014 w 725805"/>
                  <a:gd name="csY5" fmla="*/ 657975 h 2819470"/>
                  <a:gd name="csX6" fmla="*/ 67219 w 725805"/>
                  <a:gd name="csY6" fmla="*/ 538232 h 2819470"/>
                  <a:gd name="csX7" fmla="*/ 79466 w 725805"/>
                  <a:gd name="csY7" fmla="*/ 452507 h 2819470"/>
                  <a:gd name="csX8" fmla="*/ 82867 w 725805"/>
                  <a:gd name="csY8" fmla="*/ 404882 h 2819470"/>
                  <a:gd name="csX9" fmla="*/ 97155 w 725805"/>
                  <a:gd name="csY9" fmla="*/ 338207 h 2819470"/>
                  <a:gd name="csX10" fmla="*/ 114845 w 725805"/>
                  <a:gd name="csY10" fmla="*/ 292624 h 2819470"/>
                  <a:gd name="csX11" fmla="*/ 144780 w 725805"/>
                  <a:gd name="csY11" fmla="*/ 242957 h 2819470"/>
                  <a:gd name="csX12" fmla="*/ 163830 w 725805"/>
                  <a:gd name="csY12" fmla="*/ 204857 h 2819470"/>
                  <a:gd name="csX13" fmla="*/ 182880 w 725805"/>
                  <a:gd name="csY13" fmla="*/ 171520 h 2819470"/>
                  <a:gd name="csX14" fmla="*/ 249555 w 725805"/>
                  <a:gd name="csY14" fmla="*/ 109607 h 2819470"/>
                  <a:gd name="csX15" fmla="*/ 268605 w 725805"/>
                  <a:gd name="csY15" fmla="*/ 85795 h 2819470"/>
                  <a:gd name="csX16" fmla="*/ 330517 w 725805"/>
                  <a:gd name="csY16" fmla="*/ 47695 h 2819470"/>
                  <a:gd name="csX17" fmla="*/ 344805 w 725805"/>
                  <a:gd name="csY17" fmla="*/ 38170 h 2819470"/>
                  <a:gd name="csX18" fmla="*/ 406717 w 725805"/>
                  <a:gd name="csY18" fmla="*/ 14357 h 2819470"/>
                  <a:gd name="csX19" fmla="*/ 465227 w 725805"/>
                  <a:gd name="csY19" fmla="*/ 70 h 2819470"/>
                  <a:gd name="csX20" fmla="*/ 505369 w 725805"/>
                  <a:gd name="csY20" fmla="*/ 20481 h 2819470"/>
                  <a:gd name="csX21" fmla="*/ 563880 w 725805"/>
                  <a:gd name="csY21" fmla="*/ 81032 h 2819470"/>
                  <a:gd name="csX22" fmla="*/ 582930 w 725805"/>
                  <a:gd name="csY22" fmla="*/ 109607 h 2819470"/>
                  <a:gd name="csX23" fmla="*/ 592455 w 725805"/>
                  <a:gd name="csY23" fmla="*/ 152470 h 2819470"/>
                  <a:gd name="csX24" fmla="*/ 606742 w 725805"/>
                  <a:gd name="csY24" fmla="*/ 214382 h 2819470"/>
                  <a:gd name="csX25" fmla="*/ 611505 w 725805"/>
                  <a:gd name="csY25" fmla="*/ 271532 h 2819470"/>
                  <a:gd name="csX26" fmla="*/ 619314 w 725805"/>
                  <a:gd name="csY26" fmla="*/ 314417 h 2819470"/>
                  <a:gd name="csX27" fmla="*/ 635317 w 725805"/>
                  <a:gd name="csY27" fmla="*/ 371545 h 2819470"/>
                  <a:gd name="csX28" fmla="*/ 640080 w 725805"/>
                  <a:gd name="csY28" fmla="*/ 385832 h 2819470"/>
                  <a:gd name="csX29" fmla="*/ 646129 w 725805"/>
                  <a:gd name="csY29" fmla="*/ 433457 h 2819470"/>
                  <a:gd name="csX30" fmla="*/ 660416 w 725805"/>
                  <a:gd name="csY30" fmla="*/ 487154 h 2819470"/>
                  <a:gd name="csX31" fmla="*/ 678180 w 725805"/>
                  <a:gd name="csY31" fmla="*/ 628720 h 2819470"/>
                  <a:gd name="csX32" fmla="*/ 682942 w 725805"/>
                  <a:gd name="csY32" fmla="*/ 652532 h 2819470"/>
                  <a:gd name="csX33" fmla="*/ 697230 w 725805"/>
                  <a:gd name="csY33" fmla="*/ 714445 h 2819470"/>
                  <a:gd name="csX34" fmla="*/ 716280 w 725805"/>
                  <a:gd name="csY34" fmla="*/ 966857 h 2819470"/>
                  <a:gd name="csX35" fmla="*/ 725805 w 725805"/>
                  <a:gd name="csY35" fmla="*/ 1081157 h 2819470"/>
                  <a:gd name="csX36" fmla="*/ 721042 w 725805"/>
                  <a:gd name="csY36" fmla="*/ 1209745 h 2819470"/>
                  <a:gd name="csX37" fmla="*/ 716280 w 725805"/>
                  <a:gd name="csY37" fmla="*/ 1243082 h 2819470"/>
                  <a:gd name="csX38" fmla="*/ 706755 w 725805"/>
                  <a:gd name="csY38" fmla="*/ 1624082 h 2819470"/>
                  <a:gd name="csX39" fmla="*/ 697230 w 725805"/>
                  <a:gd name="csY39" fmla="*/ 1681232 h 2819470"/>
                  <a:gd name="csX40" fmla="*/ 690323 w 725805"/>
                  <a:gd name="csY40" fmla="*/ 1746169 h 2819470"/>
                  <a:gd name="csX41" fmla="*/ 687298 w 725805"/>
                  <a:gd name="csY41" fmla="*/ 1783412 h 2819470"/>
                  <a:gd name="csX42" fmla="*/ 687727 w 725805"/>
                  <a:gd name="csY42" fmla="*/ 1862637 h 2819470"/>
                  <a:gd name="csX43" fmla="*/ 684681 w 725805"/>
                  <a:gd name="csY43" fmla="*/ 1902904 h 2819470"/>
                  <a:gd name="csX44" fmla="*/ 682942 w 725805"/>
                  <a:gd name="csY44" fmla="*/ 1933645 h 2819470"/>
                  <a:gd name="csX45" fmla="*/ 673417 w 725805"/>
                  <a:gd name="csY45" fmla="*/ 2267020 h 2819470"/>
                  <a:gd name="csX46" fmla="*/ 672560 w 725805"/>
                  <a:gd name="csY46" fmla="*/ 2301666 h 2819470"/>
                  <a:gd name="csX47" fmla="*/ 665630 w 725805"/>
                  <a:gd name="csY47" fmla="*/ 2325479 h 2819470"/>
                  <a:gd name="csX48" fmla="*/ 663892 w 725805"/>
                  <a:gd name="csY48" fmla="*/ 2367032 h 2819470"/>
                  <a:gd name="csX49" fmla="*/ 668655 w 725805"/>
                  <a:gd name="csY49" fmla="*/ 2395607 h 2819470"/>
                  <a:gd name="csX50" fmla="*/ 659130 w 725805"/>
                  <a:gd name="csY50" fmla="*/ 2433707 h 2819470"/>
                  <a:gd name="csX51" fmla="*/ 649605 w 725805"/>
                  <a:gd name="csY51" fmla="*/ 2467045 h 2819470"/>
                  <a:gd name="csX52" fmla="*/ 644842 w 725805"/>
                  <a:gd name="csY52" fmla="*/ 2505145 h 2819470"/>
                  <a:gd name="csX53" fmla="*/ 635317 w 725805"/>
                  <a:gd name="csY53" fmla="*/ 2524195 h 2819470"/>
                  <a:gd name="csX54" fmla="*/ 630555 w 725805"/>
                  <a:gd name="csY54" fmla="*/ 2543245 h 2819470"/>
                  <a:gd name="csX55" fmla="*/ 621030 w 725805"/>
                  <a:gd name="csY55" fmla="*/ 2567057 h 2819470"/>
                  <a:gd name="csX56" fmla="*/ 607600 w 725805"/>
                  <a:gd name="csY56" fmla="*/ 2617685 h 2819470"/>
                  <a:gd name="csX57" fmla="*/ 592455 w 725805"/>
                  <a:gd name="csY57" fmla="*/ 2657545 h 2819470"/>
                  <a:gd name="csX58" fmla="*/ 587692 w 725805"/>
                  <a:gd name="csY58" fmla="*/ 2671832 h 2819470"/>
                  <a:gd name="csX59" fmla="*/ 576881 w 725805"/>
                  <a:gd name="csY59" fmla="*/ 2699549 h 2819470"/>
                  <a:gd name="csX60" fmla="*/ 569951 w 725805"/>
                  <a:gd name="csY60" fmla="*/ 2709932 h 2819470"/>
                  <a:gd name="csX61" fmla="*/ 571690 w 725805"/>
                  <a:gd name="csY61" fmla="*/ 2728554 h 2819470"/>
                  <a:gd name="csX62" fmla="*/ 549592 w 725805"/>
                  <a:gd name="csY62" fmla="*/ 2771845 h 2819470"/>
                  <a:gd name="csX63" fmla="*/ 506730 w 725805"/>
                  <a:gd name="csY63" fmla="*/ 2805182 h 2819470"/>
                  <a:gd name="csX64" fmla="*/ 492442 w 725805"/>
                  <a:gd name="csY64" fmla="*/ 2814707 h 2819470"/>
                  <a:gd name="csX65" fmla="*/ 459105 w 725805"/>
                  <a:gd name="csY65" fmla="*/ 2819470 h 2819470"/>
                  <a:gd name="csX66" fmla="*/ 416242 w 725805"/>
                  <a:gd name="csY66" fmla="*/ 2814707 h 2819470"/>
                  <a:gd name="csX67" fmla="*/ 401955 w 725805"/>
                  <a:gd name="csY67" fmla="*/ 2809945 h 2819470"/>
                  <a:gd name="csX68" fmla="*/ 370784 w 725805"/>
                  <a:gd name="csY68" fmla="*/ 2789586 h 2819470"/>
                  <a:gd name="csX69" fmla="*/ 363855 w 725805"/>
                  <a:gd name="csY69" fmla="*/ 2781370 h 2819470"/>
                  <a:gd name="csX70" fmla="*/ 359092 w 725805"/>
                  <a:gd name="csY70" fmla="*/ 2757557 h 2819470"/>
                  <a:gd name="csX71" fmla="*/ 349567 w 725805"/>
                  <a:gd name="csY71" fmla="*/ 2738507 h 2819470"/>
                  <a:gd name="csX72" fmla="*/ 349567 w 725805"/>
                  <a:gd name="csY72" fmla="*/ 2657545 h 2819470"/>
                  <a:gd name="csX0" fmla="*/ 0 w 704850"/>
                  <a:gd name="csY0" fmla="*/ 823982 h 2819470"/>
                  <a:gd name="csX1" fmla="*/ 14287 w 704850"/>
                  <a:gd name="csY1" fmla="*/ 781120 h 2819470"/>
                  <a:gd name="csX2" fmla="*/ 28575 w 704850"/>
                  <a:gd name="csY2" fmla="*/ 738257 h 2819470"/>
                  <a:gd name="csX3" fmla="*/ 33337 w 704850"/>
                  <a:gd name="csY3" fmla="*/ 719207 h 2819470"/>
                  <a:gd name="csX4" fmla="*/ 28575 w 704850"/>
                  <a:gd name="csY4" fmla="*/ 700157 h 2819470"/>
                  <a:gd name="csX5" fmla="*/ 36059 w 704850"/>
                  <a:gd name="csY5" fmla="*/ 657975 h 2819470"/>
                  <a:gd name="csX6" fmla="*/ 46264 w 704850"/>
                  <a:gd name="csY6" fmla="*/ 538232 h 2819470"/>
                  <a:gd name="csX7" fmla="*/ 58511 w 704850"/>
                  <a:gd name="csY7" fmla="*/ 452507 h 2819470"/>
                  <a:gd name="csX8" fmla="*/ 61912 w 704850"/>
                  <a:gd name="csY8" fmla="*/ 404882 h 2819470"/>
                  <a:gd name="csX9" fmla="*/ 76200 w 704850"/>
                  <a:gd name="csY9" fmla="*/ 338207 h 2819470"/>
                  <a:gd name="csX10" fmla="*/ 93890 w 704850"/>
                  <a:gd name="csY10" fmla="*/ 292624 h 2819470"/>
                  <a:gd name="csX11" fmla="*/ 123825 w 704850"/>
                  <a:gd name="csY11" fmla="*/ 242957 h 2819470"/>
                  <a:gd name="csX12" fmla="*/ 142875 w 704850"/>
                  <a:gd name="csY12" fmla="*/ 204857 h 2819470"/>
                  <a:gd name="csX13" fmla="*/ 161925 w 704850"/>
                  <a:gd name="csY13" fmla="*/ 171520 h 2819470"/>
                  <a:gd name="csX14" fmla="*/ 228600 w 704850"/>
                  <a:gd name="csY14" fmla="*/ 109607 h 2819470"/>
                  <a:gd name="csX15" fmla="*/ 247650 w 704850"/>
                  <a:gd name="csY15" fmla="*/ 85795 h 2819470"/>
                  <a:gd name="csX16" fmla="*/ 309562 w 704850"/>
                  <a:gd name="csY16" fmla="*/ 47695 h 2819470"/>
                  <a:gd name="csX17" fmla="*/ 323850 w 704850"/>
                  <a:gd name="csY17" fmla="*/ 38170 h 2819470"/>
                  <a:gd name="csX18" fmla="*/ 385762 w 704850"/>
                  <a:gd name="csY18" fmla="*/ 14357 h 2819470"/>
                  <a:gd name="csX19" fmla="*/ 444272 w 704850"/>
                  <a:gd name="csY19" fmla="*/ 70 h 2819470"/>
                  <a:gd name="csX20" fmla="*/ 484414 w 704850"/>
                  <a:gd name="csY20" fmla="*/ 20481 h 2819470"/>
                  <a:gd name="csX21" fmla="*/ 542925 w 704850"/>
                  <a:gd name="csY21" fmla="*/ 81032 h 2819470"/>
                  <a:gd name="csX22" fmla="*/ 561975 w 704850"/>
                  <a:gd name="csY22" fmla="*/ 109607 h 2819470"/>
                  <a:gd name="csX23" fmla="*/ 571500 w 704850"/>
                  <a:gd name="csY23" fmla="*/ 152470 h 2819470"/>
                  <a:gd name="csX24" fmla="*/ 585787 w 704850"/>
                  <a:gd name="csY24" fmla="*/ 214382 h 2819470"/>
                  <a:gd name="csX25" fmla="*/ 590550 w 704850"/>
                  <a:gd name="csY25" fmla="*/ 271532 h 2819470"/>
                  <a:gd name="csX26" fmla="*/ 598359 w 704850"/>
                  <a:gd name="csY26" fmla="*/ 314417 h 2819470"/>
                  <a:gd name="csX27" fmla="*/ 614362 w 704850"/>
                  <a:gd name="csY27" fmla="*/ 371545 h 2819470"/>
                  <a:gd name="csX28" fmla="*/ 619125 w 704850"/>
                  <a:gd name="csY28" fmla="*/ 385832 h 2819470"/>
                  <a:gd name="csX29" fmla="*/ 625174 w 704850"/>
                  <a:gd name="csY29" fmla="*/ 433457 h 2819470"/>
                  <a:gd name="csX30" fmla="*/ 639461 w 704850"/>
                  <a:gd name="csY30" fmla="*/ 487154 h 2819470"/>
                  <a:gd name="csX31" fmla="*/ 657225 w 704850"/>
                  <a:gd name="csY31" fmla="*/ 628720 h 2819470"/>
                  <a:gd name="csX32" fmla="*/ 661987 w 704850"/>
                  <a:gd name="csY32" fmla="*/ 652532 h 2819470"/>
                  <a:gd name="csX33" fmla="*/ 676275 w 704850"/>
                  <a:gd name="csY33" fmla="*/ 714445 h 2819470"/>
                  <a:gd name="csX34" fmla="*/ 695325 w 704850"/>
                  <a:gd name="csY34" fmla="*/ 966857 h 2819470"/>
                  <a:gd name="csX35" fmla="*/ 704850 w 704850"/>
                  <a:gd name="csY35" fmla="*/ 1081157 h 2819470"/>
                  <a:gd name="csX36" fmla="*/ 700087 w 704850"/>
                  <a:gd name="csY36" fmla="*/ 1209745 h 2819470"/>
                  <a:gd name="csX37" fmla="*/ 695325 w 704850"/>
                  <a:gd name="csY37" fmla="*/ 1243082 h 2819470"/>
                  <a:gd name="csX38" fmla="*/ 685800 w 704850"/>
                  <a:gd name="csY38" fmla="*/ 1624082 h 2819470"/>
                  <a:gd name="csX39" fmla="*/ 676275 w 704850"/>
                  <a:gd name="csY39" fmla="*/ 1681232 h 2819470"/>
                  <a:gd name="csX40" fmla="*/ 669368 w 704850"/>
                  <a:gd name="csY40" fmla="*/ 1746169 h 2819470"/>
                  <a:gd name="csX41" fmla="*/ 666343 w 704850"/>
                  <a:gd name="csY41" fmla="*/ 1783412 h 2819470"/>
                  <a:gd name="csX42" fmla="*/ 666772 w 704850"/>
                  <a:gd name="csY42" fmla="*/ 1862637 h 2819470"/>
                  <a:gd name="csX43" fmla="*/ 663726 w 704850"/>
                  <a:gd name="csY43" fmla="*/ 1902904 h 2819470"/>
                  <a:gd name="csX44" fmla="*/ 661987 w 704850"/>
                  <a:gd name="csY44" fmla="*/ 1933645 h 2819470"/>
                  <a:gd name="csX45" fmla="*/ 652462 w 704850"/>
                  <a:gd name="csY45" fmla="*/ 2267020 h 2819470"/>
                  <a:gd name="csX46" fmla="*/ 651605 w 704850"/>
                  <a:gd name="csY46" fmla="*/ 2301666 h 2819470"/>
                  <a:gd name="csX47" fmla="*/ 644675 w 704850"/>
                  <a:gd name="csY47" fmla="*/ 2325479 h 2819470"/>
                  <a:gd name="csX48" fmla="*/ 642937 w 704850"/>
                  <a:gd name="csY48" fmla="*/ 2367032 h 2819470"/>
                  <a:gd name="csX49" fmla="*/ 647700 w 704850"/>
                  <a:gd name="csY49" fmla="*/ 2395607 h 2819470"/>
                  <a:gd name="csX50" fmla="*/ 638175 w 704850"/>
                  <a:gd name="csY50" fmla="*/ 2433707 h 2819470"/>
                  <a:gd name="csX51" fmla="*/ 628650 w 704850"/>
                  <a:gd name="csY51" fmla="*/ 2467045 h 2819470"/>
                  <a:gd name="csX52" fmla="*/ 623887 w 704850"/>
                  <a:gd name="csY52" fmla="*/ 2505145 h 2819470"/>
                  <a:gd name="csX53" fmla="*/ 614362 w 704850"/>
                  <a:gd name="csY53" fmla="*/ 2524195 h 2819470"/>
                  <a:gd name="csX54" fmla="*/ 609600 w 704850"/>
                  <a:gd name="csY54" fmla="*/ 2543245 h 2819470"/>
                  <a:gd name="csX55" fmla="*/ 600075 w 704850"/>
                  <a:gd name="csY55" fmla="*/ 2567057 h 2819470"/>
                  <a:gd name="csX56" fmla="*/ 586645 w 704850"/>
                  <a:gd name="csY56" fmla="*/ 2617685 h 2819470"/>
                  <a:gd name="csX57" fmla="*/ 571500 w 704850"/>
                  <a:gd name="csY57" fmla="*/ 2657545 h 2819470"/>
                  <a:gd name="csX58" fmla="*/ 566737 w 704850"/>
                  <a:gd name="csY58" fmla="*/ 2671832 h 2819470"/>
                  <a:gd name="csX59" fmla="*/ 555926 w 704850"/>
                  <a:gd name="csY59" fmla="*/ 2699549 h 2819470"/>
                  <a:gd name="csX60" fmla="*/ 548996 w 704850"/>
                  <a:gd name="csY60" fmla="*/ 2709932 h 2819470"/>
                  <a:gd name="csX61" fmla="*/ 550735 w 704850"/>
                  <a:gd name="csY61" fmla="*/ 2728554 h 2819470"/>
                  <a:gd name="csX62" fmla="*/ 528637 w 704850"/>
                  <a:gd name="csY62" fmla="*/ 2771845 h 2819470"/>
                  <a:gd name="csX63" fmla="*/ 485775 w 704850"/>
                  <a:gd name="csY63" fmla="*/ 2805182 h 2819470"/>
                  <a:gd name="csX64" fmla="*/ 471487 w 704850"/>
                  <a:gd name="csY64" fmla="*/ 2814707 h 2819470"/>
                  <a:gd name="csX65" fmla="*/ 438150 w 704850"/>
                  <a:gd name="csY65" fmla="*/ 2819470 h 2819470"/>
                  <a:gd name="csX66" fmla="*/ 395287 w 704850"/>
                  <a:gd name="csY66" fmla="*/ 2814707 h 2819470"/>
                  <a:gd name="csX67" fmla="*/ 381000 w 704850"/>
                  <a:gd name="csY67" fmla="*/ 2809945 h 2819470"/>
                  <a:gd name="csX68" fmla="*/ 349829 w 704850"/>
                  <a:gd name="csY68" fmla="*/ 2789586 h 2819470"/>
                  <a:gd name="csX69" fmla="*/ 342900 w 704850"/>
                  <a:gd name="csY69" fmla="*/ 2781370 h 2819470"/>
                  <a:gd name="csX70" fmla="*/ 338137 w 704850"/>
                  <a:gd name="csY70" fmla="*/ 2757557 h 2819470"/>
                  <a:gd name="csX71" fmla="*/ 328612 w 704850"/>
                  <a:gd name="csY71" fmla="*/ 2738507 h 2819470"/>
                  <a:gd name="csX72" fmla="*/ 328612 w 704850"/>
                  <a:gd name="csY72" fmla="*/ 2657545 h 28194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Lst>
                <a:rect l="l" t="t" r="r" b="b"/>
                <a:pathLst>
                  <a:path w="704850" h="2819470">
                    <a:moveTo>
                      <a:pt x="0" y="823982"/>
                    </a:moveTo>
                    <a:cubicBezTo>
                      <a:pt x="29757" y="760916"/>
                      <a:pt x="9524" y="795408"/>
                      <a:pt x="14287" y="781120"/>
                    </a:cubicBezTo>
                    <a:cubicBezTo>
                      <a:pt x="19050" y="766832"/>
                      <a:pt x="24923" y="752868"/>
                      <a:pt x="28575" y="738257"/>
                    </a:cubicBezTo>
                    <a:cubicBezTo>
                      <a:pt x="30162" y="731907"/>
                      <a:pt x="33337" y="725557"/>
                      <a:pt x="33337" y="719207"/>
                    </a:cubicBezTo>
                    <a:cubicBezTo>
                      <a:pt x="33337" y="712857"/>
                      <a:pt x="23812" y="706507"/>
                      <a:pt x="28575" y="700157"/>
                    </a:cubicBezTo>
                    <a:cubicBezTo>
                      <a:pt x="30162" y="690632"/>
                      <a:pt x="33111" y="684963"/>
                      <a:pt x="36059" y="657975"/>
                    </a:cubicBezTo>
                    <a:cubicBezTo>
                      <a:pt x="39007" y="630988"/>
                      <a:pt x="56566" y="589748"/>
                      <a:pt x="46264" y="538232"/>
                    </a:cubicBezTo>
                    <a:cubicBezTo>
                      <a:pt x="48425" y="510132"/>
                      <a:pt x="55903" y="474732"/>
                      <a:pt x="58511" y="452507"/>
                    </a:cubicBezTo>
                    <a:cubicBezTo>
                      <a:pt x="61119" y="430282"/>
                      <a:pt x="58964" y="423932"/>
                      <a:pt x="61912" y="404882"/>
                    </a:cubicBezTo>
                    <a:cubicBezTo>
                      <a:pt x="64860" y="385832"/>
                      <a:pt x="70870" y="356917"/>
                      <a:pt x="76200" y="338207"/>
                    </a:cubicBezTo>
                    <a:cubicBezTo>
                      <a:pt x="81530" y="319497"/>
                      <a:pt x="88751" y="306328"/>
                      <a:pt x="93890" y="292624"/>
                    </a:cubicBezTo>
                    <a:cubicBezTo>
                      <a:pt x="104468" y="264417"/>
                      <a:pt x="104795" y="261987"/>
                      <a:pt x="123825" y="242957"/>
                    </a:cubicBezTo>
                    <a:cubicBezTo>
                      <a:pt x="139736" y="203179"/>
                      <a:pt x="125755" y="233390"/>
                      <a:pt x="142875" y="204857"/>
                    </a:cubicBezTo>
                    <a:cubicBezTo>
                      <a:pt x="149460" y="193882"/>
                      <a:pt x="153363" y="181033"/>
                      <a:pt x="161925" y="171520"/>
                    </a:cubicBezTo>
                    <a:cubicBezTo>
                      <a:pt x="182214" y="148976"/>
                      <a:pt x="207154" y="131053"/>
                      <a:pt x="228600" y="109607"/>
                    </a:cubicBezTo>
                    <a:cubicBezTo>
                      <a:pt x="235788" y="102419"/>
                      <a:pt x="239575" y="91970"/>
                      <a:pt x="247650" y="85795"/>
                    </a:cubicBezTo>
                    <a:cubicBezTo>
                      <a:pt x="266899" y="71075"/>
                      <a:pt x="289013" y="60538"/>
                      <a:pt x="309562" y="47695"/>
                    </a:cubicBezTo>
                    <a:cubicBezTo>
                      <a:pt x="314416" y="44661"/>
                      <a:pt x="318589" y="40425"/>
                      <a:pt x="323850" y="38170"/>
                    </a:cubicBezTo>
                    <a:cubicBezTo>
                      <a:pt x="366415" y="19927"/>
                      <a:pt x="345717" y="27705"/>
                      <a:pt x="385762" y="14357"/>
                    </a:cubicBezTo>
                    <a:cubicBezTo>
                      <a:pt x="388937" y="9595"/>
                      <a:pt x="427830" y="-951"/>
                      <a:pt x="444272" y="70"/>
                    </a:cubicBezTo>
                    <a:cubicBezTo>
                      <a:pt x="460714" y="1091"/>
                      <a:pt x="475609" y="18449"/>
                      <a:pt x="484414" y="20481"/>
                    </a:cubicBezTo>
                    <a:cubicBezTo>
                      <a:pt x="520084" y="51056"/>
                      <a:pt x="514712" y="38712"/>
                      <a:pt x="542925" y="81032"/>
                    </a:cubicBezTo>
                    <a:lnTo>
                      <a:pt x="561975" y="109607"/>
                    </a:lnTo>
                    <a:cubicBezTo>
                      <a:pt x="573589" y="156070"/>
                      <a:pt x="559406" y="98049"/>
                      <a:pt x="571500" y="152470"/>
                    </a:cubicBezTo>
                    <a:cubicBezTo>
                      <a:pt x="576095" y="173145"/>
                      <a:pt x="581025" y="193745"/>
                      <a:pt x="585787" y="214382"/>
                    </a:cubicBezTo>
                    <a:cubicBezTo>
                      <a:pt x="587375" y="233432"/>
                      <a:pt x="588455" y="254859"/>
                      <a:pt x="590550" y="271532"/>
                    </a:cubicBezTo>
                    <a:cubicBezTo>
                      <a:pt x="592645" y="288205"/>
                      <a:pt x="597853" y="307336"/>
                      <a:pt x="598359" y="314417"/>
                    </a:cubicBezTo>
                    <a:cubicBezTo>
                      <a:pt x="601091" y="352662"/>
                      <a:pt x="610901" y="359643"/>
                      <a:pt x="614362" y="371545"/>
                    </a:cubicBezTo>
                    <a:cubicBezTo>
                      <a:pt x="617823" y="383447"/>
                      <a:pt x="617323" y="375513"/>
                      <a:pt x="619125" y="385832"/>
                    </a:cubicBezTo>
                    <a:cubicBezTo>
                      <a:pt x="620927" y="396151"/>
                      <a:pt x="621785" y="416570"/>
                      <a:pt x="625174" y="433457"/>
                    </a:cubicBezTo>
                    <a:cubicBezTo>
                      <a:pt x="628563" y="450344"/>
                      <a:pt x="627505" y="457264"/>
                      <a:pt x="639461" y="487154"/>
                    </a:cubicBezTo>
                    <a:cubicBezTo>
                      <a:pt x="641049" y="537954"/>
                      <a:pt x="653471" y="601157"/>
                      <a:pt x="657225" y="628720"/>
                    </a:cubicBezTo>
                    <a:cubicBezTo>
                      <a:pt x="660979" y="656283"/>
                      <a:pt x="660756" y="644532"/>
                      <a:pt x="661987" y="652532"/>
                    </a:cubicBezTo>
                    <a:cubicBezTo>
                      <a:pt x="669993" y="704572"/>
                      <a:pt x="660539" y="675104"/>
                      <a:pt x="676275" y="714445"/>
                    </a:cubicBezTo>
                    <a:cubicBezTo>
                      <a:pt x="689522" y="873430"/>
                      <a:pt x="669174" y="626898"/>
                      <a:pt x="695325" y="966857"/>
                    </a:cubicBezTo>
                    <a:cubicBezTo>
                      <a:pt x="698257" y="1004976"/>
                      <a:pt x="701675" y="1043057"/>
                      <a:pt x="704850" y="1081157"/>
                    </a:cubicBezTo>
                    <a:cubicBezTo>
                      <a:pt x="703262" y="1124020"/>
                      <a:pt x="702606" y="1166927"/>
                      <a:pt x="700087" y="1209745"/>
                    </a:cubicBezTo>
                    <a:cubicBezTo>
                      <a:pt x="699428" y="1220951"/>
                      <a:pt x="695712" y="1231864"/>
                      <a:pt x="695325" y="1243082"/>
                    </a:cubicBezTo>
                    <a:cubicBezTo>
                      <a:pt x="690947" y="1370046"/>
                      <a:pt x="691318" y="1497162"/>
                      <a:pt x="685800" y="1624082"/>
                    </a:cubicBezTo>
                    <a:cubicBezTo>
                      <a:pt x="684961" y="1643377"/>
                      <a:pt x="679014" y="1660884"/>
                      <a:pt x="676275" y="1681232"/>
                    </a:cubicBezTo>
                    <a:cubicBezTo>
                      <a:pt x="673536" y="1701580"/>
                      <a:pt x="671023" y="1729139"/>
                      <a:pt x="669368" y="1746169"/>
                    </a:cubicBezTo>
                    <a:cubicBezTo>
                      <a:pt x="667713" y="1763199"/>
                      <a:pt x="669518" y="1773887"/>
                      <a:pt x="666343" y="1783412"/>
                    </a:cubicBezTo>
                    <a:cubicBezTo>
                      <a:pt x="667930" y="1811987"/>
                      <a:pt x="667208" y="1842722"/>
                      <a:pt x="666772" y="1862637"/>
                    </a:cubicBezTo>
                    <a:cubicBezTo>
                      <a:pt x="666336" y="1882552"/>
                      <a:pt x="664523" y="1891069"/>
                      <a:pt x="663726" y="1902904"/>
                    </a:cubicBezTo>
                    <a:cubicBezTo>
                      <a:pt x="662929" y="1914739"/>
                      <a:pt x="660400" y="1924120"/>
                      <a:pt x="661987" y="1933645"/>
                    </a:cubicBezTo>
                    <a:cubicBezTo>
                      <a:pt x="658812" y="2044770"/>
                      <a:pt x="658383" y="2156007"/>
                      <a:pt x="652462" y="2267020"/>
                    </a:cubicBezTo>
                    <a:cubicBezTo>
                      <a:pt x="652007" y="2275557"/>
                      <a:pt x="652903" y="2291923"/>
                      <a:pt x="651605" y="2301666"/>
                    </a:cubicBezTo>
                    <a:cubicBezTo>
                      <a:pt x="650307" y="2311409"/>
                      <a:pt x="646262" y="2317541"/>
                      <a:pt x="644675" y="2325479"/>
                    </a:cubicBezTo>
                    <a:cubicBezTo>
                      <a:pt x="646262" y="2342941"/>
                      <a:pt x="642433" y="2355344"/>
                      <a:pt x="642937" y="2367032"/>
                    </a:cubicBezTo>
                    <a:cubicBezTo>
                      <a:pt x="643441" y="2378720"/>
                      <a:pt x="647700" y="2385951"/>
                      <a:pt x="647700" y="2395607"/>
                    </a:cubicBezTo>
                    <a:cubicBezTo>
                      <a:pt x="647700" y="2410126"/>
                      <a:pt x="641932" y="2420556"/>
                      <a:pt x="638175" y="2433707"/>
                    </a:cubicBezTo>
                    <a:cubicBezTo>
                      <a:pt x="626212" y="2475576"/>
                      <a:pt x="640070" y="2432781"/>
                      <a:pt x="628650" y="2467045"/>
                    </a:cubicBezTo>
                    <a:cubicBezTo>
                      <a:pt x="627062" y="2479745"/>
                      <a:pt x="626991" y="2492728"/>
                      <a:pt x="623887" y="2505145"/>
                    </a:cubicBezTo>
                    <a:cubicBezTo>
                      <a:pt x="622165" y="2512033"/>
                      <a:pt x="616855" y="2517547"/>
                      <a:pt x="614362" y="2524195"/>
                    </a:cubicBezTo>
                    <a:cubicBezTo>
                      <a:pt x="612064" y="2530324"/>
                      <a:pt x="611670" y="2537035"/>
                      <a:pt x="609600" y="2543245"/>
                    </a:cubicBezTo>
                    <a:cubicBezTo>
                      <a:pt x="606897" y="2551355"/>
                      <a:pt x="603250" y="2559120"/>
                      <a:pt x="600075" y="2567057"/>
                    </a:cubicBezTo>
                    <a:cubicBezTo>
                      <a:pt x="598487" y="2594045"/>
                      <a:pt x="594786" y="2591906"/>
                      <a:pt x="586645" y="2617685"/>
                    </a:cubicBezTo>
                    <a:cubicBezTo>
                      <a:pt x="584071" y="2625837"/>
                      <a:pt x="574818" y="2648521"/>
                      <a:pt x="571500" y="2657545"/>
                    </a:cubicBezTo>
                    <a:cubicBezTo>
                      <a:pt x="568182" y="2666569"/>
                      <a:pt x="569333" y="2664831"/>
                      <a:pt x="566737" y="2671832"/>
                    </a:cubicBezTo>
                    <a:cubicBezTo>
                      <a:pt x="564141" y="2678833"/>
                      <a:pt x="563863" y="2693199"/>
                      <a:pt x="555926" y="2699549"/>
                    </a:cubicBezTo>
                    <a:cubicBezTo>
                      <a:pt x="554338" y="2705899"/>
                      <a:pt x="549861" y="2705098"/>
                      <a:pt x="548996" y="2709932"/>
                    </a:cubicBezTo>
                    <a:cubicBezTo>
                      <a:pt x="548131" y="2714766"/>
                      <a:pt x="554128" y="2718235"/>
                      <a:pt x="550735" y="2728554"/>
                    </a:cubicBezTo>
                    <a:cubicBezTo>
                      <a:pt x="547342" y="2738873"/>
                      <a:pt x="539464" y="2759074"/>
                      <a:pt x="528637" y="2771845"/>
                    </a:cubicBezTo>
                    <a:cubicBezTo>
                      <a:pt x="517810" y="2784616"/>
                      <a:pt x="500835" y="2795142"/>
                      <a:pt x="485775" y="2805182"/>
                    </a:cubicBezTo>
                    <a:cubicBezTo>
                      <a:pt x="481012" y="2808357"/>
                      <a:pt x="476970" y="2813062"/>
                      <a:pt x="471487" y="2814707"/>
                    </a:cubicBezTo>
                    <a:cubicBezTo>
                      <a:pt x="460735" y="2817933"/>
                      <a:pt x="449262" y="2817882"/>
                      <a:pt x="438150" y="2819470"/>
                    </a:cubicBezTo>
                    <a:cubicBezTo>
                      <a:pt x="423862" y="2817882"/>
                      <a:pt x="409467" y="2817070"/>
                      <a:pt x="395287" y="2814707"/>
                    </a:cubicBezTo>
                    <a:cubicBezTo>
                      <a:pt x="390335" y="2813882"/>
                      <a:pt x="388576" y="2814132"/>
                      <a:pt x="381000" y="2809945"/>
                    </a:cubicBezTo>
                    <a:cubicBezTo>
                      <a:pt x="373424" y="2805758"/>
                      <a:pt x="384093" y="2801006"/>
                      <a:pt x="349829" y="2789586"/>
                    </a:cubicBezTo>
                    <a:cubicBezTo>
                      <a:pt x="348242" y="2783236"/>
                      <a:pt x="344849" y="2786708"/>
                      <a:pt x="342900" y="2781370"/>
                    </a:cubicBezTo>
                    <a:cubicBezTo>
                      <a:pt x="340951" y="2776032"/>
                      <a:pt x="340697" y="2765236"/>
                      <a:pt x="338137" y="2757557"/>
                    </a:cubicBezTo>
                    <a:cubicBezTo>
                      <a:pt x="335892" y="2750822"/>
                      <a:pt x="329285" y="2745575"/>
                      <a:pt x="328612" y="2738507"/>
                    </a:cubicBezTo>
                    <a:cubicBezTo>
                      <a:pt x="326053" y="2711641"/>
                      <a:pt x="328612" y="2684532"/>
                      <a:pt x="328612" y="2657545"/>
                    </a:cubicBezTo>
                  </a:path>
                </a:pathLst>
              </a:custGeom>
              <a:noFill/>
              <a:ln>
                <a:solidFill>
                  <a:srgbClr val="0066FF"/>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20" name="TextBox 19">
                <a:extLst>
                  <a:ext uri="{FF2B5EF4-FFF2-40B4-BE49-F238E27FC236}">
                    <a16:creationId xmlns:a16="http://schemas.microsoft.com/office/drawing/2014/main" id="{9846E998-D96F-8606-9F2E-9B8EDE471B23}"/>
                  </a:ext>
                </a:extLst>
              </p:cNvPr>
              <p:cNvSpPr txBox="1"/>
              <p:nvPr/>
            </p:nvSpPr>
            <p:spPr>
              <a:xfrm>
                <a:off x="6496204" y="4511673"/>
                <a:ext cx="458243" cy="291610"/>
              </a:xfrm>
              <a:prstGeom prst="rect">
                <a:avLst/>
              </a:prstGeom>
              <a:noFill/>
              <a:ln>
                <a:noFill/>
              </a:ln>
            </p:spPr>
            <p:txBody>
              <a:bodyPr wrap="none" rtlCol="0">
                <a:spAutoFit/>
              </a:bodyPr>
              <a:lstStyle/>
              <a:p>
                <a:r>
                  <a:rPr lang="en-US" sz="800" dirty="0"/>
                  <a:t>+10</a:t>
                </a:r>
              </a:p>
            </p:txBody>
          </p:sp>
        </p:grpSp>
        <p:sp>
          <p:nvSpPr>
            <p:cNvPr id="131" name="TextBox 130">
              <a:extLst>
                <a:ext uri="{FF2B5EF4-FFF2-40B4-BE49-F238E27FC236}">
                  <a16:creationId xmlns:a16="http://schemas.microsoft.com/office/drawing/2014/main" id="{C163A1B6-77DC-7246-26BB-6492407C7C94}"/>
                </a:ext>
              </a:extLst>
            </p:cNvPr>
            <p:cNvSpPr txBox="1"/>
            <p:nvPr/>
          </p:nvSpPr>
          <p:spPr>
            <a:xfrm>
              <a:off x="7989082" y="2250188"/>
              <a:ext cx="458243" cy="291610"/>
            </a:xfrm>
            <a:prstGeom prst="rect">
              <a:avLst/>
            </a:prstGeom>
            <a:noFill/>
            <a:ln>
              <a:noFill/>
            </a:ln>
          </p:spPr>
          <p:txBody>
            <a:bodyPr wrap="none" rtlCol="0">
              <a:spAutoFit/>
            </a:bodyPr>
            <a:lstStyle/>
            <a:p>
              <a:r>
                <a:rPr lang="en-US" sz="800" dirty="0"/>
                <a:t>+10</a:t>
              </a:r>
            </a:p>
          </p:txBody>
        </p:sp>
        <p:sp>
          <p:nvSpPr>
            <p:cNvPr id="139" name="TextBox 138">
              <a:extLst>
                <a:ext uri="{FF2B5EF4-FFF2-40B4-BE49-F238E27FC236}">
                  <a16:creationId xmlns:a16="http://schemas.microsoft.com/office/drawing/2014/main" id="{5CB02EFA-051E-0779-045F-DD685E31974B}"/>
                </a:ext>
              </a:extLst>
            </p:cNvPr>
            <p:cNvSpPr txBox="1"/>
            <p:nvPr/>
          </p:nvSpPr>
          <p:spPr>
            <a:xfrm>
              <a:off x="8151750" y="4346455"/>
              <a:ext cx="362775" cy="291610"/>
            </a:xfrm>
            <a:prstGeom prst="rect">
              <a:avLst/>
            </a:prstGeom>
            <a:noFill/>
            <a:ln>
              <a:noFill/>
            </a:ln>
          </p:spPr>
          <p:txBody>
            <a:bodyPr wrap="none" rtlCol="0">
              <a:spAutoFit/>
            </a:bodyPr>
            <a:lstStyle/>
            <a:p>
              <a:r>
                <a:rPr lang="en-US" sz="800" dirty="0"/>
                <a:t>-9</a:t>
              </a:r>
            </a:p>
          </p:txBody>
        </p:sp>
        <p:sp>
          <p:nvSpPr>
            <p:cNvPr id="4" name="Rectangle 3">
              <a:extLst>
                <a:ext uri="{FF2B5EF4-FFF2-40B4-BE49-F238E27FC236}">
                  <a16:creationId xmlns:a16="http://schemas.microsoft.com/office/drawing/2014/main" id="{990C6DD7-B98E-F7ED-0536-3D5D671B47C4}"/>
                </a:ext>
              </a:extLst>
            </p:cNvPr>
            <p:cNvSpPr/>
            <p:nvPr/>
          </p:nvSpPr>
          <p:spPr>
            <a:xfrm>
              <a:off x="5384878" y="1130155"/>
              <a:ext cx="6462187" cy="52805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grpSp>
      <p:grpSp>
        <p:nvGrpSpPr>
          <p:cNvPr id="138" name="Group 137">
            <a:extLst>
              <a:ext uri="{FF2B5EF4-FFF2-40B4-BE49-F238E27FC236}">
                <a16:creationId xmlns:a16="http://schemas.microsoft.com/office/drawing/2014/main" id="{390CC215-0E7F-B633-EDC0-61BCF6E90A9E}"/>
              </a:ext>
            </a:extLst>
          </p:cNvPr>
          <p:cNvGrpSpPr/>
          <p:nvPr/>
        </p:nvGrpSpPr>
        <p:grpSpPr>
          <a:xfrm>
            <a:off x="3566476" y="1147606"/>
            <a:ext cx="1423027" cy="1991440"/>
            <a:chOff x="1874040" y="2519212"/>
            <a:chExt cx="1423027" cy="1991440"/>
          </a:xfrm>
        </p:grpSpPr>
        <p:grpSp>
          <p:nvGrpSpPr>
            <p:cNvPr id="19" name="Group 18">
              <a:extLst>
                <a:ext uri="{FF2B5EF4-FFF2-40B4-BE49-F238E27FC236}">
                  <a16:creationId xmlns:a16="http://schemas.microsoft.com/office/drawing/2014/main" id="{DA8718E6-D0BA-65A4-BF91-B3BFFD489B3D}"/>
                </a:ext>
              </a:extLst>
            </p:cNvPr>
            <p:cNvGrpSpPr/>
            <p:nvPr/>
          </p:nvGrpSpPr>
          <p:grpSpPr>
            <a:xfrm>
              <a:off x="2341977" y="2773708"/>
              <a:ext cx="555011" cy="1736944"/>
              <a:chOff x="3122220" y="4339640"/>
              <a:chExt cx="658460" cy="2060695"/>
            </a:xfrm>
          </p:grpSpPr>
          <p:sp>
            <p:nvSpPr>
              <p:cNvPr id="64" name="Cylinder 63">
                <a:extLst>
                  <a:ext uri="{FF2B5EF4-FFF2-40B4-BE49-F238E27FC236}">
                    <a16:creationId xmlns:a16="http://schemas.microsoft.com/office/drawing/2014/main" id="{9BECD589-108F-13F6-1072-5D1BFDC8AB10}"/>
                  </a:ext>
                </a:extLst>
              </p:cNvPr>
              <p:cNvSpPr/>
              <p:nvPr/>
            </p:nvSpPr>
            <p:spPr>
              <a:xfrm rot="16200000">
                <a:off x="2490158" y="5031491"/>
                <a:ext cx="1922584" cy="658460"/>
              </a:xfrm>
              <a:prstGeom prst="can">
                <a:avLst>
                  <a:gd name="adj" fmla="val 500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p>
            </p:txBody>
          </p:sp>
          <p:sp>
            <p:nvSpPr>
              <p:cNvPr id="65" name="TextBox 64">
                <a:extLst>
                  <a:ext uri="{FF2B5EF4-FFF2-40B4-BE49-F238E27FC236}">
                    <a16:creationId xmlns:a16="http://schemas.microsoft.com/office/drawing/2014/main" id="{583091DB-6D27-DA28-E2BB-07F842489003}"/>
                  </a:ext>
                </a:extLst>
              </p:cNvPr>
              <p:cNvSpPr txBox="1"/>
              <p:nvPr/>
            </p:nvSpPr>
            <p:spPr>
              <a:xfrm flipH="1">
                <a:off x="3383748" y="4339640"/>
                <a:ext cx="273909" cy="260865"/>
              </a:xfrm>
              <a:prstGeom prst="rect">
                <a:avLst/>
              </a:prstGeom>
              <a:noFill/>
              <a:ln>
                <a:noFill/>
              </a:ln>
            </p:spPr>
            <p:txBody>
              <a:bodyPr wrap="none" rtlCol="0">
                <a:spAutoFit/>
              </a:bodyPr>
              <a:lstStyle/>
              <a:p>
                <a:r>
                  <a:rPr lang="en-US" sz="900" dirty="0"/>
                  <a:t>0</a:t>
                </a:r>
              </a:p>
            </p:txBody>
          </p:sp>
          <p:sp>
            <p:nvSpPr>
              <p:cNvPr id="66" name="TextBox 65">
                <a:extLst>
                  <a:ext uri="{FF2B5EF4-FFF2-40B4-BE49-F238E27FC236}">
                    <a16:creationId xmlns:a16="http://schemas.microsoft.com/office/drawing/2014/main" id="{6A7617A9-6091-0606-1D32-1BF95968BF60}"/>
                  </a:ext>
                </a:extLst>
              </p:cNvPr>
              <p:cNvSpPr txBox="1"/>
              <p:nvPr/>
            </p:nvSpPr>
            <p:spPr>
              <a:xfrm flipH="1">
                <a:off x="3465724" y="4773717"/>
                <a:ext cx="273909" cy="260865"/>
              </a:xfrm>
              <a:prstGeom prst="rect">
                <a:avLst/>
              </a:prstGeom>
              <a:noFill/>
              <a:ln>
                <a:noFill/>
              </a:ln>
            </p:spPr>
            <p:txBody>
              <a:bodyPr wrap="none" rtlCol="0">
                <a:spAutoFit/>
              </a:bodyPr>
              <a:lstStyle/>
              <a:p>
                <a:r>
                  <a:rPr lang="en-US" sz="900" dirty="0"/>
                  <a:t>1</a:t>
                </a:r>
              </a:p>
            </p:txBody>
          </p:sp>
          <p:sp>
            <p:nvSpPr>
              <p:cNvPr id="73" name="TextBox 72">
                <a:extLst>
                  <a:ext uri="{FF2B5EF4-FFF2-40B4-BE49-F238E27FC236}">
                    <a16:creationId xmlns:a16="http://schemas.microsoft.com/office/drawing/2014/main" id="{84AB875E-DAFE-8364-0FD7-71F162DA4B70}"/>
                  </a:ext>
                </a:extLst>
              </p:cNvPr>
              <p:cNvSpPr txBox="1"/>
              <p:nvPr/>
            </p:nvSpPr>
            <p:spPr>
              <a:xfrm flipH="1">
                <a:off x="3485441" y="5244110"/>
                <a:ext cx="273909" cy="260865"/>
              </a:xfrm>
              <a:prstGeom prst="rect">
                <a:avLst/>
              </a:prstGeom>
              <a:noFill/>
              <a:ln>
                <a:noFill/>
              </a:ln>
            </p:spPr>
            <p:txBody>
              <a:bodyPr wrap="none" rtlCol="0">
                <a:spAutoFit/>
              </a:bodyPr>
              <a:lstStyle/>
              <a:p>
                <a:r>
                  <a:rPr lang="en-US" sz="900" dirty="0"/>
                  <a:t>2</a:t>
                </a:r>
              </a:p>
            </p:txBody>
          </p:sp>
          <p:sp>
            <p:nvSpPr>
              <p:cNvPr id="74" name="TextBox 73">
                <a:extLst>
                  <a:ext uri="{FF2B5EF4-FFF2-40B4-BE49-F238E27FC236}">
                    <a16:creationId xmlns:a16="http://schemas.microsoft.com/office/drawing/2014/main" id="{E8CFB88C-30B1-70DE-1C99-887C6F28C0D8}"/>
                  </a:ext>
                </a:extLst>
              </p:cNvPr>
              <p:cNvSpPr txBox="1"/>
              <p:nvPr/>
            </p:nvSpPr>
            <p:spPr>
              <a:xfrm flipH="1">
                <a:off x="3462174" y="5694270"/>
                <a:ext cx="273909" cy="260865"/>
              </a:xfrm>
              <a:prstGeom prst="rect">
                <a:avLst/>
              </a:prstGeom>
              <a:noFill/>
              <a:ln>
                <a:noFill/>
              </a:ln>
            </p:spPr>
            <p:txBody>
              <a:bodyPr wrap="none" rtlCol="0">
                <a:spAutoFit/>
              </a:bodyPr>
              <a:lstStyle/>
              <a:p>
                <a:r>
                  <a:rPr lang="en-US" sz="900" dirty="0"/>
                  <a:t>3</a:t>
                </a:r>
              </a:p>
            </p:txBody>
          </p:sp>
          <p:sp>
            <p:nvSpPr>
              <p:cNvPr id="75" name="TextBox 74">
                <a:extLst>
                  <a:ext uri="{FF2B5EF4-FFF2-40B4-BE49-F238E27FC236}">
                    <a16:creationId xmlns:a16="http://schemas.microsoft.com/office/drawing/2014/main" id="{9A6E56B3-8D2B-3ECD-3746-C417E45492FA}"/>
                  </a:ext>
                </a:extLst>
              </p:cNvPr>
              <p:cNvSpPr txBox="1"/>
              <p:nvPr/>
            </p:nvSpPr>
            <p:spPr>
              <a:xfrm flipH="1">
                <a:off x="3362474" y="6139470"/>
                <a:ext cx="273909" cy="260865"/>
              </a:xfrm>
              <a:prstGeom prst="rect">
                <a:avLst/>
              </a:prstGeom>
              <a:noFill/>
              <a:ln>
                <a:noFill/>
              </a:ln>
            </p:spPr>
            <p:txBody>
              <a:bodyPr wrap="none" rtlCol="0">
                <a:spAutoFit/>
              </a:bodyPr>
              <a:lstStyle/>
              <a:p>
                <a:r>
                  <a:rPr lang="en-US" sz="900" dirty="0"/>
                  <a:t>4</a:t>
                </a:r>
              </a:p>
            </p:txBody>
          </p:sp>
          <p:sp>
            <p:nvSpPr>
              <p:cNvPr id="77" name="TextBox 76">
                <a:extLst>
                  <a:ext uri="{FF2B5EF4-FFF2-40B4-BE49-F238E27FC236}">
                    <a16:creationId xmlns:a16="http://schemas.microsoft.com/office/drawing/2014/main" id="{71D6D753-0509-8AC8-398D-4C93C2F9F6B6}"/>
                  </a:ext>
                </a:extLst>
              </p:cNvPr>
              <p:cNvSpPr txBox="1"/>
              <p:nvPr/>
            </p:nvSpPr>
            <p:spPr>
              <a:xfrm flipH="1">
                <a:off x="3211086" y="6039692"/>
                <a:ext cx="273909" cy="260865"/>
              </a:xfrm>
              <a:prstGeom prst="rect">
                <a:avLst/>
              </a:prstGeom>
              <a:noFill/>
              <a:ln>
                <a:noFill/>
              </a:ln>
            </p:spPr>
            <p:txBody>
              <a:bodyPr wrap="none" rtlCol="0">
                <a:spAutoFit/>
              </a:bodyPr>
              <a:lstStyle/>
              <a:p>
                <a:r>
                  <a:rPr lang="en-US" sz="900" dirty="0"/>
                  <a:t>5</a:t>
                </a:r>
              </a:p>
            </p:txBody>
          </p:sp>
          <p:sp>
            <p:nvSpPr>
              <p:cNvPr id="79" name="TextBox 78">
                <a:extLst>
                  <a:ext uri="{FF2B5EF4-FFF2-40B4-BE49-F238E27FC236}">
                    <a16:creationId xmlns:a16="http://schemas.microsoft.com/office/drawing/2014/main" id="{70AEC458-CE37-8CCA-D8A6-BF0C98670646}"/>
                  </a:ext>
                </a:extLst>
              </p:cNvPr>
              <p:cNvSpPr txBox="1"/>
              <p:nvPr/>
            </p:nvSpPr>
            <p:spPr>
              <a:xfrm flipH="1">
                <a:off x="3187632" y="5627402"/>
                <a:ext cx="273909" cy="260865"/>
              </a:xfrm>
              <a:prstGeom prst="rect">
                <a:avLst/>
              </a:prstGeom>
              <a:noFill/>
              <a:ln>
                <a:noFill/>
              </a:ln>
            </p:spPr>
            <p:txBody>
              <a:bodyPr wrap="none" rtlCol="0">
                <a:spAutoFit/>
              </a:bodyPr>
              <a:lstStyle/>
              <a:p>
                <a:r>
                  <a:rPr lang="en-US" sz="900" dirty="0"/>
                  <a:t>6</a:t>
                </a:r>
              </a:p>
            </p:txBody>
          </p:sp>
          <p:sp>
            <p:nvSpPr>
              <p:cNvPr id="80" name="TextBox 79">
                <a:extLst>
                  <a:ext uri="{FF2B5EF4-FFF2-40B4-BE49-F238E27FC236}">
                    <a16:creationId xmlns:a16="http://schemas.microsoft.com/office/drawing/2014/main" id="{09E8DB16-164F-5D20-6C9D-368ACBBC0E3F}"/>
                  </a:ext>
                </a:extLst>
              </p:cNvPr>
              <p:cNvSpPr txBox="1"/>
              <p:nvPr/>
            </p:nvSpPr>
            <p:spPr>
              <a:xfrm flipH="1">
                <a:off x="3193803" y="5237609"/>
                <a:ext cx="273909" cy="260865"/>
              </a:xfrm>
              <a:prstGeom prst="rect">
                <a:avLst/>
              </a:prstGeom>
              <a:noFill/>
              <a:ln>
                <a:noFill/>
              </a:ln>
            </p:spPr>
            <p:txBody>
              <a:bodyPr wrap="none" rtlCol="0">
                <a:spAutoFit/>
              </a:bodyPr>
              <a:lstStyle/>
              <a:p>
                <a:r>
                  <a:rPr lang="en-US" sz="900" dirty="0"/>
                  <a:t>7</a:t>
                </a:r>
              </a:p>
            </p:txBody>
          </p:sp>
          <p:sp>
            <p:nvSpPr>
              <p:cNvPr id="81" name="TextBox 80">
                <a:extLst>
                  <a:ext uri="{FF2B5EF4-FFF2-40B4-BE49-F238E27FC236}">
                    <a16:creationId xmlns:a16="http://schemas.microsoft.com/office/drawing/2014/main" id="{52DB8CBD-F21C-D5DD-0537-8D9F03714F16}"/>
                  </a:ext>
                </a:extLst>
              </p:cNvPr>
              <p:cNvSpPr txBox="1"/>
              <p:nvPr/>
            </p:nvSpPr>
            <p:spPr>
              <a:xfrm flipH="1">
                <a:off x="3192749" y="4866536"/>
                <a:ext cx="273909" cy="260865"/>
              </a:xfrm>
              <a:prstGeom prst="rect">
                <a:avLst/>
              </a:prstGeom>
              <a:noFill/>
              <a:ln>
                <a:noFill/>
              </a:ln>
            </p:spPr>
            <p:txBody>
              <a:bodyPr wrap="none" rtlCol="0">
                <a:spAutoFit/>
              </a:bodyPr>
              <a:lstStyle/>
              <a:p>
                <a:r>
                  <a:rPr lang="en-US" sz="900" dirty="0"/>
                  <a:t>8</a:t>
                </a:r>
              </a:p>
            </p:txBody>
          </p:sp>
          <p:sp>
            <p:nvSpPr>
              <p:cNvPr id="82" name="TextBox 81">
                <a:extLst>
                  <a:ext uri="{FF2B5EF4-FFF2-40B4-BE49-F238E27FC236}">
                    <a16:creationId xmlns:a16="http://schemas.microsoft.com/office/drawing/2014/main" id="{A8F7F573-47C2-F56F-7430-D236B7A7B43A}"/>
                  </a:ext>
                </a:extLst>
              </p:cNvPr>
              <p:cNvSpPr txBox="1"/>
              <p:nvPr/>
            </p:nvSpPr>
            <p:spPr>
              <a:xfrm flipH="1">
                <a:off x="3218287" y="4500024"/>
                <a:ext cx="273909" cy="260865"/>
              </a:xfrm>
              <a:prstGeom prst="rect">
                <a:avLst/>
              </a:prstGeom>
              <a:noFill/>
              <a:ln>
                <a:noFill/>
              </a:ln>
            </p:spPr>
            <p:txBody>
              <a:bodyPr wrap="none" rtlCol="0">
                <a:spAutoFit/>
              </a:bodyPr>
              <a:lstStyle/>
              <a:p>
                <a:r>
                  <a:rPr lang="en-US" sz="900" dirty="0"/>
                  <a:t>9</a:t>
                </a:r>
              </a:p>
            </p:txBody>
          </p:sp>
          <p:cxnSp>
            <p:nvCxnSpPr>
              <p:cNvPr id="83" name="Straight Connector 82">
                <a:extLst>
                  <a:ext uri="{FF2B5EF4-FFF2-40B4-BE49-F238E27FC236}">
                    <a16:creationId xmlns:a16="http://schemas.microsoft.com/office/drawing/2014/main" id="{BE9071B1-644A-4D4A-5B2A-72C73DEF30C3}"/>
                  </a:ext>
                </a:extLst>
              </p:cNvPr>
              <p:cNvCxnSpPr>
                <a:cxnSpLocks/>
              </p:cNvCxnSpPr>
              <p:nvPr/>
            </p:nvCxnSpPr>
            <p:spPr>
              <a:xfrm>
                <a:off x="3451450" y="5601747"/>
                <a:ext cx="321785"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BDB0059-1056-DBCB-C055-F76043A8EA85}"/>
                  </a:ext>
                </a:extLst>
              </p:cNvPr>
              <p:cNvCxnSpPr>
                <a:cxnSpLocks/>
              </p:cNvCxnSpPr>
              <p:nvPr/>
            </p:nvCxnSpPr>
            <p:spPr>
              <a:xfrm>
                <a:off x="3451450" y="5123124"/>
                <a:ext cx="31827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EEBAB9A6-EB7D-F27D-53AD-56C59CE2E808}"/>
                  </a:ext>
                </a:extLst>
              </p:cNvPr>
              <p:cNvCxnSpPr>
                <a:cxnSpLocks/>
              </p:cNvCxnSpPr>
              <p:nvPr/>
            </p:nvCxnSpPr>
            <p:spPr>
              <a:xfrm flipV="1">
                <a:off x="3399435" y="4651816"/>
                <a:ext cx="328785" cy="5839"/>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B2A633ED-0CE1-E913-2B0F-371B5068DCD3}"/>
                  </a:ext>
                </a:extLst>
              </p:cNvPr>
              <p:cNvCxnSpPr>
                <a:cxnSpLocks/>
              </p:cNvCxnSpPr>
              <p:nvPr/>
            </p:nvCxnSpPr>
            <p:spPr>
              <a:xfrm>
                <a:off x="3395342" y="6045363"/>
                <a:ext cx="33707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E8691D84-5FA4-1059-A653-24506EBE84DE}"/>
                  </a:ext>
                </a:extLst>
              </p:cNvPr>
              <p:cNvCxnSpPr>
                <a:cxnSpLocks/>
              </p:cNvCxnSpPr>
              <p:nvPr/>
            </p:nvCxnSpPr>
            <p:spPr>
              <a:xfrm>
                <a:off x="3155993" y="5953305"/>
                <a:ext cx="260444"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969FB6E8-2649-4E63-6DF9-E10BAA5DD982}"/>
                  </a:ext>
                </a:extLst>
              </p:cNvPr>
              <p:cNvCxnSpPr>
                <a:cxnSpLocks/>
              </p:cNvCxnSpPr>
              <p:nvPr/>
            </p:nvCxnSpPr>
            <p:spPr>
              <a:xfrm>
                <a:off x="3122220" y="5555607"/>
                <a:ext cx="325661"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DF544906-1BC7-F555-7324-D599F6A534C4}"/>
                  </a:ext>
                </a:extLst>
              </p:cNvPr>
              <p:cNvCxnSpPr>
                <a:cxnSpLocks/>
              </p:cNvCxnSpPr>
              <p:nvPr/>
            </p:nvCxnSpPr>
            <p:spPr>
              <a:xfrm>
                <a:off x="3153685" y="4801138"/>
                <a:ext cx="26686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74FE24D6-9BC2-4477-15F3-18B350AA6539}"/>
                  </a:ext>
                </a:extLst>
              </p:cNvPr>
              <p:cNvCxnSpPr>
                <a:cxnSpLocks/>
              </p:cNvCxnSpPr>
              <p:nvPr/>
            </p:nvCxnSpPr>
            <p:spPr>
              <a:xfrm>
                <a:off x="3122220" y="5165193"/>
                <a:ext cx="322243"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1" name="Straight Arrow Connector 20">
              <a:extLst>
                <a:ext uri="{FF2B5EF4-FFF2-40B4-BE49-F238E27FC236}">
                  <a16:creationId xmlns:a16="http://schemas.microsoft.com/office/drawing/2014/main" id="{E793A476-B9A4-54EC-C97D-D868605B193B}"/>
                </a:ext>
              </a:extLst>
            </p:cNvPr>
            <p:cNvCxnSpPr>
              <a:cxnSpLocks/>
            </p:cNvCxnSpPr>
            <p:nvPr/>
          </p:nvCxnSpPr>
          <p:spPr>
            <a:xfrm>
              <a:off x="2089748" y="3012664"/>
              <a:ext cx="395970"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EE7EB76-8D7B-DE29-E56F-ABF6762AABFD}"/>
                </a:ext>
              </a:extLst>
            </p:cNvPr>
            <p:cNvCxnSpPr>
              <a:cxnSpLocks/>
            </p:cNvCxnSpPr>
            <p:nvPr/>
          </p:nvCxnSpPr>
          <p:spPr>
            <a:xfrm>
              <a:off x="2119526" y="3642837"/>
              <a:ext cx="332276"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3" name="Freeform: Shape 22">
              <a:extLst>
                <a:ext uri="{FF2B5EF4-FFF2-40B4-BE49-F238E27FC236}">
                  <a16:creationId xmlns:a16="http://schemas.microsoft.com/office/drawing/2014/main" id="{CEC54BCB-C45E-C3A4-33D7-1B6E164DCE3A}"/>
                </a:ext>
              </a:extLst>
            </p:cNvPr>
            <p:cNvSpPr/>
            <p:nvPr/>
          </p:nvSpPr>
          <p:spPr>
            <a:xfrm>
              <a:off x="2265346" y="3014752"/>
              <a:ext cx="95402" cy="615086"/>
            </a:xfrm>
            <a:custGeom>
              <a:avLst/>
              <a:gdLst>
                <a:gd name="csX0" fmla="*/ 113184 w 113184"/>
                <a:gd name="csY0" fmla="*/ 0 h 729733"/>
                <a:gd name="csX1" fmla="*/ 104248 w 113184"/>
                <a:gd name="csY1" fmla="*/ 14893 h 729733"/>
                <a:gd name="csX2" fmla="*/ 98291 w 113184"/>
                <a:gd name="csY2" fmla="*/ 29785 h 729733"/>
                <a:gd name="csX3" fmla="*/ 95313 w 113184"/>
                <a:gd name="csY3" fmla="*/ 38721 h 729733"/>
                <a:gd name="csX4" fmla="*/ 86377 w 113184"/>
                <a:gd name="csY4" fmla="*/ 47656 h 729733"/>
                <a:gd name="csX5" fmla="*/ 74463 w 113184"/>
                <a:gd name="csY5" fmla="*/ 71484 h 729733"/>
                <a:gd name="csX6" fmla="*/ 68506 w 113184"/>
                <a:gd name="csY6" fmla="*/ 80420 h 729733"/>
                <a:gd name="csX7" fmla="*/ 50635 w 113184"/>
                <a:gd name="csY7" fmla="*/ 116162 h 729733"/>
                <a:gd name="csX8" fmla="*/ 41700 w 113184"/>
                <a:gd name="csY8" fmla="*/ 134033 h 729733"/>
                <a:gd name="csX9" fmla="*/ 35743 w 113184"/>
                <a:gd name="csY9" fmla="*/ 145947 h 729733"/>
                <a:gd name="csX10" fmla="*/ 23829 w 113184"/>
                <a:gd name="csY10" fmla="*/ 205517 h 729733"/>
                <a:gd name="csX11" fmla="*/ 20850 w 113184"/>
                <a:gd name="csY11" fmla="*/ 223388 h 729733"/>
                <a:gd name="csX12" fmla="*/ 17872 w 113184"/>
                <a:gd name="csY12" fmla="*/ 321678 h 729733"/>
                <a:gd name="csX13" fmla="*/ 14893 w 113184"/>
                <a:gd name="csY13" fmla="*/ 336571 h 729733"/>
                <a:gd name="csX14" fmla="*/ 11915 w 113184"/>
                <a:gd name="csY14" fmla="*/ 366356 h 729733"/>
                <a:gd name="csX15" fmla="*/ 2979 w 113184"/>
                <a:gd name="csY15" fmla="*/ 434861 h 729733"/>
                <a:gd name="csX16" fmla="*/ 1 w 113184"/>
                <a:gd name="csY16" fmla="*/ 488474 h 729733"/>
                <a:gd name="csX17" fmla="*/ 5958 w 113184"/>
                <a:gd name="csY17" fmla="*/ 640378 h 729733"/>
                <a:gd name="csX18" fmla="*/ 11915 w 113184"/>
                <a:gd name="csY18" fmla="*/ 705905 h 729733"/>
                <a:gd name="csX19" fmla="*/ 14893 w 113184"/>
                <a:gd name="csY19" fmla="*/ 720797 h 729733"/>
                <a:gd name="csX20" fmla="*/ 17872 w 113184"/>
                <a:gd name="csY20" fmla="*/ 729733 h 7297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113184" h="729733">
                  <a:moveTo>
                    <a:pt x="113184" y="0"/>
                  </a:moveTo>
                  <a:cubicBezTo>
                    <a:pt x="110205" y="4964"/>
                    <a:pt x="106837" y="9715"/>
                    <a:pt x="104248" y="14893"/>
                  </a:cubicBezTo>
                  <a:cubicBezTo>
                    <a:pt x="101857" y="19675"/>
                    <a:pt x="100168" y="24779"/>
                    <a:pt x="98291" y="29785"/>
                  </a:cubicBezTo>
                  <a:cubicBezTo>
                    <a:pt x="97189" y="32725"/>
                    <a:pt x="97055" y="36109"/>
                    <a:pt x="95313" y="38721"/>
                  </a:cubicBezTo>
                  <a:cubicBezTo>
                    <a:pt x="92976" y="42226"/>
                    <a:pt x="89356" y="44678"/>
                    <a:pt x="86377" y="47656"/>
                  </a:cubicBezTo>
                  <a:cubicBezTo>
                    <a:pt x="82406" y="55599"/>
                    <a:pt x="78715" y="63688"/>
                    <a:pt x="74463" y="71484"/>
                  </a:cubicBezTo>
                  <a:cubicBezTo>
                    <a:pt x="72749" y="74627"/>
                    <a:pt x="70191" y="77261"/>
                    <a:pt x="68506" y="80420"/>
                  </a:cubicBezTo>
                  <a:cubicBezTo>
                    <a:pt x="62238" y="92173"/>
                    <a:pt x="56592" y="104248"/>
                    <a:pt x="50635" y="116162"/>
                  </a:cubicBezTo>
                  <a:lnTo>
                    <a:pt x="41700" y="134033"/>
                  </a:lnTo>
                  <a:cubicBezTo>
                    <a:pt x="39714" y="138004"/>
                    <a:pt x="36820" y="141639"/>
                    <a:pt x="35743" y="145947"/>
                  </a:cubicBezTo>
                  <a:cubicBezTo>
                    <a:pt x="26856" y="181496"/>
                    <a:pt x="31133" y="161694"/>
                    <a:pt x="23829" y="205517"/>
                  </a:cubicBezTo>
                  <a:lnTo>
                    <a:pt x="20850" y="223388"/>
                  </a:lnTo>
                  <a:cubicBezTo>
                    <a:pt x="19857" y="256151"/>
                    <a:pt x="19595" y="288945"/>
                    <a:pt x="17872" y="321678"/>
                  </a:cubicBezTo>
                  <a:cubicBezTo>
                    <a:pt x="17606" y="326734"/>
                    <a:pt x="15562" y="331553"/>
                    <a:pt x="14893" y="336571"/>
                  </a:cubicBezTo>
                  <a:cubicBezTo>
                    <a:pt x="13574" y="346461"/>
                    <a:pt x="13059" y="356444"/>
                    <a:pt x="11915" y="366356"/>
                  </a:cubicBezTo>
                  <a:cubicBezTo>
                    <a:pt x="7817" y="401871"/>
                    <a:pt x="7025" y="406543"/>
                    <a:pt x="2979" y="434861"/>
                  </a:cubicBezTo>
                  <a:cubicBezTo>
                    <a:pt x="1986" y="452732"/>
                    <a:pt x="1" y="470575"/>
                    <a:pt x="1" y="488474"/>
                  </a:cubicBezTo>
                  <a:cubicBezTo>
                    <a:pt x="1" y="664822"/>
                    <a:pt x="-284" y="559233"/>
                    <a:pt x="5958" y="640378"/>
                  </a:cubicBezTo>
                  <a:cubicBezTo>
                    <a:pt x="9674" y="688690"/>
                    <a:pt x="6182" y="674372"/>
                    <a:pt x="11915" y="705905"/>
                  </a:cubicBezTo>
                  <a:cubicBezTo>
                    <a:pt x="12821" y="710886"/>
                    <a:pt x="13665" y="715886"/>
                    <a:pt x="14893" y="720797"/>
                  </a:cubicBezTo>
                  <a:cubicBezTo>
                    <a:pt x="15655" y="723843"/>
                    <a:pt x="17872" y="729733"/>
                    <a:pt x="17872" y="729733"/>
                  </a:cubicBezTo>
                </a:path>
              </a:pathLst>
            </a:custGeom>
            <a:noFill/>
            <a:ln>
              <a:solidFill>
                <a:srgbClr val="0066FF"/>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4" name="TextBox 23">
              <a:extLst>
                <a:ext uri="{FF2B5EF4-FFF2-40B4-BE49-F238E27FC236}">
                  <a16:creationId xmlns:a16="http://schemas.microsoft.com/office/drawing/2014/main" id="{5DBA5B3A-409C-FEFA-A255-8182B07A7F78}"/>
                </a:ext>
              </a:extLst>
            </p:cNvPr>
            <p:cNvSpPr txBox="1"/>
            <p:nvPr/>
          </p:nvSpPr>
          <p:spPr>
            <a:xfrm>
              <a:off x="1922209" y="2918713"/>
              <a:ext cx="230876" cy="219881"/>
            </a:xfrm>
            <a:prstGeom prst="rect">
              <a:avLst/>
            </a:prstGeom>
            <a:noFill/>
            <a:ln>
              <a:noFill/>
            </a:ln>
          </p:spPr>
          <p:txBody>
            <a:bodyPr wrap="none" rtlCol="0">
              <a:spAutoFit/>
            </a:bodyPr>
            <a:lstStyle/>
            <a:p>
              <a:r>
                <a:rPr lang="en-US" sz="900" dirty="0"/>
                <a:t>9</a:t>
              </a:r>
            </a:p>
          </p:txBody>
        </p:sp>
        <p:sp>
          <p:nvSpPr>
            <p:cNvPr id="63" name="TextBox 62">
              <a:extLst>
                <a:ext uri="{FF2B5EF4-FFF2-40B4-BE49-F238E27FC236}">
                  <a16:creationId xmlns:a16="http://schemas.microsoft.com/office/drawing/2014/main" id="{5714E65C-23A0-4E2B-8923-896154BEA0F2}"/>
                </a:ext>
              </a:extLst>
            </p:cNvPr>
            <p:cNvSpPr txBox="1"/>
            <p:nvPr/>
          </p:nvSpPr>
          <p:spPr>
            <a:xfrm>
              <a:off x="1896313" y="3535137"/>
              <a:ext cx="264469" cy="219881"/>
            </a:xfrm>
            <a:prstGeom prst="rect">
              <a:avLst/>
            </a:prstGeom>
            <a:noFill/>
            <a:ln>
              <a:noFill/>
            </a:ln>
          </p:spPr>
          <p:txBody>
            <a:bodyPr wrap="none" rtlCol="0">
              <a:spAutoFit/>
            </a:bodyPr>
            <a:lstStyle/>
            <a:p>
              <a:r>
                <a:rPr lang="en-US" sz="900" dirty="0"/>
                <a:t>-2</a:t>
              </a:r>
            </a:p>
          </p:txBody>
        </p:sp>
        <p:sp>
          <p:nvSpPr>
            <p:cNvPr id="18" name="TextBox 17">
              <a:extLst>
                <a:ext uri="{FF2B5EF4-FFF2-40B4-BE49-F238E27FC236}">
                  <a16:creationId xmlns:a16="http://schemas.microsoft.com/office/drawing/2014/main" id="{400ACE93-BC3A-0A6E-2CCD-D2D61D2EFC23}"/>
                </a:ext>
              </a:extLst>
            </p:cNvPr>
            <p:cNvSpPr txBox="1"/>
            <p:nvPr/>
          </p:nvSpPr>
          <p:spPr>
            <a:xfrm>
              <a:off x="1897325" y="2519212"/>
              <a:ext cx="1399742" cy="230832"/>
            </a:xfrm>
            <a:prstGeom prst="rect">
              <a:avLst/>
            </a:prstGeom>
            <a:noFill/>
            <a:ln>
              <a:noFill/>
            </a:ln>
          </p:spPr>
          <p:txBody>
            <a:bodyPr wrap="none" rtlCol="0">
              <a:spAutoFit/>
            </a:bodyPr>
            <a:lstStyle/>
            <a:p>
              <a:r>
                <a:rPr lang="en-US" sz="900" dirty="0"/>
                <a:t>10s Complement:  (9-2)+1</a:t>
              </a:r>
            </a:p>
          </p:txBody>
        </p:sp>
        <p:cxnSp>
          <p:nvCxnSpPr>
            <p:cNvPr id="133" name="Straight Arrow Connector 132">
              <a:extLst>
                <a:ext uri="{FF2B5EF4-FFF2-40B4-BE49-F238E27FC236}">
                  <a16:creationId xmlns:a16="http://schemas.microsoft.com/office/drawing/2014/main" id="{87EE2F28-00CB-0DCA-65A1-3E19081CC833}"/>
                </a:ext>
              </a:extLst>
            </p:cNvPr>
            <p:cNvCxnSpPr>
              <a:cxnSpLocks/>
            </p:cNvCxnSpPr>
            <p:nvPr/>
          </p:nvCxnSpPr>
          <p:spPr>
            <a:xfrm>
              <a:off x="2127146" y="3322295"/>
              <a:ext cx="332276"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34" name="Freeform: Shape 133">
              <a:extLst>
                <a:ext uri="{FF2B5EF4-FFF2-40B4-BE49-F238E27FC236}">
                  <a16:creationId xmlns:a16="http://schemas.microsoft.com/office/drawing/2014/main" id="{3B7944C8-D58D-65CD-F732-606A91DFEA33}"/>
                </a:ext>
              </a:extLst>
            </p:cNvPr>
            <p:cNvSpPr/>
            <p:nvPr/>
          </p:nvSpPr>
          <p:spPr>
            <a:xfrm>
              <a:off x="2181997" y="3318510"/>
              <a:ext cx="20183" cy="316230"/>
            </a:xfrm>
            <a:custGeom>
              <a:avLst/>
              <a:gdLst>
                <a:gd name="csX0" fmla="*/ 20183 w 20183"/>
                <a:gd name="csY0" fmla="*/ 316230 h 316230"/>
                <a:gd name="csX1" fmla="*/ 12563 w 20183"/>
                <a:gd name="csY1" fmla="*/ 247650 h 316230"/>
                <a:gd name="csX2" fmla="*/ 8753 w 20183"/>
                <a:gd name="csY2" fmla="*/ 236220 h 316230"/>
                <a:gd name="csX3" fmla="*/ 4943 w 20183"/>
                <a:gd name="csY3" fmla="*/ 220980 h 316230"/>
                <a:gd name="csX4" fmla="*/ 4943 w 20183"/>
                <a:gd name="csY4" fmla="*/ 0 h 316230"/>
              </a:gdLst>
              <a:ahLst/>
              <a:cxnLst>
                <a:cxn ang="0">
                  <a:pos x="csX0" y="csY0"/>
                </a:cxn>
                <a:cxn ang="0">
                  <a:pos x="csX1" y="csY1"/>
                </a:cxn>
                <a:cxn ang="0">
                  <a:pos x="csX2" y="csY2"/>
                </a:cxn>
                <a:cxn ang="0">
                  <a:pos x="csX3" y="csY3"/>
                </a:cxn>
                <a:cxn ang="0">
                  <a:pos x="csX4" y="csY4"/>
                </a:cxn>
              </a:cxnLst>
              <a:rect l="l" t="t" r="r" b="b"/>
              <a:pathLst>
                <a:path w="20183" h="316230">
                  <a:moveTo>
                    <a:pt x="20183" y="316230"/>
                  </a:moveTo>
                  <a:cubicBezTo>
                    <a:pt x="10318" y="266907"/>
                    <a:pt x="24047" y="339526"/>
                    <a:pt x="12563" y="247650"/>
                  </a:cubicBezTo>
                  <a:cubicBezTo>
                    <a:pt x="12065" y="243665"/>
                    <a:pt x="9856" y="240082"/>
                    <a:pt x="8753" y="236220"/>
                  </a:cubicBezTo>
                  <a:cubicBezTo>
                    <a:pt x="7314" y="231185"/>
                    <a:pt x="6213" y="226060"/>
                    <a:pt x="4943" y="220980"/>
                  </a:cubicBezTo>
                  <a:cubicBezTo>
                    <a:pt x="801" y="30431"/>
                    <a:pt x="-3720" y="103952"/>
                    <a:pt x="4943" y="0"/>
                  </a:cubicBezTo>
                </a:path>
              </a:pathLst>
            </a:custGeom>
            <a:noFill/>
            <a:ln>
              <a:solidFill>
                <a:srgbClr val="0066FF"/>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TextBox 134">
              <a:extLst>
                <a:ext uri="{FF2B5EF4-FFF2-40B4-BE49-F238E27FC236}">
                  <a16:creationId xmlns:a16="http://schemas.microsoft.com/office/drawing/2014/main" id="{6A7AD435-8184-694D-D36E-2D9C06CF43D8}"/>
                </a:ext>
              </a:extLst>
            </p:cNvPr>
            <p:cNvSpPr txBox="1"/>
            <p:nvPr/>
          </p:nvSpPr>
          <p:spPr>
            <a:xfrm>
              <a:off x="1874040" y="3195399"/>
              <a:ext cx="314510" cy="246221"/>
            </a:xfrm>
            <a:prstGeom prst="rect">
              <a:avLst/>
            </a:prstGeom>
            <a:noFill/>
            <a:ln>
              <a:noFill/>
            </a:ln>
          </p:spPr>
          <p:txBody>
            <a:bodyPr wrap="none" rtlCol="0">
              <a:spAutoFit/>
            </a:bodyPr>
            <a:lstStyle/>
            <a:p>
              <a:r>
                <a:rPr lang="en-US" sz="1000" dirty="0"/>
                <a:t>+1</a:t>
              </a:r>
            </a:p>
          </p:txBody>
        </p:sp>
      </p:grpSp>
      <p:grpSp>
        <p:nvGrpSpPr>
          <p:cNvPr id="223" name="Group 222">
            <a:extLst>
              <a:ext uri="{FF2B5EF4-FFF2-40B4-BE49-F238E27FC236}">
                <a16:creationId xmlns:a16="http://schemas.microsoft.com/office/drawing/2014/main" id="{9E8975EC-6113-B3AC-28A3-EBF3C6F0B16A}"/>
              </a:ext>
            </a:extLst>
          </p:cNvPr>
          <p:cNvGrpSpPr/>
          <p:nvPr/>
        </p:nvGrpSpPr>
        <p:grpSpPr>
          <a:xfrm>
            <a:off x="5168539" y="1009904"/>
            <a:ext cx="1540806" cy="2751073"/>
            <a:chOff x="3476103" y="2381510"/>
            <a:chExt cx="1540806" cy="2751073"/>
          </a:xfrm>
        </p:grpSpPr>
        <p:grpSp>
          <p:nvGrpSpPr>
            <p:cNvPr id="265" name="Group 264">
              <a:extLst>
                <a:ext uri="{FF2B5EF4-FFF2-40B4-BE49-F238E27FC236}">
                  <a16:creationId xmlns:a16="http://schemas.microsoft.com/office/drawing/2014/main" id="{1CCA19DC-AFBB-4EAC-157D-007003EB9D72}"/>
                </a:ext>
              </a:extLst>
            </p:cNvPr>
            <p:cNvGrpSpPr/>
            <p:nvPr/>
          </p:nvGrpSpPr>
          <p:grpSpPr>
            <a:xfrm>
              <a:off x="3979225" y="2821380"/>
              <a:ext cx="600167" cy="2311203"/>
              <a:chOff x="5526843" y="1731816"/>
              <a:chExt cx="712033" cy="2741990"/>
            </a:xfrm>
          </p:grpSpPr>
          <p:sp>
            <p:nvSpPr>
              <p:cNvPr id="274" name="Cylinder 273">
                <a:extLst>
                  <a:ext uri="{FF2B5EF4-FFF2-40B4-BE49-F238E27FC236}">
                    <a16:creationId xmlns:a16="http://schemas.microsoft.com/office/drawing/2014/main" id="{C3766215-7D12-DA01-99A5-CC3C6952EA71}"/>
                  </a:ext>
                </a:extLst>
              </p:cNvPr>
              <p:cNvSpPr/>
              <p:nvPr/>
            </p:nvSpPr>
            <p:spPr>
              <a:xfrm rot="16200000">
                <a:off x="4545850" y="2718260"/>
                <a:ext cx="2679469" cy="706582"/>
              </a:xfrm>
              <a:prstGeom prst="can">
                <a:avLst>
                  <a:gd name="adj" fmla="val 500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p>
            </p:txBody>
          </p:sp>
          <p:sp>
            <p:nvSpPr>
              <p:cNvPr id="275" name="TextBox 274">
                <a:extLst>
                  <a:ext uri="{FF2B5EF4-FFF2-40B4-BE49-F238E27FC236}">
                    <a16:creationId xmlns:a16="http://schemas.microsoft.com/office/drawing/2014/main" id="{943CFBBC-8DB6-FA75-2B71-C7EC6FD1C5C6}"/>
                  </a:ext>
                </a:extLst>
              </p:cNvPr>
              <p:cNvSpPr txBox="1"/>
              <p:nvPr/>
            </p:nvSpPr>
            <p:spPr>
              <a:xfrm flipH="1">
                <a:off x="5836978" y="1774906"/>
                <a:ext cx="273909" cy="260866"/>
              </a:xfrm>
              <a:prstGeom prst="rect">
                <a:avLst/>
              </a:prstGeom>
              <a:noFill/>
              <a:ln>
                <a:noFill/>
              </a:ln>
            </p:spPr>
            <p:txBody>
              <a:bodyPr wrap="none" rtlCol="0">
                <a:spAutoFit/>
              </a:bodyPr>
              <a:lstStyle/>
              <a:p>
                <a:r>
                  <a:rPr lang="en-US" sz="900" dirty="0"/>
                  <a:t>0</a:t>
                </a:r>
              </a:p>
            </p:txBody>
          </p:sp>
          <p:sp>
            <p:nvSpPr>
              <p:cNvPr id="276" name="TextBox 275">
                <a:extLst>
                  <a:ext uri="{FF2B5EF4-FFF2-40B4-BE49-F238E27FC236}">
                    <a16:creationId xmlns:a16="http://schemas.microsoft.com/office/drawing/2014/main" id="{07A913AB-B3D4-2154-BFEC-35B863A64990}"/>
                  </a:ext>
                </a:extLst>
              </p:cNvPr>
              <p:cNvSpPr txBox="1"/>
              <p:nvPr/>
            </p:nvSpPr>
            <p:spPr>
              <a:xfrm flipH="1">
                <a:off x="5895858" y="2079831"/>
                <a:ext cx="273909" cy="260866"/>
              </a:xfrm>
              <a:prstGeom prst="rect">
                <a:avLst/>
              </a:prstGeom>
              <a:noFill/>
              <a:ln>
                <a:noFill/>
              </a:ln>
            </p:spPr>
            <p:txBody>
              <a:bodyPr wrap="none" rtlCol="0">
                <a:spAutoFit/>
              </a:bodyPr>
              <a:lstStyle/>
              <a:p>
                <a:r>
                  <a:rPr lang="en-US" sz="900" dirty="0"/>
                  <a:t>1</a:t>
                </a:r>
              </a:p>
            </p:txBody>
          </p:sp>
          <p:sp>
            <p:nvSpPr>
              <p:cNvPr id="277" name="TextBox 276">
                <a:extLst>
                  <a:ext uri="{FF2B5EF4-FFF2-40B4-BE49-F238E27FC236}">
                    <a16:creationId xmlns:a16="http://schemas.microsoft.com/office/drawing/2014/main" id="{9DBF4420-B52A-901B-0449-94DC238B8C5E}"/>
                  </a:ext>
                </a:extLst>
              </p:cNvPr>
              <p:cNvSpPr txBox="1"/>
              <p:nvPr/>
            </p:nvSpPr>
            <p:spPr>
              <a:xfrm flipH="1">
                <a:off x="5926084" y="2448634"/>
                <a:ext cx="273909" cy="260866"/>
              </a:xfrm>
              <a:prstGeom prst="rect">
                <a:avLst/>
              </a:prstGeom>
              <a:noFill/>
              <a:ln>
                <a:noFill/>
              </a:ln>
            </p:spPr>
            <p:txBody>
              <a:bodyPr wrap="none" rtlCol="0">
                <a:spAutoFit/>
              </a:bodyPr>
              <a:lstStyle/>
              <a:p>
                <a:r>
                  <a:rPr lang="en-US" sz="900" dirty="0"/>
                  <a:t>2</a:t>
                </a:r>
              </a:p>
            </p:txBody>
          </p:sp>
          <p:sp>
            <p:nvSpPr>
              <p:cNvPr id="278" name="TextBox 277">
                <a:extLst>
                  <a:ext uri="{FF2B5EF4-FFF2-40B4-BE49-F238E27FC236}">
                    <a16:creationId xmlns:a16="http://schemas.microsoft.com/office/drawing/2014/main" id="{204B5F97-E726-C36B-BEE7-5C5A18C66F90}"/>
                  </a:ext>
                </a:extLst>
              </p:cNvPr>
              <p:cNvSpPr txBox="1"/>
              <p:nvPr/>
            </p:nvSpPr>
            <p:spPr>
              <a:xfrm flipH="1">
                <a:off x="5927547" y="2813372"/>
                <a:ext cx="273909" cy="260866"/>
              </a:xfrm>
              <a:prstGeom prst="rect">
                <a:avLst/>
              </a:prstGeom>
              <a:noFill/>
              <a:ln>
                <a:noFill/>
              </a:ln>
            </p:spPr>
            <p:txBody>
              <a:bodyPr wrap="none" rtlCol="0">
                <a:spAutoFit/>
              </a:bodyPr>
              <a:lstStyle/>
              <a:p>
                <a:r>
                  <a:rPr lang="en-US" sz="900" dirty="0"/>
                  <a:t>3</a:t>
                </a:r>
              </a:p>
            </p:txBody>
          </p:sp>
          <p:sp>
            <p:nvSpPr>
              <p:cNvPr id="279" name="TextBox 278">
                <a:extLst>
                  <a:ext uri="{FF2B5EF4-FFF2-40B4-BE49-F238E27FC236}">
                    <a16:creationId xmlns:a16="http://schemas.microsoft.com/office/drawing/2014/main" id="{7DBE82C1-08FE-34C9-9EEE-E4AF99BEC660}"/>
                  </a:ext>
                </a:extLst>
              </p:cNvPr>
              <p:cNvSpPr txBox="1"/>
              <p:nvPr/>
            </p:nvSpPr>
            <p:spPr>
              <a:xfrm flipH="1">
                <a:off x="5929284" y="3150255"/>
                <a:ext cx="273909" cy="260866"/>
              </a:xfrm>
              <a:prstGeom prst="rect">
                <a:avLst/>
              </a:prstGeom>
              <a:noFill/>
              <a:ln>
                <a:noFill/>
              </a:ln>
            </p:spPr>
            <p:txBody>
              <a:bodyPr wrap="none" rtlCol="0">
                <a:spAutoFit/>
              </a:bodyPr>
              <a:lstStyle/>
              <a:p>
                <a:r>
                  <a:rPr lang="en-US" sz="900" dirty="0"/>
                  <a:t>4</a:t>
                </a:r>
              </a:p>
            </p:txBody>
          </p:sp>
          <p:sp>
            <p:nvSpPr>
              <p:cNvPr id="280" name="TextBox 279">
                <a:extLst>
                  <a:ext uri="{FF2B5EF4-FFF2-40B4-BE49-F238E27FC236}">
                    <a16:creationId xmlns:a16="http://schemas.microsoft.com/office/drawing/2014/main" id="{946ACCB5-7683-5B82-5799-25B114353D4A}"/>
                  </a:ext>
                </a:extLst>
              </p:cNvPr>
              <p:cNvSpPr txBox="1"/>
              <p:nvPr/>
            </p:nvSpPr>
            <p:spPr>
              <a:xfrm flipH="1">
                <a:off x="5910429" y="3512266"/>
                <a:ext cx="273909" cy="260866"/>
              </a:xfrm>
              <a:prstGeom prst="rect">
                <a:avLst/>
              </a:prstGeom>
              <a:noFill/>
              <a:ln>
                <a:noFill/>
              </a:ln>
            </p:spPr>
            <p:txBody>
              <a:bodyPr wrap="none" rtlCol="0">
                <a:spAutoFit/>
              </a:bodyPr>
              <a:lstStyle/>
              <a:p>
                <a:r>
                  <a:rPr lang="en-US" sz="900" dirty="0"/>
                  <a:t>5</a:t>
                </a:r>
              </a:p>
            </p:txBody>
          </p:sp>
          <p:sp>
            <p:nvSpPr>
              <p:cNvPr id="281" name="TextBox 280">
                <a:extLst>
                  <a:ext uri="{FF2B5EF4-FFF2-40B4-BE49-F238E27FC236}">
                    <a16:creationId xmlns:a16="http://schemas.microsoft.com/office/drawing/2014/main" id="{E7ADEE85-2436-BF75-0432-AB1C19651663}"/>
                  </a:ext>
                </a:extLst>
              </p:cNvPr>
              <p:cNvSpPr txBox="1"/>
              <p:nvPr/>
            </p:nvSpPr>
            <p:spPr>
              <a:xfrm flipH="1">
                <a:off x="5887870" y="3890034"/>
                <a:ext cx="273909" cy="260866"/>
              </a:xfrm>
              <a:prstGeom prst="rect">
                <a:avLst/>
              </a:prstGeom>
              <a:noFill/>
              <a:ln>
                <a:noFill/>
              </a:ln>
            </p:spPr>
            <p:txBody>
              <a:bodyPr wrap="none" rtlCol="0">
                <a:spAutoFit/>
              </a:bodyPr>
              <a:lstStyle/>
              <a:p>
                <a:r>
                  <a:rPr lang="en-US" sz="900" dirty="0"/>
                  <a:t>6</a:t>
                </a:r>
              </a:p>
            </p:txBody>
          </p:sp>
          <p:sp>
            <p:nvSpPr>
              <p:cNvPr id="282" name="TextBox 281">
                <a:extLst>
                  <a:ext uri="{FF2B5EF4-FFF2-40B4-BE49-F238E27FC236}">
                    <a16:creationId xmlns:a16="http://schemas.microsoft.com/office/drawing/2014/main" id="{33185CA0-A354-C5AF-D1EE-A4B141BC40E8}"/>
                  </a:ext>
                </a:extLst>
              </p:cNvPr>
              <p:cNvSpPr txBox="1"/>
              <p:nvPr/>
            </p:nvSpPr>
            <p:spPr>
              <a:xfrm flipH="1">
                <a:off x="5832452" y="4212940"/>
                <a:ext cx="273909" cy="260866"/>
              </a:xfrm>
              <a:prstGeom prst="rect">
                <a:avLst/>
              </a:prstGeom>
              <a:noFill/>
              <a:ln>
                <a:noFill/>
              </a:ln>
            </p:spPr>
            <p:txBody>
              <a:bodyPr wrap="none" rtlCol="0">
                <a:spAutoFit/>
              </a:bodyPr>
              <a:lstStyle/>
              <a:p>
                <a:r>
                  <a:rPr lang="en-US" sz="900" dirty="0"/>
                  <a:t>7</a:t>
                </a:r>
              </a:p>
            </p:txBody>
          </p:sp>
          <p:sp>
            <p:nvSpPr>
              <p:cNvPr id="283" name="TextBox 282">
                <a:extLst>
                  <a:ext uri="{FF2B5EF4-FFF2-40B4-BE49-F238E27FC236}">
                    <a16:creationId xmlns:a16="http://schemas.microsoft.com/office/drawing/2014/main" id="{66B3A645-1C9F-ED40-9C14-91C23CEEE151}"/>
                  </a:ext>
                </a:extLst>
              </p:cNvPr>
              <p:cNvSpPr txBox="1"/>
              <p:nvPr/>
            </p:nvSpPr>
            <p:spPr>
              <a:xfrm flipH="1">
                <a:off x="5630057" y="4047369"/>
                <a:ext cx="273909" cy="260866"/>
              </a:xfrm>
              <a:prstGeom prst="rect">
                <a:avLst/>
              </a:prstGeom>
              <a:noFill/>
              <a:ln>
                <a:noFill/>
              </a:ln>
            </p:spPr>
            <p:txBody>
              <a:bodyPr wrap="none" rtlCol="0">
                <a:spAutoFit/>
              </a:bodyPr>
              <a:lstStyle/>
              <a:p>
                <a:r>
                  <a:rPr lang="en-US" sz="900" dirty="0"/>
                  <a:t>8</a:t>
                </a:r>
              </a:p>
            </p:txBody>
          </p:sp>
          <p:sp>
            <p:nvSpPr>
              <p:cNvPr id="284" name="TextBox 283">
                <a:extLst>
                  <a:ext uri="{FF2B5EF4-FFF2-40B4-BE49-F238E27FC236}">
                    <a16:creationId xmlns:a16="http://schemas.microsoft.com/office/drawing/2014/main" id="{84879947-9DB1-87CC-3C90-C7442A74FDB7}"/>
                  </a:ext>
                </a:extLst>
              </p:cNvPr>
              <p:cNvSpPr txBox="1"/>
              <p:nvPr/>
            </p:nvSpPr>
            <p:spPr>
              <a:xfrm flipH="1">
                <a:off x="5651026" y="3735144"/>
                <a:ext cx="273909" cy="260866"/>
              </a:xfrm>
              <a:prstGeom prst="rect">
                <a:avLst/>
              </a:prstGeom>
              <a:noFill/>
              <a:ln>
                <a:noFill/>
              </a:ln>
            </p:spPr>
            <p:txBody>
              <a:bodyPr wrap="none" rtlCol="0">
                <a:spAutoFit/>
              </a:bodyPr>
              <a:lstStyle/>
              <a:p>
                <a:r>
                  <a:rPr lang="en-US" sz="900" dirty="0"/>
                  <a:t>9</a:t>
                </a:r>
              </a:p>
            </p:txBody>
          </p:sp>
          <p:sp>
            <p:nvSpPr>
              <p:cNvPr id="285" name="TextBox 284">
                <a:extLst>
                  <a:ext uri="{FF2B5EF4-FFF2-40B4-BE49-F238E27FC236}">
                    <a16:creationId xmlns:a16="http://schemas.microsoft.com/office/drawing/2014/main" id="{F2830634-FEA3-8F37-D2A7-A73B13ACD4E7}"/>
                  </a:ext>
                </a:extLst>
              </p:cNvPr>
              <p:cNvSpPr txBox="1"/>
              <p:nvPr/>
            </p:nvSpPr>
            <p:spPr>
              <a:xfrm flipH="1">
                <a:off x="5618129" y="3381962"/>
                <a:ext cx="284779" cy="260866"/>
              </a:xfrm>
              <a:prstGeom prst="rect">
                <a:avLst/>
              </a:prstGeom>
              <a:noFill/>
              <a:ln>
                <a:noFill/>
              </a:ln>
            </p:spPr>
            <p:txBody>
              <a:bodyPr wrap="none" rtlCol="0">
                <a:spAutoFit/>
              </a:bodyPr>
              <a:lstStyle/>
              <a:p>
                <a:r>
                  <a:rPr lang="en-US" sz="900" dirty="0"/>
                  <a:t>A</a:t>
                </a:r>
              </a:p>
            </p:txBody>
          </p:sp>
          <p:sp>
            <p:nvSpPr>
              <p:cNvPr id="286" name="TextBox 285">
                <a:extLst>
                  <a:ext uri="{FF2B5EF4-FFF2-40B4-BE49-F238E27FC236}">
                    <a16:creationId xmlns:a16="http://schemas.microsoft.com/office/drawing/2014/main" id="{031D0487-1427-72D2-3B2F-1A481DD31D36}"/>
                  </a:ext>
                </a:extLst>
              </p:cNvPr>
              <p:cNvSpPr txBox="1"/>
              <p:nvPr/>
            </p:nvSpPr>
            <p:spPr>
              <a:xfrm flipH="1">
                <a:off x="5590568" y="3076540"/>
                <a:ext cx="279345" cy="260866"/>
              </a:xfrm>
              <a:prstGeom prst="rect">
                <a:avLst/>
              </a:prstGeom>
              <a:noFill/>
              <a:ln>
                <a:noFill/>
              </a:ln>
            </p:spPr>
            <p:txBody>
              <a:bodyPr wrap="none" rtlCol="0">
                <a:spAutoFit/>
              </a:bodyPr>
              <a:lstStyle/>
              <a:p>
                <a:r>
                  <a:rPr lang="en-US" sz="900" dirty="0"/>
                  <a:t>B</a:t>
                </a:r>
              </a:p>
            </p:txBody>
          </p:sp>
          <p:sp>
            <p:nvSpPr>
              <p:cNvPr id="287" name="TextBox 286">
                <a:extLst>
                  <a:ext uri="{FF2B5EF4-FFF2-40B4-BE49-F238E27FC236}">
                    <a16:creationId xmlns:a16="http://schemas.microsoft.com/office/drawing/2014/main" id="{1E26C75D-7223-004B-98CA-34F219518D92}"/>
                  </a:ext>
                </a:extLst>
              </p:cNvPr>
              <p:cNvSpPr txBox="1"/>
              <p:nvPr/>
            </p:nvSpPr>
            <p:spPr>
              <a:xfrm flipH="1">
                <a:off x="5607446" y="2742301"/>
                <a:ext cx="277533" cy="260866"/>
              </a:xfrm>
              <a:prstGeom prst="rect">
                <a:avLst/>
              </a:prstGeom>
              <a:noFill/>
              <a:ln>
                <a:noFill/>
              </a:ln>
            </p:spPr>
            <p:txBody>
              <a:bodyPr wrap="none" rtlCol="0">
                <a:spAutoFit/>
              </a:bodyPr>
              <a:lstStyle/>
              <a:p>
                <a:r>
                  <a:rPr lang="en-US" sz="900" dirty="0"/>
                  <a:t>C</a:t>
                </a:r>
              </a:p>
            </p:txBody>
          </p:sp>
          <p:sp>
            <p:nvSpPr>
              <p:cNvPr id="288" name="TextBox 287">
                <a:extLst>
                  <a:ext uri="{FF2B5EF4-FFF2-40B4-BE49-F238E27FC236}">
                    <a16:creationId xmlns:a16="http://schemas.microsoft.com/office/drawing/2014/main" id="{9F7A70DF-B078-33DE-B1D0-9F7D25221C02}"/>
                  </a:ext>
                </a:extLst>
              </p:cNvPr>
              <p:cNvSpPr txBox="1"/>
              <p:nvPr/>
            </p:nvSpPr>
            <p:spPr>
              <a:xfrm flipH="1">
                <a:off x="5616972" y="2408243"/>
                <a:ext cx="288402" cy="260866"/>
              </a:xfrm>
              <a:prstGeom prst="rect">
                <a:avLst/>
              </a:prstGeom>
              <a:noFill/>
              <a:ln>
                <a:noFill/>
              </a:ln>
            </p:spPr>
            <p:txBody>
              <a:bodyPr wrap="none" rtlCol="0">
                <a:spAutoFit/>
              </a:bodyPr>
              <a:lstStyle/>
              <a:p>
                <a:r>
                  <a:rPr lang="en-US" sz="900" dirty="0"/>
                  <a:t>D</a:t>
                </a:r>
              </a:p>
            </p:txBody>
          </p:sp>
          <p:sp>
            <p:nvSpPr>
              <p:cNvPr id="289" name="TextBox 288">
                <a:extLst>
                  <a:ext uri="{FF2B5EF4-FFF2-40B4-BE49-F238E27FC236}">
                    <a16:creationId xmlns:a16="http://schemas.microsoft.com/office/drawing/2014/main" id="{DF05E1A1-E2E0-47D6-9CDD-860C1EB56FAC}"/>
                  </a:ext>
                </a:extLst>
              </p:cNvPr>
              <p:cNvSpPr txBox="1"/>
              <p:nvPr/>
            </p:nvSpPr>
            <p:spPr>
              <a:xfrm flipH="1">
                <a:off x="5627581" y="2061088"/>
                <a:ext cx="272099" cy="260866"/>
              </a:xfrm>
              <a:prstGeom prst="rect">
                <a:avLst/>
              </a:prstGeom>
              <a:noFill/>
              <a:ln>
                <a:noFill/>
              </a:ln>
            </p:spPr>
            <p:txBody>
              <a:bodyPr wrap="none" rtlCol="0">
                <a:spAutoFit/>
              </a:bodyPr>
              <a:lstStyle/>
              <a:p>
                <a:r>
                  <a:rPr lang="en-US" sz="900" dirty="0"/>
                  <a:t>E</a:t>
                </a:r>
              </a:p>
            </p:txBody>
          </p:sp>
          <p:sp>
            <p:nvSpPr>
              <p:cNvPr id="290" name="TextBox 289">
                <a:extLst>
                  <a:ext uri="{FF2B5EF4-FFF2-40B4-BE49-F238E27FC236}">
                    <a16:creationId xmlns:a16="http://schemas.microsoft.com/office/drawing/2014/main" id="{BC11DFCA-2B90-E9B3-A3DE-98AFC3A782E2}"/>
                  </a:ext>
                </a:extLst>
              </p:cNvPr>
              <p:cNvSpPr txBox="1"/>
              <p:nvPr/>
            </p:nvSpPr>
            <p:spPr>
              <a:xfrm flipH="1">
                <a:off x="5616642" y="1752934"/>
                <a:ext cx="268476" cy="260866"/>
              </a:xfrm>
              <a:prstGeom prst="rect">
                <a:avLst/>
              </a:prstGeom>
              <a:noFill/>
              <a:ln>
                <a:noFill/>
              </a:ln>
            </p:spPr>
            <p:txBody>
              <a:bodyPr wrap="none" rtlCol="0">
                <a:spAutoFit/>
              </a:bodyPr>
              <a:lstStyle/>
              <a:p>
                <a:r>
                  <a:rPr lang="en-US" sz="900" dirty="0"/>
                  <a:t>F</a:t>
                </a:r>
              </a:p>
            </p:txBody>
          </p:sp>
          <p:cxnSp>
            <p:nvCxnSpPr>
              <p:cNvPr id="291" name="Straight Connector 290">
                <a:extLst>
                  <a:ext uri="{FF2B5EF4-FFF2-40B4-BE49-F238E27FC236}">
                    <a16:creationId xmlns:a16="http://schemas.microsoft.com/office/drawing/2014/main" id="{24D3A3AC-F0CF-A8F7-5486-132190BDB205}"/>
                  </a:ext>
                </a:extLst>
              </p:cNvPr>
              <p:cNvCxnSpPr/>
              <p:nvPr/>
            </p:nvCxnSpPr>
            <p:spPr>
              <a:xfrm>
                <a:off x="5885584" y="2745370"/>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2" name="Straight Connector 291">
                <a:extLst>
                  <a:ext uri="{FF2B5EF4-FFF2-40B4-BE49-F238E27FC236}">
                    <a16:creationId xmlns:a16="http://schemas.microsoft.com/office/drawing/2014/main" id="{3C751956-5C99-6E7B-6C0C-DB8E899AFB0A}"/>
                  </a:ext>
                </a:extLst>
              </p:cNvPr>
              <p:cNvCxnSpPr/>
              <p:nvPr/>
            </p:nvCxnSpPr>
            <p:spPr>
              <a:xfrm>
                <a:off x="5857080" y="2376691"/>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01ADE699-560D-CA3F-3C58-37374A36D7DF}"/>
                  </a:ext>
                </a:extLst>
              </p:cNvPr>
              <p:cNvCxnSpPr/>
              <p:nvPr/>
            </p:nvCxnSpPr>
            <p:spPr>
              <a:xfrm>
                <a:off x="5823736" y="2014422"/>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CB4EF05E-1B32-7C38-C519-B2BC09C20B7A}"/>
                  </a:ext>
                </a:extLst>
              </p:cNvPr>
              <p:cNvCxnSpPr/>
              <p:nvPr/>
            </p:nvCxnSpPr>
            <p:spPr>
              <a:xfrm>
                <a:off x="5885584" y="3105361"/>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72A3E3B3-D700-770B-7AC9-8D77015996DA}"/>
                  </a:ext>
                </a:extLst>
              </p:cNvPr>
              <p:cNvCxnSpPr/>
              <p:nvPr/>
            </p:nvCxnSpPr>
            <p:spPr>
              <a:xfrm>
                <a:off x="5885584" y="3446724"/>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4B6FC302-65ED-92B8-142F-A62E553BE6C5}"/>
                  </a:ext>
                </a:extLst>
              </p:cNvPr>
              <p:cNvCxnSpPr/>
              <p:nvPr/>
            </p:nvCxnSpPr>
            <p:spPr>
              <a:xfrm>
                <a:off x="5851766" y="3806363"/>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BA2B0514-1066-0451-28D3-4F32416BF462}"/>
                  </a:ext>
                </a:extLst>
              </p:cNvPr>
              <p:cNvCxnSpPr/>
              <p:nvPr/>
            </p:nvCxnSpPr>
            <p:spPr>
              <a:xfrm>
                <a:off x="5810479" y="4165065"/>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DB1EB352-A24C-2434-D9C5-C69E187E1E09}"/>
                  </a:ext>
                </a:extLst>
              </p:cNvPr>
              <p:cNvCxnSpPr>
                <a:cxnSpLocks/>
              </p:cNvCxnSpPr>
              <p:nvPr/>
            </p:nvCxnSpPr>
            <p:spPr>
              <a:xfrm>
                <a:off x="5578048" y="4013145"/>
                <a:ext cx="26686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572EB3D5-90E0-0198-4D1E-0C1CD8766605}"/>
                  </a:ext>
                </a:extLst>
              </p:cNvPr>
              <p:cNvCxnSpPr>
                <a:cxnSpLocks/>
              </p:cNvCxnSpPr>
              <p:nvPr/>
            </p:nvCxnSpPr>
            <p:spPr>
              <a:xfrm>
                <a:off x="5560867" y="3692945"/>
                <a:ext cx="31042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0" name="Straight Connector 299">
                <a:extLst>
                  <a:ext uri="{FF2B5EF4-FFF2-40B4-BE49-F238E27FC236}">
                    <a16:creationId xmlns:a16="http://schemas.microsoft.com/office/drawing/2014/main" id="{C5FABAB9-C96D-C92C-C2B7-C03A85A331BD}"/>
                  </a:ext>
                </a:extLst>
              </p:cNvPr>
              <p:cNvCxnSpPr/>
              <p:nvPr/>
            </p:nvCxnSpPr>
            <p:spPr>
              <a:xfrm>
                <a:off x="5526843" y="3354590"/>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1" name="Straight Connector 300">
                <a:extLst>
                  <a:ext uri="{FF2B5EF4-FFF2-40B4-BE49-F238E27FC236}">
                    <a16:creationId xmlns:a16="http://schemas.microsoft.com/office/drawing/2014/main" id="{78EBD0D5-4082-7616-35F6-6D446D5F64FC}"/>
                  </a:ext>
                </a:extLst>
              </p:cNvPr>
              <p:cNvCxnSpPr/>
              <p:nvPr/>
            </p:nvCxnSpPr>
            <p:spPr>
              <a:xfrm>
                <a:off x="5534578" y="3019123"/>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2" name="Straight Connector 301">
                <a:extLst>
                  <a:ext uri="{FF2B5EF4-FFF2-40B4-BE49-F238E27FC236}">
                    <a16:creationId xmlns:a16="http://schemas.microsoft.com/office/drawing/2014/main" id="{F7790111-504E-7E88-4F96-8577C2824188}"/>
                  </a:ext>
                </a:extLst>
              </p:cNvPr>
              <p:cNvCxnSpPr/>
              <p:nvPr/>
            </p:nvCxnSpPr>
            <p:spPr>
              <a:xfrm>
                <a:off x="5526843" y="2692978"/>
                <a:ext cx="35329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3" name="Straight Connector 302">
                <a:extLst>
                  <a:ext uri="{FF2B5EF4-FFF2-40B4-BE49-F238E27FC236}">
                    <a16:creationId xmlns:a16="http://schemas.microsoft.com/office/drawing/2014/main" id="{28EC0D2B-47AA-EDD3-F333-EB51002DE691}"/>
                  </a:ext>
                </a:extLst>
              </p:cNvPr>
              <p:cNvCxnSpPr>
                <a:cxnSpLocks/>
              </p:cNvCxnSpPr>
              <p:nvPr/>
            </p:nvCxnSpPr>
            <p:spPr>
              <a:xfrm>
                <a:off x="5560867" y="2332088"/>
                <a:ext cx="300175"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4" name="Straight Connector 303">
                <a:extLst>
                  <a:ext uri="{FF2B5EF4-FFF2-40B4-BE49-F238E27FC236}">
                    <a16:creationId xmlns:a16="http://schemas.microsoft.com/office/drawing/2014/main" id="{532AEAD6-677F-7EBB-2DE9-EDCF77EB0A62}"/>
                  </a:ext>
                </a:extLst>
              </p:cNvPr>
              <p:cNvCxnSpPr>
                <a:cxnSpLocks/>
              </p:cNvCxnSpPr>
              <p:nvPr/>
            </p:nvCxnSpPr>
            <p:spPr>
              <a:xfrm>
                <a:off x="5602638" y="2050819"/>
                <a:ext cx="22109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5" name="Straight Connector 304">
                <a:extLst>
                  <a:ext uri="{FF2B5EF4-FFF2-40B4-BE49-F238E27FC236}">
                    <a16:creationId xmlns:a16="http://schemas.microsoft.com/office/drawing/2014/main" id="{7A7B7D10-A51E-E40F-2F1D-F836A8670289}"/>
                  </a:ext>
                </a:extLst>
              </p:cNvPr>
              <p:cNvCxnSpPr>
                <a:cxnSpLocks/>
              </p:cNvCxnSpPr>
              <p:nvPr/>
            </p:nvCxnSpPr>
            <p:spPr>
              <a:xfrm>
                <a:off x="5667615" y="4346523"/>
                <a:ext cx="101104"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66" name="Straight Arrow Connector 265">
              <a:extLst>
                <a:ext uri="{FF2B5EF4-FFF2-40B4-BE49-F238E27FC236}">
                  <a16:creationId xmlns:a16="http://schemas.microsoft.com/office/drawing/2014/main" id="{51CB6E00-F886-8CDC-9BA5-F2520950695E}"/>
                </a:ext>
              </a:extLst>
            </p:cNvPr>
            <p:cNvCxnSpPr>
              <a:cxnSpLocks/>
            </p:cNvCxnSpPr>
            <p:nvPr/>
          </p:nvCxnSpPr>
          <p:spPr>
            <a:xfrm>
              <a:off x="3812665" y="2923084"/>
              <a:ext cx="271233"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67" name="Straight Arrow Connector 266">
              <a:extLst>
                <a:ext uri="{FF2B5EF4-FFF2-40B4-BE49-F238E27FC236}">
                  <a16:creationId xmlns:a16="http://schemas.microsoft.com/office/drawing/2014/main" id="{16C43056-6039-A2F6-11AA-979F9B52A8F0}"/>
                </a:ext>
              </a:extLst>
            </p:cNvPr>
            <p:cNvCxnSpPr>
              <a:cxnSpLocks/>
            </p:cNvCxnSpPr>
            <p:nvPr/>
          </p:nvCxnSpPr>
          <p:spPr>
            <a:xfrm>
              <a:off x="3720337" y="3457093"/>
              <a:ext cx="287566"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68" name="Straight Arrow Connector 267">
              <a:extLst>
                <a:ext uri="{FF2B5EF4-FFF2-40B4-BE49-F238E27FC236}">
                  <a16:creationId xmlns:a16="http://schemas.microsoft.com/office/drawing/2014/main" id="{94524EBE-9642-1ECE-E461-DD386B90BDA9}"/>
                </a:ext>
              </a:extLst>
            </p:cNvPr>
            <p:cNvCxnSpPr>
              <a:cxnSpLocks/>
            </p:cNvCxnSpPr>
            <p:nvPr/>
          </p:nvCxnSpPr>
          <p:spPr>
            <a:xfrm>
              <a:off x="3812665" y="4987156"/>
              <a:ext cx="498608"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69" name="Freeform: Shape 268">
              <a:extLst>
                <a:ext uri="{FF2B5EF4-FFF2-40B4-BE49-F238E27FC236}">
                  <a16:creationId xmlns:a16="http://schemas.microsoft.com/office/drawing/2014/main" id="{9B231B14-CE7A-5D17-740F-59F62155060E}"/>
                </a:ext>
              </a:extLst>
            </p:cNvPr>
            <p:cNvSpPr/>
            <p:nvPr/>
          </p:nvSpPr>
          <p:spPr>
            <a:xfrm>
              <a:off x="3880513" y="2947170"/>
              <a:ext cx="96738" cy="497770"/>
            </a:xfrm>
            <a:custGeom>
              <a:avLst/>
              <a:gdLst>
                <a:gd name="csX0" fmla="*/ 114769 w 114769"/>
                <a:gd name="csY0" fmla="*/ 0 h 590550"/>
                <a:gd name="csX1" fmla="*/ 105244 w 114769"/>
                <a:gd name="csY1" fmla="*/ 42862 h 590550"/>
                <a:gd name="csX2" fmla="*/ 100481 w 114769"/>
                <a:gd name="csY2" fmla="*/ 66675 h 590550"/>
                <a:gd name="csX3" fmla="*/ 95719 w 114769"/>
                <a:gd name="csY3" fmla="*/ 80962 h 590550"/>
                <a:gd name="csX4" fmla="*/ 81431 w 114769"/>
                <a:gd name="csY4" fmla="*/ 123825 h 590550"/>
                <a:gd name="csX5" fmla="*/ 67144 w 114769"/>
                <a:gd name="csY5" fmla="*/ 190500 h 590550"/>
                <a:gd name="csX6" fmla="*/ 57619 w 114769"/>
                <a:gd name="csY6" fmla="*/ 233362 h 590550"/>
                <a:gd name="csX7" fmla="*/ 52856 w 114769"/>
                <a:gd name="csY7" fmla="*/ 280987 h 590550"/>
                <a:gd name="csX8" fmla="*/ 43331 w 114769"/>
                <a:gd name="csY8" fmla="*/ 314325 h 590550"/>
                <a:gd name="csX9" fmla="*/ 38569 w 114769"/>
                <a:gd name="csY9" fmla="*/ 361950 h 590550"/>
                <a:gd name="csX10" fmla="*/ 29044 w 114769"/>
                <a:gd name="csY10" fmla="*/ 428625 h 590550"/>
                <a:gd name="csX11" fmla="*/ 24281 w 114769"/>
                <a:gd name="csY11" fmla="*/ 442912 h 590550"/>
                <a:gd name="csX12" fmla="*/ 9994 w 114769"/>
                <a:gd name="csY12" fmla="*/ 504825 h 590550"/>
                <a:gd name="csX13" fmla="*/ 469 w 114769"/>
                <a:gd name="csY13" fmla="*/ 542925 h 590550"/>
                <a:gd name="csX14" fmla="*/ 469 w 114769"/>
                <a:gd name="csY14" fmla="*/ 590550 h 590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4769" h="590550">
                  <a:moveTo>
                    <a:pt x="114769" y="0"/>
                  </a:moveTo>
                  <a:cubicBezTo>
                    <a:pt x="100400" y="71835"/>
                    <a:pt x="118698" y="-17683"/>
                    <a:pt x="105244" y="42862"/>
                  </a:cubicBezTo>
                  <a:cubicBezTo>
                    <a:pt x="103488" y="50764"/>
                    <a:pt x="102444" y="58822"/>
                    <a:pt x="100481" y="66675"/>
                  </a:cubicBezTo>
                  <a:cubicBezTo>
                    <a:pt x="99263" y="71545"/>
                    <a:pt x="96937" y="76092"/>
                    <a:pt x="95719" y="80962"/>
                  </a:cubicBezTo>
                  <a:cubicBezTo>
                    <a:pt x="86487" y="117889"/>
                    <a:pt x="97274" y="92138"/>
                    <a:pt x="81431" y="123825"/>
                  </a:cubicBezTo>
                  <a:cubicBezTo>
                    <a:pt x="72768" y="175807"/>
                    <a:pt x="81382" y="128805"/>
                    <a:pt x="67144" y="190500"/>
                  </a:cubicBezTo>
                  <a:cubicBezTo>
                    <a:pt x="48990" y="269166"/>
                    <a:pt x="74134" y="167293"/>
                    <a:pt x="57619" y="233362"/>
                  </a:cubicBezTo>
                  <a:cubicBezTo>
                    <a:pt x="56031" y="249237"/>
                    <a:pt x="55112" y="265193"/>
                    <a:pt x="52856" y="280987"/>
                  </a:cubicBezTo>
                  <a:cubicBezTo>
                    <a:pt x="51360" y="291457"/>
                    <a:pt x="46725" y="304144"/>
                    <a:pt x="43331" y="314325"/>
                  </a:cubicBezTo>
                  <a:cubicBezTo>
                    <a:pt x="41744" y="330200"/>
                    <a:pt x="40239" y="346084"/>
                    <a:pt x="38569" y="361950"/>
                  </a:cubicBezTo>
                  <a:cubicBezTo>
                    <a:pt x="35877" y="387528"/>
                    <a:pt x="34955" y="404979"/>
                    <a:pt x="29044" y="428625"/>
                  </a:cubicBezTo>
                  <a:cubicBezTo>
                    <a:pt x="27826" y="433495"/>
                    <a:pt x="25499" y="438042"/>
                    <a:pt x="24281" y="442912"/>
                  </a:cubicBezTo>
                  <a:cubicBezTo>
                    <a:pt x="16725" y="473135"/>
                    <a:pt x="21849" y="469265"/>
                    <a:pt x="9994" y="504825"/>
                  </a:cubicBezTo>
                  <a:cubicBezTo>
                    <a:pt x="5640" y="517884"/>
                    <a:pt x="1427" y="528552"/>
                    <a:pt x="469" y="542925"/>
                  </a:cubicBezTo>
                  <a:cubicBezTo>
                    <a:pt x="-587" y="558765"/>
                    <a:pt x="469" y="574675"/>
                    <a:pt x="469" y="590550"/>
                  </a:cubicBezTo>
                </a:path>
              </a:pathLst>
            </a:custGeom>
            <a:noFill/>
            <a:ln>
              <a:solidFill>
                <a:srgbClr val="0066FF"/>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70" name="TextBox 269">
              <a:extLst>
                <a:ext uri="{FF2B5EF4-FFF2-40B4-BE49-F238E27FC236}">
                  <a16:creationId xmlns:a16="http://schemas.microsoft.com/office/drawing/2014/main" id="{FC83BD1B-2B7D-525B-646D-BE0E7904BD26}"/>
                </a:ext>
              </a:extLst>
            </p:cNvPr>
            <p:cNvSpPr txBox="1"/>
            <p:nvPr/>
          </p:nvSpPr>
          <p:spPr>
            <a:xfrm>
              <a:off x="3655363" y="2819315"/>
              <a:ext cx="226296" cy="219881"/>
            </a:xfrm>
            <a:prstGeom prst="rect">
              <a:avLst/>
            </a:prstGeom>
            <a:noFill/>
            <a:ln>
              <a:noFill/>
            </a:ln>
          </p:spPr>
          <p:txBody>
            <a:bodyPr wrap="none" rtlCol="0">
              <a:spAutoFit/>
            </a:bodyPr>
            <a:lstStyle/>
            <a:p>
              <a:r>
                <a:rPr lang="en-US" sz="900" dirty="0"/>
                <a:t>F</a:t>
              </a:r>
            </a:p>
          </p:txBody>
        </p:sp>
        <p:sp>
          <p:nvSpPr>
            <p:cNvPr id="271" name="TextBox 270">
              <a:extLst>
                <a:ext uri="{FF2B5EF4-FFF2-40B4-BE49-F238E27FC236}">
                  <a16:creationId xmlns:a16="http://schemas.microsoft.com/office/drawing/2014/main" id="{5C9EB860-99D0-193C-4B08-0D53BB05D518}"/>
                </a:ext>
              </a:extLst>
            </p:cNvPr>
            <p:cNvSpPr txBox="1"/>
            <p:nvPr/>
          </p:nvSpPr>
          <p:spPr>
            <a:xfrm>
              <a:off x="3590197" y="3243478"/>
              <a:ext cx="264469" cy="219881"/>
            </a:xfrm>
            <a:prstGeom prst="rect">
              <a:avLst/>
            </a:prstGeom>
            <a:noFill/>
            <a:ln>
              <a:noFill/>
            </a:ln>
          </p:spPr>
          <p:txBody>
            <a:bodyPr wrap="none" rtlCol="0">
              <a:spAutoFit/>
            </a:bodyPr>
            <a:lstStyle/>
            <a:p>
              <a:r>
                <a:rPr lang="en-US" sz="900" dirty="0"/>
                <a:t>-2</a:t>
              </a:r>
            </a:p>
          </p:txBody>
        </p:sp>
        <p:sp>
          <p:nvSpPr>
            <p:cNvPr id="273" name="TextBox 272">
              <a:extLst>
                <a:ext uri="{FF2B5EF4-FFF2-40B4-BE49-F238E27FC236}">
                  <a16:creationId xmlns:a16="http://schemas.microsoft.com/office/drawing/2014/main" id="{0F917652-5D29-AEED-CCA5-D0C07ADCCC8C}"/>
                </a:ext>
              </a:extLst>
            </p:cNvPr>
            <p:cNvSpPr txBox="1"/>
            <p:nvPr/>
          </p:nvSpPr>
          <p:spPr>
            <a:xfrm>
              <a:off x="3543626" y="4883386"/>
              <a:ext cx="340817" cy="219881"/>
            </a:xfrm>
            <a:prstGeom prst="rect">
              <a:avLst/>
            </a:prstGeom>
            <a:noFill/>
            <a:ln>
              <a:noFill/>
            </a:ln>
          </p:spPr>
          <p:txBody>
            <a:bodyPr wrap="none" rtlCol="0">
              <a:spAutoFit/>
            </a:bodyPr>
            <a:lstStyle/>
            <a:p>
              <a:r>
                <a:rPr lang="en-US" sz="900" dirty="0"/>
                <a:t>+10</a:t>
              </a:r>
            </a:p>
          </p:txBody>
        </p:sp>
        <p:sp>
          <p:nvSpPr>
            <p:cNvPr id="309" name="TextBox 308">
              <a:extLst>
                <a:ext uri="{FF2B5EF4-FFF2-40B4-BE49-F238E27FC236}">
                  <a16:creationId xmlns:a16="http://schemas.microsoft.com/office/drawing/2014/main" id="{05310574-A52E-BE7C-DCCE-5B08F7363CDE}"/>
                </a:ext>
              </a:extLst>
            </p:cNvPr>
            <p:cNvSpPr txBox="1"/>
            <p:nvPr/>
          </p:nvSpPr>
          <p:spPr>
            <a:xfrm>
              <a:off x="3476103" y="2381510"/>
              <a:ext cx="1540806" cy="369332"/>
            </a:xfrm>
            <a:prstGeom prst="rect">
              <a:avLst/>
            </a:prstGeom>
            <a:noFill/>
            <a:ln>
              <a:noFill/>
            </a:ln>
          </p:spPr>
          <p:txBody>
            <a:bodyPr wrap="none" rtlCol="0">
              <a:spAutoFit/>
            </a:bodyPr>
            <a:lstStyle/>
            <a:p>
              <a:r>
                <a:rPr lang="en-US" sz="900" dirty="0"/>
                <a:t>10s Complement translated </a:t>
              </a:r>
            </a:p>
            <a:p>
              <a:r>
                <a:rPr lang="en-US" sz="900" dirty="0"/>
                <a:t>to base 16 wheel: (F-2)+10+1</a:t>
              </a:r>
            </a:p>
          </p:txBody>
        </p:sp>
        <p:sp>
          <p:nvSpPr>
            <p:cNvPr id="157" name="Freeform: Shape 156">
              <a:extLst>
                <a:ext uri="{FF2B5EF4-FFF2-40B4-BE49-F238E27FC236}">
                  <a16:creationId xmlns:a16="http://schemas.microsoft.com/office/drawing/2014/main" id="{B1A1172A-6A73-5236-C771-0EFB35F5BE50}"/>
                </a:ext>
              </a:extLst>
            </p:cNvPr>
            <p:cNvSpPr/>
            <p:nvPr/>
          </p:nvSpPr>
          <p:spPr>
            <a:xfrm>
              <a:off x="3803667" y="2792730"/>
              <a:ext cx="533410" cy="2179464"/>
            </a:xfrm>
            <a:custGeom>
              <a:avLst/>
              <a:gdLst>
                <a:gd name="csX0" fmla="*/ 0 w 552450"/>
                <a:gd name="csY0" fmla="*/ 655320 h 2167890"/>
                <a:gd name="csX1" fmla="*/ 7620 w 552450"/>
                <a:gd name="csY1" fmla="*/ 636270 h 2167890"/>
                <a:gd name="csX2" fmla="*/ 19050 w 552450"/>
                <a:gd name="csY2" fmla="*/ 621030 h 2167890"/>
                <a:gd name="csX3" fmla="*/ 41910 w 552450"/>
                <a:gd name="csY3" fmla="*/ 563880 h 2167890"/>
                <a:gd name="csX4" fmla="*/ 49530 w 552450"/>
                <a:gd name="csY4" fmla="*/ 426720 h 2167890"/>
                <a:gd name="csX5" fmla="*/ 53340 w 552450"/>
                <a:gd name="csY5" fmla="*/ 407670 h 2167890"/>
                <a:gd name="csX6" fmla="*/ 64770 w 552450"/>
                <a:gd name="csY6" fmla="*/ 373380 h 2167890"/>
                <a:gd name="csX7" fmla="*/ 72390 w 552450"/>
                <a:gd name="csY7" fmla="*/ 312420 h 2167890"/>
                <a:gd name="csX8" fmla="*/ 76200 w 552450"/>
                <a:gd name="csY8" fmla="*/ 293370 h 2167890"/>
                <a:gd name="csX9" fmla="*/ 91440 w 552450"/>
                <a:gd name="csY9" fmla="*/ 255270 h 2167890"/>
                <a:gd name="csX10" fmla="*/ 118110 w 552450"/>
                <a:gd name="csY10" fmla="*/ 198120 h 2167890"/>
                <a:gd name="csX11" fmla="*/ 137160 w 552450"/>
                <a:gd name="csY11" fmla="*/ 167640 h 2167890"/>
                <a:gd name="csX12" fmla="*/ 144780 w 552450"/>
                <a:gd name="csY12" fmla="*/ 148590 h 2167890"/>
                <a:gd name="csX13" fmla="*/ 156210 w 552450"/>
                <a:gd name="csY13" fmla="*/ 133350 h 2167890"/>
                <a:gd name="csX14" fmla="*/ 182880 w 552450"/>
                <a:gd name="csY14" fmla="*/ 91440 h 2167890"/>
                <a:gd name="csX15" fmla="*/ 198120 w 552450"/>
                <a:gd name="csY15" fmla="*/ 80010 h 2167890"/>
                <a:gd name="csX16" fmla="*/ 213360 w 552450"/>
                <a:gd name="csY16" fmla="*/ 60960 h 2167890"/>
                <a:gd name="csX17" fmla="*/ 224790 w 552450"/>
                <a:gd name="csY17" fmla="*/ 38100 h 2167890"/>
                <a:gd name="csX18" fmla="*/ 289560 w 552450"/>
                <a:gd name="csY18" fmla="*/ 0 h 2167890"/>
                <a:gd name="csX19" fmla="*/ 335280 w 552450"/>
                <a:gd name="csY19" fmla="*/ 3810 h 2167890"/>
                <a:gd name="csX20" fmla="*/ 346710 w 552450"/>
                <a:gd name="csY20" fmla="*/ 11430 h 2167890"/>
                <a:gd name="csX21" fmla="*/ 426720 w 552450"/>
                <a:gd name="csY21" fmla="*/ 57150 h 2167890"/>
                <a:gd name="csX22" fmla="*/ 457200 w 552450"/>
                <a:gd name="csY22" fmla="*/ 95250 h 2167890"/>
                <a:gd name="csX23" fmla="*/ 483870 w 552450"/>
                <a:gd name="csY23" fmla="*/ 152400 h 2167890"/>
                <a:gd name="csX24" fmla="*/ 491490 w 552450"/>
                <a:gd name="csY24" fmla="*/ 186690 h 2167890"/>
                <a:gd name="csX25" fmla="*/ 495300 w 552450"/>
                <a:gd name="csY25" fmla="*/ 209550 h 2167890"/>
                <a:gd name="csX26" fmla="*/ 502920 w 552450"/>
                <a:gd name="csY26" fmla="*/ 240030 h 2167890"/>
                <a:gd name="csX27" fmla="*/ 506730 w 552450"/>
                <a:gd name="csY27" fmla="*/ 270510 h 2167890"/>
                <a:gd name="csX28" fmla="*/ 518160 w 552450"/>
                <a:gd name="csY28" fmla="*/ 342900 h 2167890"/>
                <a:gd name="csX29" fmla="*/ 521970 w 552450"/>
                <a:gd name="csY29" fmla="*/ 567690 h 2167890"/>
                <a:gd name="csX30" fmla="*/ 525780 w 552450"/>
                <a:gd name="csY30" fmla="*/ 632460 h 2167890"/>
                <a:gd name="csX31" fmla="*/ 529590 w 552450"/>
                <a:gd name="csY31" fmla="*/ 857250 h 2167890"/>
                <a:gd name="csX32" fmla="*/ 541020 w 552450"/>
                <a:gd name="csY32" fmla="*/ 902970 h 2167890"/>
                <a:gd name="csX33" fmla="*/ 552450 w 552450"/>
                <a:gd name="csY33" fmla="*/ 956310 h 2167890"/>
                <a:gd name="csX34" fmla="*/ 548640 w 552450"/>
                <a:gd name="csY34" fmla="*/ 1158240 h 2167890"/>
                <a:gd name="csX35" fmla="*/ 541020 w 552450"/>
                <a:gd name="csY35" fmla="*/ 1184910 h 2167890"/>
                <a:gd name="csX36" fmla="*/ 537210 w 552450"/>
                <a:gd name="csY36" fmla="*/ 1207770 h 2167890"/>
                <a:gd name="csX37" fmla="*/ 525780 w 552450"/>
                <a:gd name="csY37" fmla="*/ 1238250 h 2167890"/>
                <a:gd name="csX38" fmla="*/ 521970 w 552450"/>
                <a:gd name="csY38" fmla="*/ 1257300 h 2167890"/>
                <a:gd name="csX39" fmla="*/ 514350 w 552450"/>
                <a:gd name="csY39" fmla="*/ 1287780 h 2167890"/>
                <a:gd name="csX40" fmla="*/ 510540 w 552450"/>
                <a:gd name="csY40" fmla="*/ 1356360 h 2167890"/>
                <a:gd name="csX41" fmla="*/ 502920 w 552450"/>
                <a:gd name="csY41" fmla="*/ 1421130 h 2167890"/>
                <a:gd name="csX42" fmla="*/ 491490 w 552450"/>
                <a:gd name="csY42" fmla="*/ 1474470 h 2167890"/>
                <a:gd name="csX43" fmla="*/ 483870 w 552450"/>
                <a:gd name="csY43" fmla="*/ 1531620 h 2167890"/>
                <a:gd name="csX44" fmla="*/ 472440 w 552450"/>
                <a:gd name="csY44" fmla="*/ 1565910 h 2167890"/>
                <a:gd name="csX45" fmla="*/ 468630 w 552450"/>
                <a:gd name="csY45" fmla="*/ 1588770 h 2167890"/>
                <a:gd name="csX46" fmla="*/ 461010 w 552450"/>
                <a:gd name="csY46" fmla="*/ 1623060 h 2167890"/>
                <a:gd name="csX47" fmla="*/ 457200 w 552450"/>
                <a:gd name="csY47" fmla="*/ 1661160 h 2167890"/>
                <a:gd name="csX48" fmla="*/ 449580 w 552450"/>
                <a:gd name="csY48" fmla="*/ 1710690 h 2167890"/>
                <a:gd name="csX49" fmla="*/ 445770 w 552450"/>
                <a:gd name="csY49" fmla="*/ 1737360 h 2167890"/>
                <a:gd name="csX50" fmla="*/ 434340 w 552450"/>
                <a:gd name="csY50" fmla="*/ 1764030 h 2167890"/>
                <a:gd name="csX51" fmla="*/ 415290 w 552450"/>
                <a:gd name="csY51" fmla="*/ 1824990 h 2167890"/>
                <a:gd name="csX52" fmla="*/ 388620 w 552450"/>
                <a:gd name="csY52" fmla="*/ 1866900 h 2167890"/>
                <a:gd name="csX53" fmla="*/ 373380 w 552450"/>
                <a:gd name="csY53" fmla="*/ 1924050 h 2167890"/>
                <a:gd name="csX54" fmla="*/ 361950 w 552450"/>
                <a:gd name="csY54" fmla="*/ 1946910 h 2167890"/>
                <a:gd name="csX55" fmla="*/ 350520 w 552450"/>
                <a:gd name="csY55" fmla="*/ 1977390 h 2167890"/>
                <a:gd name="csX56" fmla="*/ 339090 w 552450"/>
                <a:gd name="csY56" fmla="*/ 2000250 h 2167890"/>
                <a:gd name="csX57" fmla="*/ 327660 w 552450"/>
                <a:gd name="csY57" fmla="*/ 2030730 h 2167890"/>
                <a:gd name="csX58" fmla="*/ 320040 w 552450"/>
                <a:gd name="csY58" fmla="*/ 2042160 h 2167890"/>
                <a:gd name="csX59" fmla="*/ 308610 w 552450"/>
                <a:gd name="csY59" fmla="*/ 2061210 h 2167890"/>
                <a:gd name="csX60" fmla="*/ 297180 w 552450"/>
                <a:gd name="csY60" fmla="*/ 2084070 h 2167890"/>
                <a:gd name="csX61" fmla="*/ 281940 w 552450"/>
                <a:gd name="csY61" fmla="*/ 2095500 h 2167890"/>
                <a:gd name="csX62" fmla="*/ 255270 w 552450"/>
                <a:gd name="csY62" fmla="*/ 2129790 h 2167890"/>
                <a:gd name="csX63" fmla="*/ 228600 w 552450"/>
                <a:gd name="csY63" fmla="*/ 2160270 h 2167890"/>
                <a:gd name="csX64" fmla="*/ 213360 w 552450"/>
                <a:gd name="csY64" fmla="*/ 2164080 h 2167890"/>
                <a:gd name="csX65" fmla="*/ 205740 w 552450"/>
                <a:gd name="csY65" fmla="*/ 2167890 h 2167890"/>
                <a:gd name="csX0" fmla="*/ 0 w 552450"/>
                <a:gd name="csY0" fmla="*/ 655320 h 2185252"/>
                <a:gd name="csX1" fmla="*/ 7620 w 552450"/>
                <a:gd name="csY1" fmla="*/ 636270 h 2185252"/>
                <a:gd name="csX2" fmla="*/ 19050 w 552450"/>
                <a:gd name="csY2" fmla="*/ 621030 h 2185252"/>
                <a:gd name="csX3" fmla="*/ 41910 w 552450"/>
                <a:gd name="csY3" fmla="*/ 563880 h 2185252"/>
                <a:gd name="csX4" fmla="*/ 49530 w 552450"/>
                <a:gd name="csY4" fmla="*/ 426720 h 2185252"/>
                <a:gd name="csX5" fmla="*/ 53340 w 552450"/>
                <a:gd name="csY5" fmla="*/ 407670 h 2185252"/>
                <a:gd name="csX6" fmla="*/ 64770 w 552450"/>
                <a:gd name="csY6" fmla="*/ 373380 h 2185252"/>
                <a:gd name="csX7" fmla="*/ 72390 w 552450"/>
                <a:gd name="csY7" fmla="*/ 312420 h 2185252"/>
                <a:gd name="csX8" fmla="*/ 76200 w 552450"/>
                <a:gd name="csY8" fmla="*/ 293370 h 2185252"/>
                <a:gd name="csX9" fmla="*/ 91440 w 552450"/>
                <a:gd name="csY9" fmla="*/ 255270 h 2185252"/>
                <a:gd name="csX10" fmla="*/ 118110 w 552450"/>
                <a:gd name="csY10" fmla="*/ 198120 h 2185252"/>
                <a:gd name="csX11" fmla="*/ 137160 w 552450"/>
                <a:gd name="csY11" fmla="*/ 167640 h 2185252"/>
                <a:gd name="csX12" fmla="*/ 144780 w 552450"/>
                <a:gd name="csY12" fmla="*/ 148590 h 2185252"/>
                <a:gd name="csX13" fmla="*/ 156210 w 552450"/>
                <a:gd name="csY13" fmla="*/ 133350 h 2185252"/>
                <a:gd name="csX14" fmla="*/ 182880 w 552450"/>
                <a:gd name="csY14" fmla="*/ 91440 h 2185252"/>
                <a:gd name="csX15" fmla="*/ 198120 w 552450"/>
                <a:gd name="csY15" fmla="*/ 80010 h 2185252"/>
                <a:gd name="csX16" fmla="*/ 213360 w 552450"/>
                <a:gd name="csY16" fmla="*/ 60960 h 2185252"/>
                <a:gd name="csX17" fmla="*/ 224790 w 552450"/>
                <a:gd name="csY17" fmla="*/ 38100 h 2185252"/>
                <a:gd name="csX18" fmla="*/ 289560 w 552450"/>
                <a:gd name="csY18" fmla="*/ 0 h 2185252"/>
                <a:gd name="csX19" fmla="*/ 335280 w 552450"/>
                <a:gd name="csY19" fmla="*/ 3810 h 2185252"/>
                <a:gd name="csX20" fmla="*/ 346710 w 552450"/>
                <a:gd name="csY20" fmla="*/ 11430 h 2185252"/>
                <a:gd name="csX21" fmla="*/ 426720 w 552450"/>
                <a:gd name="csY21" fmla="*/ 57150 h 2185252"/>
                <a:gd name="csX22" fmla="*/ 457200 w 552450"/>
                <a:gd name="csY22" fmla="*/ 95250 h 2185252"/>
                <a:gd name="csX23" fmla="*/ 483870 w 552450"/>
                <a:gd name="csY23" fmla="*/ 152400 h 2185252"/>
                <a:gd name="csX24" fmla="*/ 491490 w 552450"/>
                <a:gd name="csY24" fmla="*/ 186690 h 2185252"/>
                <a:gd name="csX25" fmla="*/ 495300 w 552450"/>
                <a:gd name="csY25" fmla="*/ 209550 h 2185252"/>
                <a:gd name="csX26" fmla="*/ 502920 w 552450"/>
                <a:gd name="csY26" fmla="*/ 240030 h 2185252"/>
                <a:gd name="csX27" fmla="*/ 506730 w 552450"/>
                <a:gd name="csY27" fmla="*/ 270510 h 2185252"/>
                <a:gd name="csX28" fmla="*/ 518160 w 552450"/>
                <a:gd name="csY28" fmla="*/ 342900 h 2185252"/>
                <a:gd name="csX29" fmla="*/ 521970 w 552450"/>
                <a:gd name="csY29" fmla="*/ 567690 h 2185252"/>
                <a:gd name="csX30" fmla="*/ 525780 w 552450"/>
                <a:gd name="csY30" fmla="*/ 632460 h 2185252"/>
                <a:gd name="csX31" fmla="*/ 529590 w 552450"/>
                <a:gd name="csY31" fmla="*/ 857250 h 2185252"/>
                <a:gd name="csX32" fmla="*/ 541020 w 552450"/>
                <a:gd name="csY32" fmla="*/ 902970 h 2185252"/>
                <a:gd name="csX33" fmla="*/ 552450 w 552450"/>
                <a:gd name="csY33" fmla="*/ 956310 h 2185252"/>
                <a:gd name="csX34" fmla="*/ 548640 w 552450"/>
                <a:gd name="csY34" fmla="*/ 1158240 h 2185252"/>
                <a:gd name="csX35" fmla="*/ 541020 w 552450"/>
                <a:gd name="csY35" fmla="*/ 1184910 h 2185252"/>
                <a:gd name="csX36" fmla="*/ 537210 w 552450"/>
                <a:gd name="csY36" fmla="*/ 1207770 h 2185252"/>
                <a:gd name="csX37" fmla="*/ 525780 w 552450"/>
                <a:gd name="csY37" fmla="*/ 1238250 h 2185252"/>
                <a:gd name="csX38" fmla="*/ 521970 w 552450"/>
                <a:gd name="csY38" fmla="*/ 1257300 h 2185252"/>
                <a:gd name="csX39" fmla="*/ 514350 w 552450"/>
                <a:gd name="csY39" fmla="*/ 1287780 h 2185252"/>
                <a:gd name="csX40" fmla="*/ 510540 w 552450"/>
                <a:gd name="csY40" fmla="*/ 1356360 h 2185252"/>
                <a:gd name="csX41" fmla="*/ 502920 w 552450"/>
                <a:gd name="csY41" fmla="*/ 1421130 h 2185252"/>
                <a:gd name="csX42" fmla="*/ 491490 w 552450"/>
                <a:gd name="csY42" fmla="*/ 1474470 h 2185252"/>
                <a:gd name="csX43" fmla="*/ 483870 w 552450"/>
                <a:gd name="csY43" fmla="*/ 1531620 h 2185252"/>
                <a:gd name="csX44" fmla="*/ 472440 w 552450"/>
                <a:gd name="csY44" fmla="*/ 1565910 h 2185252"/>
                <a:gd name="csX45" fmla="*/ 468630 w 552450"/>
                <a:gd name="csY45" fmla="*/ 1588770 h 2185252"/>
                <a:gd name="csX46" fmla="*/ 461010 w 552450"/>
                <a:gd name="csY46" fmla="*/ 1623060 h 2185252"/>
                <a:gd name="csX47" fmla="*/ 457200 w 552450"/>
                <a:gd name="csY47" fmla="*/ 1661160 h 2185252"/>
                <a:gd name="csX48" fmla="*/ 449580 w 552450"/>
                <a:gd name="csY48" fmla="*/ 1710690 h 2185252"/>
                <a:gd name="csX49" fmla="*/ 445770 w 552450"/>
                <a:gd name="csY49" fmla="*/ 1737360 h 2185252"/>
                <a:gd name="csX50" fmla="*/ 434340 w 552450"/>
                <a:gd name="csY50" fmla="*/ 1764030 h 2185252"/>
                <a:gd name="csX51" fmla="*/ 415290 w 552450"/>
                <a:gd name="csY51" fmla="*/ 1824990 h 2185252"/>
                <a:gd name="csX52" fmla="*/ 388620 w 552450"/>
                <a:gd name="csY52" fmla="*/ 1866900 h 2185252"/>
                <a:gd name="csX53" fmla="*/ 373380 w 552450"/>
                <a:gd name="csY53" fmla="*/ 1924050 h 2185252"/>
                <a:gd name="csX54" fmla="*/ 361950 w 552450"/>
                <a:gd name="csY54" fmla="*/ 1946910 h 2185252"/>
                <a:gd name="csX55" fmla="*/ 350520 w 552450"/>
                <a:gd name="csY55" fmla="*/ 1977390 h 2185252"/>
                <a:gd name="csX56" fmla="*/ 339090 w 552450"/>
                <a:gd name="csY56" fmla="*/ 2000250 h 2185252"/>
                <a:gd name="csX57" fmla="*/ 327660 w 552450"/>
                <a:gd name="csY57" fmla="*/ 2030730 h 2185252"/>
                <a:gd name="csX58" fmla="*/ 320040 w 552450"/>
                <a:gd name="csY58" fmla="*/ 2042160 h 2185252"/>
                <a:gd name="csX59" fmla="*/ 308610 w 552450"/>
                <a:gd name="csY59" fmla="*/ 2061210 h 2185252"/>
                <a:gd name="csX60" fmla="*/ 297180 w 552450"/>
                <a:gd name="csY60" fmla="*/ 2084070 h 2185252"/>
                <a:gd name="csX61" fmla="*/ 281940 w 552450"/>
                <a:gd name="csY61" fmla="*/ 2095500 h 2185252"/>
                <a:gd name="csX62" fmla="*/ 255270 w 552450"/>
                <a:gd name="csY62" fmla="*/ 2129790 h 2185252"/>
                <a:gd name="csX63" fmla="*/ 228600 w 552450"/>
                <a:gd name="csY63" fmla="*/ 2160270 h 2185252"/>
                <a:gd name="csX64" fmla="*/ 213360 w 552450"/>
                <a:gd name="csY64" fmla="*/ 2164080 h 2185252"/>
                <a:gd name="csX65" fmla="*/ 221173 w 552450"/>
                <a:gd name="csY65" fmla="*/ 2185252 h 2185252"/>
                <a:gd name="csX0" fmla="*/ 0 w 552450"/>
                <a:gd name="csY0" fmla="*/ 655320 h 2179464"/>
                <a:gd name="csX1" fmla="*/ 7620 w 552450"/>
                <a:gd name="csY1" fmla="*/ 636270 h 2179464"/>
                <a:gd name="csX2" fmla="*/ 19050 w 552450"/>
                <a:gd name="csY2" fmla="*/ 621030 h 2179464"/>
                <a:gd name="csX3" fmla="*/ 41910 w 552450"/>
                <a:gd name="csY3" fmla="*/ 563880 h 2179464"/>
                <a:gd name="csX4" fmla="*/ 49530 w 552450"/>
                <a:gd name="csY4" fmla="*/ 426720 h 2179464"/>
                <a:gd name="csX5" fmla="*/ 53340 w 552450"/>
                <a:gd name="csY5" fmla="*/ 407670 h 2179464"/>
                <a:gd name="csX6" fmla="*/ 64770 w 552450"/>
                <a:gd name="csY6" fmla="*/ 373380 h 2179464"/>
                <a:gd name="csX7" fmla="*/ 72390 w 552450"/>
                <a:gd name="csY7" fmla="*/ 312420 h 2179464"/>
                <a:gd name="csX8" fmla="*/ 76200 w 552450"/>
                <a:gd name="csY8" fmla="*/ 293370 h 2179464"/>
                <a:gd name="csX9" fmla="*/ 91440 w 552450"/>
                <a:gd name="csY9" fmla="*/ 255270 h 2179464"/>
                <a:gd name="csX10" fmla="*/ 118110 w 552450"/>
                <a:gd name="csY10" fmla="*/ 198120 h 2179464"/>
                <a:gd name="csX11" fmla="*/ 137160 w 552450"/>
                <a:gd name="csY11" fmla="*/ 167640 h 2179464"/>
                <a:gd name="csX12" fmla="*/ 144780 w 552450"/>
                <a:gd name="csY12" fmla="*/ 148590 h 2179464"/>
                <a:gd name="csX13" fmla="*/ 156210 w 552450"/>
                <a:gd name="csY13" fmla="*/ 133350 h 2179464"/>
                <a:gd name="csX14" fmla="*/ 182880 w 552450"/>
                <a:gd name="csY14" fmla="*/ 91440 h 2179464"/>
                <a:gd name="csX15" fmla="*/ 198120 w 552450"/>
                <a:gd name="csY15" fmla="*/ 80010 h 2179464"/>
                <a:gd name="csX16" fmla="*/ 213360 w 552450"/>
                <a:gd name="csY16" fmla="*/ 60960 h 2179464"/>
                <a:gd name="csX17" fmla="*/ 224790 w 552450"/>
                <a:gd name="csY17" fmla="*/ 38100 h 2179464"/>
                <a:gd name="csX18" fmla="*/ 289560 w 552450"/>
                <a:gd name="csY18" fmla="*/ 0 h 2179464"/>
                <a:gd name="csX19" fmla="*/ 335280 w 552450"/>
                <a:gd name="csY19" fmla="*/ 3810 h 2179464"/>
                <a:gd name="csX20" fmla="*/ 346710 w 552450"/>
                <a:gd name="csY20" fmla="*/ 11430 h 2179464"/>
                <a:gd name="csX21" fmla="*/ 426720 w 552450"/>
                <a:gd name="csY21" fmla="*/ 57150 h 2179464"/>
                <a:gd name="csX22" fmla="*/ 457200 w 552450"/>
                <a:gd name="csY22" fmla="*/ 95250 h 2179464"/>
                <a:gd name="csX23" fmla="*/ 483870 w 552450"/>
                <a:gd name="csY23" fmla="*/ 152400 h 2179464"/>
                <a:gd name="csX24" fmla="*/ 491490 w 552450"/>
                <a:gd name="csY24" fmla="*/ 186690 h 2179464"/>
                <a:gd name="csX25" fmla="*/ 495300 w 552450"/>
                <a:gd name="csY25" fmla="*/ 209550 h 2179464"/>
                <a:gd name="csX26" fmla="*/ 502920 w 552450"/>
                <a:gd name="csY26" fmla="*/ 240030 h 2179464"/>
                <a:gd name="csX27" fmla="*/ 506730 w 552450"/>
                <a:gd name="csY27" fmla="*/ 270510 h 2179464"/>
                <a:gd name="csX28" fmla="*/ 518160 w 552450"/>
                <a:gd name="csY28" fmla="*/ 342900 h 2179464"/>
                <a:gd name="csX29" fmla="*/ 521970 w 552450"/>
                <a:gd name="csY29" fmla="*/ 567690 h 2179464"/>
                <a:gd name="csX30" fmla="*/ 525780 w 552450"/>
                <a:gd name="csY30" fmla="*/ 632460 h 2179464"/>
                <a:gd name="csX31" fmla="*/ 529590 w 552450"/>
                <a:gd name="csY31" fmla="*/ 857250 h 2179464"/>
                <a:gd name="csX32" fmla="*/ 541020 w 552450"/>
                <a:gd name="csY32" fmla="*/ 902970 h 2179464"/>
                <a:gd name="csX33" fmla="*/ 552450 w 552450"/>
                <a:gd name="csY33" fmla="*/ 956310 h 2179464"/>
                <a:gd name="csX34" fmla="*/ 548640 w 552450"/>
                <a:gd name="csY34" fmla="*/ 1158240 h 2179464"/>
                <a:gd name="csX35" fmla="*/ 541020 w 552450"/>
                <a:gd name="csY35" fmla="*/ 1184910 h 2179464"/>
                <a:gd name="csX36" fmla="*/ 537210 w 552450"/>
                <a:gd name="csY36" fmla="*/ 1207770 h 2179464"/>
                <a:gd name="csX37" fmla="*/ 525780 w 552450"/>
                <a:gd name="csY37" fmla="*/ 1238250 h 2179464"/>
                <a:gd name="csX38" fmla="*/ 521970 w 552450"/>
                <a:gd name="csY38" fmla="*/ 1257300 h 2179464"/>
                <a:gd name="csX39" fmla="*/ 514350 w 552450"/>
                <a:gd name="csY39" fmla="*/ 1287780 h 2179464"/>
                <a:gd name="csX40" fmla="*/ 510540 w 552450"/>
                <a:gd name="csY40" fmla="*/ 1356360 h 2179464"/>
                <a:gd name="csX41" fmla="*/ 502920 w 552450"/>
                <a:gd name="csY41" fmla="*/ 1421130 h 2179464"/>
                <a:gd name="csX42" fmla="*/ 491490 w 552450"/>
                <a:gd name="csY42" fmla="*/ 1474470 h 2179464"/>
                <a:gd name="csX43" fmla="*/ 483870 w 552450"/>
                <a:gd name="csY43" fmla="*/ 1531620 h 2179464"/>
                <a:gd name="csX44" fmla="*/ 472440 w 552450"/>
                <a:gd name="csY44" fmla="*/ 1565910 h 2179464"/>
                <a:gd name="csX45" fmla="*/ 468630 w 552450"/>
                <a:gd name="csY45" fmla="*/ 1588770 h 2179464"/>
                <a:gd name="csX46" fmla="*/ 461010 w 552450"/>
                <a:gd name="csY46" fmla="*/ 1623060 h 2179464"/>
                <a:gd name="csX47" fmla="*/ 457200 w 552450"/>
                <a:gd name="csY47" fmla="*/ 1661160 h 2179464"/>
                <a:gd name="csX48" fmla="*/ 449580 w 552450"/>
                <a:gd name="csY48" fmla="*/ 1710690 h 2179464"/>
                <a:gd name="csX49" fmla="*/ 445770 w 552450"/>
                <a:gd name="csY49" fmla="*/ 1737360 h 2179464"/>
                <a:gd name="csX50" fmla="*/ 434340 w 552450"/>
                <a:gd name="csY50" fmla="*/ 1764030 h 2179464"/>
                <a:gd name="csX51" fmla="*/ 415290 w 552450"/>
                <a:gd name="csY51" fmla="*/ 1824990 h 2179464"/>
                <a:gd name="csX52" fmla="*/ 388620 w 552450"/>
                <a:gd name="csY52" fmla="*/ 1866900 h 2179464"/>
                <a:gd name="csX53" fmla="*/ 373380 w 552450"/>
                <a:gd name="csY53" fmla="*/ 1924050 h 2179464"/>
                <a:gd name="csX54" fmla="*/ 361950 w 552450"/>
                <a:gd name="csY54" fmla="*/ 1946910 h 2179464"/>
                <a:gd name="csX55" fmla="*/ 350520 w 552450"/>
                <a:gd name="csY55" fmla="*/ 1977390 h 2179464"/>
                <a:gd name="csX56" fmla="*/ 339090 w 552450"/>
                <a:gd name="csY56" fmla="*/ 2000250 h 2179464"/>
                <a:gd name="csX57" fmla="*/ 327660 w 552450"/>
                <a:gd name="csY57" fmla="*/ 2030730 h 2179464"/>
                <a:gd name="csX58" fmla="*/ 320040 w 552450"/>
                <a:gd name="csY58" fmla="*/ 2042160 h 2179464"/>
                <a:gd name="csX59" fmla="*/ 308610 w 552450"/>
                <a:gd name="csY59" fmla="*/ 2061210 h 2179464"/>
                <a:gd name="csX60" fmla="*/ 297180 w 552450"/>
                <a:gd name="csY60" fmla="*/ 2084070 h 2179464"/>
                <a:gd name="csX61" fmla="*/ 281940 w 552450"/>
                <a:gd name="csY61" fmla="*/ 2095500 h 2179464"/>
                <a:gd name="csX62" fmla="*/ 255270 w 552450"/>
                <a:gd name="csY62" fmla="*/ 2129790 h 2179464"/>
                <a:gd name="csX63" fmla="*/ 228600 w 552450"/>
                <a:gd name="csY63" fmla="*/ 2160270 h 2179464"/>
                <a:gd name="csX64" fmla="*/ 213360 w 552450"/>
                <a:gd name="csY64" fmla="*/ 2164080 h 2179464"/>
                <a:gd name="csX65" fmla="*/ 192237 w 552450"/>
                <a:gd name="csY65" fmla="*/ 2179464 h 2179464"/>
                <a:gd name="csX0" fmla="*/ 0 w 549047"/>
                <a:gd name="csY0" fmla="*/ 655320 h 2179464"/>
                <a:gd name="csX1" fmla="*/ 7620 w 549047"/>
                <a:gd name="csY1" fmla="*/ 636270 h 2179464"/>
                <a:gd name="csX2" fmla="*/ 19050 w 549047"/>
                <a:gd name="csY2" fmla="*/ 621030 h 2179464"/>
                <a:gd name="csX3" fmla="*/ 41910 w 549047"/>
                <a:gd name="csY3" fmla="*/ 563880 h 2179464"/>
                <a:gd name="csX4" fmla="*/ 49530 w 549047"/>
                <a:gd name="csY4" fmla="*/ 426720 h 2179464"/>
                <a:gd name="csX5" fmla="*/ 53340 w 549047"/>
                <a:gd name="csY5" fmla="*/ 407670 h 2179464"/>
                <a:gd name="csX6" fmla="*/ 64770 w 549047"/>
                <a:gd name="csY6" fmla="*/ 373380 h 2179464"/>
                <a:gd name="csX7" fmla="*/ 72390 w 549047"/>
                <a:gd name="csY7" fmla="*/ 312420 h 2179464"/>
                <a:gd name="csX8" fmla="*/ 76200 w 549047"/>
                <a:gd name="csY8" fmla="*/ 293370 h 2179464"/>
                <a:gd name="csX9" fmla="*/ 91440 w 549047"/>
                <a:gd name="csY9" fmla="*/ 255270 h 2179464"/>
                <a:gd name="csX10" fmla="*/ 118110 w 549047"/>
                <a:gd name="csY10" fmla="*/ 198120 h 2179464"/>
                <a:gd name="csX11" fmla="*/ 137160 w 549047"/>
                <a:gd name="csY11" fmla="*/ 167640 h 2179464"/>
                <a:gd name="csX12" fmla="*/ 144780 w 549047"/>
                <a:gd name="csY12" fmla="*/ 148590 h 2179464"/>
                <a:gd name="csX13" fmla="*/ 156210 w 549047"/>
                <a:gd name="csY13" fmla="*/ 133350 h 2179464"/>
                <a:gd name="csX14" fmla="*/ 182880 w 549047"/>
                <a:gd name="csY14" fmla="*/ 91440 h 2179464"/>
                <a:gd name="csX15" fmla="*/ 198120 w 549047"/>
                <a:gd name="csY15" fmla="*/ 80010 h 2179464"/>
                <a:gd name="csX16" fmla="*/ 213360 w 549047"/>
                <a:gd name="csY16" fmla="*/ 60960 h 2179464"/>
                <a:gd name="csX17" fmla="*/ 224790 w 549047"/>
                <a:gd name="csY17" fmla="*/ 38100 h 2179464"/>
                <a:gd name="csX18" fmla="*/ 289560 w 549047"/>
                <a:gd name="csY18" fmla="*/ 0 h 2179464"/>
                <a:gd name="csX19" fmla="*/ 335280 w 549047"/>
                <a:gd name="csY19" fmla="*/ 3810 h 2179464"/>
                <a:gd name="csX20" fmla="*/ 346710 w 549047"/>
                <a:gd name="csY20" fmla="*/ 11430 h 2179464"/>
                <a:gd name="csX21" fmla="*/ 426720 w 549047"/>
                <a:gd name="csY21" fmla="*/ 57150 h 2179464"/>
                <a:gd name="csX22" fmla="*/ 457200 w 549047"/>
                <a:gd name="csY22" fmla="*/ 95250 h 2179464"/>
                <a:gd name="csX23" fmla="*/ 483870 w 549047"/>
                <a:gd name="csY23" fmla="*/ 152400 h 2179464"/>
                <a:gd name="csX24" fmla="*/ 491490 w 549047"/>
                <a:gd name="csY24" fmla="*/ 186690 h 2179464"/>
                <a:gd name="csX25" fmla="*/ 495300 w 549047"/>
                <a:gd name="csY25" fmla="*/ 209550 h 2179464"/>
                <a:gd name="csX26" fmla="*/ 502920 w 549047"/>
                <a:gd name="csY26" fmla="*/ 240030 h 2179464"/>
                <a:gd name="csX27" fmla="*/ 506730 w 549047"/>
                <a:gd name="csY27" fmla="*/ 270510 h 2179464"/>
                <a:gd name="csX28" fmla="*/ 518160 w 549047"/>
                <a:gd name="csY28" fmla="*/ 342900 h 2179464"/>
                <a:gd name="csX29" fmla="*/ 521970 w 549047"/>
                <a:gd name="csY29" fmla="*/ 567690 h 2179464"/>
                <a:gd name="csX30" fmla="*/ 525780 w 549047"/>
                <a:gd name="csY30" fmla="*/ 632460 h 2179464"/>
                <a:gd name="csX31" fmla="*/ 529590 w 549047"/>
                <a:gd name="csY31" fmla="*/ 857250 h 2179464"/>
                <a:gd name="csX32" fmla="*/ 541020 w 549047"/>
                <a:gd name="csY32" fmla="*/ 902970 h 2179464"/>
                <a:gd name="csX33" fmla="*/ 534670 w 549047"/>
                <a:gd name="csY33" fmla="*/ 963930 h 2179464"/>
                <a:gd name="csX34" fmla="*/ 548640 w 549047"/>
                <a:gd name="csY34" fmla="*/ 1158240 h 2179464"/>
                <a:gd name="csX35" fmla="*/ 541020 w 549047"/>
                <a:gd name="csY35" fmla="*/ 1184910 h 2179464"/>
                <a:gd name="csX36" fmla="*/ 537210 w 549047"/>
                <a:gd name="csY36" fmla="*/ 1207770 h 2179464"/>
                <a:gd name="csX37" fmla="*/ 525780 w 549047"/>
                <a:gd name="csY37" fmla="*/ 1238250 h 2179464"/>
                <a:gd name="csX38" fmla="*/ 521970 w 549047"/>
                <a:gd name="csY38" fmla="*/ 1257300 h 2179464"/>
                <a:gd name="csX39" fmla="*/ 514350 w 549047"/>
                <a:gd name="csY39" fmla="*/ 1287780 h 2179464"/>
                <a:gd name="csX40" fmla="*/ 510540 w 549047"/>
                <a:gd name="csY40" fmla="*/ 1356360 h 2179464"/>
                <a:gd name="csX41" fmla="*/ 502920 w 549047"/>
                <a:gd name="csY41" fmla="*/ 1421130 h 2179464"/>
                <a:gd name="csX42" fmla="*/ 491490 w 549047"/>
                <a:gd name="csY42" fmla="*/ 1474470 h 2179464"/>
                <a:gd name="csX43" fmla="*/ 483870 w 549047"/>
                <a:gd name="csY43" fmla="*/ 1531620 h 2179464"/>
                <a:gd name="csX44" fmla="*/ 472440 w 549047"/>
                <a:gd name="csY44" fmla="*/ 1565910 h 2179464"/>
                <a:gd name="csX45" fmla="*/ 468630 w 549047"/>
                <a:gd name="csY45" fmla="*/ 1588770 h 2179464"/>
                <a:gd name="csX46" fmla="*/ 461010 w 549047"/>
                <a:gd name="csY46" fmla="*/ 1623060 h 2179464"/>
                <a:gd name="csX47" fmla="*/ 457200 w 549047"/>
                <a:gd name="csY47" fmla="*/ 1661160 h 2179464"/>
                <a:gd name="csX48" fmla="*/ 449580 w 549047"/>
                <a:gd name="csY48" fmla="*/ 1710690 h 2179464"/>
                <a:gd name="csX49" fmla="*/ 445770 w 549047"/>
                <a:gd name="csY49" fmla="*/ 1737360 h 2179464"/>
                <a:gd name="csX50" fmla="*/ 434340 w 549047"/>
                <a:gd name="csY50" fmla="*/ 1764030 h 2179464"/>
                <a:gd name="csX51" fmla="*/ 415290 w 549047"/>
                <a:gd name="csY51" fmla="*/ 1824990 h 2179464"/>
                <a:gd name="csX52" fmla="*/ 388620 w 549047"/>
                <a:gd name="csY52" fmla="*/ 1866900 h 2179464"/>
                <a:gd name="csX53" fmla="*/ 373380 w 549047"/>
                <a:gd name="csY53" fmla="*/ 1924050 h 2179464"/>
                <a:gd name="csX54" fmla="*/ 361950 w 549047"/>
                <a:gd name="csY54" fmla="*/ 1946910 h 2179464"/>
                <a:gd name="csX55" fmla="*/ 350520 w 549047"/>
                <a:gd name="csY55" fmla="*/ 1977390 h 2179464"/>
                <a:gd name="csX56" fmla="*/ 339090 w 549047"/>
                <a:gd name="csY56" fmla="*/ 2000250 h 2179464"/>
                <a:gd name="csX57" fmla="*/ 327660 w 549047"/>
                <a:gd name="csY57" fmla="*/ 2030730 h 2179464"/>
                <a:gd name="csX58" fmla="*/ 320040 w 549047"/>
                <a:gd name="csY58" fmla="*/ 2042160 h 2179464"/>
                <a:gd name="csX59" fmla="*/ 308610 w 549047"/>
                <a:gd name="csY59" fmla="*/ 2061210 h 2179464"/>
                <a:gd name="csX60" fmla="*/ 297180 w 549047"/>
                <a:gd name="csY60" fmla="*/ 2084070 h 2179464"/>
                <a:gd name="csX61" fmla="*/ 281940 w 549047"/>
                <a:gd name="csY61" fmla="*/ 2095500 h 2179464"/>
                <a:gd name="csX62" fmla="*/ 255270 w 549047"/>
                <a:gd name="csY62" fmla="*/ 2129790 h 2179464"/>
                <a:gd name="csX63" fmla="*/ 228600 w 549047"/>
                <a:gd name="csY63" fmla="*/ 2160270 h 2179464"/>
                <a:gd name="csX64" fmla="*/ 213360 w 549047"/>
                <a:gd name="csY64" fmla="*/ 2164080 h 2179464"/>
                <a:gd name="csX65" fmla="*/ 192237 w 549047"/>
                <a:gd name="csY65" fmla="*/ 2179464 h 2179464"/>
                <a:gd name="csX0" fmla="*/ 0 w 549047"/>
                <a:gd name="csY0" fmla="*/ 655320 h 2179464"/>
                <a:gd name="csX1" fmla="*/ 7620 w 549047"/>
                <a:gd name="csY1" fmla="*/ 636270 h 2179464"/>
                <a:gd name="csX2" fmla="*/ 19050 w 549047"/>
                <a:gd name="csY2" fmla="*/ 621030 h 2179464"/>
                <a:gd name="csX3" fmla="*/ 41910 w 549047"/>
                <a:gd name="csY3" fmla="*/ 563880 h 2179464"/>
                <a:gd name="csX4" fmla="*/ 49530 w 549047"/>
                <a:gd name="csY4" fmla="*/ 426720 h 2179464"/>
                <a:gd name="csX5" fmla="*/ 53340 w 549047"/>
                <a:gd name="csY5" fmla="*/ 407670 h 2179464"/>
                <a:gd name="csX6" fmla="*/ 64770 w 549047"/>
                <a:gd name="csY6" fmla="*/ 373380 h 2179464"/>
                <a:gd name="csX7" fmla="*/ 72390 w 549047"/>
                <a:gd name="csY7" fmla="*/ 312420 h 2179464"/>
                <a:gd name="csX8" fmla="*/ 76200 w 549047"/>
                <a:gd name="csY8" fmla="*/ 293370 h 2179464"/>
                <a:gd name="csX9" fmla="*/ 91440 w 549047"/>
                <a:gd name="csY9" fmla="*/ 255270 h 2179464"/>
                <a:gd name="csX10" fmla="*/ 118110 w 549047"/>
                <a:gd name="csY10" fmla="*/ 198120 h 2179464"/>
                <a:gd name="csX11" fmla="*/ 137160 w 549047"/>
                <a:gd name="csY11" fmla="*/ 167640 h 2179464"/>
                <a:gd name="csX12" fmla="*/ 144780 w 549047"/>
                <a:gd name="csY12" fmla="*/ 148590 h 2179464"/>
                <a:gd name="csX13" fmla="*/ 156210 w 549047"/>
                <a:gd name="csY13" fmla="*/ 133350 h 2179464"/>
                <a:gd name="csX14" fmla="*/ 182880 w 549047"/>
                <a:gd name="csY14" fmla="*/ 91440 h 2179464"/>
                <a:gd name="csX15" fmla="*/ 198120 w 549047"/>
                <a:gd name="csY15" fmla="*/ 80010 h 2179464"/>
                <a:gd name="csX16" fmla="*/ 213360 w 549047"/>
                <a:gd name="csY16" fmla="*/ 60960 h 2179464"/>
                <a:gd name="csX17" fmla="*/ 224790 w 549047"/>
                <a:gd name="csY17" fmla="*/ 38100 h 2179464"/>
                <a:gd name="csX18" fmla="*/ 289560 w 549047"/>
                <a:gd name="csY18" fmla="*/ 0 h 2179464"/>
                <a:gd name="csX19" fmla="*/ 335280 w 549047"/>
                <a:gd name="csY19" fmla="*/ 3810 h 2179464"/>
                <a:gd name="csX20" fmla="*/ 346710 w 549047"/>
                <a:gd name="csY20" fmla="*/ 11430 h 2179464"/>
                <a:gd name="csX21" fmla="*/ 426720 w 549047"/>
                <a:gd name="csY21" fmla="*/ 57150 h 2179464"/>
                <a:gd name="csX22" fmla="*/ 457200 w 549047"/>
                <a:gd name="csY22" fmla="*/ 95250 h 2179464"/>
                <a:gd name="csX23" fmla="*/ 483870 w 549047"/>
                <a:gd name="csY23" fmla="*/ 152400 h 2179464"/>
                <a:gd name="csX24" fmla="*/ 491490 w 549047"/>
                <a:gd name="csY24" fmla="*/ 186690 h 2179464"/>
                <a:gd name="csX25" fmla="*/ 495300 w 549047"/>
                <a:gd name="csY25" fmla="*/ 209550 h 2179464"/>
                <a:gd name="csX26" fmla="*/ 502920 w 549047"/>
                <a:gd name="csY26" fmla="*/ 240030 h 2179464"/>
                <a:gd name="csX27" fmla="*/ 506730 w 549047"/>
                <a:gd name="csY27" fmla="*/ 270510 h 2179464"/>
                <a:gd name="csX28" fmla="*/ 518160 w 549047"/>
                <a:gd name="csY28" fmla="*/ 342900 h 2179464"/>
                <a:gd name="csX29" fmla="*/ 521970 w 549047"/>
                <a:gd name="csY29" fmla="*/ 567690 h 2179464"/>
                <a:gd name="csX30" fmla="*/ 525780 w 549047"/>
                <a:gd name="csY30" fmla="*/ 632460 h 2179464"/>
                <a:gd name="csX31" fmla="*/ 529590 w 549047"/>
                <a:gd name="csY31" fmla="*/ 857250 h 2179464"/>
                <a:gd name="csX32" fmla="*/ 525780 w 549047"/>
                <a:gd name="csY32" fmla="*/ 905510 h 2179464"/>
                <a:gd name="csX33" fmla="*/ 534670 w 549047"/>
                <a:gd name="csY33" fmla="*/ 963930 h 2179464"/>
                <a:gd name="csX34" fmla="*/ 548640 w 549047"/>
                <a:gd name="csY34" fmla="*/ 1158240 h 2179464"/>
                <a:gd name="csX35" fmla="*/ 541020 w 549047"/>
                <a:gd name="csY35" fmla="*/ 1184910 h 2179464"/>
                <a:gd name="csX36" fmla="*/ 537210 w 549047"/>
                <a:gd name="csY36" fmla="*/ 1207770 h 2179464"/>
                <a:gd name="csX37" fmla="*/ 525780 w 549047"/>
                <a:gd name="csY37" fmla="*/ 1238250 h 2179464"/>
                <a:gd name="csX38" fmla="*/ 521970 w 549047"/>
                <a:gd name="csY38" fmla="*/ 1257300 h 2179464"/>
                <a:gd name="csX39" fmla="*/ 514350 w 549047"/>
                <a:gd name="csY39" fmla="*/ 1287780 h 2179464"/>
                <a:gd name="csX40" fmla="*/ 510540 w 549047"/>
                <a:gd name="csY40" fmla="*/ 1356360 h 2179464"/>
                <a:gd name="csX41" fmla="*/ 502920 w 549047"/>
                <a:gd name="csY41" fmla="*/ 1421130 h 2179464"/>
                <a:gd name="csX42" fmla="*/ 491490 w 549047"/>
                <a:gd name="csY42" fmla="*/ 1474470 h 2179464"/>
                <a:gd name="csX43" fmla="*/ 483870 w 549047"/>
                <a:gd name="csY43" fmla="*/ 1531620 h 2179464"/>
                <a:gd name="csX44" fmla="*/ 472440 w 549047"/>
                <a:gd name="csY44" fmla="*/ 1565910 h 2179464"/>
                <a:gd name="csX45" fmla="*/ 468630 w 549047"/>
                <a:gd name="csY45" fmla="*/ 1588770 h 2179464"/>
                <a:gd name="csX46" fmla="*/ 461010 w 549047"/>
                <a:gd name="csY46" fmla="*/ 1623060 h 2179464"/>
                <a:gd name="csX47" fmla="*/ 457200 w 549047"/>
                <a:gd name="csY47" fmla="*/ 1661160 h 2179464"/>
                <a:gd name="csX48" fmla="*/ 449580 w 549047"/>
                <a:gd name="csY48" fmla="*/ 1710690 h 2179464"/>
                <a:gd name="csX49" fmla="*/ 445770 w 549047"/>
                <a:gd name="csY49" fmla="*/ 1737360 h 2179464"/>
                <a:gd name="csX50" fmla="*/ 434340 w 549047"/>
                <a:gd name="csY50" fmla="*/ 1764030 h 2179464"/>
                <a:gd name="csX51" fmla="*/ 415290 w 549047"/>
                <a:gd name="csY51" fmla="*/ 1824990 h 2179464"/>
                <a:gd name="csX52" fmla="*/ 388620 w 549047"/>
                <a:gd name="csY52" fmla="*/ 1866900 h 2179464"/>
                <a:gd name="csX53" fmla="*/ 373380 w 549047"/>
                <a:gd name="csY53" fmla="*/ 1924050 h 2179464"/>
                <a:gd name="csX54" fmla="*/ 361950 w 549047"/>
                <a:gd name="csY54" fmla="*/ 1946910 h 2179464"/>
                <a:gd name="csX55" fmla="*/ 350520 w 549047"/>
                <a:gd name="csY55" fmla="*/ 1977390 h 2179464"/>
                <a:gd name="csX56" fmla="*/ 339090 w 549047"/>
                <a:gd name="csY56" fmla="*/ 2000250 h 2179464"/>
                <a:gd name="csX57" fmla="*/ 327660 w 549047"/>
                <a:gd name="csY57" fmla="*/ 2030730 h 2179464"/>
                <a:gd name="csX58" fmla="*/ 320040 w 549047"/>
                <a:gd name="csY58" fmla="*/ 2042160 h 2179464"/>
                <a:gd name="csX59" fmla="*/ 308610 w 549047"/>
                <a:gd name="csY59" fmla="*/ 2061210 h 2179464"/>
                <a:gd name="csX60" fmla="*/ 297180 w 549047"/>
                <a:gd name="csY60" fmla="*/ 2084070 h 2179464"/>
                <a:gd name="csX61" fmla="*/ 281940 w 549047"/>
                <a:gd name="csY61" fmla="*/ 2095500 h 2179464"/>
                <a:gd name="csX62" fmla="*/ 255270 w 549047"/>
                <a:gd name="csY62" fmla="*/ 2129790 h 2179464"/>
                <a:gd name="csX63" fmla="*/ 228600 w 549047"/>
                <a:gd name="csY63" fmla="*/ 2160270 h 2179464"/>
                <a:gd name="csX64" fmla="*/ 213360 w 549047"/>
                <a:gd name="csY64" fmla="*/ 2164080 h 2179464"/>
                <a:gd name="csX65" fmla="*/ 192237 w 549047"/>
                <a:gd name="csY65" fmla="*/ 2179464 h 2179464"/>
                <a:gd name="csX0" fmla="*/ 0 w 541254"/>
                <a:gd name="csY0" fmla="*/ 655320 h 2179464"/>
                <a:gd name="csX1" fmla="*/ 7620 w 541254"/>
                <a:gd name="csY1" fmla="*/ 636270 h 2179464"/>
                <a:gd name="csX2" fmla="*/ 19050 w 541254"/>
                <a:gd name="csY2" fmla="*/ 621030 h 2179464"/>
                <a:gd name="csX3" fmla="*/ 41910 w 541254"/>
                <a:gd name="csY3" fmla="*/ 563880 h 2179464"/>
                <a:gd name="csX4" fmla="*/ 49530 w 541254"/>
                <a:gd name="csY4" fmla="*/ 426720 h 2179464"/>
                <a:gd name="csX5" fmla="*/ 53340 w 541254"/>
                <a:gd name="csY5" fmla="*/ 407670 h 2179464"/>
                <a:gd name="csX6" fmla="*/ 64770 w 541254"/>
                <a:gd name="csY6" fmla="*/ 373380 h 2179464"/>
                <a:gd name="csX7" fmla="*/ 72390 w 541254"/>
                <a:gd name="csY7" fmla="*/ 312420 h 2179464"/>
                <a:gd name="csX8" fmla="*/ 76200 w 541254"/>
                <a:gd name="csY8" fmla="*/ 293370 h 2179464"/>
                <a:gd name="csX9" fmla="*/ 91440 w 541254"/>
                <a:gd name="csY9" fmla="*/ 255270 h 2179464"/>
                <a:gd name="csX10" fmla="*/ 118110 w 541254"/>
                <a:gd name="csY10" fmla="*/ 198120 h 2179464"/>
                <a:gd name="csX11" fmla="*/ 137160 w 541254"/>
                <a:gd name="csY11" fmla="*/ 167640 h 2179464"/>
                <a:gd name="csX12" fmla="*/ 144780 w 541254"/>
                <a:gd name="csY12" fmla="*/ 148590 h 2179464"/>
                <a:gd name="csX13" fmla="*/ 156210 w 541254"/>
                <a:gd name="csY13" fmla="*/ 133350 h 2179464"/>
                <a:gd name="csX14" fmla="*/ 182880 w 541254"/>
                <a:gd name="csY14" fmla="*/ 91440 h 2179464"/>
                <a:gd name="csX15" fmla="*/ 198120 w 541254"/>
                <a:gd name="csY15" fmla="*/ 80010 h 2179464"/>
                <a:gd name="csX16" fmla="*/ 213360 w 541254"/>
                <a:gd name="csY16" fmla="*/ 60960 h 2179464"/>
                <a:gd name="csX17" fmla="*/ 224790 w 541254"/>
                <a:gd name="csY17" fmla="*/ 38100 h 2179464"/>
                <a:gd name="csX18" fmla="*/ 289560 w 541254"/>
                <a:gd name="csY18" fmla="*/ 0 h 2179464"/>
                <a:gd name="csX19" fmla="*/ 335280 w 541254"/>
                <a:gd name="csY19" fmla="*/ 3810 h 2179464"/>
                <a:gd name="csX20" fmla="*/ 346710 w 541254"/>
                <a:gd name="csY20" fmla="*/ 11430 h 2179464"/>
                <a:gd name="csX21" fmla="*/ 426720 w 541254"/>
                <a:gd name="csY21" fmla="*/ 57150 h 2179464"/>
                <a:gd name="csX22" fmla="*/ 457200 w 541254"/>
                <a:gd name="csY22" fmla="*/ 95250 h 2179464"/>
                <a:gd name="csX23" fmla="*/ 483870 w 541254"/>
                <a:gd name="csY23" fmla="*/ 152400 h 2179464"/>
                <a:gd name="csX24" fmla="*/ 491490 w 541254"/>
                <a:gd name="csY24" fmla="*/ 186690 h 2179464"/>
                <a:gd name="csX25" fmla="*/ 495300 w 541254"/>
                <a:gd name="csY25" fmla="*/ 209550 h 2179464"/>
                <a:gd name="csX26" fmla="*/ 502920 w 541254"/>
                <a:gd name="csY26" fmla="*/ 240030 h 2179464"/>
                <a:gd name="csX27" fmla="*/ 506730 w 541254"/>
                <a:gd name="csY27" fmla="*/ 270510 h 2179464"/>
                <a:gd name="csX28" fmla="*/ 518160 w 541254"/>
                <a:gd name="csY28" fmla="*/ 342900 h 2179464"/>
                <a:gd name="csX29" fmla="*/ 521970 w 541254"/>
                <a:gd name="csY29" fmla="*/ 567690 h 2179464"/>
                <a:gd name="csX30" fmla="*/ 525780 w 541254"/>
                <a:gd name="csY30" fmla="*/ 632460 h 2179464"/>
                <a:gd name="csX31" fmla="*/ 529590 w 541254"/>
                <a:gd name="csY31" fmla="*/ 857250 h 2179464"/>
                <a:gd name="csX32" fmla="*/ 525780 w 541254"/>
                <a:gd name="csY32" fmla="*/ 905510 h 2179464"/>
                <a:gd name="csX33" fmla="*/ 534670 w 541254"/>
                <a:gd name="csY33" fmla="*/ 963930 h 2179464"/>
                <a:gd name="csX34" fmla="*/ 530860 w 541254"/>
                <a:gd name="csY34" fmla="*/ 1092200 h 2179464"/>
                <a:gd name="csX35" fmla="*/ 541020 w 541254"/>
                <a:gd name="csY35" fmla="*/ 1184910 h 2179464"/>
                <a:gd name="csX36" fmla="*/ 537210 w 541254"/>
                <a:gd name="csY36" fmla="*/ 1207770 h 2179464"/>
                <a:gd name="csX37" fmla="*/ 525780 w 541254"/>
                <a:gd name="csY37" fmla="*/ 1238250 h 2179464"/>
                <a:gd name="csX38" fmla="*/ 521970 w 541254"/>
                <a:gd name="csY38" fmla="*/ 1257300 h 2179464"/>
                <a:gd name="csX39" fmla="*/ 514350 w 541254"/>
                <a:gd name="csY39" fmla="*/ 1287780 h 2179464"/>
                <a:gd name="csX40" fmla="*/ 510540 w 541254"/>
                <a:gd name="csY40" fmla="*/ 1356360 h 2179464"/>
                <a:gd name="csX41" fmla="*/ 502920 w 541254"/>
                <a:gd name="csY41" fmla="*/ 1421130 h 2179464"/>
                <a:gd name="csX42" fmla="*/ 491490 w 541254"/>
                <a:gd name="csY42" fmla="*/ 1474470 h 2179464"/>
                <a:gd name="csX43" fmla="*/ 483870 w 541254"/>
                <a:gd name="csY43" fmla="*/ 1531620 h 2179464"/>
                <a:gd name="csX44" fmla="*/ 472440 w 541254"/>
                <a:gd name="csY44" fmla="*/ 1565910 h 2179464"/>
                <a:gd name="csX45" fmla="*/ 468630 w 541254"/>
                <a:gd name="csY45" fmla="*/ 1588770 h 2179464"/>
                <a:gd name="csX46" fmla="*/ 461010 w 541254"/>
                <a:gd name="csY46" fmla="*/ 1623060 h 2179464"/>
                <a:gd name="csX47" fmla="*/ 457200 w 541254"/>
                <a:gd name="csY47" fmla="*/ 1661160 h 2179464"/>
                <a:gd name="csX48" fmla="*/ 449580 w 541254"/>
                <a:gd name="csY48" fmla="*/ 1710690 h 2179464"/>
                <a:gd name="csX49" fmla="*/ 445770 w 541254"/>
                <a:gd name="csY49" fmla="*/ 1737360 h 2179464"/>
                <a:gd name="csX50" fmla="*/ 434340 w 541254"/>
                <a:gd name="csY50" fmla="*/ 1764030 h 2179464"/>
                <a:gd name="csX51" fmla="*/ 415290 w 541254"/>
                <a:gd name="csY51" fmla="*/ 1824990 h 2179464"/>
                <a:gd name="csX52" fmla="*/ 388620 w 541254"/>
                <a:gd name="csY52" fmla="*/ 1866900 h 2179464"/>
                <a:gd name="csX53" fmla="*/ 373380 w 541254"/>
                <a:gd name="csY53" fmla="*/ 1924050 h 2179464"/>
                <a:gd name="csX54" fmla="*/ 361950 w 541254"/>
                <a:gd name="csY54" fmla="*/ 1946910 h 2179464"/>
                <a:gd name="csX55" fmla="*/ 350520 w 541254"/>
                <a:gd name="csY55" fmla="*/ 1977390 h 2179464"/>
                <a:gd name="csX56" fmla="*/ 339090 w 541254"/>
                <a:gd name="csY56" fmla="*/ 2000250 h 2179464"/>
                <a:gd name="csX57" fmla="*/ 327660 w 541254"/>
                <a:gd name="csY57" fmla="*/ 2030730 h 2179464"/>
                <a:gd name="csX58" fmla="*/ 320040 w 541254"/>
                <a:gd name="csY58" fmla="*/ 2042160 h 2179464"/>
                <a:gd name="csX59" fmla="*/ 308610 w 541254"/>
                <a:gd name="csY59" fmla="*/ 2061210 h 2179464"/>
                <a:gd name="csX60" fmla="*/ 297180 w 541254"/>
                <a:gd name="csY60" fmla="*/ 2084070 h 2179464"/>
                <a:gd name="csX61" fmla="*/ 281940 w 541254"/>
                <a:gd name="csY61" fmla="*/ 2095500 h 2179464"/>
                <a:gd name="csX62" fmla="*/ 255270 w 541254"/>
                <a:gd name="csY62" fmla="*/ 2129790 h 2179464"/>
                <a:gd name="csX63" fmla="*/ 228600 w 541254"/>
                <a:gd name="csY63" fmla="*/ 2160270 h 2179464"/>
                <a:gd name="csX64" fmla="*/ 213360 w 541254"/>
                <a:gd name="csY64" fmla="*/ 2164080 h 2179464"/>
                <a:gd name="csX65" fmla="*/ 192237 w 541254"/>
                <a:gd name="csY65" fmla="*/ 2179464 h 2179464"/>
                <a:gd name="csX0" fmla="*/ 0 w 537455"/>
                <a:gd name="csY0" fmla="*/ 655320 h 2179464"/>
                <a:gd name="csX1" fmla="*/ 7620 w 537455"/>
                <a:gd name="csY1" fmla="*/ 636270 h 2179464"/>
                <a:gd name="csX2" fmla="*/ 19050 w 537455"/>
                <a:gd name="csY2" fmla="*/ 621030 h 2179464"/>
                <a:gd name="csX3" fmla="*/ 41910 w 537455"/>
                <a:gd name="csY3" fmla="*/ 563880 h 2179464"/>
                <a:gd name="csX4" fmla="*/ 49530 w 537455"/>
                <a:gd name="csY4" fmla="*/ 426720 h 2179464"/>
                <a:gd name="csX5" fmla="*/ 53340 w 537455"/>
                <a:gd name="csY5" fmla="*/ 407670 h 2179464"/>
                <a:gd name="csX6" fmla="*/ 64770 w 537455"/>
                <a:gd name="csY6" fmla="*/ 373380 h 2179464"/>
                <a:gd name="csX7" fmla="*/ 72390 w 537455"/>
                <a:gd name="csY7" fmla="*/ 312420 h 2179464"/>
                <a:gd name="csX8" fmla="*/ 76200 w 537455"/>
                <a:gd name="csY8" fmla="*/ 293370 h 2179464"/>
                <a:gd name="csX9" fmla="*/ 91440 w 537455"/>
                <a:gd name="csY9" fmla="*/ 255270 h 2179464"/>
                <a:gd name="csX10" fmla="*/ 118110 w 537455"/>
                <a:gd name="csY10" fmla="*/ 198120 h 2179464"/>
                <a:gd name="csX11" fmla="*/ 137160 w 537455"/>
                <a:gd name="csY11" fmla="*/ 167640 h 2179464"/>
                <a:gd name="csX12" fmla="*/ 144780 w 537455"/>
                <a:gd name="csY12" fmla="*/ 148590 h 2179464"/>
                <a:gd name="csX13" fmla="*/ 156210 w 537455"/>
                <a:gd name="csY13" fmla="*/ 133350 h 2179464"/>
                <a:gd name="csX14" fmla="*/ 182880 w 537455"/>
                <a:gd name="csY14" fmla="*/ 91440 h 2179464"/>
                <a:gd name="csX15" fmla="*/ 198120 w 537455"/>
                <a:gd name="csY15" fmla="*/ 80010 h 2179464"/>
                <a:gd name="csX16" fmla="*/ 213360 w 537455"/>
                <a:gd name="csY16" fmla="*/ 60960 h 2179464"/>
                <a:gd name="csX17" fmla="*/ 224790 w 537455"/>
                <a:gd name="csY17" fmla="*/ 38100 h 2179464"/>
                <a:gd name="csX18" fmla="*/ 289560 w 537455"/>
                <a:gd name="csY18" fmla="*/ 0 h 2179464"/>
                <a:gd name="csX19" fmla="*/ 335280 w 537455"/>
                <a:gd name="csY19" fmla="*/ 3810 h 2179464"/>
                <a:gd name="csX20" fmla="*/ 346710 w 537455"/>
                <a:gd name="csY20" fmla="*/ 11430 h 2179464"/>
                <a:gd name="csX21" fmla="*/ 426720 w 537455"/>
                <a:gd name="csY21" fmla="*/ 57150 h 2179464"/>
                <a:gd name="csX22" fmla="*/ 457200 w 537455"/>
                <a:gd name="csY22" fmla="*/ 95250 h 2179464"/>
                <a:gd name="csX23" fmla="*/ 483870 w 537455"/>
                <a:gd name="csY23" fmla="*/ 152400 h 2179464"/>
                <a:gd name="csX24" fmla="*/ 491490 w 537455"/>
                <a:gd name="csY24" fmla="*/ 186690 h 2179464"/>
                <a:gd name="csX25" fmla="*/ 495300 w 537455"/>
                <a:gd name="csY25" fmla="*/ 209550 h 2179464"/>
                <a:gd name="csX26" fmla="*/ 502920 w 537455"/>
                <a:gd name="csY26" fmla="*/ 240030 h 2179464"/>
                <a:gd name="csX27" fmla="*/ 506730 w 537455"/>
                <a:gd name="csY27" fmla="*/ 270510 h 2179464"/>
                <a:gd name="csX28" fmla="*/ 518160 w 537455"/>
                <a:gd name="csY28" fmla="*/ 342900 h 2179464"/>
                <a:gd name="csX29" fmla="*/ 521970 w 537455"/>
                <a:gd name="csY29" fmla="*/ 567690 h 2179464"/>
                <a:gd name="csX30" fmla="*/ 525780 w 537455"/>
                <a:gd name="csY30" fmla="*/ 632460 h 2179464"/>
                <a:gd name="csX31" fmla="*/ 529590 w 537455"/>
                <a:gd name="csY31" fmla="*/ 857250 h 2179464"/>
                <a:gd name="csX32" fmla="*/ 525780 w 537455"/>
                <a:gd name="csY32" fmla="*/ 905510 h 2179464"/>
                <a:gd name="csX33" fmla="*/ 534670 w 537455"/>
                <a:gd name="csY33" fmla="*/ 963930 h 2179464"/>
                <a:gd name="csX34" fmla="*/ 530860 w 537455"/>
                <a:gd name="csY34" fmla="*/ 1092200 h 2179464"/>
                <a:gd name="csX35" fmla="*/ 533400 w 537455"/>
                <a:gd name="csY35" fmla="*/ 1164590 h 2179464"/>
                <a:gd name="csX36" fmla="*/ 537210 w 537455"/>
                <a:gd name="csY36" fmla="*/ 1207770 h 2179464"/>
                <a:gd name="csX37" fmla="*/ 525780 w 537455"/>
                <a:gd name="csY37" fmla="*/ 1238250 h 2179464"/>
                <a:gd name="csX38" fmla="*/ 521970 w 537455"/>
                <a:gd name="csY38" fmla="*/ 1257300 h 2179464"/>
                <a:gd name="csX39" fmla="*/ 514350 w 537455"/>
                <a:gd name="csY39" fmla="*/ 1287780 h 2179464"/>
                <a:gd name="csX40" fmla="*/ 510540 w 537455"/>
                <a:gd name="csY40" fmla="*/ 1356360 h 2179464"/>
                <a:gd name="csX41" fmla="*/ 502920 w 537455"/>
                <a:gd name="csY41" fmla="*/ 1421130 h 2179464"/>
                <a:gd name="csX42" fmla="*/ 491490 w 537455"/>
                <a:gd name="csY42" fmla="*/ 1474470 h 2179464"/>
                <a:gd name="csX43" fmla="*/ 483870 w 537455"/>
                <a:gd name="csY43" fmla="*/ 1531620 h 2179464"/>
                <a:gd name="csX44" fmla="*/ 472440 w 537455"/>
                <a:gd name="csY44" fmla="*/ 1565910 h 2179464"/>
                <a:gd name="csX45" fmla="*/ 468630 w 537455"/>
                <a:gd name="csY45" fmla="*/ 1588770 h 2179464"/>
                <a:gd name="csX46" fmla="*/ 461010 w 537455"/>
                <a:gd name="csY46" fmla="*/ 1623060 h 2179464"/>
                <a:gd name="csX47" fmla="*/ 457200 w 537455"/>
                <a:gd name="csY47" fmla="*/ 1661160 h 2179464"/>
                <a:gd name="csX48" fmla="*/ 449580 w 537455"/>
                <a:gd name="csY48" fmla="*/ 1710690 h 2179464"/>
                <a:gd name="csX49" fmla="*/ 445770 w 537455"/>
                <a:gd name="csY49" fmla="*/ 1737360 h 2179464"/>
                <a:gd name="csX50" fmla="*/ 434340 w 537455"/>
                <a:gd name="csY50" fmla="*/ 1764030 h 2179464"/>
                <a:gd name="csX51" fmla="*/ 415290 w 537455"/>
                <a:gd name="csY51" fmla="*/ 1824990 h 2179464"/>
                <a:gd name="csX52" fmla="*/ 388620 w 537455"/>
                <a:gd name="csY52" fmla="*/ 1866900 h 2179464"/>
                <a:gd name="csX53" fmla="*/ 373380 w 537455"/>
                <a:gd name="csY53" fmla="*/ 1924050 h 2179464"/>
                <a:gd name="csX54" fmla="*/ 361950 w 537455"/>
                <a:gd name="csY54" fmla="*/ 1946910 h 2179464"/>
                <a:gd name="csX55" fmla="*/ 350520 w 537455"/>
                <a:gd name="csY55" fmla="*/ 1977390 h 2179464"/>
                <a:gd name="csX56" fmla="*/ 339090 w 537455"/>
                <a:gd name="csY56" fmla="*/ 2000250 h 2179464"/>
                <a:gd name="csX57" fmla="*/ 327660 w 537455"/>
                <a:gd name="csY57" fmla="*/ 2030730 h 2179464"/>
                <a:gd name="csX58" fmla="*/ 320040 w 537455"/>
                <a:gd name="csY58" fmla="*/ 2042160 h 2179464"/>
                <a:gd name="csX59" fmla="*/ 308610 w 537455"/>
                <a:gd name="csY59" fmla="*/ 2061210 h 2179464"/>
                <a:gd name="csX60" fmla="*/ 297180 w 537455"/>
                <a:gd name="csY60" fmla="*/ 2084070 h 2179464"/>
                <a:gd name="csX61" fmla="*/ 281940 w 537455"/>
                <a:gd name="csY61" fmla="*/ 2095500 h 2179464"/>
                <a:gd name="csX62" fmla="*/ 255270 w 537455"/>
                <a:gd name="csY62" fmla="*/ 2129790 h 2179464"/>
                <a:gd name="csX63" fmla="*/ 228600 w 537455"/>
                <a:gd name="csY63" fmla="*/ 2160270 h 2179464"/>
                <a:gd name="csX64" fmla="*/ 213360 w 537455"/>
                <a:gd name="csY64" fmla="*/ 2164080 h 2179464"/>
                <a:gd name="csX65" fmla="*/ 192237 w 537455"/>
                <a:gd name="csY65" fmla="*/ 2179464 h 2179464"/>
                <a:gd name="csX0" fmla="*/ 0 w 537455"/>
                <a:gd name="csY0" fmla="*/ 655320 h 2179464"/>
                <a:gd name="csX1" fmla="*/ 7620 w 537455"/>
                <a:gd name="csY1" fmla="*/ 636270 h 2179464"/>
                <a:gd name="csX2" fmla="*/ 19050 w 537455"/>
                <a:gd name="csY2" fmla="*/ 621030 h 2179464"/>
                <a:gd name="csX3" fmla="*/ 41910 w 537455"/>
                <a:gd name="csY3" fmla="*/ 563880 h 2179464"/>
                <a:gd name="csX4" fmla="*/ 49530 w 537455"/>
                <a:gd name="csY4" fmla="*/ 426720 h 2179464"/>
                <a:gd name="csX5" fmla="*/ 53340 w 537455"/>
                <a:gd name="csY5" fmla="*/ 407670 h 2179464"/>
                <a:gd name="csX6" fmla="*/ 64770 w 537455"/>
                <a:gd name="csY6" fmla="*/ 373380 h 2179464"/>
                <a:gd name="csX7" fmla="*/ 72390 w 537455"/>
                <a:gd name="csY7" fmla="*/ 312420 h 2179464"/>
                <a:gd name="csX8" fmla="*/ 76200 w 537455"/>
                <a:gd name="csY8" fmla="*/ 293370 h 2179464"/>
                <a:gd name="csX9" fmla="*/ 91440 w 537455"/>
                <a:gd name="csY9" fmla="*/ 255270 h 2179464"/>
                <a:gd name="csX10" fmla="*/ 118110 w 537455"/>
                <a:gd name="csY10" fmla="*/ 198120 h 2179464"/>
                <a:gd name="csX11" fmla="*/ 137160 w 537455"/>
                <a:gd name="csY11" fmla="*/ 167640 h 2179464"/>
                <a:gd name="csX12" fmla="*/ 144780 w 537455"/>
                <a:gd name="csY12" fmla="*/ 148590 h 2179464"/>
                <a:gd name="csX13" fmla="*/ 156210 w 537455"/>
                <a:gd name="csY13" fmla="*/ 133350 h 2179464"/>
                <a:gd name="csX14" fmla="*/ 182880 w 537455"/>
                <a:gd name="csY14" fmla="*/ 91440 h 2179464"/>
                <a:gd name="csX15" fmla="*/ 198120 w 537455"/>
                <a:gd name="csY15" fmla="*/ 80010 h 2179464"/>
                <a:gd name="csX16" fmla="*/ 213360 w 537455"/>
                <a:gd name="csY16" fmla="*/ 60960 h 2179464"/>
                <a:gd name="csX17" fmla="*/ 224790 w 537455"/>
                <a:gd name="csY17" fmla="*/ 38100 h 2179464"/>
                <a:gd name="csX18" fmla="*/ 289560 w 537455"/>
                <a:gd name="csY18" fmla="*/ 0 h 2179464"/>
                <a:gd name="csX19" fmla="*/ 335280 w 537455"/>
                <a:gd name="csY19" fmla="*/ 3810 h 2179464"/>
                <a:gd name="csX20" fmla="*/ 346710 w 537455"/>
                <a:gd name="csY20" fmla="*/ 11430 h 2179464"/>
                <a:gd name="csX21" fmla="*/ 426720 w 537455"/>
                <a:gd name="csY21" fmla="*/ 57150 h 2179464"/>
                <a:gd name="csX22" fmla="*/ 457200 w 537455"/>
                <a:gd name="csY22" fmla="*/ 95250 h 2179464"/>
                <a:gd name="csX23" fmla="*/ 483870 w 537455"/>
                <a:gd name="csY23" fmla="*/ 152400 h 2179464"/>
                <a:gd name="csX24" fmla="*/ 491490 w 537455"/>
                <a:gd name="csY24" fmla="*/ 186690 h 2179464"/>
                <a:gd name="csX25" fmla="*/ 495300 w 537455"/>
                <a:gd name="csY25" fmla="*/ 209550 h 2179464"/>
                <a:gd name="csX26" fmla="*/ 502920 w 537455"/>
                <a:gd name="csY26" fmla="*/ 240030 h 2179464"/>
                <a:gd name="csX27" fmla="*/ 506730 w 537455"/>
                <a:gd name="csY27" fmla="*/ 270510 h 2179464"/>
                <a:gd name="csX28" fmla="*/ 518160 w 537455"/>
                <a:gd name="csY28" fmla="*/ 342900 h 2179464"/>
                <a:gd name="csX29" fmla="*/ 521970 w 537455"/>
                <a:gd name="csY29" fmla="*/ 567690 h 2179464"/>
                <a:gd name="csX30" fmla="*/ 525780 w 537455"/>
                <a:gd name="csY30" fmla="*/ 632460 h 2179464"/>
                <a:gd name="csX31" fmla="*/ 529590 w 537455"/>
                <a:gd name="csY31" fmla="*/ 857250 h 2179464"/>
                <a:gd name="csX32" fmla="*/ 525780 w 537455"/>
                <a:gd name="csY32" fmla="*/ 905510 h 2179464"/>
                <a:gd name="csX33" fmla="*/ 527050 w 537455"/>
                <a:gd name="csY33" fmla="*/ 979170 h 2179464"/>
                <a:gd name="csX34" fmla="*/ 530860 w 537455"/>
                <a:gd name="csY34" fmla="*/ 1092200 h 2179464"/>
                <a:gd name="csX35" fmla="*/ 533400 w 537455"/>
                <a:gd name="csY35" fmla="*/ 1164590 h 2179464"/>
                <a:gd name="csX36" fmla="*/ 537210 w 537455"/>
                <a:gd name="csY36" fmla="*/ 1207770 h 2179464"/>
                <a:gd name="csX37" fmla="*/ 525780 w 537455"/>
                <a:gd name="csY37" fmla="*/ 1238250 h 2179464"/>
                <a:gd name="csX38" fmla="*/ 521970 w 537455"/>
                <a:gd name="csY38" fmla="*/ 1257300 h 2179464"/>
                <a:gd name="csX39" fmla="*/ 514350 w 537455"/>
                <a:gd name="csY39" fmla="*/ 1287780 h 2179464"/>
                <a:gd name="csX40" fmla="*/ 510540 w 537455"/>
                <a:gd name="csY40" fmla="*/ 1356360 h 2179464"/>
                <a:gd name="csX41" fmla="*/ 502920 w 537455"/>
                <a:gd name="csY41" fmla="*/ 1421130 h 2179464"/>
                <a:gd name="csX42" fmla="*/ 491490 w 537455"/>
                <a:gd name="csY42" fmla="*/ 1474470 h 2179464"/>
                <a:gd name="csX43" fmla="*/ 483870 w 537455"/>
                <a:gd name="csY43" fmla="*/ 1531620 h 2179464"/>
                <a:gd name="csX44" fmla="*/ 472440 w 537455"/>
                <a:gd name="csY44" fmla="*/ 1565910 h 2179464"/>
                <a:gd name="csX45" fmla="*/ 468630 w 537455"/>
                <a:gd name="csY45" fmla="*/ 1588770 h 2179464"/>
                <a:gd name="csX46" fmla="*/ 461010 w 537455"/>
                <a:gd name="csY46" fmla="*/ 1623060 h 2179464"/>
                <a:gd name="csX47" fmla="*/ 457200 w 537455"/>
                <a:gd name="csY47" fmla="*/ 1661160 h 2179464"/>
                <a:gd name="csX48" fmla="*/ 449580 w 537455"/>
                <a:gd name="csY48" fmla="*/ 1710690 h 2179464"/>
                <a:gd name="csX49" fmla="*/ 445770 w 537455"/>
                <a:gd name="csY49" fmla="*/ 1737360 h 2179464"/>
                <a:gd name="csX50" fmla="*/ 434340 w 537455"/>
                <a:gd name="csY50" fmla="*/ 1764030 h 2179464"/>
                <a:gd name="csX51" fmla="*/ 415290 w 537455"/>
                <a:gd name="csY51" fmla="*/ 1824990 h 2179464"/>
                <a:gd name="csX52" fmla="*/ 388620 w 537455"/>
                <a:gd name="csY52" fmla="*/ 1866900 h 2179464"/>
                <a:gd name="csX53" fmla="*/ 373380 w 537455"/>
                <a:gd name="csY53" fmla="*/ 1924050 h 2179464"/>
                <a:gd name="csX54" fmla="*/ 361950 w 537455"/>
                <a:gd name="csY54" fmla="*/ 1946910 h 2179464"/>
                <a:gd name="csX55" fmla="*/ 350520 w 537455"/>
                <a:gd name="csY55" fmla="*/ 1977390 h 2179464"/>
                <a:gd name="csX56" fmla="*/ 339090 w 537455"/>
                <a:gd name="csY56" fmla="*/ 2000250 h 2179464"/>
                <a:gd name="csX57" fmla="*/ 327660 w 537455"/>
                <a:gd name="csY57" fmla="*/ 2030730 h 2179464"/>
                <a:gd name="csX58" fmla="*/ 320040 w 537455"/>
                <a:gd name="csY58" fmla="*/ 2042160 h 2179464"/>
                <a:gd name="csX59" fmla="*/ 308610 w 537455"/>
                <a:gd name="csY59" fmla="*/ 2061210 h 2179464"/>
                <a:gd name="csX60" fmla="*/ 297180 w 537455"/>
                <a:gd name="csY60" fmla="*/ 2084070 h 2179464"/>
                <a:gd name="csX61" fmla="*/ 281940 w 537455"/>
                <a:gd name="csY61" fmla="*/ 2095500 h 2179464"/>
                <a:gd name="csX62" fmla="*/ 255270 w 537455"/>
                <a:gd name="csY62" fmla="*/ 2129790 h 2179464"/>
                <a:gd name="csX63" fmla="*/ 228600 w 537455"/>
                <a:gd name="csY63" fmla="*/ 2160270 h 2179464"/>
                <a:gd name="csX64" fmla="*/ 213360 w 537455"/>
                <a:gd name="csY64" fmla="*/ 2164080 h 2179464"/>
                <a:gd name="csX65" fmla="*/ 192237 w 537455"/>
                <a:gd name="csY65" fmla="*/ 2179464 h 2179464"/>
                <a:gd name="csX0" fmla="*/ 0 w 537455"/>
                <a:gd name="csY0" fmla="*/ 655320 h 2179464"/>
                <a:gd name="csX1" fmla="*/ 7620 w 537455"/>
                <a:gd name="csY1" fmla="*/ 636270 h 2179464"/>
                <a:gd name="csX2" fmla="*/ 19050 w 537455"/>
                <a:gd name="csY2" fmla="*/ 621030 h 2179464"/>
                <a:gd name="csX3" fmla="*/ 41910 w 537455"/>
                <a:gd name="csY3" fmla="*/ 563880 h 2179464"/>
                <a:gd name="csX4" fmla="*/ 49530 w 537455"/>
                <a:gd name="csY4" fmla="*/ 426720 h 2179464"/>
                <a:gd name="csX5" fmla="*/ 53340 w 537455"/>
                <a:gd name="csY5" fmla="*/ 407670 h 2179464"/>
                <a:gd name="csX6" fmla="*/ 64770 w 537455"/>
                <a:gd name="csY6" fmla="*/ 373380 h 2179464"/>
                <a:gd name="csX7" fmla="*/ 72390 w 537455"/>
                <a:gd name="csY7" fmla="*/ 312420 h 2179464"/>
                <a:gd name="csX8" fmla="*/ 76200 w 537455"/>
                <a:gd name="csY8" fmla="*/ 293370 h 2179464"/>
                <a:gd name="csX9" fmla="*/ 91440 w 537455"/>
                <a:gd name="csY9" fmla="*/ 255270 h 2179464"/>
                <a:gd name="csX10" fmla="*/ 118110 w 537455"/>
                <a:gd name="csY10" fmla="*/ 198120 h 2179464"/>
                <a:gd name="csX11" fmla="*/ 137160 w 537455"/>
                <a:gd name="csY11" fmla="*/ 167640 h 2179464"/>
                <a:gd name="csX12" fmla="*/ 144780 w 537455"/>
                <a:gd name="csY12" fmla="*/ 148590 h 2179464"/>
                <a:gd name="csX13" fmla="*/ 156210 w 537455"/>
                <a:gd name="csY13" fmla="*/ 133350 h 2179464"/>
                <a:gd name="csX14" fmla="*/ 182880 w 537455"/>
                <a:gd name="csY14" fmla="*/ 91440 h 2179464"/>
                <a:gd name="csX15" fmla="*/ 198120 w 537455"/>
                <a:gd name="csY15" fmla="*/ 80010 h 2179464"/>
                <a:gd name="csX16" fmla="*/ 213360 w 537455"/>
                <a:gd name="csY16" fmla="*/ 60960 h 2179464"/>
                <a:gd name="csX17" fmla="*/ 224790 w 537455"/>
                <a:gd name="csY17" fmla="*/ 38100 h 2179464"/>
                <a:gd name="csX18" fmla="*/ 289560 w 537455"/>
                <a:gd name="csY18" fmla="*/ 0 h 2179464"/>
                <a:gd name="csX19" fmla="*/ 335280 w 537455"/>
                <a:gd name="csY19" fmla="*/ 3810 h 2179464"/>
                <a:gd name="csX20" fmla="*/ 346710 w 537455"/>
                <a:gd name="csY20" fmla="*/ 11430 h 2179464"/>
                <a:gd name="csX21" fmla="*/ 426720 w 537455"/>
                <a:gd name="csY21" fmla="*/ 57150 h 2179464"/>
                <a:gd name="csX22" fmla="*/ 457200 w 537455"/>
                <a:gd name="csY22" fmla="*/ 95250 h 2179464"/>
                <a:gd name="csX23" fmla="*/ 483870 w 537455"/>
                <a:gd name="csY23" fmla="*/ 152400 h 2179464"/>
                <a:gd name="csX24" fmla="*/ 491490 w 537455"/>
                <a:gd name="csY24" fmla="*/ 186690 h 2179464"/>
                <a:gd name="csX25" fmla="*/ 495300 w 537455"/>
                <a:gd name="csY25" fmla="*/ 209550 h 2179464"/>
                <a:gd name="csX26" fmla="*/ 502920 w 537455"/>
                <a:gd name="csY26" fmla="*/ 240030 h 2179464"/>
                <a:gd name="csX27" fmla="*/ 506730 w 537455"/>
                <a:gd name="csY27" fmla="*/ 270510 h 2179464"/>
                <a:gd name="csX28" fmla="*/ 518160 w 537455"/>
                <a:gd name="csY28" fmla="*/ 342900 h 2179464"/>
                <a:gd name="csX29" fmla="*/ 521970 w 537455"/>
                <a:gd name="csY29" fmla="*/ 567690 h 2179464"/>
                <a:gd name="csX30" fmla="*/ 525780 w 537455"/>
                <a:gd name="csY30" fmla="*/ 632460 h 2179464"/>
                <a:gd name="csX31" fmla="*/ 529590 w 537455"/>
                <a:gd name="csY31" fmla="*/ 857250 h 2179464"/>
                <a:gd name="csX32" fmla="*/ 525780 w 537455"/>
                <a:gd name="csY32" fmla="*/ 905510 h 2179464"/>
                <a:gd name="csX33" fmla="*/ 527050 w 537455"/>
                <a:gd name="csY33" fmla="*/ 979170 h 2179464"/>
                <a:gd name="csX34" fmla="*/ 530860 w 537455"/>
                <a:gd name="csY34" fmla="*/ 1092200 h 2179464"/>
                <a:gd name="csX35" fmla="*/ 533400 w 537455"/>
                <a:gd name="csY35" fmla="*/ 1146810 h 2179464"/>
                <a:gd name="csX36" fmla="*/ 537210 w 537455"/>
                <a:gd name="csY36" fmla="*/ 1207770 h 2179464"/>
                <a:gd name="csX37" fmla="*/ 525780 w 537455"/>
                <a:gd name="csY37" fmla="*/ 1238250 h 2179464"/>
                <a:gd name="csX38" fmla="*/ 521970 w 537455"/>
                <a:gd name="csY38" fmla="*/ 1257300 h 2179464"/>
                <a:gd name="csX39" fmla="*/ 514350 w 537455"/>
                <a:gd name="csY39" fmla="*/ 1287780 h 2179464"/>
                <a:gd name="csX40" fmla="*/ 510540 w 537455"/>
                <a:gd name="csY40" fmla="*/ 1356360 h 2179464"/>
                <a:gd name="csX41" fmla="*/ 502920 w 537455"/>
                <a:gd name="csY41" fmla="*/ 1421130 h 2179464"/>
                <a:gd name="csX42" fmla="*/ 491490 w 537455"/>
                <a:gd name="csY42" fmla="*/ 1474470 h 2179464"/>
                <a:gd name="csX43" fmla="*/ 483870 w 537455"/>
                <a:gd name="csY43" fmla="*/ 1531620 h 2179464"/>
                <a:gd name="csX44" fmla="*/ 472440 w 537455"/>
                <a:gd name="csY44" fmla="*/ 1565910 h 2179464"/>
                <a:gd name="csX45" fmla="*/ 468630 w 537455"/>
                <a:gd name="csY45" fmla="*/ 1588770 h 2179464"/>
                <a:gd name="csX46" fmla="*/ 461010 w 537455"/>
                <a:gd name="csY46" fmla="*/ 1623060 h 2179464"/>
                <a:gd name="csX47" fmla="*/ 457200 w 537455"/>
                <a:gd name="csY47" fmla="*/ 1661160 h 2179464"/>
                <a:gd name="csX48" fmla="*/ 449580 w 537455"/>
                <a:gd name="csY48" fmla="*/ 1710690 h 2179464"/>
                <a:gd name="csX49" fmla="*/ 445770 w 537455"/>
                <a:gd name="csY49" fmla="*/ 1737360 h 2179464"/>
                <a:gd name="csX50" fmla="*/ 434340 w 537455"/>
                <a:gd name="csY50" fmla="*/ 1764030 h 2179464"/>
                <a:gd name="csX51" fmla="*/ 415290 w 537455"/>
                <a:gd name="csY51" fmla="*/ 1824990 h 2179464"/>
                <a:gd name="csX52" fmla="*/ 388620 w 537455"/>
                <a:gd name="csY52" fmla="*/ 1866900 h 2179464"/>
                <a:gd name="csX53" fmla="*/ 373380 w 537455"/>
                <a:gd name="csY53" fmla="*/ 1924050 h 2179464"/>
                <a:gd name="csX54" fmla="*/ 361950 w 537455"/>
                <a:gd name="csY54" fmla="*/ 1946910 h 2179464"/>
                <a:gd name="csX55" fmla="*/ 350520 w 537455"/>
                <a:gd name="csY55" fmla="*/ 1977390 h 2179464"/>
                <a:gd name="csX56" fmla="*/ 339090 w 537455"/>
                <a:gd name="csY56" fmla="*/ 2000250 h 2179464"/>
                <a:gd name="csX57" fmla="*/ 327660 w 537455"/>
                <a:gd name="csY57" fmla="*/ 2030730 h 2179464"/>
                <a:gd name="csX58" fmla="*/ 320040 w 537455"/>
                <a:gd name="csY58" fmla="*/ 2042160 h 2179464"/>
                <a:gd name="csX59" fmla="*/ 308610 w 537455"/>
                <a:gd name="csY59" fmla="*/ 2061210 h 2179464"/>
                <a:gd name="csX60" fmla="*/ 297180 w 537455"/>
                <a:gd name="csY60" fmla="*/ 2084070 h 2179464"/>
                <a:gd name="csX61" fmla="*/ 281940 w 537455"/>
                <a:gd name="csY61" fmla="*/ 2095500 h 2179464"/>
                <a:gd name="csX62" fmla="*/ 255270 w 537455"/>
                <a:gd name="csY62" fmla="*/ 2129790 h 2179464"/>
                <a:gd name="csX63" fmla="*/ 228600 w 537455"/>
                <a:gd name="csY63" fmla="*/ 2160270 h 2179464"/>
                <a:gd name="csX64" fmla="*/ 213360 w 537455"/>
                <a:gd name="csY64" fmla="*/ 2164080 h 2179464"/>
                <a:gd name="csX65" fmla="*/ 192237 w 537455"/>
                <a:gd name="csY65" fmla="*/ 2179464 h 2179464"/>
                <a:gd name="csX0" fmla="*/ 0 w 533410"/>
                <a:gd name="csY0" fmla="*/ 655320 h 2179464"/>
                <a:gd name="csX1" fmla="*/ 7620 w 533410"/>
                <a:gd name="csY1" fmla="*/ 636270 h 2179464"/>
                <a:gd name="csX2" fmla="*/ 19050 w 533410"/>
                <a:gd name="csY2" fmla="*/ 621030 h 2179464"/>
                <a:gd name="csX3" fmla="*/ 41910 w 533410"/>
                <a:gd name="csY3" fmla="*/ 563880 h 2179464"/>
                <a:gd name="csX4" fmla="*/ 49530 w 533410"/>
                <a:gd name="csY4" fmla="*/ 426720 h 2179464"/>
                <a:gd name="csX5" fmla="*/ 53340 w 533410"/>
                <a:gd name="csY5" fmla="*/ 407670 h 2179464"/>
                <a:gd name="csX6" fmla="*/ 64770 w 533410"/>
                <a:gd name="csY6" fmla="*/ 373380 h 2179464"/>
                <a:gd name="csX7" fmla="*/ 72390 w 533410"/>
                <a:gd name="csY7" fmla="*/ 312420 h 2179464"/>
                <a:gd name="csX8" fmla="*/ 76200 w 533410"/>
                <a:gd name="csY8" fmla="*/ 293370 h 2179464"/>
                <a:gd name="csX9" fmla="*/ 91440 w 533410"/>
                <a:gd name="csY9" fmla="*/ 255270 h 2179464"/>
                <a:gd name="csX10" fmla="*/ 118110 w 533410"/>
                <a:gd name="csY10" fmla="*/ 198120 h 2179464"/>
                <a:gd name="csX11" fmla="*/ 137160 w 533410"/>
                <a:gd name="csY11" fmla="*/ 167640 h 2179464"/>
                <a:gd name="csX12" fmla="*/ 144780 w 533410"/>
                <a:gd name="csY12" fmla="*/ 148590 h 2179464"/>
                <a:gd name="csX13" fmla="*/ 156210 w 533410"/>
                <a:gd name="csY13" fmla="*/ 133350 h 2179464"/>
                <a:gd name="csX14" fmla="*/ 182880 w 533410"/>
                <a:gd name="csY14" fmla="*/ 91440 h 2179464"/>
                <a:gd name="csX15" fmla="*/ 198120 w 533410"/>
                <a:gd name="csY15" fmla="*/ 80010 h 2179464"/>
                <a:gd name="csX16" fmla="*/ 213360 w 533410"/>
                <a:gd name="csY16" fmla="*/ 60960 h 2179464"/>
                <a:gd name="csX17" fmla="*/ 224790 w 533410"/>
                <a:gd name="csY17" fmla="*/ 38100 h 2179464"/>
                <a:gd name="csX18" fmla="*/ 289560 w 533410"/>
                <a:gd name="csY18" fmla="*/ 0 h 2179464"/>
                <a:gd name="csX19" fmla="*/ 335280 w 533410"/>
                <a:gd name="csY19" fmla="*/ 3810 h 2179464"/>
                <a:gd name="csX20" fmla="*/ 346710 w 533410"/>
                <a:gd name="csY20" fmla="*/ 11430 h 2179464"/>
                <a:gd name="csX21" fmla="*/ 426720 w 533410"/>
                <a:gd name="csY21" fmla="*/ 57150 h 2179464"/>
                <a:gd name="csX22" fmla="*/ 457200 w 533410"/>
                <a:gd name="csY22" fmla="*/ 95250 h 2179464"/>
                <a:gd name="csX23" fmla="*/ 483870 w 533410"/>
                <a:gd name="csY23" fmla="*/ 152400 h 2179464"/>
                <a:gd name="csX24" fmla="*/ 491490 w 533410"/>
                <a:gd name="csY24" fmla="*/ 186690 h 2179464"/>
                <a:gd name="csX25" fmla="*/ 495300 w 533410"/>
                <a:gd name="csY25" fmla="*/ 209550 h 2179464"/>
                <a:gd name="csX26" fmla="*/ 502920 w 533410"/>
                <a:gd name="csY26" fmla="*/ 240030 h 2179464"/>
                <a:gd name="csX27" fmla="*/ 506730 w 533410"/>
                <a:gd name="csY27" fmla="*/ 270510 h 2179464"/>
                <a:gd name="csX28" fmla="*/ 518160 w 533410"/>
                <a:gd name="csY28" fmla="*/ 342900 h 2179464"/>
                <a:gd name="csX29" fmla="*/ 521970 w 533410"/>
                <a:gd name="csY29" fmla="*/ 567690 h 2179464"/>
                <a:gd name="csX30" fmla="*/ 525780 w 533410"/>
                <a:gd name="csY30" fmla="*/ 632460 h 2179464"/>
                <a:gd name="csX31" fmla="*/ 529590 w 533410"/>
                <a:gd name="csY31" fmla="*/ 857250 h 2179464"/>
                <a:gd name="csX32" fmla="*/ 525780 w 533410"/>
                <a:gd name="csY32" fmla="*/ 905510 h 2179464"/>
                <a:gd name="csX33" fmla="*/ 527050 w 533410"/>
                <a:gd name="csY33" fmla="*/ 979170 h 2179464"/>
                <a:gd name="csX34" fmla="*/ 530860 w 533410"/>
                <a:gd name="csY34" fmla="*/ 1092200 h 2179464"/>
                <a:gd name="csX35" fmla="*/ 533400 w 533410"/>
                <a:gd name="csY35" fmla="*/ 1146810 h 2179464"/>
                <a:gd name="csX36" fmla="*/ 529590 w 533410"/>
                <a:gd name="csY36" fmla="*/ 1195070 h 2179464"/>
                <a:gd name="csX37" fmla="*/ 525780 w 533410"/>
                <a:gd name="csY37" fmla="*/ 1238250 h 2179464"/>
                <a:gd name="csX38" fmla="*/ 521970 w 533410"/>
                <a:gd name="csY38" fmla="*/ 1257300 h 2179464"/>
                <a:gd name="csX39" fmla="*/ 514350 w 533410"/>
                <a:gd name="csY39" fmla="*/ 1287780 h 2179464"/>
                <a:gd name="csX40" fmla="*/ 510540 w 533410"/>
                <a:gd name="csY40" fmla="*/ 1356360 h 2179464"/>
                <a:gd name="csX41" fmla="*/ 502920 w 533410"/>
                <a:gd name="csY41" fmla="*/ 1421130 h 2179464"/>
                <a:gd name="csX42" fmla="*/ 491490 w 533410"/>
                <a:gd name="csY42" fmla="*/ 1474470 h 2179464"/>
                <a:gd name="csX43" fmla="*/ 483870 w 533410"/>
                <a:gd name="csY43" fmla="*/ 1531620 h 2179464"/>
                <a:gd name="csX44" fmla="*/ 472440 w 533410"/>
                <a:gd name="csY44" fmla="*/ 1565910 h 2179464"/>
                <a:gd name="csX45" fmla="*/ 468630 w 533410"/>
                <a:gd name="csY45" fmla="*/ 1588770 h 2179464"/>
                <a:gd name="csX46" fmla="*/ 461010 w 533410"/>
                <a:gd name="csY46" fmla="*/ 1623060 h 2179464"/>
                <a:gd name="csX47" fmla="*/ 457200 w 533410"/>
                <a:gd name="csY47" fmla="*/ 1661160 h 2179464"/>
                <a:gd name="csX48" fmla="*/ 449580 w 533410"/>
                <a:gd name="csY48" fmla="*/ 1710690 h 2179464"/>
                <a:gd name="csX49" fmla="*/ 445770 w 533410"/>
                <a:gd name="csY49" fmla="*/ 1737360 h 2179464"/>
                <a:gd name="csX50" fmla="*/ 434340 w 533410"/>
                <a:gd name="csY50" fmla="*/ 1764030 h 2179464"/>
                <a:gd name="csX51" fmla="*/ 415290 w 533410"/>
                <a:gd name="csY51" fmla="*/ 1824990 h 2179464"/>
                <a:gd name="csX52" fmla="*/ 388620 w 533410"/>
                <a:gd name="csY52" fmla="*/ 1866900 h 2179464"/>
                <a:gd name="csX53" fmla="*/ 373380 w 533410"/>
                <a:gd name="csY53" fmla="*/ 1924050 h 2179464"/>
                <a:gd name="csX54" fmla="*/ 361950 w 533410"/>
                <a:gd name="csY54" fmla="*/ 1946910 h 2179464"/>
                <a:gd name="csX55" fmla="*/ 350520 w 533410"/>
                <a:gd name="csY55" fmla="*/ 1977390 h 2179464"/>
                <a:gd name="csX56" fmla="*/ 339090 w 533410"/>
                <a:gd name="csY56" fmla="*/ 2000250 h 2179464"/>
                <a:gd name="csX57" fmla="*/ 327660 w 533410"/>
                <a:gd name="csY57" fmla="*/ 2030730 h 2179464"/>
                <a:gd name="csX58" fmla="*/ 320040 w 533410"/>
                <a:gd name="csY58" fmla="*/ 2042160 h 2179464"/>
                <a:gd name="csX59" fmla="*/ 308610 w 533410"/>
                <a:gd name="csY59" fmla="*/ 2061210 h 2179464"/>
                <a:gd name="csX60" fmla="*/ 297180 w 533410"/>
                <a:gd name="csY60" fmla="*/ 2084070 h 2179464"/>
                <a:gd name="csX61" fmla="*/ 281940 w 533410"/>
                <a:gd name="csY61" fmla="*/ 2095500 h 2179464"/>
                <a:gd name="csX62" fmla="*/ 255270 w 533410"/>
                <a:gd name="csY62" fmla="*/ 2129790 h 2179464"/>
                <a:gd name="csX63" fmla="*/ 228600 w 533410"/>
                <a:gd name="csY63" fmla="*/ 2160270 h 2179464"/>
                <a:gd name="csX64" fmla="*/ 213360 w 533410"/>
                <a:gd name="csY64" fmla="*/ 2164080 h 2179464"/>
                <a:gd name="csX65" fmla="*/ 192237 w 533410"/>
                <a:gd name="csY65" fmla="*/ 2179464 h 21794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Lst>
              <a:rect l="l" t="t" r="r" b="b"/>
              <a:pathLst>
                <a:path w="533410" h="2179464">
                  <a:moveTo>
                    <a:pt x="0" y="655320"/>
                  </a:moveTo>
                  <a:cubicBezTo>
                    <a:pt x="2540" y="648970"/>
                    <a:pt x="4299" y="642249"/>
                    <a:pt x="7620" y="636270"/>
                  </a:cubicBezTo>
                  <a:cubicBezTo>
                    <a:pt x="10704" y="630719"/>
                    <a:pt x="16505" y="626848"/>
                    <a:pt x="19050" y="621030"/>
                  </a:cubicBezTo>
                  <a:cubicBezTo>
                    <a:pt x="50909" y="548210"/>
                    <a:pt x="21055" y="595163"/>
                    <a:pt x="41910" y="563880"/>
                  </a:cubicBezTo>
                  <a:cubicBezTo>
                    <a:pt x="56058" y="507288"/>
                    <a:pt x="41857" y="568672"/>
                    <a:pt x="49530" y="426720"/>
                  </a:cubicBezTo>
                  <a:cubicBezTo>
                    <a:pt x="49880" y="420254"/>
                    <a:pt x="51561" y="413897"/>
                    <a:pt x="53340" y="407670"/>
                  </a:cubicBezTo>
                  <a:cubicBezTo>
                    <a:pt x="56650" y="396085"/>
                    <a:pt x="64770" y="373380"/>
                    <a:pt x="64770" y="373380"/>
                  </a:cubicBezTo>
                  <a:cubicBezTo>
                    <a:pt x="67251" y="351051"/>
                    <a:pt x="68766" y="334166"/>
                    <a:pt x="72390" y="312420"/>
                  </a:cubicBezTo>
                  <a:cubicBezTo>
                    <a:pt x="73455" y="306032"/>
                    <a:pt x="74496" y="299618"/>
                    <a:pt x="76200" y="293370"/>
                  </a:cubicBezTo>
                  <a:cubicBezTo>
                    <a:pt x="83498" y="266610"/>
                    <a:pt x="81725" y="276642"/>
                    <a:pt x="91440" y="255270"/>
                  </a:cubicBezTo>
                  <a:cubicBezTo>
                    <a:pt x="103599" y="228520"/>
                    <a:pt x="102944" y="225083"/>
                    <a:pt x="118110" y="198120"/>
                  </a:cubicBezTo>
                  <a:cubicBezTo>
                    <a:pt x="123984" y="187678"/>
                    <a:pt x="131480" y="178189"/>
                    <a:pt x="137160" y="167640"/>
                  </a:cubicBezTo>
                  <a:cubicBezTo>
                    <a:pt x="140402" y="161618"/>
                    <a:pt x="141459" y="154569"/>
                    <a:pt x="144780" y="148590"/>
                  </a:cubicBezTo>
                  <a:cubicBezTo>
                    <a:pt x="147864" y="143039"/>
                    <a:pt x="152845" y="138735"/>
                    <a:pt x="156210" y="133350"/>
                  </a:cubicBezTo>
                  <a:cubicBezTo>
                    <a:pt x="172082" y="107956"/>
                    <a:pt x="154055" y="123468"/>
                    <a:pt x="182880" y="91440"/>
                  </a:cubicBezTo>
                  <a:cubicBezTo>
                    <a:pt x="187128" y="86720"/>
                    <a:pt x="193630" y="84500"/>
                    <a:pt x="198120" y="80010"/>
                  </a:cubicBezTo>
                  <a:cubicBezTo>
                    <a:pt x="203870" y="74260"/>
                    <a:pt x="208994" y="67821"/>
                    <a:pt x="213360" y="60960"/>
                  </a:cubicBezTo>
                  <a:cubicBezTo>
                    <a:pt x="217934" y="53772"/>
                    <a:pt x="218977" y="44328"/>
                    <a:pt x="224790" y="38100"/>
                  </a:cubicBezTo>
                  <a:cubicBezTo>
                    <a:pt x="259275" y="1152"/>
                    <a:pt x="254632" y="5821"/>
                    <a:pt x="289560" y="0"/>
                  </a:cubicBezTo>
                  <a:cubicBezTo>
                    <a:pt x="304800" y="1270"/>
                    <a:pt x="320284" y="811"/>
                    <a:pt x="335280" y="3810"/>
                  </a:cubicBezTo>
                  <a:cubicBezTo>
                    <a:pt x="339770" y="4708"/>
                    <a:pt x="342541" y="9535"/>
                    <a:pt x="346710" y="11430"/>
                  </a:cubicBezTo>
                  <a:cubicBezTo>
                    <a:pt x="378776" y="26005"/>
                    <a:pt x="400129" y="23911"/>
                    <a:pt x="426720" y="57150"/>
                  </a:cubicBezTo>
                  <a:cubicBezTo>
                    <a:pt x="436880" y="69850"/>
                    <a:pt x="448336" y="81614"/>
                    <a:pt x="457200" y="95250"/>
                  </a:cubicBezTo>
                  <a:cubicBezTo>
                    <a:pt x="460460" y="100265"/>
                    <a:pt x="480055" y="139049"/>
                    <a:pt x="483870" y="152400"/>
                  </a:cubicBezTo>
                  <a:cubicBezTo>
                    <a:pt x="487087" y="163658"/>
                    <a:pt x="489194" y="175209"/>
                    <a:pt x="491490" y="186690"/>
                  </a:cubicBezTo>
                  <a:cubicBezTo>
                    <a:pt x="493005" y="194265"/>
                    <a:pt x="493681" y="201996"/>
                    <a:pt x="495300" y="209550"/>
                  </a:cubicBezTo>
                  <a:cubicBezTo>
                    <a:pt x="497494" y="219790"/>
                    <a:pt x="500990" y="229737"/>
                    <a:pt x="502920" y="240030"/>
                  </a:cubicBezTo>
                  <a:cubicBezTo>
                    <a:pt x="504807" y="250094"/>
                    <a:pt x="505229" y="260381"/>
                    <a:pt x="506730" y="270510"/>
                  </a:cubicBezTo>
                  <a:cubicBezTo>
                    <a:pt x="510310" y="294675"/>
                    <a:pt x="518160" y="342900"/>
                    <a:pt x="518160" y="342900"/>
                  </a:cubicBezTo>
                  <a:cubicBezTo>
                    <a:pt x="519430" y="417830"/>
                    <a:pt x="519999" y="492775"/>
                    <a:pt x="521970" y="567690"/>
                  </a:cubicBezTo>
                  <a:cubicBezTo>
                    <a:pt x="522539" y="589310"/>
                    <a:pt x="525211" y="610840"/>
                    <a:pt x="525780" y="632460"/>
                  </a:cubicBezTo>
                  <a:cubicBezTo>
                    <a:pt x="527751" y="707375"/>
                    <a:pt x="529590" y="811742"/>
                    <a:pt x="529590" y="857250"/>
                  </a:cubicBezTo>
                  <a:cubicBezTo>
                    <a:pt x="529590" y="902758"/>
                    <a:pt x="526203" y="885190"/>
                    <a:pt x="525780" y="905510"/>
                  </a:cubicBezTo>
                  <a:cubicBezTo>
                    <a:pt x="525357" y="925830"/>
                    <a:pt x="523240" y="961390"/>
                    <a:pt x="527050" y="979170"/>
                  </a:cubicBezTo>
                  <a:cubicBezTo>
                    <a:pt x="525780" y="1046480"/>
                    <a:pt x="534222" y="1024962"/>
                    <a:pt x="530860" y="1092200"/>
                  </a:cubicBezTo>
                  <a:cubicBezTo>
                    <a:pt x="530398" y="1101434"/>
                    <a:pt x="533612" y="1129665"/>
                    <a:pt x="533400" y="1146810"/>
                  </a:cubicBezTo>
                  <a:cubicBezTo>
                    <a:pt x="533188" y="1163955"/>
                    <a:pt x="530860" y="1179830"/>
                    <a:pt x="529590" y="1195070"/>
                  </a:cubicBezTo>
                  <a:cubicBezTo>
                    <a:pt x="528320" y="1210310"/>
                    <a:pt x="527050" y="1227878"/>
                    <a:pt x="525780" y="1238250"/>
                  </a:cubicBezTo>
                  <a:cubicBezTo>
                    <a:pt x="524510" y="1248622"/>
                    <a:pt x="523426" y="1250990"/>
                    <a:pt x="521970" y="1257300"/>
                  </a:cubicBezTo>
                  <a:cubicBezTo>
                    <a:pt x="519615" y="1267504"/>
                    <a:pt x="516890" y="1277620"/>
                    <a:pt x="514350" y="1287780"/>
                  </a:cubicBezTo>
                  <a:cubicBezTo>
                    <a:pt x="513080" y="1310640"/>
                    <a:pt x="512231" y="1333527"/>
                    <a:pt x="510540" y="1356360"/>
                  </a:cubicBezTo>
                  <a:cubicBezTo>
                    <a:pt x="509233" y="1374004"/>
                    <a:pt x="504921" y="1403119"/>
                    <a:pt x="502920" y="1421130"/>
                  </a:cubicBezTo>
                  <a:cubicBezTo>
                    <a:pt x="497920" y="1466131"/>
                    <a:pt x="505096" y="1447258"/>
                    <a:pt x="491490" y="1474470"/>
                  </a:cubicBezTo>
                  <a:cubicBezTo>
                    <a:pt x="491062" y="1477890"/>
                    <a:pt x="485185" y="1526362"/>
                    <a:pt x="483870" y="1531620"/>
                  </a:cubicBezTo>
                  <a:cubicBezTo>
                    <a:pt x="480948" y="1543309"/>
                    <a:pt x="475544" y="1554269"/>
                    <a:pt x="472440" y="1565910"/>
                  </a:cubicBezTo>
                  <a:cubicBezTo>
                    <a:pt x="470450" y="1573374"/>
                    <a:pt x="470145" y="1581195"/>
                    <a:pt x="468630" y="1588770"/>
                  </a:cubicBezTo>
                  <a:cubicBezTo>
                    <a:pt x="466334" y="1600251"/>
                    <a:pt x="463550" y="1611630"/>
                    <a:pt x="461010" y="1623060"/>
                  </a:cubicBezTo>
                  <a:cubicBezTo>
                    <a:pt x="459740" y="1635760"/>
                    <a:pt x="458691" y="1648484"/>
                    <a:pt x="457200" y="1661160"/>
                  </a:cubicBezTo>
                  <a:cubicBezTo>
                    <a:pt x="454438" y="1684636"/>
                    <a:pt x="453025" y="1688298"/>
                    <a:pt x="449580" y="1710690"/>
                  </a:cubicBezTo>
                  <a:cubicBezTo>
                    <a:pt x="448214" y="1719566"/>
                    <a:pt x="448237" y="1728725"/>
                    <a:pt x="445770" y="1737360"/>
                  </a:cubicBezTo>
                  <a:cubicBezTo>
                    <a:pt x="443113" y="1746660"/>
                    <a:pt x="438150" y="1755140"/>
                    <a:pt x="434340" y="1764030"/>
                  </a:cubicBezTo>
                  <a:cubicBezTo>
                    <a:pt x="429759" y="1791518"/>
                    <a:pt x="430783" y="1795412"/>
                    <a:pt x="415290" y="1824990"/>
                  </a:cubicBezTo>
                  <a:cubicBezTo>
                    <a:pt x="407607" y="1839658"/>
                    <a:pt x="396025" y="1852089"/>
                    <a:pt x="388620" y="1866900"/>
                  </a:cubicBezTo>
                  <a:cubicBezTo>
                    <a:pt x="361526" y="1921088"/>
                    <a:pt x="387648" y="1881246"/>
                    <a:pt x="373380" y="1924050"/>
                  </a:cubicBezTo>
                  <a:cubicBezTo>
                    <a:pt x="370686" y="1932132"/>
                    <a:pt x="365306" y="1939079"/>
                    <a:pt x="361950" y="1946910"/>
                  </a:cubicBezTo>
                  <a:cubicBezTo>
                    <a:pt x="357676" y="1956884"/>
                    <a:pt x="354794" y="1967416"/>
                    <a:pt x="350520" y="1977390"/>
                  </a:cubicBezTo>
                  <a:cubicBezTo>
                    <a:pt x="347164" y="1985221"/>
                    <a:pt x="342446" y="1992419"/>
                    <a:pt x="339090" y="2000250"/>
                  </a:cubicBezTo>
                  <a:cubicBezTo>
                    <a:pt x="334816" y="2010224"/>
                    <a:pt x="332150" y="2020852"/>
                    <a:pt x="327660" y="2030730"/>
                  </a:cubicBezTo>
                  <a:cubicBezTo>
                    <a:pt x="325765" y="2034899"/>
                    <a:pt x="322467" y="2038277"/>
                    <a:pt x="320040" y="2042160"/>
                  </a:cubicBezTo>
                  <a:cubicBezTo>
                    <a:pt x="316115" y="2048440"/>
                    <a:pt x="312156" y="2054709"/>
                    <a:pt x="308610" y="2061210"/>
                  </a:cubicBezTo>
                  <a:cubicBezTo>
                    <a:pt x="304530" y="2068689"/>
                    <a:pt x="302410" y="2077345"/>
                    <a:pt x="297180" y="2084070"/>
                  </a:cubicBezTo>
                  <a:cubicBezTo>
                    <a:pt x="293281" y="2089082"/>
                    <a:pt x="286159" y="2090754"/>
                    <a:pt x="281940" y="2095500"/>
                  </a:cubicBezTo>
                  <a:cubicBezTo>
                    <a:pt x="209025" y="2177530"/>
                    <a:pt x="305350" y="2079710"/>
                    <a:pt x="255270" y="2129790"/>
                  </a:cubicBezTo>
                  <a:cubicBezTo>
                    <a:pt x="249345" y="2147566"/>
                    <a:pt x="252023" y="2146216"/>
                    <a:pt x="228600" y="2160270"/>
                  </a:cubicBezTo>
                  <a:cubicBezTo>
                    <a:pt x="224110" y="2162964"/>
                    <a:pt x="218328" y="2162424"/>
                    <a:pt x="213360" y="2164080"/>
                  </a:cubicBezTo>
                  <a:cubicBezTo>
                    <a:pt x="210666" y="2164978"/>
                    <a:pt x="194777" y="2178194"/>
                    <a:pt x="192237" y="2179464"/>
                  </a:cubicBezTo>
                </a:path>
              </a:pathLst>
            </a:custGeom>
            <a:noFill/>
            <a:ln>
              <a:solidFill>
                <a:srgbClr val="0066FF"/>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9" name="Straight Arrow Connector 158">
              <a:extLst>
                <a:ext uri="{FF2B5EF4-FFF2-40B4-BE49-F238E27FC236}">
                  <a16:creationId xmlns:a16="http://schemas.microsoft.com/office/drawing/2014/main" id="{81E28C7E-DD94-7BF7-B9DE-2269300518F4}"/>
                </a:ext>
              </a:extLst>
            </p:cNvPr>
            <p:cNvCxnSpPr>
              <a:cxnSpLocks/>
            </p:cNvCxnSpPr>
            <p:nvPr/>
          </p:nvCxnSpPr>
          <p:spPr>
            <a:xfrm flipV="1">
              <a:off x="3792849" y="4822774"/>
              <a:ext cx="323847" cy="90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60" name="Freeform: Shape 159">
              <a:extLst>
                <a:ext uri="{FF2B5EF4-FFF2-40B4-BE49-F238E27FC236}">
                  <a16:creationId xmlns:a16="http://schemas.microsoft.com/office/drawing/2014/main" id="{85BE0A13-4377-DA2D-66A6-DB7549E8D203}"/>
                </a:ext>
              </a:extLst>
            </p:cNvPr>
            <p:cNvSpPr/>
            <p:nvPr/>
          </p:nvSpPr>
          <p:spPr>
            <a:xfrm>
              <a:off x="3906925" y="4825388"/>
              <a:ext cx="22424" cy="161581"/>
            </a:xfrm>
            <a:custGeom>
              <a:avLst/>
              <a:gdLst>
                <a:gd name="csX0" fmla="*/ 22424 w 22424"/>
                <a:gd name="csY0" fmla="*/ 161581 h 161581"/>
                <a:gd name="csX1" fmla="*/ 15080 w 22424"/>
                <a:gd name="csY1" fmla="*/ 139547 h 161581"/>
                <a:gd name="csX2" fmla="*/ 11408 w 22424"/>
                <a:gd name="csY2" fmla="*/ 121185 h 161581"/>
                <a:gd name="csX3" fmla="*/ 4063 w 22424"/>
                <a:gd name="csY3" fmla="*/ 51412 h 161581"/>
                <a:gd name="csX4" fmla="*/ 391 w 22424"/>
                <a:gd name="csY4" fmla="*/ 0 h 161581"/>
              </a:gdLst>
              <a:ahLst/>
              <a:cxnLst>
                <a:cxn ang="0">
                  <a:pos x="csX0" y="csY0"/>
                </a:cxn>
                <a:cxn ang="0">
                  <a:pos x="csX1" y="csY1"/>
                </a:cxn>
                <a:cxn ang="0">
                  <a:pos x="csX2" y="csY2"/>
                </a:cxn>
                <a:cxn ang="0">
                  <a:pos x="csX3" y="csY3"/>
                </a:cxn>
                <a:cxn ang="0">
                  <a:pos x="csX4" y="csY4"/>
                </a:cxn>
              </a:cxnLst>
              <a:rect l="l" t="t" r="r" b="b"/>
              <a:pathLst>
                <a:path w="22424" h="161581">
                  <a:moveTo>
                    <a:pt x="22424" y="161581"/>
                  </a:moveTo>
                  <a:cubicBezTo>
                    <a:pt x="19976" y="154236"/>
                    <a:pt x="17117" y="147016"/>
                    <a:pt x="15080" y="139547"/>
                  </a:cubicBezTo>
                  <a:cubicBezTo>
                    <a:pt x="13438" y="133525"/>
                    <a:pt x="12434" y="127342"/>
                    <a:pt x="11408" y="121185"/>
                  </a:cubicBezTo>
                  <a:cubicBezTo>
                    <a:pt x="4341" y="78786"/>
                    <a:pt x="10683" y="107684"/>
                    <a:pt x="4063" y="51412"/>
                  </a:cubicBezTo>
                  <a:cubicBezTo>
                    <a:pt x="-1769" y="1833"/>
                    <a:pt x="391" y="75328"/>
                    <a:pt x="391" y="0"/>
                  </a:cubicBezTo>
                </a:path>
              </a:pathLst>
            </a:custGeom>
            <a:noFill/>
            <a:ln>
              <a:solidFill>
                <a:srgbClr val="0066FF"/>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TextBox 205">
              <a:extLst>
                <a:ext uri="{FF2B5EF4-FFF2-40B4-BE49-F238E27FC236}">
                  <a16:creationId xmlns:a16="http://schemas.microsoft.com/office/drawing/2014/main" id="{62E52760-B384-2A70-E2D9-043CA93AE501}"/>
                </a:ext>
              </a:extLst>
            </p:cNvPr>
            <p:cNvSpPr txBox="1"/>
            <p:nvPr/>
          </p:nvSpPr>
          <p:spPr>
            <a:xfrm>
              <a:off x="3573615" y="4701331"/>
              <a:ext cx="314510" cy="246221"/>
            </a:xfrm>
            <a:prstGeom prst="rect">
              <a:avLst/>
            </a:prstGeom>
            <a:noFill/>
            <a:ln>
              <a:noFill/>
            </a:ln>
          </p:spPr>
          <p:txBody>
            <a:bodyPr wrap="none" rtlCol="0">
              <a:spAutoFit/>
            </a:bodyPr>
            <a:lstStyle/>
            <a:p>
              <a:r>
                <a:rPr lang="en-US" sz="1000" dirty="0"/>
                <a:t>+1</a:t>
              </a:r>
            </a:p>
          </p:txBody>
        </p:sp>
      </p:grpSp>
      <p:grpSp>
        <p:nvGrpSpPr>
          <p:cNvPr id="227" name="Group 226">
            <a:extLst>
              <a:ext uri="{FF2B5EF4-FFF2-40B4-BE49-F238E27FC236}">
                <a16:creationId xmlns:a16="http://schemas.microsoft.com/office/drawing/2014/main" id="{F841D188-252A-4D54-FE5B-D57FAFF6BD52}"/>
              </a:ext>
            </a:extLst>
          </p:cNvPr>
          <p:cNvGrpSpPr/>
          <p:nvPr/>
        </p:nvGrpSpPr>
        <p:grpSpPr>
          <a:xfrm>
            <a:off x="523435" y="449207"/>
            <a:ext cx="1214974" cy="2715620"/>
            <a:chOff x="523435" y="449207"/>
            <a:chExt cx="1214974" cy="2715620"/>
          </a:xfrm>
        </p:grpSpPr>
        <p:grpSp>
          <p:nvGrpSpPr>
            <p:cNvPr id="225" name="Group 224">
              <a:extLst>
                <a:ext uri="{FF2B5EF4-FFF2-40B4-BE49-F238E27FC236}">
                  <a16:creationId xmlns:a16="http://schemas.microsoft.com/office/drawing/2014/main" id="{05426D69-C6E4-D108-6620-27F1E9DC3EF3}"/>
                </a:ext>
              </a:extLst>
            </p:cNvPr>
            <p:cNvGrpSpPr/>
            <p:nvPr/>
          </p:nvGrpSpPr>
          <p:grpSpPr>
            <a:xfrm>
              <a:off x="523435" y="473242"/>
              <a:ext cx="1214974" cy="2691585"/>
              <a:chOff x="374458" y="1809864"/>
              <a:chExt cx="1214974" cy="2691585"/>
            </a:xfrm>
          </p:grpSpPr>
          <p:grpSp>
            <p:nvGrpSpPr>
              <p:cNvPr id="220" name="Group 219">
                <a:extLst>
                  <a:ext uri="{FF2B5EF4-FFF2-40B4-BE49-F238E27FC236}">
                    <a16:creationId xmlns:a16="http://schemas.microsoft.com/office/drawing/2014/main" id="{DA807CA6-4658-1292-B1BE-D89163B6FDF5}"/>
                  </a:ext>
                </a:extLst>
              </p:cNvPr>
              <p:cNvGrpSpPr/>
              <p:nvPr/>
            </p:nvGrpSpPr>
            <p:grpSpPr>
              <a:xfrm>
                <a:off x="473242" y="1946904"/>
                <a:ext cx="1100613" cy="2554545"/>
                <a:chOff x="473242" y="1946904"/>
                <a:chExt cx="1100613" cy="2554545"/>
              </a:xfrm>
            </p:grpSpPr>
            <p:sp>
              <p:nvSpPr>
                <p:cNvPr id="6" name="TextBox 5">
                  <a:extLst>
                    <a:ext uri="{FF2B5EF4-FFF2-40B4-BE49-F238E27FC236}">
                      <a16:creationId xmlns:a16="http://schemas.microsoft.com/office/drawing/2014/main" id="{B2497480-3B68-77B1-22B7-47E8E00EFDB9}"/>
                    </a:ext>
                  </a:extLst>
                </p:cNvPr>
                <p:cNvSpPr txBox="1"/>
                <p:nvPr/>
              </p:nvSpPr>
              <p:spPr>
                <a:xfrm>
                  <a:off x="697832" y="1946904"/>
                  <a:ext cx="288862" cy="2554545"/>
                </a:xfrm>
                <a:prstGeom prst="rect">
                  <a:avLst/>
                </a:prstGeom>
                <a:noFill/>
                <a:ln>
                  <a:noFill/>
                </a:ln>
              </p:spPr>
              <p:txBody>
                <a:bodyPr wrap="none" rtlCol="0">
                  <a:spAutoFit/>
                </a:bodyPr>
                <a:lstStyle/>
                <a:p>
                  <a:r>
                    <a:rPr lang="en-US" sz="1600" dirty="0"/>
                    <a:t>0</a:t>
                  </a:r>
                </a:p>
                <a:p>
                  <a:r>
                    <a:rPr lang="en-US" sz="1600" dirty="0"/>
                    <a:t>1</a:t>
                  </a:r>
                </a:p>
                <a:p>
                  <a:r>
                    <a:rPr lang="en-US" sz="1600" dirty="0"/>
                    <a:t>2</a:t>
                  </a:r>
                </a:p>
                <a:p>
                  <a:r>
                    <a:rPr lang="en-US" sz="1600" dirty="0"/>
                    <a:t>3</a:t>
                  </a:r>
                </a:p>
                <a:p>
                  <a:r>
                    <a:rPr lang="en-US" sz="1600" dirty="0"/>
                    <a:t>4</a:t>
                  </a:r>
                </a:p>
                <a:p>
                  <a:r>
                    <a:rPr lang="en-US" sz="1600" dirty="0"/>
                    <a:t>5</a:t>
                  </a:r>
                </a:p>
                <a:p>
                  <a:r>
                    <a:rPr lang="en-US" sz="1600" dirty="0"/>
                    <a:t>6</a:t>
                  </a:r>
                </a:p>
                <a:p>
                  <a:r>
                    <a:rPr lang="en-US" sz="1600" dirty="0"/>
                    <a:t>7</a:t>
                  </a:r>
                </a:p>
                <a:p>
                  <a:r>
                    <a:rPr lang="en-US" sz="1600" dirty="0"/>
                    <a:t>8</a:t>
                  </a:r>
                </a:p>
                <a:p>
                  <a:r>
                    <a:rPr lang="en-US" sz="1600" dirty="0"/>
                    <a:t>9</a:t>
                  </a:r>
                </a:p>
              </p:txBody>
            </p:sp>
            <p:cxnSp>
              <p:nvCxnSpPr>
                <p:cNvPr id="11" name="Straight Connector 10">
                  <a:extLst>
                    <a:ext uri="{FF2B5EF4-FFF2-40B4-BE49-F238E27FC236}">
                      <a16:creationId xmlns:a16="http://schemas.microsoft.com/office/drawing/2014/main" id="{4DDF0E94-135D-4C89-AF9E-CA4FA2605329}"/>
                    </a:ext>
                  </a:extLst>
                </p:cNvPr>
                <p:cNvCxnSpPr>
                  <a:cxnSpLocks/>
                </p:cNvCxnSpPr>
                <p:nvPr/>
              </p:nvCxnSpPr>
              <p:spPr>
                <a:xfrm>
                  <a:off x="473242" y="3201677"/>
                  <a:ext cx="770021" cy="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99E5D1E-DD89-5D93-B118-C289C4D86E0E}"/>
                    </a:ext>
                  </a:extLst>
                </p:cNvPr>
                <p:cNvCxnSpPr>
                  <a:cxnSpLocks/>
                </p:cNvCxnSpPr>
                <p:nvPr/>
              </p:nvCxnSpPr>
              <p:spPr>
                <a:xfrm flipH="1">
                  <a:off x="898358" y="2610553"/>
                  <a:ext cx="481262"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8C6DF64C-17E8-210D-0BF3-4CAF8DA5446E}"/>
                    </a:ext>
                  </a:extLst>
                </p:cNvPr>
                <p:cNvCxnSpPr/>
                <p:nvPr/>
              </p:nvCxnSpPr>
              <p:spPr>
                <a:xfrm flipH="1">
                  <a:off x="898358" y="3826042"/>
                  <a:ext cx="481263"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7" name="Straight Arrow Connector 206">
                  <a:extLst>
                    <a:ext uri="{FF2B5EF4-FFF2-40B4-BE49-F238E27FC236}">
                      <a16:creationId xmlns:a16="http://schemas.microsoft.com/office/drawing/2014/main" id="{4E83EFC2-CA26-F385-5DC1-A9D44E7E2422}"/>
                    </a:ext>
                  </a:extLst>
                </p:cNvPr>
                <p:cNvCxnSpPr/>
                <p:nvPr/>
              </p:nvCxnSpPr>
              <p:spPr>
                <a:xfrm>
                  <a:off x="1379620" y="2727158"/>
                  <a:ext cx="0" cy="980440"/>
                </a:xfrm>
                <a:prstGeom prst="straightConnector1">
                  <a:avLst/>
                </a:prstGeom>
                <a:ln>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11" name="TextBox 210">
                  <a:extLst>
                    <a:ext uri="{FF2B5EF4-FFF2-40B4-BE49-F238E27FC236}">
                      <a16:creationId xmlns:a16="http://schemas.microsoft.com/office/drawing/2014/main" id="{14DBDB4F-52F0-3000-FFFE-6C5AB39ADC57}"/>
                    </a:ext>
                  </a:extLst>
                </p:cNvPr>
                <p:cNvSpPr txBox="1"/>
                <p:nvPr/>
              </p:nvSpPr>
              <p:spPr>
                <a:xfrm rot="16200000">
                  <a:off x="930410" y="3136288"/>
                  <a:ext cx="1040670" cy="246221"/>
                </a:xfrm>
                <a:prstGeom prst="rect">
                  <a:avLst/>
                </a:prstGeom>
                <a:noFill/>
                <a:ln>
                  <a:noFill/>
                </a:ln>
              </p:spPr>
              <p:txBody>
                <a:bodyPr wrap="none" rtlCol="0">
                  <a:spAutoFit/>
                </a:bodyPr>
                <a:lstStyle/>
                <a:p>
                  <a:r>
                    <a:rPr lang="en-US" sz="1000" dirty="0"/>
                    <a:t>9s complements</a:t>
                  </a:r>
                </a:p>
              </p:txBody>
            </p:sp>
          </p:grpSp>
          <p:sp>
            <p:nvSpPr>
              <p:cNvPr id="224" name="Rectangle 223">
                <a:extLst>
                  <a:ext uri="{FF2B5EF4-FFF2-40B4-BE49-F238E27FC236}">
                    <a16:creationId xmlns:a16="http://schemas.microsoft.com/office/drawing/2014/main" id="{05841003-052A-242B-A306-547DA21B1C9A}"/>
                  </a:ext>
                </a:extLst>
              </p:cNvPr>
              <p:cNvSpPr/>
              <p:nvPr/>
            </p:nvSpPr>
            <p:spPr>
              <a:xfrm>
                <a:off x="374458" y="1809864"/>
                <a:ext cx="1214974" cy="261775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26" name="TextBox 225">
              <a:extLst>
                <a:ext uri="{FF2B5EF4-FFF2-40B4-BE49-F238E27FC236}">
                  <a16:creationId xmlns:a16="http://schemas.microsoft.com/office/drawing/2014/main" id="{0DEE507D-7C3A-4B91-D046-5D8663F4AC37}"/>
                </a:ext>
              </a:extLst>
            </p:cNvPr>
            <p:cNvSpPr txBox="1"/>
            <p:nvPr/>
          </p:nvSpPr>
          <p:spPr>
            <a:xfrm>
              <a:off x="628220" y="449207"/>
              <a:ext cx="1018227" cy="246221"/>
            </a:xfrm>
            <a:prstGeom prst="rect">
              <a:avLst/>
            </a:prstGeom>
            <a:noFill/>
            <a:ln>
              <a:noFill/>
            </a:ln>
          </p:spPr>
          <p:txBody>
            <a:bodyPr wrap="none" rtlCol="0">
              <a:spAutoFit/>
            </a:bodyPr>
            <a:lstStyle/>
            <a:p>
              <a:r>
                <a:rPr lang="en-US" sz="1000" b="1" dirty="0"/>
                <a:t>9s Complement</a:t>
              </a:r>
            </a:p>
          </p:txBody>
        </p:sp>
      </p:grpSp>
    </p:spTree>
    <p:extLst>
      <p:ext uri="{BB962C8B-B14F-4D97-AF65-F5344CB8AC3E}">
        <p14:creationId xmlns:p14="http://schemas.microsoft.com/office/powerpoint/2010/main" val="458658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46F00EAD-E1FC-6DBC-BBC4-7D77C9076CBD}"/>
              </a:ext>
            </a:extLst>
          </p:cNvPr>
          <p:cNvGraphicFramePr>
            <a:graphicFrameLocks noChangeAspect="1"/>
          </p:cNvGraphicFramePr>
          <p:nvPr>
            <p:extLst>
              <p:ext uri="{D42A27DB-BD31-4B8C-83A1-F6EECF244321}">
                <p14:modId xmlns:p14="http://schemas.microsoft.com/office/powerpoint/2010/main" val="2079290708"/>
              </p:ext>
            </p:extLst>
          </p:nvPr>
        </p:nvGraphicFramePr>
        <p:xfrm>
          <a:off x="1281491" y="907011"/>
          <a:ext cx="3334723" cy="1931215"/>
        </p:xfrm>
        <a:graphic>
          <a:graphicData uri="http://schemas.openxmlformats.org/presentationml/2006/ole">
            <mc:AlternateContent xmlns:mc="http://schemas.openxmlformats.org/markup-compatibility/2006">
              <mc:Choice xmlns:v="urn:schemas-microsoft-com:vml" Requires="v">
                <p:oleObj name="Worksheet" r:id="rId2" imgW="3802208" imgH="2202215" progId="Excel.Sheet.12">
                  <p:embed/>
                </p:oleObj>
              </mc:Choice>
              <mc:Fallback>
                <p:oleObj name="Worksheet" r:id="rId2" imgW="3802208" imgH="2202215" progId="Excel.Sheet.12">
                  <p:embed/>
                  <p:pic>
                    <p:nvPicPr>
                      <p:cNvPr id="0" name=""/>
                      <p:cNvPicPr/>
                      <p:nvPr/>
                    </p:nvPicPr>
                    <p:blipFill>
                      <a:blip r:embed="rId3"/>
                      <a:stretch>
                        <a:fillRect/>
                      </a:stretch>
                    </p:blipFill>
                    <p:spPr>
                      <a:xfrm>
                        <a:off x="1281491" y="907011"/>
                        <a:ext cx="3334723" cy="1931215"/>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485AD023-3953-E7F6-0C60-125DDCABB925}"/>
              </a:ext>
            </a:extLst>
          </p:cNvPr>
          <p:cNvGraphicFramePr>
            <a:graphicFrameLocks noChangeAspect="1"/>
          </p:cNvGraphicFramePr>
          <p:nvPr>
            <p:extLst>
              <p:ext uri="{D42A27DB-BD31-4B8C-83A1-F6EECF244321}">
                <p14:modId xmlns:p14="http://schemas.microsoft.com/office/powerpoint/2010/main" val="2871762555"/>
              </p:ext>
            </p:extLst>
          </p:nvPr>
        </p:nvGraphicFramePr>
        <p:xfrm>
          <a:off x="6925346" y="852488"/>
          <a:ext cx="3333750" cy="2733675"/>
        </p:xfrm>
        <a:graphic>
          <a:graphicData uri="http://schemas.openxmlformats.org/presentationml/2006/ole">
            <mc:AlternateContent xmlns:mc="http://schemas.openxmlformats.org/markup-compatibility/2006">
              <mc:Choice xmlns:v="urn:schemas-microsoft-com:vml" Requires="v">
                <p:oleObj name="Worksheet" r:id="rId4" imgW="3802208" imgH="3116615" progId="Excel.Sheet.12">
                  <p:embed/>
                </p:oleObj>
              </mc:Choice>
              <mc:Fallback>
                <p:oleObj name="Worksheet" r:id="rId4" imgW="3802208" imgH="3116615" progId="Excel.Sheet.12">
                  <p:embed/>
                  <p:pic>
                    <p:nvPicPr>
                      <p:cNvPr id="0" name=""/>
                      <p:cNvPicPr/>
                      <p:nvPr/>
                    </p:nvPicPr>
                    <p:blipFill>
                      <a:blip r:embed="rId5"/>
                      <a:stretch>
                        <a:fillRect/>
                      </a:stretch>
                    </p:blipFill>
                    <p:spPr>
                      <a:xfrm>
                        <a:off x="6925346" y="852488"/>
                        <a:ext cx="3333750" cy="2733675"/>
                      </a:xfrm>
                      <a:prstGeom prst="rect">
                        <a:avLst/>
                      </a:prstGeom>
                    </p:spPr>
                  </p:pic>
                </p:oleObj>
              </mc:Fallback>
            </mc:AlternateContent>
          </a:graphicData>
        </a:graphic>
      </p:graphicFrame>
      <p:grpSp>
        <p:nvGrpSpPr>
          <p:cNvPr id="6" name="Group 5">
            <a:extLst>
              <a:ext uri="{FF2B5EF4-FFF2-40B4-BE49-F238E27FC236}">
                <a16:creationId xmlns:a16="http://schemas.microsoft.com/office/drawing/2014/main" id="{D6C46829-8375-174E-BDCE-549746E7AAA1}"/>
              </a:ext>
            </a:extLst>
          </p:cNvPr>
          <p:cNvGrpSpPr/>
          <p:nvPr/>
        </p:nvGrpSpPr>
        <p:grpSpPr>
          <a:xfrm>
            <a:off x="1007867" y="3840553"/>
            <a:ext cx="1808222" cy="2715474"/>
            <a:chOff x="670900" y="3570811"/>
            <a:chExt cx="1808222" cy="2715474"/>
          </a:xfrm>
        </p:grpSpPr>
        <p:sp>
          <p:nvSpPr>
            <p:cNvPr id="7" name="TextBox 6">
              <a:extLst>
                <a:ext uri="{FF2B5EF4-FFF2-40B4-BE49-F238E27FC236}">
                  <a16:creationId xmlns:a16="http://schemas.microsoft.com/office/drawing/2014/main" id="{E72DF311-8928-BA70-8689-F8D3D72A6ADD}"/>
                </a:ext>
              </a:extLst>
            </p:cNvPr>
            <p:cNvSpPr txBox="1"/>
            <p:nvPr/>
          </p:nvSpPr>
          <p:spPr>
            <a:xfrm>
              <a:off x="1610938" y="3734001"/>
              <a:ext cx="247184" cy="2431435"/>
            </a:xfrm>
            <a:prstGeom prst="rect">
              <a:avLst/>
            </a:prstGeom>
            <a:noFill/>
            <a:ln>
              <a:noFill/>
            </a:ln>
          </p:spPr>
          <p:txBody>
            <a:bodyPr wrap="none" rtlCol="0">
              <a:spAutoFit/>
            </a:bodyPr>
            <a:lstStyle/>
            <a:p>
              <a:r>
                <a:rPr lang="en-US" sz="800" dirty="0"/>
                <a:t>1</a:t>
              </a:r>
            </a:p>
            <a:p>
              <a:r>
                <a:rPr lang="en-US" sz="800" dirty="0"/>
                <a:t>2</a:t>
              </a:r>
            </a:p>
            <a:p>
              <a:r>
                <a:rPr lang="en-US" sz="800" dirty="0"/>
                <a:t>3</a:t>
              </a:r>
            </a:p>
            <a:p>
              <a:r>
                <a:rPr lang="en-US" sz="800" dirty="0"/>
                <a:t>4</a:t>
              </a:r>
            </a:p>
            <a:p>
              <a:r>
                <a:rPr lang="en-US" sz="800" dirty="0"/>
                <a:t>5</a:t>
              </a:r>
            </a:p>
            <a:p>
              <a:r>
                <a:rPr lang="en-US" sz="800" dirty="0"/>
                <a:t>6</a:t>
              </a:r>
            </a:p>
            <a:p>
              <a:r>
                <a:rPr lang="en-US" sz="800" dirty="0"/>
                <a:t>7</a:t>
              </a:r>
            </a:p>
            <a:p>
              <a:r>
                <a:rPr lang="en-US" sz="800" dirty="0"/>
                <a:t>8</a:t>
              </a:r>
            </a:p>
            <a:p>
              <a:r>
                <a:rPr lang="en-US" sz="800" dirty="0"/>
                <a:t>9</a:t>
              </a:r>
            </a:p>
            <a:p>
              <a:r>
                <a:rPr lang="en-US" sz="800" dirty="0"/>
                <a:t>A</a:t>
              </a:r>
            </a:p>
            <a:p>
              <a:r>
                <a:rPr lang="en-US" sz="800" dirty="0"/>
                <a:t>B</a:t>
              </a:r>
            </a:p>
            <a:p>
              <a:r>
                <a:rPr lang="en-US" sz="800" dirty="0"/>
                <a:t>C</a:t>
              </a:r>
            </a:p>
            <a:p>
              <a:r>
                <a:rPr lang="en-US" sz="800" dirty="0"/>
                <a:t>D</a:t>
              </a:r>
            </a:p>
            <a:p>
              <a:r>
                <a:rPr lang="en-US" sz="800" dirty="0"/>
                <a:t>E</a:t>
              </a:r>
            </a:p>
            <a:p>
              <a:r>
                <a:rPr lang="en-US" sz="800" dirty="0"/>
                <a:t>F</a:t>
              </a:r>
            </a:p>
            <a:p>
              <a:r>
                <a:rPr lang="en-US" sz="800" dirty="0"/>
                <a:t>0</a:t>
              </a:r>
            </a:p>
            <a:p>
              <a:r>
                <a:rPr lang="en-US" sz="800" dirty="0"/>
                <a:t>1</a:t>
              </a:r>
            </a:p>
            <a:p>
              <a:r>
                <a:rPr lang="en-US" sz="800" dirty="0"/>
                <a:t>2</a:t>
              </a:r>
            </a:p>
            <a:p>
              <a:r>
                <a:rPr lang="en-US" sz="800" dirty="0"/>
                <a:t>3</a:t>
              </a:r>
            </a:p>
          </p:txBody>
        </p:sp>
        <p:sp>
          <p:nvSpPr>
            <p:cNvPr id="8" name="TextBox 7">
              <a:extLst>
                <a:ext uri="{FF2B5EF4-FFF2-40B4-BE49-F238E27FC236}">
                  <a16:creationId xmlns:a16="http://schemas.microsoft.com/office/drawing/2014/main" id="{6FB451DF-5764-556C-1B8D-1DC1BDB0ABC2}"/>
                </a:ext>
              </a:extLst>
            </p:cNvPr>
            <p:cNvSpPr txBox="1"/>
            <p:nvPr/>
          </p:nvSpPr>
          <p:spPr>
            <a:xfrm>
              <a:off x="2129029" y="3731174"/>
              <a:ext cx="268087" cy="2554545"/>
            </a:xfrm>
            <a:prstGeom prst="rect">
              <a:avLst/>
            </a:prstGeom>
            <a:noFill/>
            <a:ln>
              <a:noFill/>
            </a:ln>
          </p:spPr>
          <p:txBody>
            <a:bodyPr wrap="none" rtlCol="0">
              <a:spAutoFit/>
            </a:bodyPr>
            <a:lstStyle/>
            <a:p>
              <a:pPr algn="r"/>
              <a:r>
                <a:rPr lang="en-US" sz="800" dirty="0"/>
                <a:t>-9</a:t>
              </a:r>
            </a:p>
            <a:p>
              <a:pPr algn="r"/>
              <a:r>
                <a:rPr lang="en-US" sz="800" dirty="0"/>
                <a:t>-8</a:t>
              </a:r>
            </a:p>
            <a:p>
              <a:pPr algn="r"/>
              <a:r>
                <a:rPr lang="en-US" sz="800" dirty="0"/>
                <a:t>-7</a:t>
              </a:r>
            </a:p>
            <a:p>
              <a:pPr algn="r"/>
              <a:r>
                <a:rPr lang="en-US" sz="800" dirty="0"/>
                <a:t>-6</a:t>
              </a:r>
            </a:p>
            <a:p>
              <a:pPr algn="r"/>
              <a:r>
                <a:rPr lang="en-US" sz="800" dirty="0"/>
                <a:t>-5</a:t>
              </a:r>
            </a:p>
            <a:p>
              <a:pPr algn="r"/>
              <a:r>
                <a:rPr lang="en-US" sz="800" dirty="0"/>
                <a:t>-4</a:t>
              </a:r>
            </a:p>
            <a:p>
              <a:pPr algn="r"/>
              <a:r>
                <a:rPr lang="en-US" sz="800" dirty="0"/>
                <a:t>-3</a:t>
              </a:r>
            </a:p>
            <a:p>
              <a:pPr algn="r"/>
              <a:r>
                <a:rPr lang="en-US" sz="800" dirty="0"/>
                <a:t>-2</a:t>
              </a:r>
            </a:p>
            <a:p>
              <a:pPr algn="r"/>
              <a:r>
                <a:rPr lang="en-US" sz="800" dirty="0"/>
                <a:t>-1</a:t>
              </a:r>
            </a:p>
            <a:p>
              <a:pPr algn="r"/>
              <a:r>
                <a:rPr lang="en-US" sz="800" dirty="0"/>
                <a:t>0</a:t>
              </a:r>
            </a:p>
            <a:p>
              <a:pPr algn="r"/>
              <a:r>
                <a:rPr lang="en-US" sz="800" dirty="0"/>
                <a:t>1</a:t>
              </a:r>
            </a:p>
            <a:p>
              <a:pPr algn="r"/>
              <a:r>
                <a:rPr lang="en-US" sz="800" dirty="0"/>
                <a:t>2</a:t>
              </a:r>
            </a:p>
            <a:p>
              <a:pPr algn="r"/>
              <a:r>
                <a:rPr lang="en-US" sz="800" dirty="0"/>
                <a:t>3</a:t>
              </a:r>
            </a:p>
            <a:p>
              <a:pPr algn="r"/>
              <a:r>
                <a:rPr lang="en-US" sz="800" dirty="0"/>
                <a:t>4</a:t>
              </a:r>
            </a:p>
            <a:p>
              <a:pPr algn="r"/>
              <a:r>
                <a:rPr lang="en-US" sz="800" dirty="0"/>
                <a:t>5</a:t>
              </a:r>
            </a:p>
            <a:p>
              <a:pPr algn="r"/>
              <a:r>
                <a:rPr lang="en-US" sz="800" dirty="0"/>
                <a:t>6</a:t>
              </a:r>
            </a:p>
            <a:p>
              <a:pPr algn="r"/>
              <a:r>
                <a:rPr lang="en-US" sz="800" dirty="0"/>
                <a:t>7</a:t>
              </a:r>
            </a:p>
            <a:p>
              <a:pPr algn="r"/>
              <a:r>
                <a:rPr lang="en-US" sz="800" dirty="0"/>
                <a:t>8</a:t>
              </a:r>
            </a:p>
            <a:p>
              <a:pPr algn="r"/>
              <a:r>
                <a:rPr lang="en-US" sz="800" dirty="0"/>
                <a:t>9</a:t>
              </a:r>
            </a:p>
            <a:p>
              <a:pPr algn="r"/>
              <a:endParaRPr lang="en-US" sz="800" dirty="0"/>
            </a:p>
          </p:txBody>
        </p:sp>
        <p:sp>
          <p:nvSpPr>
            <p:cNvPr id="9" name="TextBox 8">
              <a:extLst>
                <a:ext uri="{FF2B5EF4-FFF2-40B4-BE49-F238E27FC236}">
                  <a16:creationId xmlns:a16="http://schemas.microsoft.com/office/drawing/2014/main" id="{472B816D-B3C0-96DF-A36C-9C7B67642D8B}"/>
                </a:ext>
              </a:extLst>
            </p:cNvPr>
            <p:cNvSpPr txBox="1"/>
            <p:nvPr/>
          </p:nvSpPr>
          <p:spPr>
            <a:xfrm>
              <a:off x="2085166" y="3574695"/>
              <a:ext cx="385042" cy="215444"/>
            </a:xfrm>
            <a:prstGeom prst="rect">
              <a:avLst/>
            </a:prstGeom>
            <a:noFill/>
            <a:ln>
              <a:noFill/>
            </a:ln>
          </p:spPr>
          <p:txBody>
            <a:bodyPr wrap="none" rtlCol="0">
              <a:spAutoFit/>
            </a:bodyPr>
            <a:lstStyle/>
            <a:p>
              <a:r>
                <a:rPr lang="en-US" sz="800" dirty="0"/>
                <a:t>SUM</a:t>
              </a:r>
            </a:p>
          </p:txBody>
        </p:sp>
        <p:sp>
          <p:nvSpPr>
            <p:cNvPr id="10" name="TextBox 9">
              <a:extLst>
                <a:ext uri="{FF2B5EF4-FFF2-40B4-BE49-F238E27FC236}">
                  <a16:creationId xmlns:a16="http://schemas.microsoft.com/office/drawing/2014/main" id="{DA4F8861-09E3-60AA-273D-5107864F6788}"/>
                </a:ext>
              </a:extLst>
            </p:cNvPr>
            <p:cNvSpPr txBox="1"/>
            <p:nvPr/>
          </p:nvSpPr>
          <p:spPr>
            <a:xfrm>
              <a:off x="1248031" y="3575081"/>
              <a:ext cx="809837" cy="215444"/>
            </a:xfrm>
            <a:prstGeom prst="rect">
              <a:avLst/>
            </a:prstGeom>
            <a:noFill/>
            <a:ln>
              <a:noFill/>
            </a:ln>
          </p:spPr>
          <p:txBody>
            <a:bodyPr wrap="none" rtlCol="0">
              <a:spAutoFit/>
            </a:bodyPr>
            <a:lstStyle/>
            <a:p>
              <a:r>
                <a:rPr lang="en-US" sz="800" dirty="0"/>
                <a:t>Co    A + 10#(B)</a:t>
              </a:r>
            </a:p>
          </p:txBody>
        </p:sp>
        <p:sp>
          <p:nvSpPr>
            <p:cNvPr id="11" name="TextBox 10">
              <a:extLst>
                <a:ext uri="{FF2B5EF4-FFF2-40B4-BE49-F238E27FC236}">
                  <a16:creationId xmlns:a16="http://schemas.microsoft.com/office/drawing/2014/main" id="{35D4F657-3A68-DD1C-7E8A-5EC22BDFFCC7}"/>
                </a:ext>
              </a:extLst>
            </p:cNvPr>
            <p:cNvSpPr txBox="1"/>
            <p:nvPr/>
          </p:nvSpPr>
          <p:spPr>
            <a:xfrm>
              <a:off x="670900" y="3570811"/>
              <a:ext cx="562975" cy="215444"/>
            </a:xfrm>
            <a:prstGeom prst="rect">
              <a:avLst/>
            </a:prstGeom>
            <a:noFill/>
            <a:ln>
              <a:noFill/>
            </a:ln>
          </p:spPr>
          <p:txBody>
            <a:bodyPr wrap="none" rtlCol="0">
              <a:spAutoFit/>
            </a:bodyPr>
            <a:lstStyle/>
            <a:p>
              <a:r>
                <a:rPr lang="en-US" sz="800" dirty="0"/>
                <a:t>Op1-Op2</a:t>
              </a:r>
            </a:p>
          </p:txBody>
        </p:sp>
        <p:sp>
          <p:nvSpPr>
            <p:cNvPr id="12" name="TextBox 11">
              <a:extLst>
                <a:ext uri="{FF2B5EF4-FFF2-40B4-BE49-F238E27FC236}">
                  <a16:creationId xmlns:a16="http://schemas.microsoft.com/office/drawing/2014/main" id="{B138C2D1-0863-759F-DB37-8ED436EE0492}"/>
                </a:ext>
              </a:extLst>
            </p:cNvPr>
            <p:cNvSpPr txBox="1"/>
            <p:nvPr/>
          </p:nvSpPr>
          <p:spPr>
            <a:xfrm>
              <a:off x="799999" y="3731740"/>
              <a:ext cx="268087" cy="2554545"/>
            </a:xfrm>
            <a:prstGeom prst="rect">
              <a:avLst/>
            </a:prstGeom>
            <a:noFill/>
            <a:ln>
              <a:noFill/>
            </a:ln>
          </p:spPr>
          <p:txBody>
            <a:bodyPr wrap="none" rtlCol="0">
              <a:spAutoFit/>
            </a:bodyPr>
            <a:lstStyle/>
            <a:p>
              <a:pPr algn="r"/>
              <a:r>
                <a:rPr lang="en-US" sz="800" dirty="0"/>
                <a:t>-9</a:t>
              </a:r>
            </a:p>
            <a:p>
              <a:pPr algn="r"/>
              <a:r>
                <a:rPr lang="en-US" sz="800" dirty="0"/>
                <a:t>-8</a:t>
              </a:r>
            </a:p>
            <a:p>
              <a:pPr algn="r"/>
              <a:r>
                <a:rPr lang="en-US" sz="800" dirty="0"/>
                <a:t>-7</a:t>
              </a:r>
            </a:p>
            <a:p>
              <a:pPr algn="r"/>
              <a:r>
                <a:rPr lang="en-US" sz="800" dirty="0"/>
                <a:t>-6</a:t>
              </a:r>
            </a:p>
            <a:p>
              <a:pPr algn="r"/>
              <a:r>
                <a:rPr lang="en-US" sz="800" dirty="0"/>
                <a:t>-5</a:t>
              </a:r>
            </a:p>
            <a:p>
              <a:pPr algn="r"/>
              <a:r>
                <a:rPr lang="en-US" sz="800" dirty="0"/>
                <a:t>-4</a:t>
              </a:r>
            </a:p>
            <a:p>
              <a:pPr algn="r"/>
              <a:r>
                <a:rPr lang="en-US" sz="800" dirty="0"/>
                <a:t>-3</a:t>
              </a:r>
            </a:p>
            <a:p>
              <a:pPr algn="r"/>
              <a:r>
                <a:rPr lang="en-US" sz="800" dirty="0"/>
                <a:t>-2</a:t>
              </a:r>
            </a:p>
            <a:p>
              <a:pPr algn="r"/>
              <a:r>
                <a:rPr lang="en-US" sz="800" dirty="0"/>
                <a:t>-1</a:t>
              </a:r>
            </a:p>
            <a:p>
              <a:pPr algn="r"/>
              <a:r>
                <a:rPr lang="en-US" sz="800" dirty="0"/>
                <a:t>0</a:t>
              </a:r>
            </a:p>
            <a:p>
              <a:pPr algn="r"/>
              <a:r>
                <a:rPr lang="en-US" sz="800" dirty="0"/>
                <a:t>1</a:t>
              </a:r>
            </a:p>
            <a:p>
              <a:pPr algn="r"/>
              <a:r>
                <a:rPr lang="en-US" sz="800" dirty="0"/>
                <a:t>2</a:t>
              </a:r>
            </a:p>
            <a:p>
              <a:pPr algn="r"/>
              <a:r>
                <a:rPr lang="en-US" sz="800" dirty="0"/>
                <a:t>3</a:t>
              </a:r>
            </a:p>
            <a:p>
              <a:pPr algn="r"/>
              <a:r>
                <a:rPr lang="en-US" sz="800" dirty="0"/>
                <a:t>4</a:t>
              </a:r>
            </a:p>
            <a:p>
              <a:pPr algn="r"/>
              <a:r>
                <a:rPr lang="en-US" sz="800" dirty="0"/>
                <a:t>5</a:t>
              </a:r>
            </a:p>
            <a:p>
              <a:pPr algn="r"/>
              <a:r>
                <a:rPr lang="en-US" sz="800" dirty="0"/>
                <a:t>6</a:t>
              </a:r>
            </a:p>
            <a:p>
              <a:pPr algn="r"/>
              <a:r>
                <a:rPr lang="en-US" sz="800" dirty="0"/>
                <a:t>7</a:t>
              </a:r>
            </a:p>
            <a:p>
              <a:pPr algn="r"/>
              <a:r>
                <a:rPr lang="en-US" sz="800" dirty="0"/>
                <a:t>8</a:t>
              </a:r>
            </a:p>
            <a:p>
              <a:pPr algn="r"/>
              <a:r>
                <a:rPr lang="en-US" sz="800" dirty="0"/>
                <a:t>9</a:t>
              </a:r>
            </a:p>
            <a:p>
              <a:pPr algn="r"/>
              <a:endParaRPr lang="en-US" sz="800" dirty="0"/>
            </a:p>
          </p:txBody>
        </p:sp>
        <p:sp>
          <p:nvSpPr>
            <p:cNvPr id="13" name="TextBox 12">
              <a:extLst>
                <a:ext uri="{FF2B5EF4-FFF2-40B4-BE49-F238E27FC236}">
                  <a16:creationId xmlns:a16="http://schemas.microsoft.com/office/drawing/2014/main" id="{098D4FD5-8306-2972-B1E0-8D86B9BB2876}"/>
                </a:ext>
              </a:extLst>
            </p:cNvPr>
            <p:cNvSpPr txBox="1"/>
            <p:nvPr/>
          </p:nvSpPr>
          <p:spPr>
            <a:xfrm>
              <a:off x="1271420" y="3734001"/>
              <a:ext cx="235962" cy="2431435"/>
            </a:xfrm>
            <a:prstGeom prst="rect">
              <a:avLst/>
            </a:prstGeom>
            <a:noFill/>
            <a:ln>
              <a:noFill/>
            </a:ln>
          </p:spPr>
          <p:txBody>
            <a:bodyPr wrap="none" rtlCol="0">
              <a:spAutoFit/>
            </a:bodyPr>
            <a:lstStyle/>
            <a:p>
              <a:r>
                <a:rPr lang="en-US" sz="800" dirty="0"/>
                <a:t>0</a:t>
              </a:r>
            </a:p>
            <a:p>
              <a:r>
                <a:rPr lang="en-US" sz="800" dirty="0"/>
                <a:t>0</a:t>
              </a:r>
            </a:p>
            <a:p>
              <a:r>
                <a:rPr lang="en-US" sz="800" dirty="0"/>
                <a:t>0</a:t>
              </a:r>
            </a:p>
            <a:p>
              <a:r>
                <a:rPr lang="en-US" sz="800" dirty="0"/>
                <a:t>0</a:t>
              </a:r>
            </a:p>
            <a:p>
              <a:r>
                <a:rPr lang="en-US" sz="800" dirty="0"/>
                <a:t>0</a:t>
              </a:r>
            </a:p>
            <a:p>
              <a:r>
                <a:rPr lang="en-US" sz="800" dirty="0"/>
                <a:t>0</a:t>
              </a:r>
            </a:p>
            <a:p>
              <a:r>
                <a:rPr lang="en-US" sz="800" dirty="0"/>
                <a:t>0</a:t>
              </a:r>
            </a:p>
            <a:p>
              <a:r>
                <a:rPr lang="en-US" sz="800" dirty="0"/>
                <a:t>0</a:t>
              </a:r>
            </a:p>
            <a:p>
              <a:r>
                <a:rPr lang="en-US" sz="800" dirty="0"/>
                <a:t>0</a:t>
              </a:r>
            </a:p>
            <a:p>
              <a:r>
                <a:rPr lang="en-US" sz="800" dirty="0"/>
                <a:t>0</a:t>
              </a:r>
            </a:p>
            <a:p>
              <a:r>
                <a:rPr lang="en-US" sz="800" dirty="0"/>
                <a:t>0</a:t>
              </a:r>
            </a:p>
            <a:p>
              <a:r>
                <a:rPr lang="en-US" sz="800" dirty="0"/>
                <a:t>0</a:t>
              </a:r>
            </a:p>
            <a:p>
              <a:r>
                <a:rPr lang="en-US" sz="800" dirty="0"/>
                <a:t>0</a:t>
              </a:r>
            </a:p>
            <a:p>
              <a:r>
                <a:rPr lang="en-US" sz="800" dirty="0"/>
                <a:t>0</a:t>
              </a:r>
            </a:p>
            <a:p>
              <a:r>
                <a:rPr lang="en-US" sz="800" dirty="0"/>
                <a:t>0</a:t>
              </a:r>
            </a:p>
            <a:p>
              <a:r>
                <a:rPr lang="en-US" sz="800" dirty="0"/>
                <a:t>1</a:t>
              </a:r>
            </a:p>
            <a:p>
              <a:r>
                <a:rPr lang="en-US" sz="800" dirty="0"/>
                <a:t>1</a:t>
              </a:r>
            </a:p>
            <a:p>
              <a:r>
                <a:rPr lang="en-US" sz="800" dirty="0"/>
                <a:t>1</a:t>
              </a:r>
            </a:p>
            <a:p>
              <a:r>
                <a:rPr lang="en-US" sz="800" dirty="0"/>
                <a:t>1</a:t>
              </a:r>
            </a:p>
          </p:txBody>
        </p:sp>
        <p:cxnSp>
          <p:nvCxnSpPr>
            <p:cNvPr id="14" name="Straight Connector 13">
              <a:extLst>
                <a:ext uri="{FF2B5EF4-FFF2-40B4-BE49-F238E27FC236}">
                  <a16:creationId xmlns:a16="http://schemas.microsoft.com/office/drawing/2014/main" id="{F92A1C41-BD31-1D84-5F89-5DB26E94A667}"/>
                </a:ext>
              </a:extLst>
            </p:cNvPr>
            <p:cNvCxnSpPr>
              <a:cxnSpLocks/>
            </p:cNvCxnSpPr>
            <p:nvPr/>
          </p:nvCxnSpPr>
          <p:spPr>
            <a:xfrm>
              <a:off x="710050" y="3789497"/>
              <a:ext cx="176907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6" name="Straight Arrow Connector 15">
            <a:extLst>
              <a:ext uri="{FF2B5EF4-FFF2-40B4-BE49-F238E27FC236}">
                <a16:creationId xmlns:a16="http://schemas.microsoft.com/office/drawing/2014/main" id="{FB679CF6-1BA9-F889-FE6E-3415661AD0DF}"/>
              </a:ext>
            </a:extLst>
          </p:cNvPr>
          <p:cNvCxnSpPr>
            <a:cxnSpLocks/>
          </p:cNvCxnSpPr>
          <p:nvPr/>
        </p:nvCxnSpPr>
        <p:spPr>
          <a:xfrm>
            <a:off x="5205852" y="4880106"/>
            <a:ext cx="215900"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E729DD2-BEF3-B704-BD6C-226EA2574143}"/>
              </a:ext>
            </a:extLst>
          </p:cNvPr>
          <p:cNvCxnSpPr>
            <a:cxnSpLocks/>
          </p:cNvCxnSpPr>
          <p:nvPr/>
        </p:nvCxnSpPr>
        <p:spPr>
          <a:xfrm>
            <a:off x="5761283" y="4552971"/>
            <a:ext cx="1972916"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E77D707-E2E0-2A97-7918-F1F7CDDC846D}"/>
              </a:ext>
            </a:extLst>
          </p:cNvPr>
          <p:cNvCxnSpPr>
            <a:cxnSpLocks/>
          </p:cNvCxnSpPr>
          <p:nvPr/>
        </p:nvCxnSpPr>
        <p:spPr>
          <a:xfrm>
            <a:off x="5658617" y="4823373"/>
            <a:ext cx="0" cy="136444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0FBEB4E9-C07C-46D4-6EEB-B8C68B2A9DC4}"/>
              </a:ext>
            </a:extLst>
          </p:cNvPr>
          <p:cNvGrpSpPr/>
          <p:nvPr/>
        </p:nvGrpSpPr>
        <p:grpSpPr>
          <a:xfrm>
            <a:off x="4649127" y="4546823"/>
            <a:ext cx="371290" cy="1088010"/>
            <a:chOff x="3668687" y="706982"/>
            <a:chExt cx="371290" cy="1088010"/>
          </a:xfrm>
        </p:grpSpPr>
        <p:grpSp>
          <p:nvGrpSpPr>
            <p:cNvPr id="129" name="Group 128">
              <a:extLst>
                <a:ext uri="{FF2B5EF4-FFF2-40B4-BE49-F238E27FC236}">
                  <a16:creationId xmlns:a16="http://schemas.microsoft.com/office/drawing/2014/main" id="{170D8CA9-3DEA-FD8E-27D8-32A65492FE64}"/>
                </a:ext>
              </a:extLst>
            </p:cNvPr>
            <p:cNvGrpSpPr/>
            <p:nvPr/>
          </p:nvGrpSpPr>
          <p:grpSpPr>
            <a:xfrm>
              <a:off x="3668687" y="706982"/>
              <a:ext cx="340970" cy="1088010"/>
              <a:chOff x="6096000" y="187779"/>
              <a:chExt cx="536121" cy="927637"/>
            </a:xfrm>
          </p:grpSpPr>
          <p:cxnSp>
            <p:nvCxnSpPr>
              <p:cNvPr id="134" name="Straight Connector 133">
                <a:extLst>
                  <a:ext uri="{FF2B5EF4-FFF2-40B4-BE49-F238E27FC236}">
                    <a16:creationId xmlns:a16="http://schemas.microsoft.com/office/drawing/2014/main" id="{69D54AC1-1128-36A5-901E-6C689A7F03B4}"/>
                  </a:ext>
                </a:extLst>
              </p:cNvPr>
              <p:cNvCxnSpPr>
                <a:cxnSpLocks/>
              </p:cNvCxnSpPr>
              <p:nvPr/>
            </p:nvCxnSpPr>
            <p:spPr>
              <a:xfrm>
                <a:off x="6097909" y="735677"/>
                <a:ext cx="5" cy="37920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087D82B3-D119-AB6D-D0E9-2E7FD2B7CF18}"/>
                  </a:ext>
                </a:extLst>
              </p:cNvPr>
              <p:cNvCxnSpPr>
                <a:cxnSpLocks/>
              </p:cNvCxnSpPr>
              <p:nvPr/>
            </p:nvCxnSpPr>
            <p:spPr>
              <a:xfrm>
                <a:off x="6096000" y="191146"/>
                <a:ext cx="1904" cy="37495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994FD2E7-C722-0927-539B-A3F69A78C490}"/>
                  </a:ext>
                </a:extLst>
              </p:cNvPr>
              <p:cNvCxnSpPr>
                <a:cxnSpLocks/>
              </p:cNvCxnSpPr>
              <p:nvPr/>
            </p:nvCxnSpPr>
            <p:spPr>
              <a:xfrm flipH="1">
                <a:off x="6097909" y="651592"/>
                <a:ext cx="133844" cy="8408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807AB6F4-0123-6AAE-64C6-68D1E9D6BD8F}"/>
                  </a:ext>
                </a:extLst>
              </p:cNvPr>
              <p:cNvCxnSpPr>
                <a:cxnSpLocks/>
              </p:cNvCxnSpPr>
              <p:nvPr/>
            </p:nvCxnSpPr>
            <p:spPr>
              <a:xfrm>
                <a:off x="6630855" y="470807"/>
                <a:ext cx="0" cy="327644"/>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8" name="Straight Connector 137">
                <a:extLst>
                  <a:ext uri="{FF2B5EF4-FFF2-40B4-BE49-F238E27FC236}">
                    <a16:creationId xmlns:a16="http://schemas.microsoft.com/office/drawing/2014/main" id="{E8B61030-97C6-09A6-E21C-0A2B99CA2321}"/>
                  </a:ext>
                </a:extLst>
              </p:cNvPr>
              <p:cNvCxnSpPr>
                <a:cxnSpLocks/>
              </p:cNvCxnSpPr>
              <p:nvPr/>
            </p:nvCxnSpPr>
            <p:spPr>
              <a:xfrm flipV="1">
                <a:off x="6096000" y="795618"/>
                <a:ext cx="534820" cy="31979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A87FEF2A-A923-29F7-5886-4D553E5C4D17}"/>
                  </a:ext>
                </a:extLst>
              </p:cNvPr>
              <p:cNvCxnSpPr>
                <a:cxnSpLocks/>
              </p:cNvCxnSpPr>
              <p:nvPr/>
            </p:nvCxnSpPr>
            <p:spPr>
              <a:xfrm>
                <a:off x="6096000" y="187779"/>
                <a:ext cx="536121" cy="28575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30" name="TextBox 129">
              <a:extLst>
                <a:ext uri="{FF2B5EF4-FFF2-40B4-BE49-F238E27FC236}">
                  <a16:creationId xmlns:a16="http://schemas.microsoft.com/office/drawing/2014/main" id="{38EDC48C-CF7D-A00F-522D-8FF71B9D9ABE}"/>
                </a:ext>
              </a:extLst>
            </p:cNvPr>
            <p:cNvSpPr txBox="1"/>
            <p:nvPr/>
          </p:nvSpPr>
          <p:spPr>
            <a:xfrm>
              <a:off x="3721572" y="1071749"/>
              <a:ext cx="287258" cy="338554"/>
            </a:xfrm>
            <a:prstGeom prst="rect">
              <a:avLst/>
            </a:prstGeom>
            <a:noFill/>
            <a:ln>
              <a:noFill/>
            </a:ln>
          </p:spPr>
          <p:txBody>
            <a:bodyPr wrap="none" rtlCol="0">
              <a:spAutoFit/>
            </a:bodyPr>
            <a:lstStyle/>
            <a:p>
              <a:r>
                <a:rPr lang="en-US" sz="1600" dirty="0"/>
                <a:t>+</a:t>
              </a:r>
            </a:p>
          </p:txBody>
        </p:sp>
        <p:sp>
          <p:nvSpPr>
            <p:cNvPr id="131" name="TextBox 130">
              <a:extLst>
                <a:ext uri="{FF2B5EF4-FFF2-40B4-BE49-F238E27FC236}">
                  <a16:creationId xmlns:a16="http://schemas.microsoft.com/office/drawing/2014/main" id="{521A32A0-027D-4DA9-2E85-D06C6587681D}"/>
                </a:ext>
              </a:extLst>
            </p:cNvPr>
            <p:cNvSpPr txBox="1"/>
            <p:nvPr/>
          </p:nvSpPr>
          <p:spPr>
            <a:xfrm>
              <a:off x="3719055" y="871665"/>
              <a:ext cx="282450" cy="246221"/>
            </a:xfrm>
            <a:prstGeom prst="rect">
              <a:avLst/>
            </a:prstGeom>
            <a:noFill/>
            <a:ln>
              <a:noFill/>
            </a:ln>
          </p:spPr>
          <p:txBody>
            <a:bodyPr wrap="none" rtlCol="0">
              <a:spAutoFit/>
            </a:bodyPr>
            <a:lstStyle/>
            <a:p>
              <a:r>
                <a:rPr lang="en-US" sz="1000" dirty="0"/>
                <a:t>Ci</a:t>
              </a:r>
            </a:p>
          </p:txBody>
        </p:sp>
        <p:sp>
          <p:nvSpPr>
            <p:cNvPr id="132" name="TextBox 131">
              <a:extLst>
                <a:ext uri="{FF2B5EF4-FFF2-40B4-BE49-F238E27FC236}">
                  <a16:creationId xmlns:a16="http://schemas.microsoft.com/office/drawing/2014/main" id="{CBD4BED4-D720-8778-F7C9-E47B70517B09}"/>
                </a:ext>
              </a:extLst>
            </p:cNvPr>
            <p:cNvSpPr txBox="1"/>
            <p:nvPr/>
          </p:nvSpPr>
          <p:spPr>
            <a:xfrm>
              <a:off x="3719055" y="1326734"/>
              <a:ext cx="320922" cy="246221"/>
            </a:xfrm>
            <a:prstGeom prst="rect">
              <a:avLst/>
            </a:prstGeom>
            <a:noFill/>
            <a:ln>
              <a:noFill/>
            </a:ln>
          </p:spPr>
          <p:txBody>
            <a:bodyPr wrap="none" rtlCol="0">
              <a:spAutoFit/>
            </a:bodyPr>
            <a:lstStyle/>
            <a:p>
              <a:r>
                <a:rPr lang="en-US" sz="1000" dirty="0"/>
                <a:t>Co</a:t>
              </a:r>
            </a:p>
          </p:txBody>
        </p:sp>
        <p:cxnSp>
          <p:nvCxnSpPr>
            <p:cNvPr id="133" name="Straight Connector 132">
              <a:extLst>
                <a:ext uri="{FF2B5EF4-FFF2-40B4-BE49-F238E27FC236}">
                  <a16:creationId xmlns:a16="http://schemas.microsoft.com/office/drawing/2014/main" id="{BA0F435D-CF61-389E-4513-6C47AC7520B6}"/>
                </a:ext>
              </a:extLst>
            </p:cNvPr>
            <p:cNvCxnSpPr>
              <a:cxnSpLocks/>
            </p:cNvCxnSpPr>
            <p:nvPr/>
          </p:nvCxnSpPr>
          <p:spPr>
            <a:xfrm flipH="1" flipV="1">
              <a:off x="3669897" y="1150708"/>
              <a:ext cx="85125" cy="10027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010DD535-DFDF-093F-AE0D-7012D04A98FC}"/>
              </a:ext>
            </a:extLst>
          </p:cNvPr>
          <p:cNvGrpSpPr/>
          <p:nvPr/>
        </p:nvGrpSpPr>
        <p:grpSpPr>
          <a:xfrm>
            <a:off x="5421752" y="3998562"/>
            <a:ext cx="371290" cy="1088010"/>
            <a:chOff x="3668687" y="706982"/>
            <a:chExt cx="371290" cy="1088010"/>
          </a:xfrm>
        </p:grpSpPr>
        <p:grpSp>
          <p:nvGrpSpPr>
            <p:cNvPr id="118" name="Group 117">
              <a:extLst>
                <a:ext uri="{FF2B5EF4-FFF2-40B4-BE49-F238E27FC236}">
                  <a16:creationId xmlns:a16="http://schemas.microsoft.com/office/drawing/2014/main" id="{4D02B635-9B55-F1E7-166A-34E1E1CFC5CC}"/>
                </a:ext>
              </a:extLst>
            </p:cNvPr>
            <p:cNvGrpSpPr/>
            <p:nvPr/>
          </p:nvGrpSpPr>
          <p:grpSpPr>
            <a:xfrm>
              <a:off x="3668687" y="706982"/>
              <a:ext cx="340970" cy="1088010"/>
              <a:chOff x="6096000" y="187779"/>
              <a:chExt cx="536121" cy="927637"/>
            </a:xfrm>
          </p:grpSpPr>
          <p:cxnSp>
            <p:nvCxnSpPr>
              <p:cNvPr id="123" name="Straight Connector 122">
                <a:extLst>
                  <a:ext uri="{FF2B5EF4-FFF2-40B4-BE49-F238E27FC236}">
                    <a16:creationId xmlns:a16="http://schemas.microsoft.com/office/drawing/2014/main" id="{3D4AC9C2-63AF-B6B4-3ED1-E21A68D1EF5B}"/>
                  </a:ext>
                </a:extLst>
              </p:cNvPr>
              <p:cNvCxnSpPr>
                <a:cxnSpLocks/>
              </p:cNvCxnSpPr>
              <p:nvPr/>
            </p:nvCxnSpPr>
            <p:spPr>
              <a:xfrm>
                <a:off x="6097909" y="735677"/>
                <a:ext cx="5" cy="37920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8DE49344-7002-3BB3-18C2-43DDE58ACBBC}"/>
                  </a:ext>
                </a:extLst>
              </p:cNvPr>
              <p:cNvCxnSpPr>
                <a:cxnSpLocks/>
              </p:cNvCxnSpPr>
              <p:nvPr/>
            </p:nvCxnSpPr>
            <p:spPr>
              <a:xfrm>
                <a:off x="6096000" y="191146"/>
                <a:ext cx="1904" cy="37495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CA23678F-1D5E-530B-FCBE-D27E88A81DEF}"/>
                  </a:ext>
                </a:extLst>
              </p:cNvPr>
              <p:cNvCxnSpPr>
                <a:cxnSpLocks/>
              </p:cNvCxnSpPr>
              <p:nvPr/>
            </p:nvCxnSpPr>
            <p:spPr>
              <a:xfrm flipH="1">
                <a:off x="6097909" y="651592"/>
                <a:ext cx="133844" cy="8408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DA825A9D-91BE-C799-9CBC-12CCCE23B88A}"/>
                  </a:ext>
                </a:extLst>
              </p:cNvPr>
              <p:cNvCxnSpPr>
                <a:cxnSpLocks/>
              </p:cNvCxnSpPr>
              <p:nvPr/>
            </p:nvCxnSpPr>
            <p:spPr>
              <a:xfrm>
                <a:off x="6630855" y="470807"/>
                <a:ext cx="0" cy="327644"/>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7" name="Straight Connector 126">
                <a:extLst>
                  <a:ext uri="{FF2B5EF4-FFF2-40B4-BE49-F238E27FC236}">
                    <a16:creationId xmlns:a16="http://schemas.microsoft.com/office/drawing/2014/main" id="{0FF98EA0-B591-1156-894D-6B7963F89833}"/>
                  </a:ext>
                </a:extLst>
              </p:cNvPr>
              <p:cNvCxnSpPr>
                <a:cxnSpLocks/>
              </p:cNvCxnSpPr>
              <p:nvPr/>
            </p:nvCxnSpPr>
            <p:spPr>
              <a:xfrm flipV="1">
                <a:off x="6096000" y="795618"/>
                <a:ext cx="534820" cy="31979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81202E17-9568-A063-B5B3-8F12D78DDCE0}"/>
                  </a:ext>
                </a:extLst>
              </p:cNvPr>
              <p:cNvCxnSpPr>
                <a:cxnSpLocks/>
              </p:cNvCxnSpPr>
              <p:nvPr/>
            </p:nvCxnSpPr>
            <p:spPr>
              <a:xfrm>
                <a:off x="6096000" y="187779"/>
                <a:ext cx="536121" cy="28575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19" name="TextBox 118">
              <a:extLst>
                <a:ext uri="{FF2B5EF4-FFF2-40B4-BE49-F238E27FC236}">
                  <a16:creationId xmlns:a16="http://schemas.microsoft.com/office/drawing/2014/main" id="{6C310EE2-9DC7-BC84-D24D-B45C540E71A6}"/>
                </a:ext>
              </a:extLst>
            </p:cNvPr>
            <p:cNvSpPr txBox="1"/>
            <p:nvPr/>
          </p:nvSpPr>
          <p:spPr>
            <a:xfrm>
              <a:off x="3721572" y="1071749"/>
              <a:ext cx="287258" cy="338554"/>
            </a:xfrm>
            <a:prstGeom prst="rect">
              <a:avLst/>
            </a:prstGeom>
            <a:noFill/>
            <a:ln>
              <a:noFill/>
            </a:ln>
          </p:spPr>
          <p:txBody>
            <a:bodyPr wrap="none" rtlCol="0">
              <a:spAutoFit/>
            </a:bodyPr>
            <a:lstStyle/>
            <a:p>
              <a:r>
                <a:rPr lang="en-US" sz="1600" dirty="0"/>
                <a:t>+</a:t>
              </a:r>
            </a:p>
          </p:txBody>
        </p:sp>
        <p:sp>
          <p:nvSpPr>
            <p:cNvPr id="120" name="TextBox 119">
              <a:extLst>
                <a:ext uri="{FF2B5EF4-FFF2-40B4-BE49-F238E27FC236}">
                  <a16:creationId xmlns:a16="http://schemas.microsoft.com/office/drawing/2014/main" id="{F944FEFA-7C74-966D-0CC4-B1DA154DBA53}"/>
                </a:ext>
              </a:extLst>
            </p:cNvPr>
            <p:cNvSpPr txBox="1"/>
            <p:nvPr/>
          </p:nvSpPr>
          <p:spPr>
            <a:xfrm>
              <a:off x="3719055" y="871665"/>
              <a:ext cx="282450" cy="246221"/>
            </a:xfrm>
            <a:prstGeom prst="rect">
              <a:avLst/>
            </a:prstGeom>
            <a:noFill/>
            <a:ln>
              <a:noFill/>
            </a:ln>
          </p:spPr>
          <p:txBody>
            <a:bodyPr wrap="none" rtlCol="0">
              <a:spAutoFit/>
            </a:bodyPr>
            <a:lstStyle/>
            <a:p>
              <a:r>
                <a:rPr lang="en-US" sz="1000" dirty="0"/>
                <a:t>Ci</a:t>
              </a:r>
            </a:p>
          </p:txBody>
        </p:sp>
        <p:sp>
          <p:nvSpPr>
            <p:cNvPr id="121" name="TextBox 120">
              <a:extLst>
                <a:ext uri="{FF2B5EF4-FFF2-40B4-BE49-F238E27FC236}">
                  <a16:creationId xmlns:a16="http://schemas.microsoft.com/office/drawing/2014/main" id="{ABD12A85-B328-F7CA-7444-7D1299A9A4E0}"/>
                </a:ext>
              </a:extLst>
            </p:cNvPr>
            <p:cNvSpPr txBox="1"/>
            <p:nvPr/>
          </p:nvSpPr>
          <p:spPr>
            <a:xfrm>
              <a:off x="3719055" y="1326734"/>
              <a:ext cx="320922" cy="246221"/>
            </a:xfrm>
            <a:prstGeom prst="rect">
              <a:avLst/>
            </a:prstGeom>
            <a:noFill/>
            <a:ln>
              <a:noFill/>
            </a:ln>
          </p:spPr>
          <p:txBody>
            <a:bodyPr wrap="none" rtlCol="0">
              <a:spAutoFit/>
            </a:bodyPr>
            <a:lstStyle/>
            <a:p>
              <a:r>
                <a:rPr lang="en-US" sz="1000" dirty="0"/>
                <a:t>Co</a:t>
              </a:r>
            </a:p>
          </p:txBody>
        </p:sp>
        <p:cxnSp>
          <p:nvCxnSpPr>
            <p:cNvPr id="122" name="Straight Connector 121">
              <a:extLst>
                <a:ext uri="{FF2B5EF4-FFF2-40B4-BE49-F238E27FC236}">
                  <a16:creationId xmlns:a16="http://schemas.microsoft.com/office/drawing/2014/main" id="{F0854281-383B-1B36-BEB5-B3092178C3C2}"/>
                </a:ext>
              </a:extLst>
            </p:cNvPr>
            <p:cNvCxnSpPr>
              <a:cxnSpLocks/>
            </p:cNvCxnSpPr>
            <p:nvPr/>
          </p:nvCxnSpPr>
          <p:spPr>
            <a:xfrm flipH="1" flipV="1">
              <a:off x="3669897" y="1150708"/>
              <a:ext cx="85125" cy="10027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0E9AC364-4BBC-B8BA-EDFC-CB5730B78391}"/>
              </a:ext>
            </a:extLst>
          </p:cNvPr>
          <p:cNvSpPr txBox="1"/>
          <p:nvPr/>
        </p:nvSpPr>
        <p:spPr>
          <a:xfrm>
            <a:off x="3470634" y="4094562"/>
            <a:ext cx="402674" cy="246221"/>
          </a:xfrm>
          <a:prstGeom prst="rect">
            <a:avLst/>
          </a:prstGeom>
          <a:noFill/>
          <a:ln>
            <a:noFill/>
          </a:ln>
        </p:spPr>
        <p:txBody>
          <a:bodyPr wrap="none" rtlCol="0">
            <a:spAutoFit/>
          </a:bodyPr>
          <a:lstStyle/>
          <a:p>
            <a:r>
              <a:rPr lang="en-US" sz="1000" dirty="0"/>
              <a:t>Op1</a:t>
            </a:r>
          </a:p>
        </p:txBody>
      </p:sp>
      <p:sp>
        <p:nvSpPr>
          <p:cNvPr id="22" name="TextBox 21">
            <a:extLst>
              <a:ext uri="{FF2B5EF4-FFF2-40B4-BE49-F238E27FC236}">
                <a16:creationId xmlns:a16="http://schemas.microsoft.com/office/drawing/2014/main" id="{13F4ACE9-6C51-C026-A123-F9DADED0785E}"/>
              </a:ext>
            </a:extLst>
          </p:cNvPr>
          <p:cNvSpPr txBox="1"/>
          <p:nvPr/>
        </p:nvSpPr>
        <p:spPr>
          <a:xfrm>
            <a:off x="3455778" y="5297396"/>
            <a:ext cx="402674" cy="246221"/>
          </a:xfrm>
          <a:prstGeom prst="rect">
            <a:avLst/>
          </a:prstGeom>
          <a:noFill/>
          <a:ln>
            <a:noFill/>
          </a:ln>
        </p:spPr>
        <p:txBody>
          <a:bodyPr wrap="none" rtlCol="0">
            <a:spAutoFit/>
          </a:bodyPr>
          <a:lstStyle/>
          <a:p>
            <a:r>
              <a:rPr lang="en-US" sz="1000" dirty="0"/>
              <a:t>Op2</a:t>
            </a:r>
          </a:p>
        </p:txBody>
      </p:sp>
      <p:cxnSp>
        <p:nvCxnSpPr>
          <p:cNvPr id="23" name="Straight Arrow Connector 22">
            <a:extLst>
              <a:ext uri="{FF2B5EF4-FFF2-40B4-BE49-F238E27FC236}">
                <a16:creationId xmlns:a16="http://schemas.microsoft.com/office/drawing/2014/main" id="{2DF19C5C-E61C-4A3B-165A-1B27CB98095D}"/>
              </a:ext>
            </a:extLst>
          </p:cNvPr>
          <p:cNvCxnSpPr>
            <a:cxnSpLocks/>
          </p:cNvCxnSpPr>
          <p:nvPr/>
        </p:nvCxnSpPr>
        <p:spPr>
          <a:xfrm flipH="1">
            <a:off x="4864383" y="4542069"/>
            <a:ext cx="1243" cy="21918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0FA9A78-2A07-5C33-F0F5-F1A9072A8D36}"/>
              </a:ext>
            </a:extLst>
          </p:cNvPr>
          <p:cNvCxnSpPr>
            <a:stCxn id="116" idx="5"/>
          </p:cNvCxnSpPr>
          <p:nvPr/>
        </p:nvCxnSpPr>
        <p:spPr>
          <a:xfrm flipV="1">
            <a:off x="4376595" y="5423325"/>
            <a:ext cx="279591" cy="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C6F82D38-4594-9EA1-DBD4-E99B84B1B1FB}"/>
              </a:ext>
            </a:extLst>
          </p:cNvPr>
          <p:cNvGrpSpPr/>
          <p:nvPr/>
        </p:nvGrpSpPr>
        <p:grpSpPr>
          <a:xfrm>
            <a:off x="3701819" y="5186174"/>
            <a:ext cx="674776" cy="426106"/>
            <a:chOff x="8356811" y="3844516"/>
            <a:chExt cx="674776" cy="426106"/>
          </a:xfrm>
        </p:grpSpPr>
        <p:sp>
          <p:nvSpPr>
            <p:cNvPr id="116" name="Flowchart: Stored Data 185">
              <a:extLst>
                <a:ext uri="{FF2B5EF4-FFF2-40B4-BE49-F238E27FC236}">
                  <a16:creationId xmlns:a16="http://schemas.microsoft.com/office/drawing/2014/main" id="{030B7F8D-B0B1-544A-E67C-4042FD086299}"/>
                </a:ext>
              </a:extLst>
            </p:cNvPr>
            <p:cNvSpPr/>
            <p:nvPr/>
          </p:nvSpPr>
          <p:spPr>
            <a:xfrm flipH="1">
              <a:off x="8789709" y="3937977"/>
              <a:ext cx="241878" cy="287381"/>
            </a:xfrm>
            <a:custGeom>
              <a:avLst/>
              <a:gdLst>
                <a:gd name="csX0" fmla="*/ 1667 w 10000"/>
                <a:gd name="csY0" fmla="*/ 0 h 10000"/>
                <a:gd name="csX1" fmla="*/ 10000 w 10000"/>
                <a:gd name="csY1" fmla="*/ 0 h 10000"/>
                <a:gd name="csX2" fmla="*/ 8333 w 10000"/>
                <a:gd name="csY2" fmla="*/ 5000 h 10000"/>
                <a:gd name="csX3" fmla="*/ 10000 w 10000"/>
                <a:gd name="csY3" fmla="*/ 10000 h 10000"/>
                <a:gd name="csX4" fmla="*/ 1667 w 10000"/>
                <a:gd name="csY4" fmla="*/ 10000 h 10000"/>
                <a:gd name="csX5" fmla="*/ 0 w 10000"/>
                <a:gd name="csY5" fmla="*/ 5000 h 10000"/>
                <a:gd name="csX6" fmla="*/ 1667 w 10000"/>
                <a:gd name="csY6" fmla="*/ 0 h 10000"/>
                <a:gd name="csX0" fmla="*/ 2633 w 10966"/>
                <a:gd name="csY0" fmla="*/ 0 h 10000"/>
                <a:gd name="csX1" fmla="*/ 10966 w 10966"/>
                <a:gd name="csY1" fmla="*/ 0 h 10000"/>
                <a:gd name="csX2" fmla="*/ 9299 w 10966"/>
                <a:gd name="csY2" fmla="*/ 5000 h 10000"/>
                <a:gd name="csX3" fmla="*/ 10966 w 10966"/>
                <a:gd name="csY3" fmla="*/ 10000 h 10000"/>
                <a:gd name="csX4" fmla="*/ 2633 w 10966"/>
                <a:gd name="csY4" fmla="*/ 10000 h 10000"/>
                <a:gd name="csX5" fmla="*/ 0 w 10966"/>
                <a:gd name="csY5" fmla="*/ 5000 h 10000"/>
                <a:gd name="csX6" fmla="*/ 2633 w 10966"/>
                <a:gd name="csY6" fmla="*/ 0 h 10000"/>
                <a:gd name="csX0" fmla="*/ 3760 w 12093"/>
                <a:gd name="csY0" fmla="*/ 0 h 10000"/>
                <a:gd name="csX1" fmla="*/ 12093 w 12093"/>
                <a:gd name="csY1" fmla="*/ 0 h 10000"/>
                <a:gd name="csX2" fmla="*/ 10426 w 12093"/>
                <a:gd name="csY2" fmla="*/ 5000 h 10000"/>
                <a:gd name="csX3" fmla="*/ 12093 w 12093"/>
                <a:gd name="csY3" fmla="*/ 10000 h 10000"/>
                <a:gd name="csX4" fmla="*/ 3760 w 12093"/>
                <a:gd name="csY4" fmla="*/ 10000 h 10000"/>
                <a:gd name="csX5" fmla="*/ 0 w 12093"/>
                <a:gd name="csY5" fmla="*/ 5000 h 10000"/>
                <a:gd name="csX6" fmla="*/ 3760 w 12093"/>
                <a:gd name="csY6" fmla="*/ 0 h 10000"/>
                <a:gd name="csX0" fmla="*/ 3760 w 12093"/>
                <a:gd name="csY0" fmla="*/ 0 h 10000"/>
                <a:gd name="csX1" fmla="*/ 12093 w 12093"/>
                <a:gd name="csY1" fmla="*/ 0 h 10000"/>
                <a:gd name="csX2" fmla="*/ 9138 w 12093"/>
                <a:gd name="csY2" fmla="*/ 4888 h 10000"/>
                <a:gd name="csX3" fmla="*/ 12093 w 12093"/>
                <a:gd name="csY3" fmla="*/ 10000 h 10000"/>
                <a:gd name="csX4" fmla="*/ 3760 w 12093"/>
                <a:gd name="csY4" fmla="*/ 10000 h 10000"/>
                <a:gd name="csX5" fmla="*/ 0 w 12093"/>
                <a:gd name="csY5" fmla="*/ 5000 h 10000"/>
                <a:gd name="csX6" fmla="*/ 3760 w 12093"/>
                <a:gd name="csY6" fmla="*/ 0 h 10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093" h="10000">
                  <a:moveTo>
                    <a:pt x="3760" y="0"/>
                  </a:moveTo>
                  <a:lnTo>
                    <a:pt x="12093" y="0"/>
                  </a:lnTo>
                  <a:cubicBezTo>
                    <a:pt x="11172" y="0"/>
                    <a:pt x="9138" y="2127"/>
                    <a:pt x="9138" y="4888"/>
                  </a:cubicBezTo>
                  <a:cubicBezTo>
                    <a:pt x="9138" y="7649"/>
                    <a:pt x="11172" y="10000"/>
                    <a:pt x="12093" y="10000"/>
                  </a:cubicBezTo>
                  <a:lnTo>
                    <a:pt x="3760" y="10000"/>
                  </a:lnTo>
                  <a:cubicBezTo>
                    <a:pt x="2839" y="10000"/>
                    <a:pt x="0" y="7761"/>
                    <a:pt x="0" y="5000"/>
                  </a:cubicBezTo>
                  <a:cubicBezTo>
                    <a:pt x="0" y="2239"/>
                    <a:pt x="2839" y="0"/>
                    <a:pt x="3760"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7" name="Arc 116">
              <a:extLst>
                <a:ext uri="{FF2B5EF4-FFF2-40B4-BE49-F238E27FC236}">
                  <a16:creationId xmlns:a16="http://schemas.microsoft.com/office/drawing/2014/main" id="{629C03C0-2644-FB09-1095-E5FF390B8F24}"/>
                </a:ext>
              </a:extLst>
            </p:cNvPr>
            <p:cNvSpPr/>
            <p:nvPr/>
          </p:nvSpPr>
          <p:spPr>
            <a:xfrm rot="3049088">
              <a:off x="8333061" y="3868266"/>
              <a:ext cx="426106" cy="378606"/>
            </a:xfrm>
            <a:prstGeom prst="arc">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cxnSp>
        <p:nvCxnSpPr>
          <p:cNvPr id="26" name="Straight Arrow Connector 25">
            <a:extLst>
              <a:ext uri="{FF2B5EF4-FFF2-40B4-BE49-F238E27FC236}">
                <a16:creationId xmlns:a16="http://schemas.microsoft.com/office/drawing/2014/main" id="{B5D3AC9F-AB47-ACB4-C46D-2170EEFE0A9C}"/>
              </a:ext>
            </a:extLst>
          </p:cNvPr>
          <p:cNvCxnSpPr>
            <a:cxnSpLocks/>
          </p:cNvCxnSpPr>
          <p:nvPr/>
        </p:nvCxnSpPr>
        <p:spPr>
          <a:xfrm>
            <a:off x="3788850" y="5420507"/>
            <a:ext cx="396644"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0606844-B677-472B-D94A-9870E7403EC9}"/>
              </a:ext>
            </a:extLst>
          </p:cNvPr>
          <p:cNvCxnSpPr>
            <a:cxnSpLocks/>
          </p:cNvCxnSpPr>
          <p:nvPr/>
        </p:nvCxnSpPr>
        <p:spPr>
          <a:xfrm flipV="1">
            <a:off x="4376595" y="4773663"/>
            <a:ext cx="277806" cy="33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E31257B-CC4E-3E56-546A-8AD7BE35F4B8}"/>
              </a:ext>
            </a:extLst>
          </p:cNvPr>
          <p:cNvCxnSpPr>
            <a:cxnSpLocks/>
          </p:cNvCxnSpPr>
          <p:nvPr/>
        </p:nvCxnSpPr>
        <p:spPr>
          <a:xfrm flipV="1">
            <a:off x="3788850" y="4210656"/>
            <a:ext cx="1632902" cy="148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75761278-513E-6219-94F0-8A2EAE8E05CD}"/>
              </a:ext>
            </a:extLst>
          </p:cNvPr>
          <p:cNvSpPr txBox="1"/>
          <p:nvPr/>
        </p:nvSpPr>
        <p:spPr>
          <a:xfrm>
            <a:off x="4172793" y="4653513"/>
            <a:ext cx="258404" cy="246221"/>
          </a:xfrm>
          <a:prstGeom prst="rect">
            <a:avLst/>
          </a:prstGeom>
          <a:noFill/>
          <a:ln>
            <a:noFill/>
          </a:ln>
        </p:spPr>
        <p:txBody>
          <a:bodyPr wrap="none" rtlCol="0">
            <a:spAutoFit/>
          </a:bodyPr>
          <a:lstStyle/>
          <a:p>
            <a:r>
              <a:rPr lang="en-US" sz="1000" dirty="0"/>
              <a:t>A</a:t>
            </a:r>
          </a:p>
        </p:txBody>
      </p:sp>
      <p:sp>
        <p:nvSpPr>
          <p:cNvPr id="30" name="TextBox 29">
            <a:extLst>
              <a:ext uri="{FF2B5EF4-FFF2-40B4-BE49-F238E27FC236}">
                <a16:creationId xmlns:a16="http://schemas.microsoft.com/office/drawing/2014/main" id="{E742AB3E-7892-2972-D089-C76B5DB5ECE7}"/>
              </a:ext>
            </a:extLst>
          </p:cNvPr>
          <p:cNvSpPr txBox="1"/>
          <p:nvPr/>
        </p:nvSpPr>
        <p:spPr>
          <a:xfrm>
            <a:off x="4748569" y="4345379"/>
            <a:ext cx="250390" cy="246221"/>
          </a:xfrm>
          <a:prstGeom prst="rect">
            <a:avLst/>
          </a:prstGeom>
          <a:noFill/>
          <a:ln>
            <a:noFill/>
          </a:ln>
        </p:spPr>
        <p:txBody>
          <a:bodyPr wrap="none" rtlCol="0">
            <a:spAutoFit/>
          </a:bodyPr>
          <a:lstStyle/>
          <a:p>
            <a:r>
              <a:rPr lang="en-US" sz="1000" dirty="0"/>
              <a:t>1</a:t>
            </a:r>
          </a:p>
        </p:txBody>
      </p:sp>
      <p:cxnSp>
        <p:nvCxnSpPr>
          <p:cNvPr id="31" name="Straight Connector 30">
            <a:extLst>
              <a:ext uri="{FF2B5EF4-FFF2-40B4-BE49-F238E27FC236}">
                <a16:creationId xmlns:a16="http://schemas.microsoft.com/office/drawing/2014/main" id="{B6D58D66-2763-5D65-A0DB-824432E7E7E9}"/>
              </a:ext>
            </a:extLst>
          </p:cNvPr>
          <p:cNvCxnSpPr>
            <a:cxnSpLocks/>
            <a:stCxn id="130" idx="3"/>
          </p:cNvCxnSpPr>
          <p:nvPr/>
        </p:nvCxnSpPr>
        <p:spPr>
          <a:xfrm>
            <a:off x="4989270" y="5080867"/>
            <a:ext cx="21578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ED1715B-D36A-627B-DD43-7159CC7DA8BE}"/>
              </a:ext>
            </a:extLst>
          </p:cNvPr>
          <p:cNvCxnSpPr/>
          <p:nvPr/>
        </p:nvCxnSpPr>
        <p:spPr>
          <a:xfrm>
            <a:off x="5206323" y="4880106"/>
            <a:ext cx="0" cy="20076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E8F5EAA5-F9A5-7CAC-7DAA-16CB2FD07ED2}"/>
              </a:ext>
            </a:extLst>
          </p:cNvPr>
          <p:cNvSpPr txBox="1"/>
          <p:nvPr/>
        </p:nvSpPr>
        <p:spPr>
          <a:xfrm>
            <a:off x="5930055" y="5633766"/>
            <a:ext cx="250390" cy="246221"/>
          </a:xfrm>
          <a:prstGeom prst="rect">
            <a:avLst/>
          </a:prstGeom>
          <a:noFill/>
          <a:ln>
            <a:noFill/>
          </a:ln>
        </p:spPr>
        <p:txBody>
          <a:bodyPr wrap="none" rtlCol="0">
            <a:spAutoFit/>
          </a:bodyPr>
          <a:lstStyle/>
          <a:p>
            <a:r>
              <a:rPr lang="en-US" sz="1000" dirty="0"/>
              <a:t>9</a:t>
            </a:r>
          </a:p>
        </p:txBody>
      </p:sp>
      <p:cxnSp>
        <p:nvCxnSpPr>
          <p:cNvPr id="34" name="Straight Arrow Connector 33">
            <a:extLst>
              <a:ext uri="{FF2B5EF4-FFF2-40B4-BE49-F238E27FC236}">
                <a16:creationId xmlns:a16="http://schemas.microsoft.com/office/drawing/2014/main" id="{B8028B60-EE6B-D94C-37F8-588C4D4B33A2}"/>
              </a:ext>
            </a:extLst>
          </p:cNvPr>
          <p:cNvCxnSpPr>
            <a:cxnSpLocks/>
          </p:cNvCxnSpPr>
          <p:nvPr/>
        </p:nvCxnSpPr>
        <p:spPr>
          <a:xfrm>
            <a:off x="8074478" y="4874035"/>
            <a:ext cx="985439"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02A29931-DCC2-A98F-3FF3-0916D31E05D4}"/>
              </a:ext>
            </a:extLst>
          </p:cNvPr>
          <p:cNvSpPr txBox="1"/>
          <p:nvPr/>
        </p:nvSpPr>
        <p:spPr>
          <a:xfrm>
            <a:off x="10273655" y="5950757"/>
            <a:ext cx="557414" cy="246221"/>
          </a:xfrm>
          <a:prstGeom prst="rect">
            <a:avLst/>
          </a:prstGeom>
          <a:noFill/>
          <a:ln>
            <a:noFill/>
          </a:ln>
        </p:spPr>
        <p:txBody>
          <a:bodyPr wrap="square" rtlCol="0">
            <a:spAutoFit/>
          </a:bodyPr>
          <a:lstStyle/>
          <a:p>
            <a:r>
              <a:rPr lang="en-US" sz="1000" dirty="0" err="1"/>
              <a:t>CarryO</a:t>
            </a:r>
            <a:endParaRPr lang="en-US" sz="1000" dirty="0"/>
          </a:p>
        </p:txBody>
      </p:sp>
      <p:grpSp>
        <p:nvGrpSpPr>
          <p:cNvPr id="36" name="Group 35">
            <a:extLst>
              <a:ext uri="{FF2B5EF4-FFF2-40B4-BE49-F238E27FC236}">
                <a16:creationId xmlns:a16="http://schemas.microsoft.com/office/drawing/2014/main" id="{98B51ADC-DEA2-497B-4C50-2CE41C97549B}"/>
              </a:ext>
            </a:extLst>
          </p:cNvPr>
          <p:cNvGrpSpPr/>
          <p:nvPr/>
        </p:nvGrpSpPr>
        <p:grpSpPr>
          <a:xfrm>
            <a:off x="7726862" y="4340489"/>
            <a:ext cx="371290" cy="1088010"/>
            <a:chOff x="3668687" y="706982"/>
            <a:chExt cx="371290" cy="1088010"/>
          </a:xfrm>
        </p:grpSpPr>
        <p:grpSp>
          <p:nvGrpSpPr>
            <p:cNvPr id="105" name="Group 104">
              <a:extLst>
                <a:ext uri="{FF2B5EF4-FFF2-40B4-BE49-F238E27FC236}">
                  <a16:creationId xmlns:a16="http://schemas.microsoft.com/office/drawing/2014/main" id="{7467A8DD-6E13-7AD0-4F7F-E98E6A722A90}"/>
                </a:ext>
              </a:extLst>
            </p:cNvPr>
            <p:cNvGrpSpPr/>
            <p:nvPr/>
          </p:nvGrpSpPr>
          <p:grpSpPr>
            <a:xfrm>
              <a:off x="3668687" y="706982"/>
              <a:ext cx="340970" cy="1088010"/>
              <a:chOff x="6096000" y="187779"/>
              <a:chExt cx="536121" cy="927637"/>
            </a:xfrm>
          </p:grpSpPr>
          <p:cxnSp>
            <p:nvCxnSpPr>
              <p:cNvPr id="110" name="Straight Connector 109">
                <a:extLst>
                  <a:ext uri="{FF2B5EF4-FFF2-40B4-BE49-F238E27FC236}">
                    <a16:creationId xmlns:a16="http://schemas.microsoft.com/office/drawing/2014/main" id="{BEDB4BBA-DBD6-1FF1-EABA-2CC832C95CC2}"/>
                  </a:ext>
                </a:extLst>
              </p:cNvPr>
              <p:cNvCxnSpPr>
                <a:cxnSpLocks/>
              </p:cNvCxnSpPr>
              <p:nvPr/>
            </p:nvCxnSpPr>
            <p:spPr>
              <a:xfrm>
                <a:off x="6097909" y="735677"/>
                <a:ext cx="5" cy="37920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415888E5-9436-8877-5C24-0EFBA2CC35A4}"/>
                  </a:ext>
                </a:extLst>
              </p:cNvPr>
              <p:cNvCxnSpPr>
                <a:cxnSpLocks/>
              </p:cNvCxnSpPr>
              <p:nvPr/>
            </p:nvCxnSpPr>
            <p:spPr>
              <a:xfrm>
                <a:off x="6096000" y="191146"/>
                <a:ext cx="1904" cy="37495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99BB34D9-0C26-CCD6-4149-29E23EF035E3}"/>
                  </a:ext>
                </a:extLst>
              </p:cNvPr>
              <p:cNvCxnSpPr>
                <a:cxnSpLocks/>
              </p:cNvCxnSpPr>
              <p:nvPr/>
            </p:nvCxnSpPr>
            <p:spPr>
              <a:xfrm flipH="1">
                <a:off x="6097909" y="651592"/>
                <a:ext cx="133844" cy="8408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E2A9629F-FC45-21D7-6AEE-F5A16079B5FD}"/>
                  </a:ext>
                </a:extLst>
              </p:cNvPr>
              <p:cNvCxnSpPr>
                <a:cxnSpLocks/>
              </p:cNvCxnSpPr>
              <p:nvPr/>
            </p:nvCxnSpPr>
            <p:spPr>
              <a:xfrm>
                <a:off x="6630855" y="470807"/>
                <a:ext cx="0" cy="327644"/>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4" name="Straight Connector 113">
                <a:extLst>
                  <a:ext uri="{FF2B5EF4-FFF2-40B4-BE49-F238E27FC236}">
                    <a16:creationId xmlns:a16="http://schemas.microsoft.com/office/drawing/2014/main" id="{A9F6E02E-A0F6-2983-9081-D61B906A033E}"/>
                  </a:ext>
                </a:extLst>
              </p:cNvPr>
              <p:cNvCxnSpPr>
                <a:cxnSpLocks/>
              </p:cNvCxnSpPr>
              <p:nvPr/>
            </p:nvCxnSpPr>
            <p:spPr>
              <a:xfrm flipV="1">
                <a:off x="6096000" y="795618"/>
                <a:ext cx="534820" cy="31979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3A65C02-DDAA-4C66-E332-4141AF4AF3ED}"/>
                  </a:ext>
                </a:extLst>
              </p:cNvPr>
              <p:cNvCxnSpPr>
                <a:cxnSpLocks/>
              </p:cNvCxnSpPr>
              <p:nvPr/>
            </p:nvCxnSpPr>
            <p:spPr>
              <a:xfrm>
                <a:off x="6096000" y="187779"/>
                <a:ext cx="536121" cy="28575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06" name="TextBox 105">
              <a:extLst>
                <a:ext uri="{FF2B5EF4-FFF2-40B4-BE49-F238E27FC236}">
                  <a16:creationId xmlns:a16="http://schemas.microsoft.com/office/drawing/2014/main" id="{5E97852B-7026-4573-E8B4-05DEA6B6380B}"/>
                </a:ext>
              </a:extLst>
            </p:cNvPr>
            <p:cNvSpPr txBox="1"/>
            <p:nvPr/>
          </p:nvSpPr>
          <p:spPr>
            <a:xfrm>
              <a:off x="3721572" y="1071749"/>
              <a:ext cx="287258" cy="338554"/>
            </a:xfrm>
            <a:prstGeom prst="rect">
              <a:avLst/>
            </a:prstGeom>
            <a:noFill/>
            <a:ln>
              <a:noFill/>
            </a:ln>
          </p:spPr>
          <p:txBody>
            <a:bodyPr wrap="none" rtlCol="0">
              <a:spAutoFit/>
            </a:bodyPr>
            <a:lstStyle/>
            <a:p>
              <a:r>
                <a:rPr lang="en-US" sz="1600" dirty="0"/>
                <a:t>+</a:t>
              </a:r>
            </a:p>
          </p:txBody>
        </p:sp>
        <p:sp>
          <p:nvSpPr>
            <p:cNvPr id="107" name="TextBox 106">
              <a:extLst>
                <a:ext uri="{FF2B5EF4-FFF2-40B4-BE49-F238E27FC236}">
                  <a16:creationId xmlns:a16="http://schemas.microsoft.com/office/drawing/2014/main" id="{CA47302D-E434-AF31-9FEE-97079515E323}"/>
                </a:ext>
              </a:extLst>
            </p:cNvPr>
            <p:cNvSpPr txBox="1"/>
            <p:nvPr/>
          </p:nvSpPr>
          <p:spPr>
            <a:xfrm>
              <a:off x="3719055" y="871665"/>
              <a:ext cx="282450" cy="246221"/>
            </a:xfrm>
            <a:prstGeom prst="rect">
              <a:avLst/>
            </a:prstGeom>
            <a:noFill/>
            <a:ln>
              <a:noFill/>
            </a:ln>
          </p:spPr>
          <p:txBody>
            <a:bodyPr wrap="none" rtlCol="0">
              <a:spAutoFit/>
            </a:bodyPr>
            <a:lstStyle/>
            <a:p>
              <a:r>
                <a:rPr lang="en-US" sz="1000" dirty="0"/>
                <a:t>Ci</a:t>
              </a:r>
            </a:p>
          </p:txBody>
        </p:sp>
        <p:sp>
          <p:nvSpPr>
            <p:cNvPr id="108" name="TextBox 107">
              <a:extLst>
                <a:ext uri="{FF2B5EF4-FFF2-40B4-BE49-F238E27FC236}">
                  <a16:creationId xmlns:a16="http://schemas.microsoft.com/office/drawing/2014/main" id="{F53AD1C7-9FC6-CECC-B1F6-1A2564C36714}"/>
                </a:ext>
              </a:extLst>
            </p:cNvPr>
            <p:cNvSpPr txBox="1"/>
            <p:nvPr/>
          </p:nvSpPr>
          <p:spPr>
            <a:xfrm>
              <a:off x="3719055" y="1326734"/>
              <a:ext cx="320922" cy="246221"/>
            </a:xfrm>
            <a:prstGeom prst="rect">
              <a:avLst/>
            </a:prstGeom>
            <a:noFill/>
            <a:ln>
              <a:noFill/>
            </a:ln>
          </p:spPr>
          <p:txBody>
            <a:bodyPr wrap="none" rtlCol="0">
              <a:spAutoFit/>
            </a:bodyPr>
            <a:lstStyle/>
            <a:p>
              <a:r>
                <a:rPr lang="en-US" sz="1000" dirty="0"/>
                <a:t>Co</a:t>
              </a:r>
            </a:p>
          </p:txBody>
        </p:sp>
        <p:cxnSp>
          <p:nvCxnSpPr>
            <p:cNvPr id="109" name="Straight Connector 108">
              <a:extLst>
                <a:ext uri="{FF2B5EF4-FFF2-40B4-BE49-F238E27FC236}">
                  <a16:creationId xmlns:a16="http://schemas.microsoft.com/office/drawing/2014/main" id="{0F45D99C-CDCB-061E-C4A5-74D377F8BE42}"/>
                </a:ext>
              </a:extLst>
            </p:cNvPr>
            <p:cNvCxnSpPr>
              <a:cxnSpLocks/>
            </p:cNvCxnSpPr>
            <p:nvPr/>
          </p:nvCxnSpPr>
          <p:spPr>
            <a:xfrm flipH="1" flipV="1">
              <a:off x="3669897" y="1150708"/>
              <a:ext cx="85125" cy="10027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7" name="Group 36">
            <a:extLst>
              <a:ext uri="{FF2B5EF4-FFF2-40B4-BE49-F238E27FC236}">
                <a16:creationId xmlns:a16="http://schemas.microsoft.com/office/drawing/2014/main" id="{7F1C29D1-994A-C815-42FF-E404D362EA24}"/>
              </a:ext>
            </a:extLst>
          </p:cNvPr>
          <p:cNvGrpSpPr/>
          <p:nvPr/>
        </p:nvGrpSpPr>
        <p:grpSpPr>
          <a:xfrm>
            <a:off x="6100412" y="4791249"/>
            <a:ext cx="1626428" cy="1396565"/>
            <a:chOff x="4134996" y="1445535"/>
            <a:chExt cx="1626428" cy="1396565"/>
          </a:xfrm>
        </p:grpSpPr>
        <p:sp>
          <p:nvSpPr>
            <p:cNvPr id="82" name="TextBox 81">
              <a:extLst>
                <a:ext uri="{FF2B5EF4-FFF2-40B4-BE49-F238E27FC236}">
                  <a16:creationId xmlns:a16="http://schemas.microsoft.com/office/drawing/2014/main" id="{7CC25904-F40D-21FD-FD6F-2359BEB85879}"/>
                </a:ext>
              </a:extLst>
            </p:cNvPr>
            <p:cNvSpPr txBox="1"/>
            <p:nvPr/>
          </p:nvSpPr>
          <p:spPr>
            <a:xfrm>
              <a:off x="4225204" y="1445535"/>
              <a:ext cx="982961" cy="246221"/>
            </a:xfrm>
            <a:prstGeom prst="rect">
              <a:avLst/>
            </a:prstGeom>
            <a:noFill/>
            <a:ln>
              <a:noFill/>
            </a:ln>
          </p:spPr>
          <p:txBody>
            <a:bodyPr wrap="none" rtlCol="0">
              <a:spAutoFit/>
            </a:bodyPr>
            <a:lstStyle/>
            <a:p>
              <a:r>
                <a:rPr lang="en-US" sz="1000" dirty="0"/>
                <a:t>BCD Correction</a:t>
              </a:r>
            </a:p>
          </p:txBody>
        </p:sp>
        <p:grpSp>
          <p:nvGrpSpPr>
            <p:cNvPr id="83" name="Group 82">
              <a:extLst>
                <a:ext uri="{FF2B5EF4-FFF2-40B4-BE49-F238E27FC236}">
                  <a16:creationId xmlns:a16="http://schemas.microsoft.com/office/drawing/2014/main" id="{9479B7EA-2ED3-7DF0-4C96-D0E496372C92}"/>
                </a:ext>
              </a:extLst>
            </p:cNvPr>
            <p:cNvGrpSpPr/>
            <p:nvPr/>
          </p:nvGrpSpPr>
          <p:grpSpPr>
            <a:xfrm>
              <a:off x="4134996" y="1485903"/>
              <a:ext cx="1626428" cy="1356197"/>
              <a:chOff x="4134996" y="1485903"/>
              <a:chExt cx="1626428" cy="1356197"/>
            </a:xfrm>
          </p:grpSpPr>
          <p:grpSp>
            <p:nvGrpSpPr>
              <p:cNvPr id="84" name="Group 83">
                <a:extLst>
                  <a:ext uri="{FF2B5EF4-FFF2-40B4-BE49-F238E27FC236}">
                    <a16:creationId xmlns:a16="http://schemas.microsoft.com/office/drawing/2014/main" id="{E616F679-E34F-B504-A823-2B2AE2677E94}"/>
                  </a:ext>
                </a:extLst>
              </p:cNvPr>
              <p:cNvGrpSpPr/>
              <p:nvPr/>
            </p:nvGrpSpPr>
            <p:grpSpPr>
              <a:xfrm>
                <a:off x="4410874" y="2224872"/>
                <a:ext cx="248786" cy="246221"/>
                <a:chOff x="4410874" y="2224872"/>
                <a:chExt cx="248786" cy="246221"/>
              </a:xfrm>
            </p:grpSpPr>
            <p:sp>
              <p:nvSpPr>
                <p:cNvPr id="103" name="Rectangle 102">
                  <a:extLst>
                    <a:ext uri="{FF2B5EF4-FFF2-40B4-BE49-F238E27FC236}">
                      <a16:creationId xmlns:a16="http://schemas.microsoft.com/office/drawing/2014/main" id="{F98AAD6D-4E31-AB1A-6B92-B3191FA69708}"/>
                    </a:ext>
                  </a:extLst>
                </p:cNvPr>
                <p:cNvSpPr/>
                <p:nvPr/>
              </p:nvSpPr>
              <p:spPr>
                <a:xfrm>
                  <a:off x="4418943" y="2247250"/>
                  <a:ext cx="239273" cy="19974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4" name="TextBox 103">
                  <a:extLst>
                    <a:ext uri="{FF2B5EF4-FFF2-40B4-BE49-F238E27FC236}">
                      <a16:creationId xmlns:a16="http://schemas.microsoft.com/office/drawing/2014/main" id="{4EB6E9C9-286F-862B-04BA-43D5E23B6CE8}"/>
                    </a:ext>
                  </a:extLst>
                </p:cNvPr>
                <p:cNvSpPr txBox="1"/>
                <p:nvPr/>
              </p:nvSpPr>
              <p:spPr>
                <a:xfrm>
                  <a:off x="4410874" y="2224872"/>
                  <a:ext cx="248786" cy="246221"/>
                </a:xfrm>
                <a:prstGeom prst="rect">
                  <a:avLst/>
                </a:prstGeom>
                <a:noFill/>
                <a:ln w="9525">
                  <a:noFill/>
                </a:ln>
              </p:spPr>
              <p:txBody>
                <a:bodyPr wrap="none" rtlCol="0">
                  <a:spAutoFit/>
                </a:bodyPr>
                <a:lstStyle/>
                <a:p>
                  <a:r>
                    <a:rPr lang="en-US" sz="1000" dirty="0"/>
                    <a:t>&gt;</a:t>
                  </a:r>
                </a:p>
              </p:txBody>
            </p:sp>
          </p:grpSp>
          <p:cxnSp>
            <p:nvCxnSpPr>
              <p:cNvPr id="85" name="Straight Arrow Connector 84">
                <a:extLst>
                  <a:ext uri="{FF2B5EF4-FFF2-40B4-BE49-F238E27FC236}">
                    <a16:creationId xmlns:a16="http://schemas.microsoft.com/office/drawing/2014/main" id="{2AE3BAE5-4367-FDBA-4113-9F955EFC82BF}"/>
                  </a:ext>
                </a:extLst>
              </p:cNvPr>
              <p:cNvCxnSpPr/>
              <p:nvPr/>
            </p:nvCxnSpPr>
            <p:spPr>
              <a:xfrm>
                <a:off x="4134996" y="2401463"/>
                <a:ext cx="278675"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6" name="Flowchart: Manual Operation 85">
                <a:extLst>
                  <a:ext uri="{FF2B5EF4-FFF2-40B4-BE49-F238E27FC236}">
                    <a16:creationId xmlns:a16="http://schemas.microsoft.com/office/drawing/2014/main" id="{6B2632DC-028F-FD82-93E2-CA2B4190A36A}"/>
                  </a:ext>
                </a:extLst>
              </p:cNvPr>
              <p:cNvSpPr/>
              <p:nvPr/>
            </p:nvSpPr>
            <p:spPr>
              <a:xfrm rot="16200000">
                <a:off x="5046612" y="1779934"/>
                <a:ext cx="549493" cy="232371"/>
              </a:xfrm>
              <a:prstGeom prst="flowChartManualOperation">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87" name="Group 86">
                <a:extLst>
                  <a:ext uri="{FF2B5EF4-FFF2-40B4-BE49-F238E27FC236}">
                    <a16:creationId xmlns:a16="http://schemas.microsoft.com/office/drawing/2014/main" id="{299E3E0C-090D-5650-EC5B-77F3A3A515CB}"/>
                  </a:ext>
                </a:extLst>
              </p:cNvPr>
              <p:cNvGrpSpPr/>
              <p:nvPr/>
            </p:nvGrpSpPr>
            <p:grpSpPr>
              <a:xfrm>
                <a:off x="4753215" y="1618870"/>
                <a:ext cx="447349" cy="246221"/>
                <a:chOff x="4753215" y="1554702"/>
                <a:chExt cx="447349" cy="246221"/>
              </a:xfrm>
            </p:grpSpPr>
            <p:cxnSp>
              <p:nvCxnSpPr>
                <p:cNvPr id="101" name="Straight Arrow Connector 100">
                  <a:extLst>
                    <a:ext uri="{FF2B5EF4-FFF2-40B4-BE49-F238E27FC236}">
                      <a16:creationId xmlns:a16="http://schemas.microsoft.com/office/drawing/2014/main" id="{36671D1B-9574-2B53-BB90-7D252113E8E6}"/>
                    </a:ext>
                  </a:extLst>
                </p:cNvPr>
                <p:cNvCxnSpPr>
                  <a:cxnSpLocks/>
                </p:cNvCxnSpPr>
                <p:nvPr/>
              </p:nvCxnSpPr>
              <p:spPr>
                <a:xfrm>
                  <a:off x="4934928" y="1684643"/>
                  <a:ext cx="265636" cy="1764"/>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2" name="TextBox 101">
                  <a:extLst>
                    <a:ext uri="{FF2B5EF4-FFF2-40B4-BE49-F238E27FC236}">
                      <a16:creationId xmlns:a16="http://schemas.microsoft.com/office/drawing/2014/main" id="{C826D807-FFDC-F662-BB1F-3E6C2AA48DB9}"/>
                    </a:ext>
                  </a:extLst>
                </p:cNvPr>
                <p:cNvSpPr txBox="1"/>
                <p:nvPr/>
              </p:nvSpPr>
              <p:spPr>
                <a:xfrm>
                  <a:off x="4753215" y="1554702"/>
                  <a:ext cx="250390" cy="246221"/>
                </a:xfrm>
                <a:prstGeom prst="rect">
                  <a:avLst/>
                </a:prstGeom>
                <a:noFill/>
                <a:ln>
                  <a:noFill/>
                </a:ln>
              </p:spPr>
              <p:txBody>
                <a:bodyPr wrap="none" rtlCol="0">
                  <a:spAutoFit/>
                </a:bodyPr>
                <a:lstStyle/>
                <a:p>
                  <a:r>
                    <a:rPr lang="en-US" sz="1000" dirty="0"/>
                    <a:t>0</a:t>
                  </a:r>
                </a:p>
              </p:txBody>
            </p:sp>
          </p:grpSp>
          <p:cxnSp>
            <p:nvCxnSpPr>
              <p:cNvPr id="88" name="Straight Arrow Connector 87">
                <a:extLst>
                  <a:ext uri="{FF2B5EF4-FFF2-40B4-BE49-F238E27FC236}">
                    <a16:creationId xmlns:a16="http://schemas.microsoft.com/office/drawing/2014/main" id="{13253B03-14C8-8540-6E45-DDF67EEF09D5}"/>
                  </a:ext>
                </a:extLst>
              </p:cNvPr>
              <p:cNvCxnSpPr>
                <a:cxnSpLocks/>
              </p:cNvCxnSpPr>
              <p:nvPr/>
            </p:nvCxnSpPr>
            <p:spPr>
              <a:xfrm>
                <a:off x="5436158" y="1908102"/>
                <a:ext cx="325266"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8ADEB004-9CF5-6A1F-2E4C-98925AD9D750}"/>
                  </a:ext>
                </a:extLst>
              </p:cNvPr>
              <p:cNvCxnSpPr>
                <a:cxnSpLocks/>
              </p:cNvCxnSpPr>
              <p:nvPr/>
            </p:nvCxnSpPr>
            <p:spPr>
              <a:xfrm>
                <a:off x="5151769" y="2446994"/>
                <a:ext cx="201674"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90" name="Group 89">
                <a:extLst>
                  <a:ext uri="{FF2B5EF4-FFF2-40B4-BE49-F238E27FC236}">
                    <a16:creationId xmlns:a16="http://schemas.microsoft.com/office/drawing/2014/main" id="{A839B46C-8463-557C-09EE-2023A8A158FD}"/>
                  </a:ext>
                </a:extLst>
              </p:cNvPr>
              <p:cNvGrpSpPr/>
              <p:nvPr/>
            </p:nvGrpSpPr>
            <p:grpSpPr>
              <a:xfrm>
                <a:off x="4761237" y="1913827"/>
                <a:ext cx="447349" cy="246221"/>
                <a:chOff x="4753215" y="1554702"/>
                <a:chExt cx="447349" cy="246221"/>
              </a:xfrm>
            </p:grpSpPr>
            <p:cxnSp>
              <p:nvCxnSpPr>
                <p:cNvPr id="99" name="Straight Arrow Connector 98">
                  <a:extLst>
                    <a:ext uri="{FF2B5EF4-FFF2-40B4-BE49-F238E27FC236}">
                      <a16:creationId xmlns:a16="http://schemas.microsoft.com/office/drawing/2014/main" id="{A2B33B34-AF84-D516-8825-A29914246334}"/>
                    </a:ext>
                  </a:extLst>
                </p:cNvPr>
                <p:cNvCxnSpPr>
                  <a:cxnSpLocks/>
                </p:cNvCxnSpPr>
                <p:nvPr/>
              </p:nvCxnSpPr>
              <p:spPr>
                <a:xfrm>
                  <a:off x="4934928" y="1684643"/>
                  <a:ext cx="265636" cy="1764"/>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8233AA7C-7706-3024-F6F4-3A2F90742FF5}"/>
                    </a:ext>
                  </a:extLst>
                </p:cNvPr>
                <p:cNvSpPr txBox="1"/>
                <p:nvPr/>
              </p:nvSpPr>
              <p:spPr>
                <a:xfrm>
                  <a:off x="4753215" y="1554702"/>
                  <a:ext cx="250390" cy="246221"/>
                </a:xfrm>
                <a:prstGeom prst="rect">
                  <a:avLst/>
                </a:prstGeom>
                <a:noFill/>
                <a:ln>
                  <a:noFill/>
                </a:ln>
              </p:spPr>
              <p:txBody>
                <a:bodyPr wrap="none" rtlCol="0">
                  <a:spAutoFit/>
                </a:bodyPr>
                <a:lstStyle/>
                <a:p>
                  <a:r>
                    <a:rPr lang="en-US" sz="1000" dirty="0"/>
                    <a:t>6</a:t>
                  </a:r>
                </a:p>
              </p:txBody>
            </p:sp>
          </p:grpSp>
          <p:cxnSp>
            <p:nvCxnSpPr>
              <p:cNvPr id="91" name="Straight Arrow Connector 90">
                <a:extLst>
                  <a:ext uri="{FF2B5EF4-FFF2-40B4-BE49-F238E27FC236}">
                    <a16:creationId xmlns:a16="http://schemas.microsoft.com/office/drawing/2014/main" id="{3CD7D799-21E4-0367-DD83-FFAD24A3DDA3}"/>
                  </a:ext>
                </a:extLst>
              </p:cNvPr>
              <p:cNvCxnSpPr>
                <a:cxnSpLocks/>
              </p:cNvCxnSpPr>
              <p:nvPr/>
            </p:nvCxnSpPr>
            <p:spPr>
              <a:xfrm flipV="1">
                <a:off x="5353443" y="2099875"/>
                <a:ext cx="0" cy="347119"/>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658E1543-B913-8DD2-0722-E584E1296ADE}"/>
                  </a:ext>
                </a:extLst>
              </p:cNvPr>
              <p:cNvCxnSpPr/>
              <p:nvPr/>
            </p:nvCxnSpPr>
            <p:spPr>
              <a:xfrm>
                <a:off x="4134996" y="2290070"/>
                <a:ext cx="278675"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CD50F0D7-A3A4-E519-304D-32CBD1CB9EED}"/>
                  </a:ext>
                </a:extLst>
              </p:cNvPr>
              <p:cNvSpPr txBox="1"/>
              <p:nvPr/>
            </p:nvSpPr>
            <p:spPr>
              <a:xfrm>
                <a:off x="5138041" y="1907627"/>
                <a:ext cx="250390" cy="246221"/>
              </a:xfrm>
              <a:prstGeom prst="rect">
                <a:avLst/>
              </a:prstGeom>
              <a:noFill/>
              <a:ln>
                <a:noFill/>
              </a:ln>
            </p:spPr>
            <p:txBody>
              <a:bodyPr wrap="none" rtlCol="0">
                <a:spAutoFit/>
              </a:bodyPr>
              <a:lstStyle/>
              <a:p>
                <a:r>
                  <a:rPr lang="en-US" sz="1000" dirty="0"/>
                  <a:t>1</a:t>
                </a:r>
              </a:p>
            </p:txBody>
          </p:sp>
          <p:sp>
            <p:nvSpPr>
              <p:cNvPr id="94" name="Rectangle 93">
                <a:extLst>
                  <a:ext uri="{FF2B5EF4-FFF2-40B4-BE49-F238E27FC236}">
                    <a16:creationId xmlns:a16="http://schemas.microsoft.com/office/drawing/2014/main" id="{2323B08C-6202-EF81-8BA5-8457A09CFEA3}"/>
                  </a:ext>
                </a:extLst>
              </p:cNvPr>
              <p:cNvSpPr/>
              <p:nvPr/>
            </p:nvSpPr>
            <p:spPr>
              <a:xfrm>
                <a:off x="4275359" y="1485903"/>
                <a:ext cx="1236352" cy="1186328"/>
              </a:xfrm>
              <a:prstGeom prst="rect">
                <a:avLst/>
              </a:prstGeom>
              <a:no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5" name="Flowchart: Stored Data 185">
                <a:extLst>
                  <a:ext uri="{FF2B5EF4-FFF2-40B4-BE49-F238E27FC236}">
                    <a16:creationId xmlns:a16="http://schemas.microsoft.com/office/drawing/2014/main" id="{83F61D59-57F9-9773-16CF-D3B5E94429C9}"/>
                  </a:ext>
                </a:extLst>
              </p:cNvPr>
              <p:cNvSpPr/>
              <p:nvPr/>
            </p:nvSpPr>
            <p:spPr>
              <a:xfrm flipH="1">
                <a:off x="4909890" y="2283790"/>
                <a:ext cx="241878" cy="327154"/>
              </a:xfrm>
              <a:custGeom>
                <a:avLst/>
                <a:gdLst>
                  <a:gd name="csX0" fmla="*/ 1667 w 10000"/>
                  <a:gd name="csY0" fmla="*/ 0 h 10000"/>
                  <a:gd name="csX1" fmla="*/ 10000 w 10000"/>
                  <a:gd name="csY1" fmla="*/ 0 h 10000"/>
                  <a:gd name="csX2" fmla="*/ 8333 w 10000"/>
                  <a:gd name="csY2" fmla="*/ 5000 h 10000"/>
                  <a:gd name="csX3" fmla="*/ 10000 w 10000"/>
                  <a:gd name="csY3" fmla="*/ 10000 h 10000"/>
                  <a:gd name="csX4" fmla="*/ 1667 w 10000"/>
                  <a:gd name="csY4" fmla="*/ 10000 h 10000"/>
                  <a:gd name="csX5" fmla="*/ 0 w 10000"/>
                  <a:gd name="csY5" fmla="*/ 5000 h 10000"/>
                  <a:gd name="csX6" fmla="*/ 1667 w 10000"/>
                  <a:gd name="csY6" fmla="*/ 0 h 10000"/>
                  <a:gd name="csX0" fmla="*/ 2633 w 10966"/>
                  <a:gd name="csY0" fmla="*/ 0 h 10000"/>
                  <a:gd name="csX1" fmla="*/ 10966 w 10966"/>
                  <a:gd name="csY1" fmla="*/ 0 h 10000"/>
                  <a:gd name="csX2" fmla="*/ 9299 w 10966"/>
                  <a:gd name="csY2" fmla="*/ 5000 h 10000"/>
                  <a:gd name="csX3" fmla="*/ 10966 w 10966"/>
                  <a:gd name="csY3" fmla="*/ 10000 h 10000"/>
                  <a:gd name="csX4" fmla="*/ 2633 w 10966"/>
                  <a:gd name="csY4" fmla="*/ 10000 h 10000"/>
                  <a:gd name="csX5" fmla="*/ 0 w 10966"/>
                  <a:gd name="csY5" fmla="*/ 5000 h 10000"/>
                  <a:gd name="csX6" fmla="*/ 2633 w 10966"/>
                  <a:gd name="csY6" fmla="*/ 0 h 10000"/>
                  <a:gd name="csX0" fmla="*/ 3760 w 12093"/>
                  <a:gd name="csY0" fmla="*/ 0 h 10000"/>
                  <a:gd name="csX1" fmla="*/ 12093 w 12093"/>
                  <a:gd name="csY1" fmla="*/ 0 h 10000"/>
                  <a:gd name="csX2" fmla="*/ 10426 w 12093"/>
                  <a:gd name="csY2" fmla="*/ 5000 h 10000"/>
                  <a:gd name="csX3" fmla="*/ 12093 w 12093"/>
                  <a:gd name="csY3" fmla="*/ 10000 h 10000"/>
                  <a:gd name="csX4" fmla="*/ 3760 w 12093"/>
                  <a:gd name="csY4" fmla="*/ 10000 h 10000"/>
                  <a:gd name="csX5" fmla="*/ 0 w 12093"/>
                  <a:gd name="csY5" fmla="*/ 5000 h 10000"/>
                  <a:gd name="csX6" fmla="*/ 3760 w 12093"/>
                  <a:gd name="csY6" fmla="*/ 0 h 10000"/>
                  <a:gd name="csX0" fmla="*/ 3760 w 12093"/>
                  <a:gd name="csY0" fmla="*/ 0 h 10000"/>
                  <a:gd name="csX1" fmla="*/ 12093 w 12093"/>
                  <a:gd name="csY1" fmla="*/ 0 h 10000"/>
                  <a:gd name="csX2" fmla="*/ 9138 w 12093"/>
                  <a:gd name="csY2" fmla="*/ 4888 h 10000"/>
                  <a:gd name="csX3" fmla="*/ 12093 w 12093"/>
                  <a:gd name="csY3" fmla="*/ 10000 h 10000"/>
                  <a:gd name="csX4" fmla="*/ 3760 w 12093"/>
                  <a:gd name="csY4" fmla="*/ 10000 h 10000"/>
                  <a:gd name="csX5" fmla="*/ 0 w 12093"/>
                  <a:gd name="csY5" fmla="*/ 5000 h 10000"/>
                  <a:gd name="csX6" fmla="*/ 3760 w 12093"/>
                  <a:gd name="csY6" fmla="*/ 0 h 10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093" h="10000">
                    <a:moveTo>
                      <a:pt x="3760" y="0"/>
                    </a:moveTo>
                    <a:lnTo>
                      <a:pt x="12093" y="0"/>
                    </a:lnTo>
                    <a:cubicBezTo>
                      <a:pt x="11172" y="0"/>
                      <a:pt x="9138" y="2127"/>
                      <a:pt x="9138" y="4888"/>
                    </a:cubicBezTo>
                    <a:cubicBezTo>
                      <a:pt x="9138" y="7649"/>
                      <a:pt x="11172" y="10000"/>
                      <a:pt x="12093" y="10000"/>
                    </a:cubicBezTo>
                    <a:lnTo>
                      <a:pt x="3760" y="10000"/>
                    </a:lnTo>
                    <a:cubicBezTo>
                      <a:pt x="2839" y="10000"/>
                      <a:pt x="0" y="7761"/>
                      <a:pt x="0" y="5000"/>
                    </a:cubicBezTo>
                    <a:cubicBezTo>
                      <a:pt x="0" y="2239"/>
                      <a:pt x="2839" y="0"/>
                      <a:pt x="3760"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96" name="Straight Arrow Connector 95">
                <a:extLst>
                  <a:ext uri="{FF2B5EF4-FFF2-40B4-BE49-F238E27FC236}">
                    <a16:creationId xmlns:a16="http://schemas.microsoft.com/office/drawing/2014/main" id="{30294B7B-5CD8-03E3-8E26-770F532963BA}"/>
                  </a:ext>
                </a:extLst>
              </p:cNvPr>
              <p:cNvCxnSpPr>
                <a:cxnSpLocks/>
              </p:cNvCxnSpPr>
              <p:nvPr/>
            </p:nvCxnSpPr>
            <p:spPr>
              <a:xfrm>
                <a:off x="4668057" y="2558970"/>
                <a:ext cx="282918"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97" name="Straight Connector 96">
                <a:extLst>
                  <a:ext uri="{FF2B5EF4-FFF2-40B4-BE49-F238E27FC236}">
                    <a16:creationId xmlns:a16="http://schemas.microsoft.com/office/drawing/2014/main" id="{6EB8AA41-2096-94B4-6B68-3AA0E35B4394}"/>
                  </a:ext>
                </a:extLst>
              </p:cNvPr>
              <p:cNvCxnSpPr>
                <a:cxnSpLocks/>
              </p:cNvCxnSpPr>
              <p:nvPr/>
            </p:nvCxnSpPr>
            <p:spPr>
              <a:xfrm>
                <a:off x="4671419" y="2558970"/>
                <a:ext cx="0" cy="28313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EC58F067-D2D0-629E-7C79-D9A2C6A42C49}"/>
                  </a:ext>
                </a:extLst>
              </p:cNvPr>
              <p:cNvCxnSpPr>
                <a:cxnSpLocks/>
              </p:cNvCxnSpPr>
              <p:nvPr/>
            </p:nvCxnSpPr>
            <p:spPr>
              <a:xfrm>
                <a:off x="4658216" y="2344325"/>
                <a:ext cx="297575" cy="173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cxnSp>
        <p:nvCxnSpPr>
          <p:cNvPr id="38" name="Straight Connector 37">
            <a:extLst>
              <a:ext uri="{FF2B5EF4-FFF2-40B4-BE49-F238E27FC236}">
                <a16:creationId xmlns:a16="http://schemas.microsoft.com/office/drawing/2014/main" id="{BC5DFC28-4D32-AB9E-2F25-AD577F8889BD}"/>
              </a:ext>
            </a:extLst>
          </p:cNvPr>
          <p:cNvCxnSpPr>
            <a:cxnSpLocks/>
          </p:cNvCxnSpPr>
          <p:nvPr/>
        </p:nvCxnSpPr>
        <p:spPr>
          <a:xfrm flipV="1">
            <a:off x="6098828" y="4552971"/>
            <a:ext cx="0" cy="108079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F192463-AE1D-3814-1524-AC11D8F98961}"/>
              </a:ext>
            </a:extLst>
          </p:cNvPr>
          <p:cNvCxnSpPr>
            <a:cxnSpLocks/>
          </p:cNvCxnSpPr>
          <p:nvPr/>
        </p:nvCxnSpPr>
        <p:spPr>
          <a:xfrm>
            <a:off x="5654748" y="6187814"/>
            <a:ext cx="2618908" cy="0"/>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4D60BE5-CB2A-8663-13E6-FDD98723E6E9}"/>
              </a:ext>
            </a:extLst>
          </p:cNvPr>
          <p:cNvCxnSpPr>
            <a:cxnSpLocks/>
            <a:endCxn id="151" idx="3"/>
          </p:cNvCxnSpPr>
          <p:nvPr/>
        </p:nvCxnSpPr>
        <p:spPr>
          <a:xfrm flipV="1">
            <a:off x="7317923" y="5790241"/>
            <a:ext cx="316561" cy="3407"/>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8D1F7F1D-91B7-8F39-4005-6816013BF2A1}"/>
              </a:ext>
            </a:extLst>
          </p:cNvPr>
          <p:cNvSpPr txBox="1"/>
          <p:nvPr/>
        </p:nvSpPr>
        <p:spPr>
          <a:xfrm>
            <a:off x="3873308" y="5543617"/>
            <a:ext cx="620683" cy="246221"/>
          </a:xfrm>
          <a:prstGeom prst="rect">
            <a:avLst/>
          </a:prstGeom>
          <a:noFill/>
          <a:ln>
            <a:noFill/>
          </a:ln>
        </p:spPr>
        <p:txBody>
          <a:bodyPr wrap="none" rtlCol="0">
            <a:spAutoFit/>
          </a:bodyPr>
          <a:lstStyle/>
          <a:p>
            <a:r>
              <a:rPr lang="en-US" sz="1000" dirty="0"/>
              <a:t>1s comp</a:t>
            </a:r>
          </a:p>
        </p:txBody>
      </p:sp>
      <p:cxnSp>
        <p:nvCxnSpPr>
          <p:cNvPr id="42" name="Straight Arrow Connector 41">
            <a:extLst>
              <a:ext uri="{FF2B5EF4-FFF2-40B4-BE49-F238E27FC236}">
                <a16:creationId xmlns:a16="http://schemas.microsoft.com/office/drawing/2014/main" id="{41E51DD9-CB8B-E8E5-659C-0E47CEEC65D0}"/>
              </a:ext>
            </a:extLst>
          </p:cNvPr>
          <p:cNvCxnSpPr>
            <a:cxnSpLocks/>
          </p:cNvCxnSpPr>
          <p:nvPr/>
        </p:nvCxnSpPr>
        <p:spPr>
          <a:xfrm>
            <a:off x="9748125" y="4610411"/>
            <a:ext cx="574529"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43" name="Group 42">
            <a:extLst>
              <a:ext uri="{FF2B5EF4-FFF2-40B4-BE49-F238E27FC236}">
                <a16:creationId xmlns:a16="http://schemas.microsoft.com/office/drawing/2014/main" id="{894036D1-EACE-ED6A-EF1C-4DEE27F6F6EA}"/>
              </a:ext>
            </a:extLst>
          </p:cNvPr>
          <p:cNvGrpSpPr/>
          <p:nvPr/>
        </p:nvGrpSpPr>
        <p:grpSpPr>
          <a:xfrm>
            <a:off x="9407982" y="4064814"/>
            <a:ext cx="371290" cy="1088010"/>
            <a:chOff x="3668687" y="706982"/>
            <a:chExt cx="371290" cy="1088010"/>
          </a:xfrm>
        </p:grpSpPr>
        <p:grpSp>
          <p:nvGrpSpPr>
            <p:cNvPr id="71" name="Group 70">
              <a:extLst>
                <a:ext uri="{FF2B5EF4-FFF2-40B4-BE49-F238E27FC236}">
                  <a16:creationId xmlns:a16="http://schemas.microsoft.com/office/drawing/2014/main" id="{3721F78D-15DE-9F08-007C-F16D12FFFDBB}"/>
                </a:ext>
              </a:extLst>
            </p:cNvPr>
            <p:cNvGrpSpPr/>
            <p:nvPr/>
          </p:nvGrpSpPr>
          <p:grpSpPr>
            <a:xfrm>
              <a:off x="3668687" y="706982"/>
              <a:ext cx="340970" cy="1088010"/>
              <a:chOff x="6096000" y="187779"/>
              <a:chExt cx="536121" cy="927637"/>
            </a:xfrm>
          </p:grpSpPr>
          <p:cxnSp>
            <p:nvCxnSpPr>
              <p:cNvPr id="76" name="Straight Connector 75">
                <a:extLst>
                  <a:ext uri="{FF2B5EF4-FFF2-40B4-BE49-F238E27FC236}">
                    <a16:creationId xmlns:a16="http://schemas.microsoft.com/office/drawing/2014/main" id="{5557ED05-1091-24DF-245C-657F71C4D710}"/>
                  </a:ext>
                </a:extLst>
              </p:cNvPr>
              <p:cNvCxnSpPr>
                <a:cxnSpLocks/>
              </p:cNvCxnSpPr>
              <p:nvPr/>
            </p:nvCxnSpPr>
            <p:spPr>
              <a:xfrm>
                <a:off x="6097909" y="735677"/>
                <a:ext cx="5" cy="37920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14102168-C9EC-858F-69A0-C831A5F14C5D}"/>
                  </a:ext>
                </a:extLst>
              </p:cNvPr>
              <p:cNvCxnSpPr>
                <a:cxnSpLocks/>
              </p:cNvCxnSpPr>
              <p:nvPr/>
            </p:nvCxnSpPr>
            <p:spPr>
              <a:xfrm>
                <a:off x="6096000" y="191146"/>
                <a:ext cx="1904" cy="37495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9B265023-6394-D93E-0370-03BC92696E9F}"/>
                  </a:ext>
                </a:extLst>
              </p:cNvPr>
              <p:cNvCxnSpPr>
                <a:cxnSpLocks/>
              </p:cNvCxnSpPr>
              <p:nvPr/>
            </p:nvCxnSpPr>
            <p:spPr>
              <a:xfrm flipH="1">
                <a:off x="6097909" y="651592"/>
                <a:ext cx="133844" cy="8408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5B4B3A59-E15C-B905-2594-59B23686FCAB}"/>
                  </a:ext>
                </a:extLst>
              </p:cNvPr>
              <p:cNvCxnSpPr>
                <a:cxnSpLocks/>
              </p:cNvCxnSpPr>
              <p:nvPr/>
            </p:nvCxnSpPr>
            <p:spPr>
              <a:xfrm>
                <a:off x="6630855" y="470807"/>
                <a:ext cx="0" cy="327644"/>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 name="Straight Connector 79">
                <a:extLst>
                  <a:ext uri="{FF2B5EF4-FFF2-40B4-BE49-F238E27FC236}">
                    <a16:creationId xmlns:a16="http://schemas.microsoft.com/office/drawing/2014/main" id="{1966FBD4-2FBD-112A-FAD0-57A25825E204}"/>
                  </a:ext>
                </a:extLst>
              </p:cNvPr>
              <p:cNvCxnSpPr>
                <a:cxnSpLocks/>
              </p:cNvCxnSpPr>
              <p:nvPr/>
            </p:nvCxnSpPr>
            <p:spPr>
              <a:xfrm flipV="1">
                <a:off x="6096000" y="795618"/>
                <a:ext cx="534820" cy="31979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8A50E495-A4A2-3362-D831-8EFDD6519E97}"/>
                  </a:ext>
                </a:extLst>
              </p:cNvPr>
              <p:cNvCxnSpPr>
                <a:cxnSpLocks/>
              </p:cNvCxnSpPr>
              <p:nvPr/>
            </p:nvCxnSpPr>
            <p:spPr>
              <a:xfrm>
                <a:off x="6096000" y="187779"/>
                <a:ext cx="536121" cy="28575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72" name="TextBox 71">
              <a:extLst>
                <a:ext uri="{FF2B5EF4-FFF2-40B4-BE49-F238E27FC236}">
                  <a16:creationId xmlns:a16="http://schemas.microsoft.com/office/drawing/2014/main" id="{F083CBDF-294E-F03D-6659-8534EEA9D7F6}"/>
                </a:ext>
              </a:extLst>
            </p:cNvPr>
            <p:cNvSpPr txBox="1"/>
            <p:nvPr/>
          </p:nvSpPr>
          <p:spPr>
            <a:xfrm>
              <a:off x="3721572" y="1071749"/>
              <a:ext cx="287258" cy="338554"/>
            </a:xfrm>
            <a:prstGeom prst="rect">
              <a:avLst/>
            </a:prstGeom>
            <a:noFill/>
            <a:ln>
              <a:noFill/>
            </a:ln>
          </p:spPr>
          <p:txBody>
            <a:bodyPr wrap="none" rtlCol="0">
              <a:spAutoFit/>
            </a:bodyPr>
            <a:lstStyle/>
            <a:p>
              <a:r>
                <a:rPr lang="en-US" sz="1600" dirty="0"/>
                <a:t>+</a:t>
              </a:r>
            </a:p>
          </p:txBody>
        </p:sp>
        <p:sp>
          <p:nvSpPr>
            <p:cNvPr id="73" name="TextBox 72">
              <a:extLst>
                <a:ext uri="{FF2B5EF4-FFF2-40B4-BE49-F238E27FC236}">
                  <a16:creationId xmlns:a16="http://schemas.microsoft.com/office/drawing/2014/main" id="{D530DB24-204D-EC10-FA0B-FEC5ED96798A}"/>
                </a:ext>
              </a:extLst>
            </p:cNvPr>
            <p:cNvSpPr txBox="1"/>
            <p:nvPr/>
          </p:nvSpPr>
          <p:spPr>
            <a:xfrm>
              <a:off x="3719055" y="871665"/>
              <a:ext cx="282450" cy="246221"/>
            </a:xfrm>
            <a:prstGeom prst="rect">
              <a:avLst/>
            </a:prstGeom>
            <a:noFill/>
            <a:ln>
              <a:noFill/>
            </a:ln>
          </p:spPr>
          <p:txBody>
            <a:bodyPr wrap="none" rtlCol="0">
              <a:spAutoFit/>
            </a:bodyPr>
            <a:lstStyle/>
            <a:p>
              <a:r>
                <a:rPr lang="en-US" sz="1000" dirty="0"/>
                <a:t>Ci</a:t>
              </a:r>
            </a:p>
          </p:txBody>
        </p:sp>
        <p:sp>
          <p:nvSpPr>
            <p:cNvPr id="74" name="TextBox 73">
              <a:extLst>
                <a:ext uri="{FF2B5EF4-FFF2-40B4-BE49-F238E27FC236}">
                  <a16:creationId xmlns:a16="http://schemas.microsoft.com/office/drawing/2014/main" id="{2AE5B63F-9EA9-DA39-8116-A93D5476A102}"/>
                </a:ext>
              </a:extLst>
            </p:cNvPr>
            <p:cNvSpPr txBox="1"/>
            <p:nvPr/>
          </p:nvSpPr>
          <p:spPr>
            <a:xfrm>
              <a:off x="3719055" y="1326734"/>
              <a:ext cx="320922" cy="246221"/>
            </a:xfrm>
            <a:prstGeom prst="rect">
              <a:avLst/>
            </a:prstGeom>
            <a:noFill/>
            <a:ln>
              <a:noFill/>
            </a:ln>
          </p:spPr>
          <p:txBody>
            <a:bodyPr wrap="none" rtlCol="0">
              <a:spAutoFit/>
            </a:bodyPr>
            <a:lstStyle/>
            <a:p>
              <a:r>
                <a:rPr lang="en-US" sz="1000" dirty="0"/>
                <a:t>Co</a:t>
              </a:r>
            </a:p>
          </p:txBody>
        </p:sp>
        <p:cxnSp>
          <p:nvCxnSpPr>
            <p:cNvPr id="75" name="Straight Connector 74">
              <a:extLst>
                <a:ext uri="{FF2B5EF4-FFF2-40B4-BE49-F238E27FC236}">
                  <a16:creationId xmlns:a16="http://schemas.microsoft.com/office/drawing/2014/main" id="{D95DF0C9-E73B-BA1B-58EE-EFA31DC30BAC}"/>
                </a:ext>
              </a:extLst>
            </p:cNvPr>
            <p:cNvCxnSpPr>
              <a:cxnSpLocks/>
            </p:cNvCxnSpPr>
            <p:nvPr/>
          </p:nvCxnSpPr>
          <p:spPr>
            <a:xfrm flipH="1" flipV="1">
              <a:off x="3669897" y="1150708"/>
              <a:ext cx="85125" cy="10027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44" name="Straight Arrow Connector 43">
            <a:extLst>
              <a:ext uri="{FF2B5EF4-FFF2-40B4-BE49-F238E27FC236}">
                <a16:creationId xmlns:a16="http://schemas.microsoft.com/office/drawing/2014/main" id="{341C3ACA-F73A-7447-CD83-77ADF624F3FA}"/>
              </a:ext>
            </a:extLst>
          </p:cNvPr>
          <p:cNvCxnSpPr>
            <a:cxnSpLocks/>
          </p:cNvCxnSpPr>
          <p:nvPr/>
        </p:nvCxnSpPr>
        <p:spPr>
          <a:xfrm flipH="1">
            <a:off x="9623238" y="4060060"/>
            <a:ext cx="1243" cy="21918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0330F429-E020-B61A-C27F-FB41FC99D53E}"/>
              </a:ext>
            </a:extLst>
          </p:cNvPr>
          <p:cNvCxnSpPr>
            <a:cxnSpLocks/>
          </p:cNvCxnSpPr>
          <p:nvPr/>
        </p:nvCxnSpPr>
        <p:spPr>
          <a:xfrm>
            <a:off x="9239869" y="4947807"/>
            <a:ext cx="171752"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46" name="Group 45">
            <a:extLst>
              <a:ext uri="{FF2B5EF4-FFF2-40B4-BE49-F238E27FC236}">
                <a16:creationId xmlns:a16="http://schemas.microsoft.com/office/drawing/2014/main" id="{68F8CB37-1754-44AC-98EA-BDBF34F4B448}"/>
              </a:ext>
            </a:extLst>
          </p:cNvPr>
          <p:cNvGrpSpPr/>
          <p:nvPr/>
        </p:nvGrpSpPr>
        <p:grpSpPr>
          <a:xfrm>
            <a:off x="8567915" y="4710655"/>
            <a:ext cx="674776" cy="426106"/>
            <a:chOff x="8356811" y="3844516"/>
            <a:chExt cx="674776" cy="426106"/>
          </a:xfrm>
        </p:grpSpPr>
        <p:sp>
          <p:nvSpPr>
            <p:cNvPr id="69" name="Flowchart: Stored Data 185">
              <a:extLst>
                <a:ext uri="{FF2B5EF4-FFF2-40B4-BE49-F238E27FC236}">
                  <a16:creationId xmlns:a16="http://schemas.microsoft.com/office/drawing/2014/main" id="{2B045F87-8E68-AF05-835D-DBC6FF53686F}"/>
                </a:ext>
              </a:extLst>
            </p:cNvPr>
            <p:cNvSpPr/>
            <p:nvPr/>
          </p:nvSpPr>
          <p:spPr>
            <a:xfrm flipH="1">
              <a:off x="8789709" y="3937977"/>
              <a:ext cx="241878" cy="287381"/>
            </a:xfrm>
            <a:custGeom>
              <a:avLst/>
              <a:gdLst>
                <a:gd name="csX0" fmla="*/ 1667 w 10000"/>
                <a:gd name="csY0" fmla="*/ 0 h 10000"/>
                <a:gd name="csX1" fmla="*/ 10000 w 10000"/>
                <a:gd name="csY1" fmla="*/ 0 h 10000"/>
                <a:gd name="csX2" fmla="*/ 8333 w 10000"/>
                <a:gd name="csY2" fmla="*/ 5000 h 10000"/>
                <a:gd name="csX3" fmla="*/ 10000 w 10000"/>
                <a:gd name="csY3" fmla="*/ 10000 h 10000"/>
                <a:gd name="csX4" fmla="*/ 1667 w 10000"/>
                <a:gd name="csY4" fmla="*/ 10000 h 10000"/>
                <a:gd name="csX5" fmla="*/ 0 w 10000"/>
                <a:gd name="csY5" fmla="*/ 5000 h 10000"/>
                <a:gd name="csX6" fmla="*/ 1667 w 10000"/>
                <a:gd name="csY6" fmla="*/ 0 h 10000"/>
                <a:gd name="csX0" fmla="*/ 2633 w 10966"/>
                <a:gd name="csY0" fmla="*/ 0 h 10000"/>
                <a:gd name="csX1" fmla="*/ 10966 w 10966"/>
                <a:gd name="csY1" fmla="*/ 0 h 10000"/>
                <a:gd name="csX2" fmla="*/ 9299 w 10966"/>
                <a:gd name="csY2" fmla="*/ 5000 h 10000"/>
                <a:gd name="csX3" fmla="*/ 10966 w 10966"/>
                <a:gd name="csY3" fmla="*/ 10000 h 10000"/>
                <a:gd name="csX4" fmla="*/ 2633 w 10966"/>
                <a:gd name="csY4" fmla="*/ 10000 h 10000"/>
                <a:gd name="csX5" fmla="*/ 0 w 10966"/>
                <a:gd name="csY5" fmla="*/ 5000 h 10000"/>
                <a:gd name="csX6" fmla="*/ 2633 w 10966"/>
                <a:gd name="csY6" fmla="*/ 0 h 10000"/>
                <a:gd name="csX0" fmla="*/ 3760 w 12093"/>
                <a:gd name="csY0" fmla="*/ 0 h 10000"/>
                <a:gd name="csX1" fmla="*/ 12093 w 12093"/>
                <a:gd name="csY1" fmla="*/ 0 h 10000"/>
                <a:gd name="csX2" fmla="*/ 10426 w 12093"/>
                <a:gd name="csY2" fmla="*/ 5000 h 10000"/>
                <a:gd name="csX3" fmla="*/ 12093 w 12093"/>
                <a:gd name="csY3" fmla="*/ 10000 h 10000"/>
                <a:gd name="csX4" fmla="*/ 3760 w 12093"/>
                <a:gd name="csY4" fmla="*/ 10000 h 10000"/>
                <a:gd name="csX5" fmla="*/ 0 w 12093"/>
                <a:gd name="csY5" fmla="*/ 5000 h 10000"/>
                <a:gd name="csX6" fmla="*/ 3760 w 12093"/>
                <a:gd name="csY6" fmla="*/ 0 h 10000"/>
                <a:gd name="csX0" fmla="*/ 3760 w 12093"/>
                <a:gd name="csY0" fmla="*/ 0 h 10000"/>
                <a:gd name="csX1" fmla="*/ 12093 w 12093"/>
                <a:gd name="csY1" fmla="*/ 0 h 10000"/>
                <a:gd name="csX2" fmla="*/ 9138 w 12093"/>
                <a:gd name="csY2" fmla="*/ 4888 h 10000"/>
                <a:gd name="csX3" fmla="*/ 12093 w 12093"/>
                <a:gd name="csY3" fmla="*/ 10000 h 10000"/>
                <a:gd name="csX4" fmla="*/ 3760 w 12093"/>
                <a:gd name="csY4" fmla="*/ 10000 h 10000"/>
                <a:gd name="csX5" fmla="*/ 0 w 12093"/>
                <a:gd name="csY5" fmla="*/ 5000 h 10000"/>
                <a:gd name="csX6" fmla="*/ 3760 w 12093"/>
                <a:gd name="csY6" fmla="*/ 0 h 10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093" h="10000">
                  <a:moveTo>
                    <a:pt x="3760" y="0"/>
                  </a:moveTo>
                  <a:lnTo>
                    <a:pt x="12093" y="0"/>
                  </a:lnTo>
                  <a:cubicBezTo>
                    <a:pt x="11172" y="0"/>
                    <a:pt x="9138" y="2127"/>
                    <a:pt x="9138" y="4888"/>
                  </a:cubicBezTo>
                  <a:cubicBezTo>
                    <a:pt x="9138" y="7649"/>
                    <a:pt x="11172" y="10000"/>
                    <a:pt x="12093" y="10000"/>
                  </a:cubicBezTo>
                  <a:lnTo>
                    <a:pt x="3760" y="10000"/>
                  </a:lnTo>
                  <a:cubicBezTo>
                    <a:pt x="2839" y="10000"/>
                    <a:pt x="0" y="7761"/>
                    <a:pt x="0" y="5000"/>
                  </a:cubicBezTo>
                  <a:cubicBezTo>
                    <a:pt x="0" y="2239"/>
                    <a:pt x="2839" y="0"/>
                    <a:pt x="3760"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0" name="Arc 69">
              <a:extLst>
                <a:ext uri="{FF2B5EF4-FFF2-40B4-BE49-F238E27FC236}">
                  <a16:creationId xmlns:a16="http://schemas.microsoft.com/office/drawing/2014/main" id="{96FFEA3C-F69F-73AB-CBAD-17E9AF42A3C5}"/>
                </a:ext>
              </a:extLst>
            </p:cNvPr>
            <p:cNvSpPr/>
            <p:nvPr/>
          </p:nvSpPr>
          <p:spPr>
            <a:xfrm rot="3049088">
              <a:off x="8333061" y="3868266"/>
              <a:ext cx="426106" cy="378606"/>
            </a:xfrm>
            <a:prstGeom prst="arc">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cxnSp>
        <p:nvCxnSpPr>
          <p:cNvPr id="47" name="Straight Arrow Connector 46">
            <a:extLst>
              <a:ext uri="{FF2B5EF4-FFF2-40B4-BE49-F238E27FC236}">
                <a16:creationId xmlns:a16="http://schemas.microsoft.com/office/drawing/2014/main" id="{4AEB66B6-C1DA-0A66-2BD6-986559E94F0D}"/>
              </a:ext>
            </a:extLst>
          </p:cNvPr>
          <p:cNvCxnSpPr>
            <a:cxnSpLocks/>
          </p:cNvCxnSpPr>
          <p:nvPr/>
        </p:nvCxnSpPr>
        <p:spPr>
          <a:xfrm>
            <a:off x="9240441" y="4291654"/>
            <a:ext cx="172815"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7D1EA41C-ECD5-971A-49A0-478F02F190D6}"/>
              </a:ext>
            </a:extLst>
          </p:cNvPr>
          <p:cNvSpPr txBox="1"/>
          <p:nvPr/>
        </p:nvSpPr>
        <p:spPr>
          <a:xfrm>
            <a:off x="8619213" y="4093426"/>
            <a:ext cx="258404" cy="246221"/>
          </a:xfrm>
          <a:prstGeom prst="rect">
            <a:avLst/>
          </a:prstGeom>
          <a:noFill/>
          <a:ln>
            <a:noFill/>
          </a:ln>
        </p:spPr>
        <p:txBody>
          <a:bodyPr wrap="none" rtlCol="0">
            <a:spAutoFit/>
          </a:bodyPr>
          <a:lstStyle/>
          <a:p>
            <a:r>
              <a:rPr lang="en-US" sz="1000" dirty="0"/>
              <a:t>A</a:t>
            </a:r>
          </a:p>
        </p:txBody>
      </p:sp>
      <p:sp>
        <p:nvSpPr>
          <p:cNvPr id="49" name="TextBox 48">
            <a:extLst>
              <a:ext uri="{FF2B5EF4-FFF2-40B4-BE49-F238E27FC236}">
                <a16:creationId xmlns:a16="http://schemas.microsoft.com/office/drawing/2014/main" id="{8A60792B-8AAE-4900-7D46-008AAB509CFB}"/>
              </a:ext>
            </a:extLst>
          </p:cNvPr>
          <p:cNvSpPr txBox="1"/>
          <p:nvPr/>
        </p:nvSpPr>
        <p:spPr>
          <a:xfrm>
            <a:off x="8632163" y="5061608"/>
            <a:ext cx="620683" cy="246221"/>
          </a:xfrm>
          <a:prstGeom prst="rect">
            <a:avLst/>
          </a:prstGeom>
          <a:noFill/>
          <a:ln>
            <a:noFill/>
          </a:ln>
        </p:spPr>
        <p:txBody>
          <a:bodyPr wrap="none" rtlCol="0">
            <a:spAutoFit/>
          </a:bodyPr>
          <a:lstStyle/>
          <a:p>
            <a:r>
              <a:rPr lang="en-US" sz="1000" dirty="0"/>
              <a:t>1s comp</a:t>
            </a:r>
          </a:p>
        </p:txBody>
      </p:sp>
      <p:cxnSp>
        <p:nvCxnSpPr>
          <p:cNvPr id="50" name="Straight Connector 49">
            <a:extLst>
              <a:ext uri="{FF2B5EF4-FFF2-40B4-BE49-F238E27FC236}">
                <a16:creationId xmlns:a16="http://schemas.microsoft.com/office/drawing/2014/main" id="{281538F2-CE67-ED85-BD27-43FD4EF473F5}"/>
              </a:ext>
            </a:extLst>
          </p:cNvPr>
          <p:cNvCxnSpPr>
            <a:cxnSpLocks/>
          </p:cNvCxnSpPr>
          <p:nvPr/>
        </p:nvCxnSpPr>
        <p:spPr>
          <a:xfrm>
            <a:off x="8486513" y="5008730"/>
            <a:ext cx="573404" cy="0"/>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23937F99-35AE-80B6-71D0-0D5D6780CBF8}"/>
              </a:ext>
            </a:extLst>
          </p:cNvPr>
          <p:cNvSpPr txBox="1"/>
          <p:nvPr/>
        </p:nvSpPr>
        <p:spPr>
          <a:xfrm>
            <a:off x="9498043" y="3840553"/>
            <a:ext cx="250390" cy="246221"/>
          </a:xfrm>
          <a:prstGeom prst="rect">
            <a:avLst/>
          </a:prstGeom>
          <a:noFill/>
          <a:ln>
            <a:noFill/>
          </a:ln>
        </p:spPr>
        <p:txBody>
          <a:bodyPr wrap="none" rtlCol="0">
            <a:spAutoFit/>
          </a:bodyPr>
          <a:lstStyle/>
          <a:p>
            <a:r>
              <a:rPr lang="en-US" sz="1000" dirty="0"/>
              <a:t>1</a:t>
            </a:r>
          </a:p>
        </p:txBody>
      </p:sp>
      <p:sp>
        <p:nvSpPr>
          <p:cNvPr id="52" name="TextBox 51">
            <a:extLst>
              <a:ext uri="{FF2B5EF4-FFF2-40B4-BE49-F238E27FC236}">
                <a16:creationId xmlns:a16="http://schemas.microsoft.com/office/drawing/2014/main" id="{0818F59C-18E6-7E44-34A7-E2AA01905697}"/>
              </a:ext>
            </a:extLst>
          </p:cNvPr>
          <p:cNvSpPr txBox="1"/>
          <p:nvPr/>
        </p:nvSpPr>
        <p:spPr>
          <a:xfrm>
            <a:off x="10268467" y="4494235"/>
            <a:ext cx="434734" cy="246221"/>
          </a:xfrm>
          <a:prstGeom prst="rect">
            <a:avLst/>
          </a:prstGeom>
          <a:noFill/>
          <a:ln>
            <a:noFill/>
          </a:ln>
        </p:spPr>
        <p:txBody>
          <a:bodyPr wrap="none" rtlCol="0">
            <a:spAutoFit/>
          </a:bodyPr>
          <a:lstStyle/>
          <a:p>
            <a:r>
              <a:rPr lang="en-US" sz="1000" dirty="0"/>
              <a:t>SUM</a:t>
            </a:r>
          </a:p>
        </p:txBody>
      </p:sp>
      <p:sp>
        <p:nvSpPr>
          <p:cNvPr id="53" name="TextBox 52">
            <a:extLst>
              <a:ext uri="{FF2B5EF4-FFF2-40B4-BE49-F238E27FC236}">
                <a16:creationId xmlns:a16="http://schemas.microsoft.com/office/drawing/2014/main" id="{A725A8CA-7235-7B74-0B18-2C5D3ADFC120}"/>
              </a:ext>
            </a:extLst>
          </p:cNvPr>
          <p:cNvSpPr txBox="1"/>
          <p:nvPr/>
        </p:nvSpPr>
        <p:spPr>
          <a:xfrm>
            <a:off x="10293631" y="5677247"/>
            <a:ext cx="474810" cy="246221"/>
          </a:xfrm>
          <a:prstGeom prst="rect">
            <a:avLst/>
          </a:prstGeom>
          <a:noFill/>
          <a:ln>
            <a:noFill/>
          </a:ln>
        </p:spPr>
        <p:txBody>
          <a:bodyPr wrap="none" rtlCol="0">
            <a:spAutoFit/>
          </a:bodyPr>
          <a:lstStyle/>
          <a:p>
            <a:r>
              <a:rPr lang="en-US" sz="1000" dirty="0" err="1"/>
              <a:t>IsNeg</a:t>
            </a:r>
            <a:endParaRPr lang="en-US" sz="1000" dirty="0"/>
          </a:p>
        </p:txBody>
      </p:sp>
      <p:sp>
        <p:nvSpPr>
          <p:cNvPr id="54" name="Flowchart: Stored Data 185">
            <a:extLst>
              <a:ext uri="{FF2B5EF4-FFF2-40B4-BE49-F238E27FC236}">
                <a16:creationId xmlns:a16="http://schemas.microsoft.com/office/drawing/2014/main" id="{AC989A44-A077-5AD6-4470-6F2125367464}"/>
              </a:ext>
            </a:extLst>
          </p:cNvPr>
          <p:cNvSpPr/>
          <p:nvPr/>
        </p:nvSpPr>
        <p:spPr>
          <a:xfrm flipH="1">
            <a:off x="8236643" y="5950757"/>
            <a:ext cx="241878" cy="287381"/>
          </a:xfrm>
          <a:custGeom>
            <a:avLst/>
            <a:gdLst>
              <a:gd name="csX0" fmla="*/ 1667 w 10000"/>
              <a:gd name="csY0" fmla="*/ 0 h 10000"/>
              <a:gd name="csX1" fmla="*/ 10000 w 10000"/>
              <a:gd name="csY1" fmla="*/ 0 h 10000"/>
              <a:gd name="csX2" fmla="*/ 8333 w 10000"/>
              <a:gd name="csY2" fmla="*/ 5000 h 10000"/>
              <a:gd name="csX3" fmla="*/ 10000 w 10000"/>
              <a:gd name="csY3" fmla="*/ 10000 h 10000"/>
              <a:gd name="csX4" fmla="*/ 1667 w 10000"/>
              <a:gd name="csY4" fmla="*/ 10000 h 10000"/>
              <a:gd name="csX5" fmla="*/ 0 w 10000"/>
              <a:gd name="csY5" fmla="*/ 5000 h 10000"/>
              <a:gd name="csX6" fmla="*/ 1667 w 10000"/>
              <a:gd name="csY6" fmla="*/ 0 h 10000"/>
              <a:gd name="csX0" fmla="*/ 2633 w 10966"/>
              <a:gd name="csY0" fmla="*/ 0 h 10000"/>
              <a:gd name="csX1" fmla="*/ 10966 w 10966"/>
              <a:gd name="csY1" fmla="*/ 0 h 10000"/>
              <a:gd name="csX2" fmla="*/ 9299 w 10966"/>
              <a:gd name="csY2" fmla="*/ 5000 h 10000"/>
              <a:gd name="csX3" fmla="*/ 10966 w 10966"/>
              <a:gd name="csY3" fmla="*/ 10000 h 10000"/>
              <a:gd name="csX4" fmla="*/ 2633 w 10966"/>
              <a:gd name="csY4" fmla="*/ 10000 h 10000"/>
              <a:gd name="csX5" fmla="*/ 0 w 10966"/>
              <a:gd name="csY5" fmla="*/ 5000 h 10000"/>
              <a:gd name="csX6" fmla="*/ 2633 w 10966"/>
              <a:gd name="csY6" fmla="*/ 0 h 10000"/>
              <a:gd name="csX0" fmla="*/ 3760 w 12093"/>
              <a:gd name="csY0" fmla="*/ 0 h 10000"/>
              <a:gd name="csX1" fmla="*/ 12093 w 12093"/>
              <a:gd name="csY1" fmla="*/ 0 h 10000"/>
              <a:gd name="csX2" fmla="*/ 10426 w 12093"/>
              <a:gd name="csY2" fmla="*/ 5000 h 10000"/>
              <a:gd name="csX3" fmla="*/ 12093 w 12093"/>
              <a:gd name="csY3" fmla="*/ 10000 h 10000"/>
              <a:gd name="csX4" fmla="*/ 3760 w 12093"/>
              <a:gd name="csY4" fmla="*/ 10000 h 10000"/>
              <a:gd name="csX5" fmla="*/ 0 w 12093"/>
              <a:gd name="csY5" fmla="*/ 5000 h 10000"/>
              <a:gd name="csX6" fmla="*/ 3760 w 12093"/>
              <a:gd name="csY6" fmla="*/ 0 h 10000"/>
              <a:gd name="csX0" fmla="*/ 3760 w 12093"/>
              <a:gd name="csY0" fmla="*/ 0 h 10000"/>
              <a:gd name="csX1" fmla="*/ 12093 w 12093"/>
              <a:gd name="csY1" fmla="*/ 0 h 10000"/>
              <a:gd name="csX2" fmla="*/ 9138 w 12093"/>
              <a:gd name="csY2" fmla="*/ 4888 h 10000"/>
              <a:gd name="csX3" fmla="*/ 12093 w 12093"/>
              <a:gd name="csY3" fmla="*/ 10000 h 10000"/>
              <a:gd name="csX4" fmla="*/ 3760 w 12093"/>
              <a:gd name="csY4" fmla="*/ 10000 h 10000"/>
              <a:gd name="csX5" fmla="*/ 0 w 12093"/>
              <a:gd name="csY5" fmla="*/ 5000 h 10000"/>
              <a:gd name="csX6" fmla="*/ 3760 w 12093"/>
              <a:gd name="csY6" fmla="*/ 0 h 10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093" h="10000">
                <a:moveTo>
                  <a:pt x="3760" y="0"/>
                </a:moveTo>
                <a:lnTo>
                  <a:pt x="12093" y="0"/>
                </a:lnTo>
                <a:cubicBezTo>
                  <a:pt x="11172" y="0"/>
                  <a:pt x="9138" y="2127"/>
                  <a:pt x="9138" y="4888"/>
                </a:cubicBezTo>
                <a:cubicBezTo>
                  <a:pt x="9138" y="7649"/>
                  <a:pt x="11172" y="10000"/>
                  <a:pt x="12093" y="10000"/>
                </a:cubicBezTo>
                <a:lnTo>
                  <a:pt x="3760" y="10000"/>
                </a:lnTo>
                <a:cubicBezTo>
                  <a:pt x="2839" y="10000"/>
                  <a:pt x="0" y="7761"/>
                  <a:pt x="0" y="5000"/>
                </a:cubicBezTo>
                <a:cubicBezTo>
                  <a:pt x="0" y="2239"/>
                  <a:pt x="2839" y="0"/>
                  <a:pt x="3760"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55" name="Straight Connector 54">
            <a:extLst>
              <a:ext uri="{FF2B5EF4-FFF2-40B4-BE49-F238E27FC236}">
                <a16:creationId xmlns:a16="http://schemas.microsoft.com/office/drawing/2014/main" id="{0EED33C5-62FF-9A64-84F6-500D83782085}"/>
              </a:ext>
            </a:extLst>
          </p:cNvPr>
          <p:cNvCxnSpPr>
            <a:cxnSpLocks/>
            <a:stCxn id="108" idx="2"/>
          </p:cNvCxnSpPr>
          <p:nvPr/>
        </p:nvCxnSpPr>
        <p:spPr>
          <a:xfrm>
            <a:off x="7937691" y="5206462"/>
            <a:ext cx="0" cy="78676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22F44980-64A5-C3B8-0049-E1093F81951B}"/>
              </a:ext>
            </a:extLst>
          </p:cNvPr>
          <p:cNvCxnSpPr/>
          <p:nvPr/>
        </p:nvCxnSpPr>
        <p:spPr>
          <a:xfrm>
            <a:off x="7937691" y="5993227"/>
            <a:ext cx="335965"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C0CFD71F-9AFC-BA8A-F94A-AB63329DDA9B}"/>
              </a:ext>
            </a:extLst>
          </p:cNvPr>
          <p:cNvCxnSpPr>
            <a:cxnSpLocks/>
            <a:stCxn id="54" idx="5"/>
          </p:cNvCxnSpPr>
          <p:nvPr/>
        </p:nvCxnSpPr>
        <p:spPr>
          <a:xfrm>
            <a:off x="8478521" y="6094448"/>
            <a:ext cx="1844133"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35AD0CAE-1E6A-0C89-95FB-3821715E086B}"/>
              </a:ext>
            </a:extLst>
          </p:cNvPr>
          <p:cNvSpPr/>
          <p:nvPr/>
        </p:nvSpPr>
        <p:spPr>
          <a:xfrm>
            <a:off x="3901371" y="4369735"/>
            <a:ext cx="1197140" cy="1424008"/>
          </a:xfrm>
          <a:prstGeom prst="rect">
            <a:avLst/>
          </a:prstGeom>
          <a:no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0" name="TextBox 59">
            <a:extLst>
              <a:ext uri="{FF2B5EF4-FFF2-40B4-BE49-F238E27FC236}">
                <a16:creationId xmlns:a16="http://schemas.microsoft.com/office/drawing/2014/main" id="{B51FAD85-942C-C226-BB0C-5F0F496F5156}"/>
              </a:ext>
            </a:extLst>
          </p:cNvPr>
          <p:cNvSpPr txBox="1"/>
          <p:nvPr/>
        </p:nvSpPr>
        <p:spPr>
          <a:xfrm>
            <a:off x="3878927" y="4377932"/>
            <a:ext cx="761747" cy="246221"/>
          </a:xfrm>
          <a:prstGeom prst="rect">
            <a:avLst/>
          </a:prstGeom>
          <a:noFill/>
          <a:ln>
            <a:noFill/>
          </a:ln>
        </p:spPr>
        <p:txBody>
          <a:bodyPr wrap="none" rtlCol="0">
            <a:spAutoFit/>
          </a:bodyPr>
          <a:lstStyle/>
          <a:p>
            <a:r>
              <a:rPr lang="en-US" sz="1000" dirty="0"/>
              <a:t>10’s Comp</a:t>
            </a:r>
          </a:p>
        </p:txBody>
      </p:sp>
      <p:sp>
        <p:nvSpPr>
          <p:cNvPr id="61" name="Rectangle 60">
            <a:extLst>
              <a:ext uri="{FF2B5EF4-FFF2-40B4-BE49-F238E27FC236}">
                <a16:creationId xmlns:a16="http://schemas.microsoft.com/office/drawing/2014/main" id="{06AE1A18-5CC2-688F-AF41-4502CC25A4AF}"/>
              </a:ext>
            </a:extLst>
          </p:cNvPr>
          <p:cNvSpPr/>
          <p:nvPr/>
        </p:nvSpPr>
        <p:spPr>
          <a:xfrm>
            <a:off x="8629441" y="3859964"/>
            <a:ext cx="1253756" cy="1457233"/>
          </a:xfrm>
          <a:prstGeom prst="rect">
            <a:avLst/>
          </a:prstGeom>
          <a:no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2" name="TextBox 61">
            <a:extLst>
              <a:ext uri="{FF2B5EF4-FFF2-40B4-BE49-F238E27FC236}">
                <a16:creationId xmlns:a16="http://schemas.microsoft.com/office/drawing/2014/main" id="{6DC9C5C2-157D-DF31-6F95-78F67CE1F485}"/>
              </a:ext>
            </a:extLst>
          </p:cNvPr>
          <p:cNvSpPr txBox="1"/>
          <p:nvPr/>
        </p:nvSpPr>
        <p:spPr>
          <a:xfrm>
            <a:off x="8658340" y="3860754"/>
            <a:ext cx="761747" cy="246221"/>
          </a:xfrm>
          <a:prstGeom prst="rect">
            <a:avLst/>
          </a:prstGeom>
          <a:noFill/>
          <a:ln>
            <a:noFill/>
          </a:ln>
        </p:spPr>
        <p:txBody>
          <a:bodyPr wrap="none" rtlCol="0">
            <a:spAutoFit/>
          </a:bodyPr>
          <a:lstStyle/>
          <a:p>
            <a:r>
              <a:rPr lang="en-US" sz="1000" dirty="0"/>
              <a:t>10’s Comp</a:t>
            </a:r>
          </a:p>
        </p:txBody>
      </p:sp>
      <p:sp>
        <p:nvSpPr>
          <p:cNvPr id="63" name="TextBox 62">
            <a:extLst>
              <a:ext uri="{FF2B5EF4-FFF2-40B4-BE49-F238E27FC236}">
                <a16:creationId xmlns:a16="http://schemas.microsoft.com/office/drawing/2014/main" id="{C8961768-9136-C602-E8F6-2F4C7316CBE4}"/>
              </a:ext>
            </a:extLst>
          </p:cNvPr>
          <p:cNvSpPr txBox="1"/>
          <p:nvPr/>
        </p:nvSpPr>
        <p:spPr>
          <a:xfrm>
            <a:off x="5733963" y="4358972"/>
            <a:ext cx="756938" cy="246221"/>
          </a:xfrm>
          <a:prstGeom prst="rect">
            <a:avLst/>
          </a:prstGeom>
          <a:noFill/>
          <a:ln>
            <a:noFill/>
          </a:ln>
        </p:spPr>
        <p:txBody>
          <a:bodyPr wrap="none" rtlCol="0">
            <a:spAutoFit/>
          </a:bodyPr>
          <a:lstStyle/>
          <a:p>
            <a:r>
              <a:rPr lang="en-US" sz="1000" dirty="0"/>
              <a:t>Sum1(R16)</a:t>
            </a:r>
          </a:p>
        </p:txBody>
      </p:sp>
      <p:sp>
        <p:nvSpPr>
          <p:cNvPr id="64" name="TextBox 63">
            <a:extLst>
              <a:ext uri="{FF2B5EF4-FFF2-40B4-BE49-F238E27FC236}">
                <a16:creationId xmlns:a16="http://schemas.microsoft.com/office/drawing/2014/main" id="{81439BA7-8991-7F74-BF54-78EDD3390418}"/>
              </a:ext>
            </a:extLst>
          </p:cNvPr>
          <p:cNvSpPr txBox="1"/>
          <p:nvPr/>
        </p:nvSpPr>
        <p:spPr>
          <a:xfrm>
            <a:off x="8033847" y="4683154"/>
            <a:ext cx="756938" cy="246221"/>
          </a:xfrm>
          <a:prstGeom prst="rect">
            <a:avLst/>
          </a:prstGeom>
          <a:noFill/>
          <a:ln>
            <a:noFill/>
          </a:ln>
        </p:spPr>
        <p:txBody>
          <a:bodyPr wrap="none" rtlCol="0">
            <a:spAutoFit/>
          </a:bodyPr>
          <a:lstStyle/>
          <a:p>
            <a:r>
              <a:rPr lang="en-US" sz="1000" dirty="0"/>
              <a:t>Sum2(R10)</a:t>
            </a:r>
          </a:p>
        </p:txBody>
      </p:sp>
      <p:sp>
        <p:nvSpPr>
          <p:cNvPr id="65" name="Flowchart: Delay 64">
            <a:extLst>
              <a:ext uri="{FF2B5EF4-FFF2-40B4-BE49-F238E27FC236}">
                <a16:creationId xmlns:a16="http://schemas.microsoft.com/office/drawing/2014/main" id="{2E37132D-B98A-DF0F-670C-6121A61C2407}"/>
              </a:ext>
            </a:extLst>
          </p:cNvPr>
          <p:cNvSpPr/>
          <p:nvPr/>
        </p:nvSpPr>
        <p:spPr>
          <a:xfrm>
            <a:off x="8979924" y="4152917"/>
            <a:ext cx="261453" cy="283995"/>
          </a:xfrm>
          <a:prstGeom prst="flowChartDelay">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66" name="Straight Arrow Connector 65">
            <a:extLst>
              <a:ext uri="{FF2B5EF4-FFF2-40B4-BE49-F238E27FC236}">
                <a16:creationId xmlns:a16="http://schemas.microsoft.com/office/drawing/2014/main" id="{F8B6749A-65E6-A1D2-3AE0-7BFF5732E320}"/>
              </a:ext>
            </a:extLst>
          </p:cNvPr>
          <p:cNvCxnSpPr>
            <a:cxnSpLocks/>
          </p:cNvCxnSpPr>
          <p:nvPr/>
        </p:nvCxnSpPr>
        <p:spPr>
          <a:xfrm>
            <a:off x="8792572" y="4222492"/>
            <a:ext cx="184525"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681F1835-B1E4-2028-4615-88FCC31678E5}"/>
              </a:ext>
            </a:extLst>
          </p:cNvPr>
          <p:cNvCxnSpPr>
            <a:cxnSpLocks/>
          </p:cNvCxnSpPr>
          <p:nvPr/>
        </p:nvCxnSpPr>
        <p:spPr>
          <a:xfrm flipH="1">
            <a:off x="8486513" y="4372132"/>
            <a:ext cx="493411"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FDCBF52-C268-A1A7-45F8-46B3128CA7B9}"/>
              </a:ext>
            </a:extLst>
          </p:cNvPr>
          <p:cNvCxnSpPr>
            <a:cxnSpLocks/>
          </p:cNvCxnSpPr>
          <p:nvPr/>
        </p:nvCxnSpPr>
        <p:spPr>
          <a:xfrm>
            <a:off x="8486605" y="4369735"/>
            <a:ext cx="0" cy="142470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0" name="TextBox 139">
            <a:extLst>
              <a:ext uri="{FF2B5EF4-FFF2-40B4-BE49-F238E27FC236}">
                <a16:creationId xmlns:a16="http://schemas.microsoft.com/office/drawing/2014/main" id="{BDA48449-1111-0310-AB02-3DE900D15B23}"/>
              </a:ext>
            </a:extLst>
          </p:cNvPr>
          <p:cNvSpPr txBox="1"/>
          <p:nvPr/>
        </p:nvSpPr>
        <p:spPr>
          <a:xfrm>
            <a:off x="4737013" y="283534"/>
            <a:ext cx="2214452" cy="461665"/>
          </a:xfrm>
          <a:prstGeom prst="rect">
            <a:avLst/>
          </a:prstGeom>
          <a:noFill/>
          <a:ln>
            <a:noFill/>
          </a:ln>
        </p:spPr>
        <p:txBody>
          <a:bodyPr wrap="none" rtlCol="0">
            <a:spAutoFit/>
          </a:bodyPr>
          <a:lstStyle/>
          <a:p>
            <a:r>
              <a:rPr lang="en-US" sz="2400" dirty="0"/>
              <a:t>BCD Subtraction</a:t>
            </a:r>
          </a:p>
        </p:txBody>
      </p:sp>
      <p:grpSp>
        <p:nvGrpSpPr>
          <p:cNvPr id="153" name="Group 152">
            <a:extLst>
              <a:ext uri="{FF2B5EF4-FFF2-40B4-BE49-F238E27FC236}">
                <a16:creationId xmlns:a16="http://schemas.microsoft.com/office/drawing/2014/main" id="{75717E2F-B0D0-795E-168C-0259945B35F6}"/>
              </a:ext>
            </a:extLst>
          </p:cNvPr>
          <p:cNvGrpSpPr/>
          <p:nvPr/>
        </p:nvGrpSpPr>
        <p:grpSpPr>
          <a:xfrm>
            <a:off x="7634484" y="5691644"/>
            <a:ext cx="228547" cy="197193"/>
            <a:chOff x="6321723" y="3397806"/>
            <a:chExt cx="228547" cy="197193"/>
          </a:xfrm>
        </p:grpSpPr>
        <p:sp>
          <p:nvSpPr>
            <p:cNvPr id="151" name="Isosceles Triangle 150">
              <a:extLst>
                <a:ext uri="{FF2B5EF4-FFF2-40B4-BE49-F238E27FC236}">
                  <a16:creationId xmlns:a16="http://schemas.microsoft.com/office/drawing/2014/main" id="{C488C37E-A5AB-DCA5-A0DD-47F744728DCE}"/>
                </a:ext>
              </a:extLst>
            </p:cNvPr>
            <p:cNvSpPr/>
            <p:nvPr/>
          </p:nvSpPr>
          <p:spPr>
            <a:xfrm rot="5400000">
              <a:off x="6293708" y="3425821"/>
              <a:ext cx="197193" cy="141163"/>
            </a:xfrm>
            <a:prstGeom prst="triangl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2" name="Oval 151">
              <a:extLst>
                <a:ext uri="{FF2B5EF4-FFF2-40B4-BE49-F238E27FC236}">
                  <a16:creationId xmlns:a16="http://schemas.microsoft.com/office/drawing/2014/main" id="{C6966653-CAF4-D22F-9EB4-4E10FBE11550}"/>
                </a:ext>
              </a:extLst>
            </p:cNvPr>
            <p:cNvSpPr/>
            <p:nvPr/>
          </p:nvSpPr>
          <p:spPr>
            <a:xfrm>
              <a:off x="6473592" y="3450982"/>
              <a:ext cx="76678" cy="87465"/>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cxnSp>
        <p:nvCxnSpPr>
          <p:cNvPr id="157" name="Straight Arrow Connector 156">
            <a:extLst>
              <a:ext uri="{FF2B5EF4-FFF2-40B4-BE49-F238E27FC236}">
                <a16:creationId xmlns:a16="http://schemas.microsoft.com/office/drawing/2014/main" id="{87F8E295-C5AF-492C-94FD-4F33D920982D}"/>
              </a:ext>
            </a:extLst>
          </p:cNvPr>
          <p:cNvCxnSpPr>
            <a:stCxn id="152" idx="6"/>
            <a:endCxn id="53" idx="1"/>
          </p:cNvCxnSpPr>
          <p:nvPr/>
        </p:nvCxnSpPr>
        <p:spPr>
          <a:xfrm>
            <a:off x="7863031" y="5788553"/>
            <a:ext cx="2430600" cy="11805"/>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34001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37380D-C2AE-5F2B-7FF1-625368844DC1}"/>
              </a:ext>
            </a:extLst>
          </p:cNvPr>
          <p:cNvSpPr txBox="1"/>
          <p:nvPr/>
        </p:nvSpPr>
        <p:spPr>
          <a:xfrm>
            <a:off x="3874620" y="1477738"/>
            <a:ext cx="1787477" cy="5262979"/>
          </a:xfrm>
          <a:prstGeom prst="rect">
            <a:avLst/>
          </a:prstGeom>
          <a:noFill/>
          <a:ln>
            <a:noFill/>
          </a:ln>
        </p:spPr>
        <p:txBody>
          <a:bodyPr wrap="none" rtlCol="0">
            <a:spAutoFit/>
          </a:bodyPr>
          <a:lstStyle/>
          <a:p>
            <a:r>
              <a:rPr lang="en-US" sz="1400" dirty="0"/>
              <a:t>Reset Vector (CLR)</a:t>
            </a:r>
          </a:p>
          <a:p>
            <a:endParaRPr lang="en-US" sz="1400" dirty="0"/>
          </a:p>
          <a:p>
            <a:r>
              <a:rPr lang="en-US" sz="1400" dirty="0"/>
              <a:t>Interrupt Vector Table</a:t>
            </a:r>
          </a:p>
          <a:p>
            <a:r>
              <a:rPr lang="en-US" sz="1400" dirty="0"/>
              <a:t>DSKY Loop</a:t>
            </a:r>
          </a:p>
          <a:p>
            <a:r>
              <a:rPr lang="en-US" sz="1400" dirty="0"/>
              <a:t>Interrupt Routines</a:t>
            </a:r>
          </a:p>
          <a:p>
            <a:pPr lvl="1"/>
            <a:r>
              <a:rPr lang="en-US" sz="1400" dirty="0"/>
              <a:t>ZERO</a:t>
            </a:r>
          </a:p>
          <a:p>
            <a:pPr lvl="1"/>
            <a:r>
              <a:rPr lang="en-US" sz="1400" dirty="0"/>
              <a:t>ONE</a:t>
            </a:r>
          </a:p>
          <a:p>
            <a:pPr lvl="1"/>
            <a:r>
              <a:rPr lang="en-US" sz="1400" dirty="0"/>
              <a:t>TWO</a:t>
            </a:r>
          </a:p>
          <a:p>
            <a:pPr lvl="1"/>
            <a:r>
              <a:rPr lang="en-US" sz="1400" dirty="0"/>
              <a:t>THREE</a:t>
            </a:r>
          </a:p>
          <a:p>
            <a:pPr lvl="1"/>
            <a:r>
              <a:rPr lang="en-US" sz="1400" dirty="0"/>
              <a:t>FOUR</a:t>
            </a:r>
          </a:p>
          <a:p>
            <a:pPr lvl="1"/>
            <a:r>
              <a:rPr lang="en-US" sz="1400" dirty="0"/>
              <a:t>FOVE</a:t>
            </a:r>
          </a:p>
          <a:p>
            <a:pPr lvl="1"/>
            <a:r>
              <a:rPr lang="en-US" sz="1400" dirty="0"/>
              <a:t>SIX</a:t>
            </a:r>
          </a:p>
          <a:p>
            <a:pPr lvl="1"/>
            <a:r>
              <a:rPr lang="en-US" sz="1400" dirty="0"/>
              <a:t>SEVEN</a:t>
            </a:r>
          </a:p>
          <a:p>
            <a:pPr lvl="1"/>
            <a:r>
              <a:rPr lang="en-US" sz="1400" dirty="0"/>
              <a:t>EIGHT</a:t>
            </a:r>
          </a:p>
          <a:p>
            <a:pPr lvl="1"/>
            <a:r>
              <a:rPr lang="en-US" sz="1400" dirty="0"/>
              <a:t>NINE</a:t>
            </a:r>
          </a:p>
          <a:p>
            <a:pPr lvl="1"/>
            <a:r>
              <a:rPr lang="en-US" sz="1400" dirty="0"/>
              <a:t>DP</a:t>
            </a:r>
          </a:p>
          <a:p>
            <a:pPr lvl="1"/>
            <a:r>
              <a:rPr lang="en-US" sz="1400" dirty="0"/>
              <a:t>CLR</a:t>
            </a:r>
          </a:p>
          <a:p>
            <a:pPr lvl="1"/>
            <a:r>
              <a:rPr lang="en-US" sz="1400" dirty="0"/>
              <a:t>CE</a:t>
            </a:r>
          </a:p>
          <a:p>
            <a:pPr lvl="1"/>
            <a:r>
              <a:rPr lang="en-US" sz="1400" dirty="0"/>
              <a:t>ENTOP1</a:t>
            </a:r>
          </a:p>
          <a:p>
            <a:pPr lvl="1"/>
            <a:r>
              <a:rPr lang="en-US" sz="1400" dirty="0"/>
              <a:t>MINUS</a:t>
            </a:r>
          </a:p>
          <a:p>
            <a:pPr lvl="1"/>
            <a:r>
              <a:rPr lang="en-US" sz="1400" dirty="0"/>
              <a:t>SUB</a:t>
            </a:r>
          </a:p>
          <a:p>
            <a:pPr lvl="1"/>
            <a:r>
              <a:rPr lang="en-US" sz="1400" dirty="0"/>
              <a:t>PLUS</a:t>
            </a:r>
          </a:p>
          <a:p>
            <a:pPr lvl="1"/>
            <a:r>
              <a:rPr lang="en-US" sz="1400" dirty="0"/>
              <a:t>MULT</a:t>
            </a:r>
          </a:p>
          <a:p>
            <a:pPr lvl="1"/>
            <a:r>
              <a:rPr lang="en-US" sz="1400" dirty="0"/>
              <a:t>DIV</a:t>
            </a:r>
          </a:p>
        </p:txBody>
      </p:sp>
      <p:sp>
        <p:nvSpPr>
          <p:cNvPr id="4" name="TextBox 3">
            <a:extLst>
              <a:ext uri="{FF2B5EF4-FFF2-40B4-BE49-F238E27FC236}">
                <a16:creationId xmlns:a16="http://schemas.microsoft.com/office/drawing/2014/main" id="{A2021A9F-4E98-D0D3-A75E-3EA11E3B870F}"/>
              </a:ext>
            </a:extLst>
          </p:cNvPr>
          <p:cNvSpPr txBox="1"/>
          <p:nvPr/>
        </p:nvSpPr>
        <p:spPr>
          <a:xfrm>
            <a:off x="6642848" y="3502028"/>
            <a:ext cx="2096023" cy="3046988"/>
          </a:xfrm>
          <a:prstGeom prst="rect">
            <a:avLst/>
          </a:prstGeom>
          <a:noFill/>
          <a:ln>
            <a:noFill/>
          </a:ln>
        </p:spPr>
        <p:txBody>
          <a:bodyPr wrap="none" rtlCol="0">
            <a:spAutoFit/>
          </a:bodyPr>
          <a:lstStyle/>
          <a:p>
            <a:r>
              <a:rPr lang="en-US" sz="1200" dirty="0" err="1"/>
              <a:t>HWIntEn</a:t>
            </a:r>
            <a:endParaRPr lang="en-US" sz="1200" dirty="0"/>
          </a:p>
          <a:p>
            <a:r>
              <a:rPr lang="en-US" sz="1200" dirty="0"/>
              <a:t>Display Enable</a:t>
            </a:r>
          </a:p>
          <a:p>
            <a:r>
              <a:rPr lang="en-US" sz="1200" dirty="0"/>
              <a:t>Display XDig0</a:t>
            </a:r>
          </a:p>
          <a:p>
            <a:r>
              <a:rPr lang="en-US" sz="1200" dirty="0"/>
              <a:t>Display XDig1</a:t>
            </a:r>
          </a:p>
          <a:p>
            <a:r>
              <a:rPr lang="en-US" sz="1200" dirty="0"/>
              <a:t>Display XDig2</a:t>
            </a:r>
          </a:p>
          <a:p>
            <a:r>
              <a:rPr lang="en-US" sz="1200" dirty="0"/>
              <a:t>Display XDig3</a:t>
            </a:r>
          </a:p>
          <a:p>
            <a:r>
              <a:rPr lang="en-US" sz="1200" dirty="0"/>
              <a:t>Display XDig4</a:t>
            </a:r>
          </a:p>
          <a:p>
            <a:r>
              <a:rPr lang="en-US" sz="1200" dirty="0"/>
              <a:t>Display XDig5</a:t>
            </a:r>
          </a:p>
          <a:p>
            <a:r>
              <a:rPr lang="en-US" sz="1200" dirty="0"/>
              <a:t>Display XDig6</a:t>
            </a:r>
          </a:p>
          <a:p>
            <a:r>
              <a:rPr lang="en-US" sz="1200" dirty="0"/>
              <a:t>Display XDig7</a:t>
            </a:r>
          </a:p>
          <a:p>
            <a:r>
              <a:rPr lang="en-US" sz="1200" dirty="0"/>
              <a:t>Display </a:t>
            </a:r>
            <a:r>
              <a:rPr lang="en-US" sz="1200" dirty="0" err="1"/>
              <a:t>DigError</a:t>
            </a:r>
            <a:endParaRPr lang="en-US" sz="1200" dirty="0"/>
          </a:p>
          <a:p>
            <a:r>
              <a:rPr lang="en-US" sz="1200" dirty="0"/>
              <a:t>Display Disable</a:t>
            </a:r>
          </a:p>
          <a:p>
            <a:r>
              <a:rPr lang="en-US" sz="1200" dirty="0"/>
              <a:t>Activate Row0, Sense Columns</a:t>
            </a:r>
          </a:p>
          <a:p>
            <a:r>
              <a:rPr lang="en-US" sz="1200" dirty="0"/>
              <a:t>Activate Row1, Sense Columns</a:t>
            </a:r>
          </a:p>
          <a:p>
            <a:r>
              <a:rPr lang="en-US" sz="1200" dirty="0"/>
              <a:t>Activate Row2, Sense Columns</a:t>
            </a:r>
          </a:p>
          <a:p>
            <a:r>
              <a:rPr lang="en-US" sz="1200" dirty="0"/>
              <a:t>Activate Row3, Sense Columns</a:t>
            </a:r>
          </a:p>
        </p:txBody>
      </p:sp>
      <p:sp>
        <p:nvSpPr>
          <p:cNvPr id="10" name="TextBox 9">
            <a:extLst>
              <a:ext uri="{FF2B5EF4-FFF2-40B4-BE49-F238E27FC236}">
                <a16:creationId xmlns:a16="http://schemas.microsoft.com/office/drawing/2014/main" id="{449842F3-0866-23FD-C8AD-8E4FAD766250}"/>
              </a:ext>
            </a:extLst>
          </p:cNvPr>
          <p:cNvSpPr txBox="1"/>
          <p:nvPr/>
        </p:nvSpPr>
        <p:spPr>
          <a:xfrm>
            <a:off x="9040745" y="1853514"/>
            <a:ext cx="1614994" cy="3970318"/>
          </a:xfrm>
          <a:prstGeom prst="rect">
            <a:avLst/>
          </a:prstGeom>
          <a:noFill/>
          <a:ln>
            <a:noFill/>
          </a:ln>
        </p:spPr>
        <p:txBody>
          <a:bodyPr wrap="none" rtlCol="0">
            <a:spAutoFit/>
          </a:bodyPr>
          <a:lstStyle/>
          <a:p>
            <a:r>
              <a:rPr lang="en-US" sz="1200" dirty="0"/>
              <a:t>JMP	ONE</a:t>
            </a:r>
          </a:p>
          <a:p>
            <a:r>
              <a:rPr lang="en-US" sz="1200" dirty="0"/>
              <a:t>JMP	FOUR</a:t>
            </a:r>
          </a:p>
          <a:p>
            <a:r>
              <a:rPr lang="en-US" sz="1200" dirty="0"/>
              <a:t>JMP	SEVEN</a:t>
            </a:r>
          </a:p>
          <a:p>
            <a:r>
              <a:rPr lang="en-US" sz="1200" dirty="0"/>
              <a:t>JMP	ZERO</a:t>
            </a:r>
          </a:p>
          <a:p>
            <a:r>
              <a:rPr lang="en-US" sz="1200" dirty="0"/>
              <a:t>JMP	TWO</a:t>
            </a:r>
          </a:p>
          <a:p>
            <a:r>
              <a:rPr lang="en-US" sz="1200" dirty="0"/>
              <a:t>JMP	FIVE</a:t>
            </a:r>
          </a:p>
          <a:p>
            <a:r>
              <a:rPr lang="en-US" sz="1200" dirty="0"/>
              <a:t>JMP	EIGHT</a:t>
            </a:r>
          </a:p>
          <a:p>
            <a:r>
              <a:rPr lang="en-US" sz="1200" dirty="0"/>
              <a:t>JMP	DP</a:t>
            </a:r>
          </a:p>
          <a:p>
            <a:r>
              <a:rPr lang="en-US" sz="1200" dirty="0"/>
              <a:t>JMP	THREE</a:t>
            </a:r>
          </a:p>
          <a:p>
            <a:r>
              <a:rPr lang="en-US" sz="1200" dirty="0"/>
              <a:t>JMP	SIX</a:t>
            </a:r>
          </a:p>
          <a:p>
            <a:r>
              <a:rPr lang="en-US" sz="1200" dirty="0"/>
              <a:t>JMP	NINE</a:t>
            </a:r>
          </a:p>
          <a:p>
            <a:r>
              <a:rPr lang="en-US" sz="1200" dirty="0"/>
              <a:t>JMP	ENTOP1</a:t>
            </a:r>
          </a:p>
          <a:p>
            <a:r>
              <a:rPr lang="en-US" sz="1200" dirty="0"/>
              <a:t>JMP	PLUS</a:t>
            </a:r>
          </a:p>
          <a:p>
            <a:r>
              <a:rPr lang="en-US" sz="1200" dirty="0"/>
              <a:t>JMP	MINUS</a:t>
            </a:r>
          </a:p>
          <a:p>
            <a:r>
              <a:rPr lang="en-US" sz="1200" dirty="0"/>
              <a:t>JMP	MULT</a:t>
            </a:r>
          </a:p>
          <a:p>
            <a:r>
              <a:rPr lang="en-US" sz="1200" dirty="0"/>
              <a:t>JMP	DIV</a:t>
            </a:r>
          </a:p>
          <a:p>
            <a:r>
              <a:rPr lang="en-US" sz="1200" dirty="0"/>
              <a:t>JMP	CLR</a:t>
            </a:r>
          </a:p>
          <a:p>
            <a:r>
              <a:rPr lang="en-US" sz="1200" dirty="0"/>
              <a:t>JMP	CE</a:t>
            </a:r>
          </a:p>
          <a:p>
            <a:r>
              <a:rPr lang="en-US" sz="1200" dirty="0"/>
              <a:t>JMP	X2(CLR)</a:t>
            </a:r>
          </a:p>
          <a:p>
            <a:r>
              <a:rPr lang="en-US" sz="1200" dirty="0"/>
              <a:t>JMP	X3(CLR)</a:t>
            </a:r>
          </a:p>
          <a:p>
            <a:endParaRPr lang="en-US" sz="1200" dirty="0"/>
          </a:p>
        </p:txBody>
      </p:sp>
      <p:cxnSp>
        <p:nvCxnSpPr>
          <p:cNvPr id="16" name="Straight Arrow Connector 15">
            <a:extLst>
              <a:ext uri="{FF2B5EF4-FFF2-40B4-BE49-F238E27FC236}">
                <a16:creationId xmlns:a16="http://schemas.microsoft.com/office/drawing/2014/main" id="{E9385F9E-EBA8-6A1E-B0EF-65A16B6F0927}"/>
              </a:ext>
            </a:extLst>
          </p:cNvPr>
          <p:cNvCxnSpPr>
            <a:cxnSpLocks/>
          </p:cNvCxnSpPr>
          <p:nvPr/>
        </p:nvCxnSpPr>
        <p:spPr>
          <a:xfrm>
            <a:off x="5662097" y="2084173"/>
            <a:ext cx="2808135" cy="1573427"/>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8C26279-0166-DC01-447F-B4E571DD3B2C}"/>
              </a:ext>
            </a:extLst>
          </p:cNvPr>
          <p:cNvCxnSpPr>
            <a:cxnSpLocks/>
          </p:cNvCxnSpPr>
          <p:nvPr/>
        </p:nvCxnSpPr>
        <p:spPr>
          <a:xfrm>
            <a:off x="4783667" y="2322136"/>
            <a:ext cx="1371600" cy="2571597"/>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30A7606-7390-6827-7069-98DB3037CD8C}"/>
              </a:ext>
            </a:extLst>
          </p:cNvPr>
          <p:cNvSpPr txBox="1"/>
          <p:nvPr/>
        </p:nvSpPr>
        <p:spPr>
          <a:xfrm>
            <a:off x="482601" y="596649"/>
            <a:ext cx="3708644" cy="523220"/>
          </a:xfrm>
          <a:prstGeom prst="rect">
            <a:avLst/>
          </a:prstGeom>
          <a:noFill/>
          <a:ln>
            <a:noFill/>
          </a:ln>
        </p:spPr>
        <p:txBody>
          <a:bodyPr wrap="none" rtlCol="0">
            <a:spAutoFit/>
          </a:bodyPr>
          <a:lstStyle/>
          <a:p>
            <a:r>
              <a:rPr lang="en-US" sz="2800" dirty="0" err="1"/>
              <a:t>MicroCode</a:t>
            </a:r>
            <a:r>
              <a:rPr lang="en-US" sz="2800" dirty="0"/>
              <a:t> Organization</a:t>
            </a:r>
          </a:p>
        </p:txBody>
      </p:sp>
      <p:sp>
        <p:nvSpPr>
          <p:cNvPr id="27" name="Left Brace 26">
            <a:extLst>
              <a:ext uri="{FF2B5EF4-FFF2-40B4-BE49-F238E27FC236}">
                <a16:creationId xmlns:a16="http://schemas.microsoft.com/office/drawing/2014/main" id="{87B47BE9-C0AB-9819-8541-97C124398DE6}"/>
              </a:ext>
            </a:extLst>
          </p:cNvPr>
          <p:cNvSpPr/>
          <p:nvPr/>
        </p:nvSpPr>
        <p:spPr>
          <a:xfrm>
            <a:off x="8600796" y="1923636"/>
            <a:ext cx="439949" cy="3598333"/>
          </a:xfrm>
          <a:prstGeom prst="leftBrace">
            <a:avLst>
              <a:gd name="adj1" fmla="val 0"/>
              <a:gd name="adj2" fmla="val 50000"/>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Left Brace 29">
            <a:extLst>
              <a:ext uri="{FF2B5EF4-FFF2-40B4-BE49-F238E27FC236}">
                <a16:creationId xmlns:a16="http://schemas.microsoft.com/office/drawing/2014/main" id="{BA2375FD-27A3-9B16-3B11-8BC2662C6087}"/>
              </a:ext>
            </a:extLst>
          </p:cNvPr>
          <p:cNvSpPr/>
          <p:nvPr/>
        </p:nvSpPr>
        <p:spPr>
          <a:xfrm>
            <a:off x="6243979" y="3572933"/>
            <a:ext cx="439949" cy="2882391"/>
          </a:xfrm>
          <a:prstGeom prst="leftBrace">
            <a:avLst>
              <a:gd name="adj1" fmla="val 0"/>
              <a:gd name="adj2" fmla="val 50000"/>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25" name="Group 24">
            <a:extLst>
              <a:ext uri="{FF2B5EF4-FFF2-40B4-BE49-F238E27FC236}">
                <a16:creationId xmlns:a16="http://schemas.microsoft.com/office/drawing/2014/main" id="{694AD316-00A1-D2D8-165E-6DA4738A73E6}"/>
              </a:ext>
            </a:extLst>
          </p:cNvPr>
          <p:cNvGrpSpPr/>
          <p:nvPr/>
        </p:nvGrpSpPr>
        <p:grpSpPr>
          <a:xfrm>
            <a:off x="3698788" y="1647568"/>
            <a:ext cx="1963309" cy="609600"/>
            <a:chOff x="3698788" y="1647568"/>
            <a:chExt cx="1963309" cy="609600"/>
          </a:xfrm>
        </p:grpSpPr>
        <p:cxnSp>
          <p:nvCxnSpPr>
            <p:cNvPr id="6" name="Straight Connector 5">
              <a:extLst>
                <a:ext uri="{FF2B5EF4-FFF2-40B4-BE49-F238E27FC236}">
                  <a16:creationId xmlns:a16="http://schemas.microsoft.com/office/drawing/2014/main" id="{C3B1A781-5A90-D774-79EE-273F5391558A}"/>
                </a:ext>
              </a:extLst>
            </p:cNvPr>
            <p:cNvCxnSpPr>
              <a:cxnSpLocks/>
            </p:cNvCxnSpPr>
            <p:nvPr/>
          </p:nvCxnSpPr>
          <p:spPr>
            <a:xfrm>
              <a:off x="5354594" y="1647568"/>
              <a:ext cx="307503"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796E54B5-48BD-20EF-93B1-67008675F1C8}"/>
                </a:ext>
              </a:extLst>
            </p:cNvPr>
            <p:cNvCxnSpPr/>
            <p:nvPr/>
          </p:nvCxnSpPr>
          <p:spPr>
            <a:xfrm>
              <a:off x="5662097" y="1647568"/>
              <a:ext cx="0" cy="20594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6027B47-0209-3D34-0584-0FAB64304BED}"/>
                </a:ext>
              </a:extLst>
            </p:cNvPr>
            <p:cNvCxnSpPr>
              <a:cxnSpLocks/>
            </p:cNvCxnSpPr>
            <p:nvPr/>
          </p:nvCxnSpPr>
          <p:spPr>
            <a:xfrm flipH="1">
              <a:off x="3698788" y="1861751"/>
              <a:ext cx="1963309" cy="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5DF6B3B-7563-D198-4149-A80938F491E4}"/>
                </a:ext>
              </a:extLst>
            </p:cNvPr>
            <p:cNvCxnSpPr>
              <a:cxnSpLocks/>
            </p:cNvCxnSpPr>
            <p:nvPr/>
          </p:nvCxnSpPr>
          <p:spPr>
            <a:xfrm>
              <a:off x="3698788" y="1861752"/>
              <a:ext cx="0" cy="39541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C39B5DD-6961-2218-AC5B-19F5AD230222}"/>
                </a:ext>
              </a:extLst>
            </p:cNvPr>
            <p:cNvCxnSpPr>
              <a:cxnSpLocks/>
            </p:cNvCxnSpPr>
            <p:nvPr/>
          </p:nvCxnSpPr>
          <p:spPr>
            <a:xfrm>
              <a:off x="3698788" y="2257168"/>
              <a:ext cx="279514"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106827B5-B202-14CC-B9D4-BA69298514D1}"/>
              </a:ext>
            </a:extLst>
          </p:cNvPr>
          <p:cNvSpPr txBox="1"/>
          <p:nvPr/>
        </p:nvSpPr>
        <p:spPr>
          <a:xfrm>
            <a:off x="2893869" y="1477738"/>
            <a:ext cx="647934" cy="5262979"/>
          </a:xfrm>
          <a:prstGeom prst="rect">
            <a:avLst/>
          </a:prstGeom>
          <a:noFill/>
          <a:ln>
            <a:noFill/>
          </a:ln>
        </p:spPr>
        <p:txBody>
          <a:bodyPr wrap="none" rtlCol="0">
            <a:spAutoFit/>
          </a:bodyPr>
          <a:lstStyle/>
          <a:p>
            <a:r>
              <a:rPr lang="en-US" sz="1400" dirty="0"/>
              <a:t>0x006</a:t>
            </a:r>
          </a:p>
          <a:p>
            <a:endParaRPr lang="en-US" sz="1400" dirty="0"/>
          </a:p>
          <a:p>
            <a:r>
              <a:rPr lang="en-US" sz="1400" dirty="0"/>
              <a:t>0x010</a:t>
            </a:r>
          </a:p>
          <a:p>
            <a:r>
              <a:rPr lang="en-US" sz="1400" dirty="0"/>
              <a:t>0x060</a:t>
            </a:r>
          </a:p>
          <a:p>
            <a:endParaRPr lang="en-US" sz="1400" dirty="0"/>
          </a:p>
          <a:p>
            <a:r>
              <a:rPr lang="en-US" sz="1400" dirty="0"/>
              <a:t>0x11D</a:t>
            </a:r>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r>
              <a:rPr lang="en-US" sz="1400" dirty="0"/>
              <a:t>0x22B</a:t>
            </a:r>
          </a:p>
          <a:p>
            <a:endParaRPr lang="en-US" sz="1400" dirty="0"/>
          </a:p>
          <a:p>
            <a:endParaRPr lang="en-US" sz="1400" dirty="0"/>
          </a:p>
          <a:p>
            <a:endParaRPr lang="en-US" sz="1400" dirty="0"/>
          </a:p>
          <a:p>
            <a:endParaRPr lang="en-US" sz="1400" dirty="0"/>
          </a:p>
          <a:p>
            <a:endParaRPr lang="en-US" sz="1400" dirty="0"/>
          </a:p>
          <a:p>
            <a:endParaRPr lang="en-US" sz="1400" dirty="0"/>
          </a:p>
          <a:p>
            <a:r>
              <a:rPr lang="en-US" sz="1400" dirty="0"/>
              <a:t>0x57C</a:t>
            </a:r>
          </a:p>
        </p:txBody>
      </p:sp>
    </p:spTree>
    <p:extLst>
      <p:ext uri="{BB962C8B-B14F-4D97-AF65-F5344CB8AC3E}">
        <p14:creationId xmlns:p14="http://schemas.microsoft.com/office/powerpoint/2010/main" val="1728407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A4641CF-63FE-BAD9-DB87-136D289CE2DA}"/>
              </a:ext>
            </a:extLst>
          </p:cNvPr>
          <p:cNvSpPr txBox="1"/>
          <p:nvPr/>
        </p:nvSpPr>
        <p:spPr>
          <a:xfrm>
            <a:off x="3771677" y="516466"/>
            <a:ext cx="2936060" cy="523220"/>
          </a:xfrm>
          <a:prstGeom prst="rect">
            <a:avLst/>
          </a:prstGeom>
          <a:noFill/>
          <a:ln>
            <a:noFill/>
          </a:ln>
        </p:spPr>
        <p:txBody>
          <a:bodyPr wrap="none" rtlCol="0">
            <a:spAutoFit/>
          </a:bodyPr>
          <a:lstStyle/>
          <a:p>
            <a:r>
              <a:rPr lang="en-US" sz="2800" dirty="0" err="1"/>
              <a:t>MicroCode</a:t>
            </a:r>
            <a:r>
              <a:rPr lang="en-US" sz="2800" dirty="0"/>
              <a:t> Sample</a:t>
            </a:r>
          </a:p>
        </p:txBody>
      </p:sp>
      <p:pic>
        <p:nvPicPr>
          <p:cNvPr id="9" name="Picture 8">
            <a:extLst>
              <a:ext uri="{FF2B5EF4-FFF2-40B4-BE49-F238E27FC236}">
                <a16:creationId xmlns:a16="http://schemas.microsoft.com/office/drawing/2014/main" id="{1DE62E2E-CFEC-8B28-B892-2FDAD0E9B205}"/>
              </a:ext>
            </a:extLst>
          </p:cNvPr>
          <p:cNvPicPr>
            <a:picLocks noChangeAspect="1"/>
          </p:cNvPicPr>
          <p:nvPr/>
        </p:nvPicPr>
        <p:blipFill>
          <a:blip r:embed="rId2"/>
          <a:srcRect l="625" t="582" r="625" b="966"/>
          <a:stretch>
            <a:fillRect/>
          </a:stretch>
        </p:blipFill>
        <p:spPr>
          <a:xfrm>
            <a:off x="76200" y="1437622"/>
            <a:ext cx="12039600" cy="4759981"/>
          </a:xfrm>
          <a:prstGeom prst="rect">
            <a:avLst/>
          </a:prstGeom>
        </p:spPr>
      </p:pic>
    </p:spTree>
    <p:extLst>
      <p:ext uri="{BB962C8B-B14F-4D97-AF65-F5344CB8AC3E}">
        <p14:creationId xmlns:p14="http://schemas.microsoft.com/office/powerpoint/2010/main" val="29464714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F270CDC-3409-F009-5F6D-6723CF85D05B}"/>
              </a:ext>
            </a:extLst>
          </p:cNvPr>
          <p:cNvSpPr txBox="1"/>
          <p:nvPr/>
        </p:nvSpPr>
        <p:spPr>
          <a:xfrm>
            <a:off x="2518610" y="457200"/>
            <a:ext cx="6188554" cy="523220"/>
          </a:xfrm>
          <a:prstGeom prst="rect">
            <a:avLst/>
          </a:prstGeom>
          <a:noFill/>
          <a:ln>
            <a:noFill/>
          </a:ln>
        </p:spPr>
        <p:txBody>
          <a:bodyPr wrap="none" rtlCol="0">
            <a:spAutoFit/>
          </a:bodyPr>
          <a:lstStyle/>
          <a:p>
            <a:r>
              <a:rPr lang="en-US" sz="2800" dirty="0" err="1"/>
              <a:t>MicroCode</a:t>
            </a:r>
            <a:r>
              <a:rPr lang="en-US" sz="2800" dirty="0"/>
              <a:t> Fields, Mnemonics and Codes</a:t>
            </a:r>
          </a:p>
        </p:txBody>
      </p:sp>
      <p:graphicFrame>
        <p:nvGraphicFramePr>
          <p:cNvPr id="6" name="Table 5">
            <a:extLst>
              <a:ext uri="{FF2B5EF4-FFF2-40B4-BE49-F238E27FC236}">
                <a16:creationId xmlns:a16="http://schemas.microsoft.com/office/drawing/2014/main" id="{528C0337-F55D-456E-C0E0-F07BAC729570}"/>
              </a:ext>
            </a:extLst>
          </p:cNvPr>
          <p:cNvGraphicFramePr>
            <a:graphicFrameLocks noGrp="1"/>
          </p:cNvGraphicFramePr>
          <p:nvPr>
            <p:extLst>
              <p:ext uri="{D42A27DB-BD31-4B8C-83A1-F6EECF244321}">
                <p14:modId xmlns:p14="http://schemas.microsoft.com/office/powerpoint/2010/main" val="2093765652"/>
              </p:ext>
            </p:extLst>
          </p:nvPr>
        </p:nvGraphicFramePr>
        <p:xfrm>
          <a:off x="677333" y="1210733"/>
          <a:ext cx="10583334" cy="5190075"/>
        </p:xfrm>
        <a:graphic>
          <a:graphicData uri="http://schemas.openxmlformats.org/drawingml/2006/table">
            <a:tbl>
              <a:tblPr/>
              <a:tblGrid>
                <a:gridCol w="378909">
                  <a:extLst>
                    <a:ext uri="{9D8B030D-6E8A-4147-A177-3AD203B41FA5}">
                      <a16:colId xmlns:a16="http://schemas.microsoft.com/office/drawing/2014/main" val="1378908803"/>
                    </a:ext>
                  </a:extLst>
                </a:gridCol>
                <a:gridCol w="953807">
                  <a:extLst>
                    <a:ext uri="{9D8B030D-6E8A-4147-A177-3AD203B41FA5}">
                      <a16:colId xmlns:a16="http://schemas.microsoft.com/office/drawing/2014/main" val="1916234318"/>
                    </a:ext>
                  </a:extLst>
                </a:gridCol>
                <a:gridCol w="365843">
                  <a:extLst>
                    <a:ext uri="{9D8B030D-6E8A-4147-A177-3AD203B41FA5}">
                      <a16:colId xmlns:a16="http://schemas.microsoft.com/office/drawing/2014/main" val="4285793335"/>
                    </a:ext>
                  </a:extLst>
                </a:gridCol>
                <a:gridCol w="483436">
                  <a:extLst>
                    <a:ext uri="{9D8B030D-6E8A-4147-A177-3AD203B41FA5}">
                      <a16:colId xmlns:a16="http://schemas.microsoft.com/office/drawing/2014/main" val="3753447900"/>
                    </a:ext>
                  </a:extLst>
                </a:gridCol>
                <a:gridCol w="313580">
                  <a:extLst>
                    <a:ext uri="{9D8B030D-6E8A-4147-A177-3AD203B41FA5}">
                      <a16:colId xmlns:a16="http://schemas.microsoft.com/office/drawing/2014/main" val="2249261031"/>
                    </a:ext>
                  </a:extLst>
                </a:gridCol>
                <a:gridCol w="1019136">
                  <a:extLst>
                    <a:ext uri="{9D8B030D-6E8A-4147-A177-3AD203B41FA5}">
                      <a16:colId xmlns:a16="http://schemas.microsoft.com/office/drawing/2014/main" val="296818925"/>
                    </a:ext>
                  </a:extLst>
                </a:gridCol>
                <a:gridCol w="561831">
                  <a:extLst>
                    <a:ext uri="{9D8B030D-6E8A-4147-A177-3AD203B41FA5}">
                      <a16:colId xmlns:a16="http://schemas.microsoft.com/office/drawing/2014/main" val="4269805440"/>
                    </a:ext>
                  </a:extLst>
                </a:gridCol>
                <a:gridCol w="300514">
                  <a:extLst>
                    <a:ext uri="{9D8B030D-6E8A-4147-A177-3AD203B41FA5}">
                      <a16:colId xmlns:a16="http://schemas.microsoft.com/office/drawing/2014/main" val="2177191429"/>
                    </a:ext>
                  </a:extLst>
                </a:gridCol>
                <a:gridCol w="875412">
                  <a:extLst>
                    <a:ext uri="{9D8B030D-6E8A-4147-A177-3AD203B41FA5}">
                      <a16:colId xmlns:a16="http://schemas.microsoft.com/office/drawing/2014/main" val="3837190475"/>
                    </a:ext>
                  </a:extLst>
                </a:gridCol>
                <a:gridCol w="457305">
                  <a:extLst>
                    <a:ext uri="{9D8B030D-6E8A-4147-A177-3AD203B41FA5}">
                      <a16:colId xmlns:a16="http://schemas.microsoft.com/office/drawing/2014/main" val="2718066013"/>
                    </a:ext>
                  </a:extLst>
                </a:gridCol>
                <a:gridCol w="326646">
                  <a:extLst>
                    <a:ext uri="{9D8B030D-6E8A-4147-A177-3AD203B41FA5}">
                      <a16:colId xmlns:a16="http://schemas.microsoft.com/office/drawing/2014/main" val="143173456"/>
                    </a:ext>
                  </a:extLst>
                </a:gridCol>
                <a:gridCol w="875412">
                  <a:extLst>
                    <a:ext uri="{9D8B030D-6E8A-4147-A177-3AD203B41FA5}">
                      <a16:colId xmlns:a16="http://schemas.microsoft.com/office/drawing/2014/main" val="36745359"/>
                    </a:ext>
                  </a:extLst>
                </a:gridCol>
                <a:gridCol w="470371">
                  <a:extLst>
                    <a:ext uri="{9D8B030D-6E8A-4147-A177-3AD203B41FA5}">
                      <a16:colId xmlns:a16="http://schemas.microsoft.com/office/drawing/2014/main" val="1582980531"/>
                    </a:ext>
                  </a:extLst>
                </a:gridCol>
                <a:gridCol w="300514">
                  <a:extLst>
                    <a:ext uri="{9D8B030D-6E8A-4147-A177-3AD203B41FA5}">
                      <a16:colId xmlns:a16="http://schemas.microsoft.com/office/drawing/2014/main" val="2889527175"/>
                    </a:ext>
                  </a:extLst>
                </a:gridCol>
                <a:gridCol w="849279">
                  <a:extLst>
                    <a:ext uri="{9D8B030D-6E8A-4147-A177-3AD203B41FA5}">
                      <a16:colId xmlns:a16="http://schemas.microsoft.com/office/drawing/2014/main" val="708273825"/>
                    </a:ext>
                  </a:extLst>
                </a:gridCol>
                <a:gridCol w="457305">
                  <a:extLst>
                    <a:ext uri="{9D8B030D-6E8A-4147-A177-3AD203B41FA5}">
                      <a16:colId xmlns:a16="http://schemas.microsoft.com/office/drawing/2014/main" val="2232483145"/>
                    </a:ext>
                  </a:extLst>
                </a:gridCol>
                <a:gridCol w="326646">
                  <a:extLst>
                    <a:ext uri="{9D8B030D-6E8A-4147-A177-3AD203B41FA5}">
                      <a16:colId xmlns:a16="http://schemas.microsoft.com/office/drawing/2014/main" val="833305612"/>
                    </a:ext>
                  </a:extLst>
                </a:gridCol>
                <a:gridCol w="810083">
                  <a:extLst>
                    <a:ext uri="{9D8B030D-6E8A-4147-A177-3AD203B41FA5}">
                      <a16:colId xmlns:a16="http://schemas.microsoft.com/office/drawing/2014/main" val="3217360715"/>
                    </a:ext>
                  </a:extLst>
                </a:gridCol>
                <a:gridCol w="457305">
                  <a:extLst>
                    <a:ext uri="{9D8B030D-6E8A-4147-A177-3AD203B41FA5}">
                      <a16:colId xmlns:a16="http://schemas.microsoft.com/office/drawing/2014/main" val="1483249991"/>
                    </a:ext>
                  </a:extLst>
                </a:gridCol>
              </a:tblGrid>
              <a:tr h="207603">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r>
                        <a:rPr lang="en-US" sz="1000" b="1" i="0" u="none" strike="noStrike">
                          <a:solidFill>
                            <a:srgbClr val="000000"/>
                          </a:solidFill>
                          <a:effectLst/>
                          <a:latin typeface="Calibri" panose="020F0502020204030204" pitchFamily="34" charset="0"/>
                        </a:rPr>
                        <a:t>Jmp/Bra</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1" i="0" u="none" strike="noStrike">
                          <a:solidFill>
                            <a:srgbClr val="000000"/>
                          </a:solidFill>
                          <a:effectLst/>
                          <a:latin typeface="Calibri" panose="020F0502020204030204" pitchFamily="34" charset="0"/>
                        </a:rPr>
                        <a:t>1[4]</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1" i="0" u="none" strike="noStrike">
                          <a:solidFill>
                            <a:srgbClr val="000000"/>
                          </a:solidFill>
                          <a:effectLst/>
                          <a:latin typeface="Calibri" panose="020F0502020204030204" pitchFamily="34" charset="0"/>
                        </a:rPr>
                        <a:t>1[3:0]</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r>
                        <a:rPr lang="en-US" sz="1000" b="1" i="0" u="none" strike="noStrike">
                          <a:solidFill>
                            <a:srgbClr val="000000"/>
                          </a:solidFill>
                          <a:effectLst/>
                          <a:latin typeface="Calibri" panose="020F0502020204030204" pitchFamily="34" charset="0"/>
                        </a:rPr>
                        <a:t>RegCmd</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1" i="0" u="none" strike="noStrike">
                          <a:solidFill>
                            <a:srgbClr val="000000"/>
                          </a:solidFill>
                          <a:effectLst/>
                          <a:latin typeface="Calibri" panose="020F0502020204030204" pitchFamily="34" charset="0"/>
                        </a:rPr>
                        <a:t>2[5:0]</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1"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r>
                        <a:rPr lang="en-US" sz="1000" b="1" i="0" u="none" strike="noStrike">
                          <a:solidFill>
                            <a:srgbClr val="000000"/>
                          </a:solidFill>
                          <a:effectLst/>
                          <a:latin typeface="Calibri" panose="020F0502020204030204" pitchFamily="34" charset="0"/>
                        </a:rPr>
                        <a:t>SelCtl1</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1" i="0" u="none" strike="noStrike">
                          <a:solidFill>
                            <a:srgbClr val="000000"/>
                          </a:solidFill>
                          <a:effectLst/>
                          <a:latin typeface="Calibri" panose="020F0502020204030204" pitchFamily="34" charset="0"/>
                        </a:rPr>
                        <a:t>1[7:5]</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r>
                        <a:rPr lang="en-US" sz="1000" b="1" i="0" u="none" strike="noStrike">
                          <a:solidFill>
                            <a:srgbClr val="000000"/>
                          </a:solidFill>
                          <a:effectLst/>
                          <a:latin typeface="Calibri" panose="020F0502020204030204" pitchFamily="34" charset="0"/>
                        </a:rPr>
                        <a:t>SelCtl2</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1" i="0" u="none" strike="noStrike">
                          <a:solidFill>
                            <a:srgbClr val="000000"/>
                          </a:solidFill>
                          <a:effectLst/>
                          <a:latin typeface="Calibri" panose="020F0502020204030204" pitchFamily="34" charset="0"/>
                        </a:rPr>
                        <a:t>3[2:0]</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1"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r>
                        <a:rPr lang="en-US" sz="1000" b="1" i="0" u="none" strike="noStrike">
                          <a:solidFill>
                            <a:srgbClr val="000000"/>
                          </a:solidFill>
                          <a:effectLst/>
                          <a:latin typeface="Calibri" panose="020F0502020204030204" pitchFamily="34" charset="0"/>
                        </a:rPr>
                        <a:t>CtlSel3</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1" i="0" u="none" strike="noStrike">
                          <a:solidFill>
                            <a:srgbClr val="000000"/>
                          </a:solidFill>
                          <a:effectLst/>
                          <a:latin typeface="Calibri" panose="020F0502020204030204" pitchFamily="34" charset="0"/>
                        </a:rPr>
                        <a:t>3[5:3]</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r>
                        <a:rPr lang="en-US" sz="1000" b="1" i="0" u="none" strike="noStrike">
                          <a:solidFill>
                            <a:srgbClr val="000000"/>
                          </a:solidFill>
                          <a:effectLst/>
                          <a:latin typeface="Calibri" panose="020F0502020204030204" pitchFamily="34" charset="0"/>
                        </a:rPr>
                        <a:t>KeyMCntSel</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1" i="0" u="none" strike="noStrike">
                          <a:solidFill>
                            <a:srgbClr val="000000"/>
                          </a:solidFill>
                          <a:effectLst/>
                          <a:latin typeface="Calibri" panose="020F0502020204030204" pitchFamily="34" charset="0"/>
                        </a:rPr>
                        <a:t>1[3:0]</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0417108"/>
                  </a:ext>
                </a:extLst>
              </a:tr>
              <a:tr h="207603">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JMP</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Calibri" panose="020F0502020204030204" pitchFamily="34" charset="0"/>
                        </a:rPr>
                        <a:t>1</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Calibri" panose="020F0502020204030204" pitchFamily="34" charset="0"/>
                        </a:rPr>
                        <a:t>0000</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CircX</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000001</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SelXReg</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001</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ClrXPh1</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001</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SelQLQlsd</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001</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0000</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192982503"/>
                  </a:ext>
                </a:extLst>
              </a:tr>
              <a:tr h="207603">
                <a:tc>
                  <a:txBody>
                    <a:bodyPr/>
                    <a:lstStyle/>
                    <a:p>
                      <a:pPr algn="l" fontAlgn="b">
                        <a:buNone/>
                      </a:pPr>
                      <a:r>
                        <a:rPr lang="en-US" sz="1000" b="0" i="0" u="none" strike="noStrike">
                          <a:solidFill>
                            <a:srgbClr val="000000"/>
                          </a:solidFill>
                          <a:effectLst/>
                          <a:latin typeface="Calibri" panose="020F0502020204030204" pitchFamily="34" charset="0"/>
                        </a:rPr>
                        <a:t>BR0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BRDecEven</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0000</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DPAdjX</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000001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LoadX9</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010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ClrYPh2</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010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SelYQYlsd</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010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461398306"/>
                  </a:ext>
                </a:extLst>
              </a:tr>
              <a:tr h="207603">
                <a:tc>
                  <a:txBody>
                    <a:bodyPr/>
                    <a:lstStyle/>
                    <a:p>
                      <a:pPr algn="l" fontAlgn="b">
                        <a:buNone/>
                      </a:pPr>
                      <a:r>
                        <a:rPr lang="en-US" sz="1000" b="0" i="0" u="none" strike="noStrike">
                          <a:solidFill>
                            <a:srgbClr val="000000"/>
                          </a:solidFill>
                          <a:effectLst/>
                          <a:latin typeface="Calibri" panose="020F0502020204030204" pitchFamily="34" charset="0"/>
                        </a:rPr>
                        <a:t>BR1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BRDigFull</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a:t>
                      </a:r>
                    </a:p>
                  </a:txBody>
                  <a:tcPr marL="0" marR="0" marT="0" marB="0"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EntNumX</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000010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SelXQmsd</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011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StatBitEn</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011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StatBit1</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011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2</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0010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894633463"/>
                  </a:ext>
                </a:extLst>
              </a:tr>
              <a:tr h="207603">
                <a:tc>
                  <a:txBody>
                    <a:bodyPr/>
                    <a:lstStyle/>
                    <a:p>
                      <a:pPr algn="l" fontAlgn="b">
                        <a:buNone/>
                      </a:pPr>
                      <a:r>
                        <a:rPr lang="en-US" sz="1000" b="0" i="0" u="none" strike="noStrike">
                          <a:solidFill>
                            <a:srgbClr val="000000"/>
                          </a:solidFill>
                          <a:effectLst/>
                          <a:latin typeface="Calibri" panose="020F0502020204030204" pitchFamily="34" charset="0"/>
                        </a:rPr>
                        <a:t>BR2</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BRDigEmpty</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a:t>
                      </a:r>
                    </a:p>
                  </a:txBody>
                  <a:tcPr marL="0" marR="0" marT="0" marB="0"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0010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LeftJustX</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000010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LoadQL</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100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B050"/>
                          </a:solidFill>
                          <a:effectLst/>
                          <a:latin typeface="Calibri" panose="020F0502020204030204" pitchFamily="34" charset="0"/>
                        </a:rPr>
                        <a:t>SelXYlsd</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B050"/>
                          </a:solidFill>
                          <a:effectLst/>
                          <a:latin typeface="Calibri" panose="020F0502020204030204" pitchFamily="34" charset="0"/>
                        </a:rPr>
                        <a:t>100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SelX9Xmsd</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100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3</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0011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425890055"/>
                  </a:ext>
                </a:extLst>
              </a:tr>
              <a:tr h="207603">
                <a:tc>
                  <a:txBody>
                    <a:bodyPr/>
                    <a:lstStyle/>
                    <a:p>
                      <a:pPr algn="l" fontAlgn="b">
                        <a:buNone/>
                      </a:pPr>
                      <a:r>
                        <a:rPr lang="en-US" sz="1000" b="0" i="0" u="none" strike="noStrike">
                          <a:solidFill>
                            <a:srgbClr val="000000"/>
                          </a:solidFill>
                          <a:effectLst/>
                          <a:latin typeface="Calibri" panose="020F0502020204030204" pitchFamily="34" charset="0"/>
                        </a:rPr>
                        <a:t>BR3</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BRDintOvrfl</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a:t>
                      </a:r>
                    </a:p>
                  </a:txBody>
                  <a:tcPr marL="0" marR="0" marT="0" marB="0"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0011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DPAdjY</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000100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SHDexpXDP</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101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B050"/>
                          </a:solidFill>
                          <a:effectLst/>
                          <a:latin typeface="Calibri" panose="020F0502020204030204" pitchFamily="34" charset="0"/>
                        </a:rPr>
                        <a:t>SelXSum</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B050"/>
                          </a:solidFill>
                          <a:effectLst/>
                          <a:latin typeface="Calibri" panose="020F0502020204030204" pitchFamily="34" charset="0"/>
                        </a:rPr>
                        <a:t>100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SelYXlsd</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101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4</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0100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841314026"/>
                  </a:ext>
                </a:extLst>
              </a:tr>
              <a:tr h="207603">
                <a:tc>
                  <a:txBody>
                    <a:bodyPr/>
                    <a:lstStyle/>
                    <a:p>
                      <a:pPr algn="l" fontAlgn="b">
                        <a:buNone/>
                      </a:pPr>
                      <a:r>
                        <a:rPr lang="en-US" sz="1000" b="0" i="0" u="none" strike="noStrike">
                          <a:solidFill>
                            <a:srgbClr val="000000"/>
                          </a:solidFill>
                          <a:effectLst/>
                          <a:latin typeface="Calibri" panose="020F0502020204030204" pitchFamily="34" charset="0"/>
                        </a:rPr>
                        <a:t>BR4</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BRSignX</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a:t>
                      </a:r>
                    </a:p>
                  </a:txBody>
                  <a:tcPr marL="0" marR="0" marT="0" marB="0"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0100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CopyXY</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000101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FF0000"/>
                          </a:solidFill>
                          <a:effectLst/>
                          <a:latin typeface="Calibri" panose="020F0502020204030204" pitchFamily="34" charset="0"/>
                        </a:rPr>
                        <a:t>Reserved1</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110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NxtPh</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101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CntrIncr</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110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5</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0101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833976412"/>
                  </a:ext>
                </a:extLst>
              </a:tr>
              <a:tr h="207603">
                <a:tc>
                  <a:txBody>
                    <a:bodyPr/>
                    <a:lstStyle/>
                    <a:p>
                      <a:pPr algn="l" fontAlgn="b">
                        <a:buNone/>
                      </a:pPr>
                      <a:r>
                        <a:rPr lang="en-US" sz="1000" b="0" i="0" u="none" strike="noStrike">
                          <a:solidFill>
                            <a:srgbClr val="000000"/>
                          </a:solidFill>
                          <a:effectLst/>
                          <a:latin typeface="Calibri" panose="020F0502020204030204" pitchFamily="34" charset="0"/>
                        </a:rPr>
                        <a:t>BR5</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B050"/>
                          </a:solidFill>
                          <a:effectLst/>
                          <a:latin typeface="Calibri" panose="020F0502020204030204" pitchFamily="34" charset="0"/>
                        </a:rPr>
                        <a:t>BRSignY</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B050"/>
                          </a:solidFill>
                          <a:effectLst/>
                          <a:latin typeface="Calibri" panose="020F0502020204030204" pitchFamily="34" charset="0"/>
                        </a:rPr>
                        <a:t>1</a:t>
                      </a:r>
                    </a:p>
                  </a:txBody>
                  <a:tcPr marL="0" marR="0" marT="0" marB="0" anchor="b">
                    <a:lnL>
                      <a:noFill/>
                    </a:lnL>
                    <a:lnR>
                      <a:noFill/>
                    </a:lnR>
                    <a:lnT>
                      <a:noFill/>
                    </a:lnT>
                    <a:lnB>
                      <a:noFill/>
                    </a:lnB>
                    <a:noFill/>
                  </a:tcPr>
                </a:tc>
                <a:tc>
                  <a:txBody>
                    <a:bodyPr/>
                    <a:lstStyle/>
                    <a:p>
                      <a:pPr algn="l" fontAlgn="b">
                        <a:buNone/>
                      </a:pPr>
                      <a:r>
                        <a:rPr lang="en-US" sz="1000" b="0" i="0" u="none" strike="noStrike">
                          <a:solidFill>
                            <a:srgbClr val="00B050"/>
                          </a:solidFill>
                          <a:effectLst/>
                          <a:latin typeface="Calibri" panose="020F0502020204030204" pitchFamily="34" charset="0"/>
                        </a:rPr>
                        <a:t>0101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ExchXY</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000101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FF0000"/>
                          </a:solidFill>
                          <a:effectLst/>
                          <a:latin typeface="Calibri" panose="020F0502020204030204" pitchFamily="34" charset="0"/>
                        </a:rPr>
                        <a:t>Reserved2</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111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CntrEn</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110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RowHold</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111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6</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0110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345703315"/>
                  </a:ext>
                </a:extLst>
              </a:tr>
              <a:tr h="207603">
                <a:tc>
                  <a:txBody>
                    <a:bodyPr/>
                    <a:lstStyle/>
                    <a:p>
                      <a:pPr algn="l" fontAlgn="b">
                        <a:buNone/>
                      </a:pPr>
                      <a:r>
                        <a:rPr lang="en-US" sz="1000" b="0" i="0" u="none" strike="noStrike">
                          <a:solidFill>
                            <a:srgbClr val="000000"/>
                          </a:solidFill>
                          <a:effectLst/>
                          <a:latin typeface="Calibri" panose="020F0502020204030204" pitchFamily="34" charset="0"/>
                        </a:rPr>
                        <a:t>BR6</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B050"/>
                          </a:solidFill>
                          <a:effectLst/>
                          <a:latin typeface="Calibri" panose="020F0502020204030204" pitchFamily="34" charset="0"/>
                        </a:rPr>
                        <a:t>BRInOp2Ph</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B050"/>
                          </a:solidFill>
                          <a:effectLst/>
                          <a:latin typeface="Calibri" panose="020F0502020204030204" pitchFamily="34" charset="0"/>
                        </a:rPr>
                        <a:t>1</a:t>
                      </a:r>
                    </a:p>
                  </a:txBody>
                  <a:tcPr marL="0" marR="0" marT="0" marB="0" anchor="b">
                    <a:lnL>
                      <a:noFill/>
                    </a:lnL>
                    <a:lnR>
                      <a:noFill/>
                    </a:lnR>
                    <a:lnT>
                      <a:noFill/>
                    </a:lnT>
                    <a:lnB>
                      <a:noFill/>
                    </a:lnB>
                    <a:noFill/>
                  </a:tcPr>
                </a:tc>
                <a:tc>
                  <a:txBody>
                    <a:bodyPr/>
                    <a:lstStyle/>
                    <a:p>
                      <a:pPr algn="l" fontAlgn="b">
                        <a:buNone/>
                      </a:pPr>
                      <a:r>
                        <a:rPr lang="en-US" sz="1000" b="0" i="0" u="none" strike="noStrike">
                          <a:solidFill>
                            <a:srgbClr val="00B050"/>
                          </a:solidFill>
                          <a:effectLst/>
                          <a:latin typeface="Calibri" panose="020F0502020204030204" pitchFamily="34" charset="0"/>
                        </a:rPr>
                        <a:t>0110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AddSub</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000101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HWINTEN</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SHSexpDexp</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111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SelYZero</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7</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0111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573223475"/>
                  </a:ext>
                </a:extLst>
              </a:tr>
              <a:tr h="207603">
                <a:tc>
                  <a:txBody>
                    <a:bodyPr/>
                    <a:lstStyle/>
                    <a:p>
                      <a:pPr algn="l" fontAlgn="b">
                        <a:buNone/>
                      </a:pPr>
                      <a:r>
                        <a:rPr lang="en-US" sz="1000" b="0" i="0" u="none" strike="noStrike">
                          <a:solidFill>
                            <a:srgbClr val="000000"/>
                          </a:solidFill>
                          <a:effectLst/>
                          <a:latin typeface="Calibri" panose="020F0502020204030204" pitchFamily="34" charset="0"/>
                        </a:rPr>
                        <a:t>BR7</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BRDPFree</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a:t>
                      </a:r>
                    </a:p>
                  </a:txBody>
                  <a:tcPr marL="0" marR="0" marT="0" marB="0"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0111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DivXY10</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000101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SelXData</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SelXX9</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SelQZero</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8</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1000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833749327"/>
                  </a:ext>
                </a:extLst>
              </a:tr>
              <a:tr h="207603">
                <a:tc>
                  <a:txBody>
                    <a:bodyPr/>
                    <a:lstStyle/>
                    <a:p>
                      <a:pPr algn="l" fontAlgn="b">
                        <a:buNone/>
                      </a:pPr>
                      <a:r>
                        <a:rPr lang="en-US" sz="1000" b="0" i="0" u="none" strike="noStrike">
                          <a:solidFill>
                            <a:srgbClr val="000000"/>
                          </a:solidFill>
                          <a:effectLst/>
                          <a:latin typeface="Calibri" panose="020F0502020204030204" pitchFamily="34" charset="0"/>
                        </a:rPr>
                        <a:t>BR8</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BRQLZero</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a:t>
                      </a:r>
                    </a:p>
                  </a:txBody>
                  <a:tcPr marL="0" marR="0" marT="0" marB="0"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1000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ShrX9X8QDiv10</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010001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SelXSumX9</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SelXXlsd</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SelX9Zero</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9</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1001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387500163"/>
                  </a:ext>
                </a:extLst>
              </a:tr>
              <a:tr h="207603">
                <a:tc>
                  <a:txBody>
                    <a:bodyPr/>
                    <a:lstStyle/>
                    <a:p>
                      <a:pPr algn="l" fontAlgn="b">
                        <a:buNone/>
                      </a:pPr>
                      <a:r>
                        <a:rPr lang="en-US" sz="1000" b="0" i="0" u="none" strike="noStrike">
                          <a:solidFill>
                            <a:srgbClr val="000000"/>
                          </a:solidFill>
                          <a:effectLst/>
                          <a:latin typeface="Calibri" panose="020F0502020204030204" pitchFamily="34" charset="0"/>
                        </a:rPr>
                        <a:t>BR9</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BRX9Zero</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a:t>
                      </a:r>
                    </a:p>
                  </a:txBody>
                  <a:tcPr marL="0" marR="0" marT="0" marB="0"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1001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CopyYQ</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010100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FFC000"/>
                          </a:solidFill>
                          <a:effectLst/>
                          <a:latin typeface="Calibri" panose="020F0502020204030204" pitchFamily="34" charset="0"/>
                        </a:rPr>
                        <a:t>ExtraSelCtl1</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FFC000"/>
                          </a:solidFill>
                          <a:effectLst/>
                          <a:latin typeface="Calibri" panose="020F0502020204030204" pitchFamily="34" charset="0"/>
                        </a:rPr>
                        <a:t>ExtraSelCtl1</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SelQLZero</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BlankNum</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1111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848118634"/>
                  </a:ext>
                </a:extLst>
              </a:tr>
              <a:tr h="207603">
                <a:tc>
                  <a:txBody>
                    <a:bodyPr/>
                    <a:lstStyle/>
                    <a:p>
                      <a:pPr algn="l" fontAlgn="b">
                        <a:buNone/>
                      </a:pPr>
                      <a:r>
                        <a:rPr lang="en-US" sz="1000" b="0" i="0" u="none" strike="noStrike">
                          <a:solidFill>
                            <a:srgbClr val="000000"/>
                          </a:solidFill>
                          <a:effectLst/>
                          <a:latin typeface="Calibri" panose="020F0502020204030204" pitchFamily="34" charset="0"/>
                        </a:rPr>
                        <a:t>BR10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BRDpOvrfl</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a:t>
                      </a:r>
                    </a:p>
                  </a:txBody>
                  <a:tcPr marL="0" marR="0" marT="0" marB="0"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1010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CopyQX</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100010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FFC000"/>
                          </a:solidFill>
                          <a:effectLst/>
                          <a:latin typeface="Calibri" panose="020F0502020204030204" pitchFamily="34" charset="0"/>
                        </a:rPr>
                        <a:t>ExtraSelCtl2</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FFC000"/>
                          </a:solidFill>
                          <a:effectLst/>
                          <a:latin typeface="Calibri" panose="020F0502020204030204" pitchFamily="34" charset="0"/>
                        </a:rPr>
                        <a:t>ExtraSelCtl2</a:t>
                      </a: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Calibri" panose="020F0502020204030204" pitchFamily="34" charset="0"/>
                        </a:rPr>
                        <a:t>000</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FFC000"/>
                          </a:solidFill>
                          <a:effectLst/>
                          <a:latin typeface="Calibri" panose="020F0502020204030204" pitchFamily="34" charset="0"/>
                        </a:rPr>
                        <a:t>ExtraSelCtl3</a:t>
                      </a: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Calibri" panose="020F0502020204030204" pitchFamily="34" charset="0"/>
                        </a:rPr>
                        <a:t>000</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XDigCnt</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234206404"/>
                  </a:ext>
                </a:extLst>
              </a:tr>
              <a:tr h="207603">
                <a:tc>
                  <a:txBody>
                    <a:bodyPr/>
                    <a:lstStyle/>
                    <a:p>
                      <a:pPr algn="l" fontAlgn="b">
                        <a:buNone/>
                      </a:pPr>
                      <a:r>
                        <a:rPr lang="en-US" sz="1000" b="0" i="0" u="none" strike="noStrike">
                          <a:solidFill>
                            <a:srgbClr val="000000"/>
                          </a:solidFill>
                          <a:effectLst/>
                          <a:latin typeface="Calibri" panose="020F0502020204030204" pitchFamily="34" charset="0"/>
                        </a:rPr>
                        <a:t>BR11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BRNoKeyDet</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a:t>
                      </a:r>
                    </a:p>
                  </a:txBody>
                  <a:tcPr marL="0" marR="0" marT="0" marB="0"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1011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ApendDivdn</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000010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FFC000"/>
                          </a:solidFill>
                          <a:effectLst/>
                          <a:latin typeface="Calibri" panose="020F0502020204030204" pitchFamily="34" charset="0"/>
                        </a:rPr>
                        <a:t>ExtraSelCtl3</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XDPCnt</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0010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759244450"/>
                  </a:ext>
                </a:extLst>
              </a:tr>
              <a:tr h="207603">
                <a:tc>
                  <a:txBody>
                    <a:bodyPr/>
                    <a:lstStyle/>
                    <a:p>
                      <a:pPr algn="l" fontAlgn="b">
                        <a:buNone/>
                      </a:pPr>
                      <a:r>
                        <a:rPr lang="en-US" sz="1000" b="0" i="0" u="none" strike="noStrike">
                          <a:solidFill>
                            <a:srgbClr val="000000"/>
                          </a:solidFill>
                          <a:effectLst/>
                          <a:latin typeface="Calibri" panose="020F0502020204030204" pitchFamily="34" charset="0"/>
                        </a:rPr>
                        <a:t>BR12</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BRIsNeg</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a:t>
                      </a:r>
                    </a:p>
                  </a:txBody>
                  <a:tcPr marL="0" marR="0" marT="0" marB="0"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1100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RmLdZeroX</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000010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FFC000"/>
                          </a:solidFill>
                          <a:effectLst/>
                          <a:latin typeface="Calibri" panose="020F0502020204030204" pitchFamily="34" charset="0"/>
                        </a:rPr>
                        <a:t>ExtraSelCtl4</a:t>
                      </a: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Calibri" panose="020F0502020204030204" pitchFamily="34" charset="0"/>
                        </a:rPr>
                        <a:t>000</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1" i="0" u="none" strike="noStrike">
                          <a:solidFill>
                            <a:srgbClr val="000000"/>
                          </a:solidFill>
                          <a:effectLst/>
                          <a:latin typeface="Calibri" panose="020F0502020204030204" pitchFamily="34" charset="0"/>
                        </a:rPr>
                        <a:t>ALUCmd</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1" i="0" u="none" strike="noStrike">
                          <a:solidFill>
                            <a:srgbClr val="000000"/>
                          </a:solidFill>
                          <a:effectLst/>
                          <a:latin typeface="Calibri" panose="020F0502020204030204" pitchFamily="34" charset="0"/>
                        </a:rPr>
                        <a:t>2[7:6]</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r>
                        <a:rPr lang="en-US" sz="1000" b="1" i="0" u="none" strike="noStrike">
                          <a:solidFill>
                            <a:srgbClr val="000000"/>
                          </a:solidFill>
                          <a:effectLst/>
                          <a:latin typeface="Calibri" panose="020F0502020204030204" pitchFamily="34" charset="0"/>
                        </a:rPr>
                        <a:t>SEQ/DSKY</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1" i="0" u="none" strike="noStrike">
                          <a:solidFill>
                            <a:srgbClr val="000000"/>
                          </a:solidFill>
                          <a:effectLst/>
                          <a:latin typeface="Calibri" panose="020F0502020204030204" pitchFamily="34" charset="0"/>
                        </a:rPr>
                        <a:t>3[7:6]</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XYDexpCnt</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0011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73340696"/>
                  </a:ext>
                </a:extLst>
              </a:tr>
              <a:tr h="207603">
                <a:tc>
                  <a:txBody>
                    <a:bodyPr/>
                    <a:lstStyle/>
                    <a:p>
                      <a:pPr algn="l" fontAlgn="b">
                        <a:buNone/>
                      </a:pPr>
                      <a:r>
                        <a:rPr lang="en-US" sz="1000" b="0" i="0" u="none" strike="noStrike">
                          <a:solidFill>
                            <a:srgbClr val="000000"/>
                          </a:solidFill>
                          <a:effectLst/>
                          <a:latin typeface="Calibri" panose="020F0502020204030204" pitchFamily="34" charset="0"/>
                        </a:rPr>
                        <a:t>BR13</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BRCarryO</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a:t>
                      </a:r>
                    </a:p>
                  </a:txBody>
                  <a:tcPr marL="0" marR="0" marT="0" marB="0"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1101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CopyQ0QL</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100000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SubXY</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x1</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HWINTEN</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10</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XYSexpCnt</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0100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916921012"/>
                  </a:ext>
                </a:extLst>
              </a:tr>
              <a:tr h="207603">
                <a:tc>
                  <a:txBody>
                    <a:bodyPr/>
                    <a:lstStyle/>
                    <a:p>
                      <a:pPr algn="l" fontAlgn="b">
                        <a:buNone/>
                      </a:pPr>
                      <a:r>
                        <a:rPr lang="en-US" sz="1000" b="0" i="0" u="none" strike="noStrike">
                          <a:solidFill>
                            <a:srgbClr val="000000"/>
                          </a:solidFill>
                          <a:effectLst/>
                          <a:latin typeface="Calibri" panose="020F0502020204030204" pitchFamily="34" charset="0"/>
                        </a:rPr>
                        <a:t>BR14</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BRSignXexp</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a:t>
                      </a:r>
                    </a:p>
                  </a:txBody>
                  <a:tcPr marL="0" marR="0" marT="0" marB="0"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1110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ShrX</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000001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BR*</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Calibri" panose="020F0502020204030204" pitchFamily="34" charset="0"/>
                        </a:rPr>
                        <a:t>001</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CarryEn</a:t>
                      </a: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Calibri" panose="020F0502020204030204" pitchFamily="34" charset="0"/>
                        </a:rPr>
                        <a:t>1x</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KeyAck</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X9Cnt</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0101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422995132"/>
                  </a:ext>
                </a:extLst>
              </a:tr>
              <a:tr h="207603">
                <a:tc>
                  <a:txBody>
                    <a:bodyPr/>
                    <a:lstStyle/>
                    <a:p>
                      <a:pPr algn="l" fontAlgn="b">
                        <a:buNone/>
                      </a:pPr>
                      <a:r>
                        <a:rPr lang="en-US" sz="1000" b="0" i="0" u="none" strike="noStrike">
                          <a:solidFill>
                            <a:srgbClr val="000000"/>
                          </a:solidFill>
                          <a:effectLst/>
                          <a:latin typeface="Calibri" panose="020F0502020204030204" pitchFamily="34" charset="0"/>
                        </a:rPr>
                        <a:t>BR15</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9933FF"/>
                          </a:solidFill>
                          <a:effectLst/>
                          <a:latin typeface="Calibri" panose="020F0502020204030204" pitchFamily="34" charset="0"/>
                        </a:rPr>
                        <a:t>BRLoop8NZ</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9933FF"/>
                          </a:solidFill>
                          <a:effectLst/>
                          <a:latin typeface="Calibri" panose="020F0502020204030204" pitchFamily="34" charset="0"/>
                        </a:rPr>
                        <a:t>1</a:t>
                      </a:r>
                    </a:p>
                  </a:txBody>
                  <a:tcPr marL="0" marR="0" marT="0" marB="0"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1111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ShlX</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000010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InitLP8</a:t>
                      </a: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Calibri" panose="020F0502020204030204" pitchFamily="34" charset="0"/>
                        </a:rPr>
                        <a:t>01</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QLCnt</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0110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244077004"/>
                  </a:ext>
                </a:extLst>
              </a:tr>
              <a:tr h="207603">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B050"/>
                          </a:solidFill>
                          <a:effectLst/>
                          <a:latin typeface="Calibri" panose="020F0502020204030204" pitchFamily="34" charset="0"/>
                        </a:rPr>
                        <a:t>BRSignYexp</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B050"/>
                          </a:solidFill>
                          <a:effectLst/>
                          <a:latin typeface="Calibri" panose="020F0502020204030204" pitchFamily="34" charset="0"/>
                        </a:rPr>
                        <a:t>1</a:t>
                      </a:r>
                    </a:p>
                  </a:txBody>
                  <a:tcPr marL="0" marR="0" marT="0" marB="0" anchor="b">
                    <a:lnL>
                      <a:noFill/>
                    </a:lnL>
                    <a:lnR>
                      <a:noFill/>
                    </a:lnR>
                    <a:lnT>
                      <a:noFill/>
                    </a:lnT>
                    <a:lnB>
                      <a:noFill/>
                    </a:lnB>
                    <a:noFill/>
                  </a:tcPr>
                </a:tc>
                <a:tc>
                  <a:txBody>
                    <a:bodyPr/>
                    <a:lstStyle/>
                    <a:p>
                      <a:pPr algn="l" fontAlgn="b">
                        <a:buNone/>
                      </a:pPr>
                      <a:r>
                        <a:rPr lang="en-US" sz="1000" b="0" i="0" u="none" strike="noStrike">
                          <a:solidFill>
                            <a:srgbClr val="00B050"/>
                          </a:solidFill>
                          <a:effectLst/>
                          <a:latin typeface="Calibri" panose="020F0502020204030204" pitchFamily="34" charset="0"/>
                        </a:rPr>
                        <a:t>0110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CopyYX</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000101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FixDP</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28159289"/>
                  </a:ext>
                </a:extLst>
              </a:tr>
              <a:tr h="207603">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B050"/>
                          </a:solidFill>
                          <a:effectLst/>
                          <a:latin typeface="Calibri" panose="020F0502020204030204" pitchFamily="34" charset="0"/>
                        </a:rPr>
                        <a:t>BrNegExpTerm</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B050"/>
                          </a:solidFill>
                          <a:effectLst/>
                          <a:latin typeface="Calibri" panose="020F0502020204030204" pitchFamily="34" charset="0"/>
                        </a:rPr>
                        <a:t>1</a:t>
                      </a:r>
                    </a:p>
                  </a:txBody>
                  <a:tcPr marL="0" marR="0" marT="0" marB="0" anchor="b">
                    <a:lnL>
                      <a:noFill/>
                    </a:lnL>
                    <a:lnR>
                      <a:noFill/>
                    </a:lnR>
                    <a:lnT>
                      <a:noFill/>
                    </a:lnT>
                    <a:lnB>
                      <a:noFill/>
                    </a:lnB>
                    <a:noFill/>
                  </a:tcPr>
                </a:tc>
                <a:tc>
                  <a:txBody>
                    <a:bodyPr/>
                    <a:lstStyle/>
                    <a:p>
                      <a:pPr algn="l" fontAlgn="b">
                        <a:buNone/>
                      </a:pPr>
                      <a:r>
                        <a:rPr lang="en-US" sz="1000" b="0" i="0" u="none" strike="noStrike">
                          <a:solidFill>
                            <a:srgbClr val="00B050"/>
                          </a:solidFill>
                          <a:effectLst/>
                          <a:latin typeface="Calibri" panose="020F0502020204030204" pitchFamily="34" charset="0"/>
                        </a:rPr>
                        <a:t>0101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FFC000"/>
                          </a:solidFill>
                          <a:effectLst/>
                          <a:latin typeface="Calibri" panose="020F0502020204030204" pitchFamily="34" charset="0"/>
                        </a:rPr>
                        <a:t>ExtraCmd3</a:t>
                      </a: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Calibri" panose="020F0502020204030204" pitchFamily="34" charset="0"/>
                        </a:rPr>
                        <a:t>000000</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SignXexp</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214055957"/>
                  </a:ext>
                </a:extLst>
              </a:tr>
              <a:tr h="207603">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FFC000"/>
                          </a:solidFill>
                          <a:effectLst/>
                          <a:latin typeface="Calibri" panose="020F0502020204030204" pitchFamily="34" charset="0"/>
                        </a:rPr>
                        <a:t>ExtraBR2</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FFC000"/>
                          </a:solidFill>
                          <a:effectLst/>
                          <a:latin typeface="Calibri" panose="020F0502020204030204" pitchFamily="34" charset="0"/>
                        </a:rPr>
                        <a:t>0</a:t>
                      </a:r>
                    </a:p>
                  </a:txBody>
                  <a:tcPr marL="0" marR="0" marT="0" marB="0"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0000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gridSpan="4">
                  <a:txBody>
                    <a:bodyPr/>
                    <a:lstStyle/>
                    <a:p>
                      <a:pPr algn="l" fontAlgn="b">
                        <a:buNone/>
                      </a:pPr>
                      <a:r>
                        <a:rPr lang="en-US" sz="1000" b="1" i="0" u="none" strike="noStrike">
                          <a:solidFill>
                            <a:srgbClr val="000000"/>
                          </a:solidFill>
                          <a:effectLst/>
                          <a:latin typeface="Calibri" panose="020F0502020204030204" pitchFamily="34" charset="0"/>
                        </a:rPr>
                        <a:t>ImmData asserts on Ph2 of each cycle</a:t>
                      </a:r>
                    </a:p>
                  </a:txBody>
                  <a:tcPr marL="0" marR="0" marT="0" marB="0" anchor="b">
                    <a:lnL>
                      <a:noFill/>
                    </a:lnL>
                    <a:lnR>
                      <a:noFill/>
                    </a:lnR>
                    <a:lnT>
                      <a:noFill/>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NegExpTerm</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0010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666682906"/>
                  </a:ext>
                </a:extLst>
              </a:tr>
              <a:tr h="207603">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FFC000"/>
                          </a:solidFill>
                          <a:effectLst/>
                          <a:latin typeface="Calibri" panose="020F0502020204030204" pitchFamily="34" charset="0"/>
                        </a:rPr>
                        <a:t>ExtraBR3</a:t>
                      </a: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FFC000"/>
                          </a:solidFill>
                          <a:effectLst/>
                          <a:latin typeface="Calibri" panose="020F0502020204030204" pitchFamily="34" charset="0"/>
                        </a:rPr>
                        <a:t>0</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Calibri" panose="020F0502020204030204" pitchFamily="34" charset="0"/>
                        </a:rPr>
                        <a:t>0000</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gridSpan="7">
                  <a:txBody>
                    <a:bodyPr/>
                    <a:lstStyle/>
                    <a:p>
                      <a:pPr algn="l" fontAlgn="b">
                        <a:buNone/>
                      </a:pPr>
                      <a:r>
                        <a:rPr lang="en-US" sz="1000" b="1" i="0" u="none" strike="noStrike">
                          <a:solidFill>
                            <a:srgbClr val="000000"/>
                          </a:solidFill>
                          <a:effectLst/>
                          <a:latin typeface="Calibri" panose="020F0502020204030204" pitchFamily="34" charset="0"/>
                        </a:rPr>
                        <a:t>SelCtl1, SelCtl2, RegCmd, ALUCmd assert on Ph4 and is valid only Ph4</a:t>
                      </a:r>
                    </a:p>
                  </a:txBody>
                  <a:tcPr marL="0" marR="0" marT="0" marB="0" anchor="b">
                    <a:lnL>
                      <a:noFill/>
                    </a:lnL>
                    <a:lnR>
                      <a:noFill/>
                    </a:lnR>
                    <a:lnT>
                      <a:noFill/>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SignX</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0011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823921991"/>
                  </a:ext>
                </a:extLst>
              </a:tr>
              <a:tr h="207603">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HWINTEN</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Calibri" panose="020F0502020204030204" pitchFamily="34" charset="0"/>
                        </a:rPr>
                        <a:t>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Calibri" panose="020F0502020204030204" pitchFamily="34" charset="0"/>
                        </a:rPr>
                        <a:t>0000</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1"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gridSpan="6">
                  <a:txBody>
                    <a:bodyPr/>
                    <a:lstStyle/>
                    <a:p>
                      <a:pPr algn="l" fontAlgn="b">
                        <a:buNone/>
                      </a:pPr>
                      <a:r>
                        <a:rPr lang="en-US" sz="1000" b="1" i="0" u="none" strike="noStrike">
                          <a:solidFill>
                            <a:srgbClr val="000000"/>
                          </a:solidFill>
                          <a:effectLst/>
                          <a:latin typeface="Calibri" panose="020F0502020204030204" pitchFamily="34" charset="0"/>
                        </a:rPr>
                        <a:t>SelCtl3, KeyAckB, HWIntEn Assert on Ph4 of each cycle</a:t>
                      </a:r>
                    </a:p>
                  </a:txBody>
                  <a:tcPr marL="0" marR="0" marT="0" marB="0" anchor="b">
                    <a:lnL>
                      <a:noFill/>
                    </a:lnL>
                    <a:lnR>
                      <a:noFill/>
                    </a:lnR>
                    <a:lnT>
                      <a:noFill/>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SignY</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0100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926699180"/>
                  </a:ext>
                </a:extLst>
              </a:tr>
              <a:tr h="207603">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gridSpan="7">
                  <a:txBody>
                    <a:bodyPr/>
                    <a:lstStyle/>
                    <a:p>
                      <a:pPr algn="l" fontAlgn="b">
                        <a:buNone/>
                      </a:pPr>
                      <a:r>
                        <a:rPr lang="en-US" sz="1000" b="1" i="0" u="none" strike="noStrike">
                          <a:solidFill>
                            <a:srgbClr val="000000"/>
                          </a:solidFill>
                          <a:effectLst/>
                          <a:latin typeface="Calibri" panose="020F0502020204030204" pitchFamily="34" charset="0"/>
                        </a:rPr>
                        <a:t>SelCtl3 Can assert simutaneous with JMP/BR*.  SelCtl1/2 cannot.</a:t>
                      </a:r>
                    </a:p>
                  </a:txBody>
                  <a:tcPr marL="0" marR="0" marT="0" marB="0" anchor="b">
                    <a:lnL>
                      <a:noFill/>
                    </a:lnL>
                    <a:lnR>
                      <a:noFill/>
                    </a:lnR>
                    <a:lnT>
                      <a:noFill/>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SignYexp</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0101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445504459"/>
                  </a:ext>
                </a:extLst>
              </a:tr>
              <a:tr h="207603">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AssertError</a:t>
                      </a: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dirty="0">
                          <a:solidFill>
                            <a:srgbClr val="000000"/>
                          </a:solidFill>
                          <a:effectLst/>
                          <a:latin typeface="Calibri" panose="020F0502020204030204" pitchFamily="34" charset="0"/>
                        </a:rPr>
                        <a:t>0110</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86214789"/>
                  </a:ext>
                </a:extLst>
              </a:tr>
            </a:tbl>
          </a:graphicData>
        </a:graphic>
      </p:graphicFrame>
    </p:spTree>
    <p:extLst>
      <p:ext uri="{BB962C8B-B14F-4D97-AF65-F5344CB8AC3E}">
        <p14:creationId xmlns:p14="http://schemas.microsoft.com/office/powerpoint/2010/main" val="17336071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3CC15391-2794-0599-757E-FD4697066C90}"/>
              </a:ext>
            </a:extLst>
          </p:cNvPr>
          <p:cNvGraphicFramePr>
            <a:graphicFrameLocks noGrp="1"/>
          </p:cNvGraphicFramePr>
          <p:nvPr>
            <p:extLst>
              <p:ext uri="{D42A27DB-BD31-4B8C-83A1-F6EECF244321}">
                <p14:modId xmlns:p14="http://schemas.microsoft.com/office/powerpoint/2010/main" val="2479340228"/>
              </p:ext>
            </p:extLst>
          </p:nvPr>
        </p:nvGraphicFramePr>
        <p:xfrm>
          <a:off x="420550" y="1032059"/>
          <a:ext cx="3204939" cy="1297305"/>
        </p:xfrm>
        <a:graphic>
          <a:graphicData uri="http://schemas.openxmlformats.org/drawingml/2006/table">
            <a:tbl>
              <a:tblPr firstRow="1" firstCol="1" bandRow="1"/>
              <a:tblGrid>
                <a:gridCol w="635557">
                  <a:extLst>
                    <a:ext uri="{9D8B030D-6E8A-4147-A177-3AD203B41FA5}">
                      <a16:colId xmlns:a16="http://schemas.microsoft.com/office/drawing/2014/main" val="2321450863"/>
                    </a:ext>
                  </a:extLst>
                </a:gridCol>
                <a:gridCol w="297412">
                  <a:extLst>
                    <a:ext uri="{9D8B030D-6E8A-4147-A177-3AD203B41FA5}">
                      <a16:colId xmlns:a16="http://schemas.microsoft.com/office/drawing/2014/main" val="2348290783"/>
                    </a:ext>
                  </a:extLst>
                </a:gridCol>
                <a:gridCol w="2271970">
                  <a:extLst>
                    <a:ext uri="{9D8B030D-6E8A-4147-A177-3AD203B41FA5}">
                      <a16:colId xmlns:a16="http://schemas.microsoft.com/office/drawing/2014/main" val="2368145109"/>
                    </a:ext>
                  </a:extLst>
                </a:gridCol>
              </a:tblGrid>
              <a:tr h="144145">
                <a:tc>
                  <a:txBody>
                    <a:bodyPr/>
                    <a:lstStyle/>
                    <a:p>
                      <a:pPr>
                        <a:lnSpc>
                          <a:spcPct val="115000"/>
                        </a:lnSpc>
                        <a:spcAft>
                          <a:spcPts val="800"/>
                        </a:spcAft>
                        <a:buNone/>
                      </a:pPr>
                      <a:r>
                        <a:rPr lang="en-US" sz="800" kern="100" dirty="0" err="1">
                          <a:effectLst/>
                          <a:latin typeface="Calibri" panose="020F0502020204030204" pitchFamily="34" charset="0"/>
                          <a:ea typeface="Calibri" panose="020F0502020204030204" pitchFamily="34" charset="0"/>
                          <a:cs typeface="Times New Roman" panose="02020603050405020304" pitchFamily="18" charset="0"/>
                        </a:rPr>
                        <a:t>SelXReg</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Select X reg MSD source from X reg or Y reg group</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00326699"/>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LoadX9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Load X9 source into X9 reg</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4227143"/>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SelXQmsd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011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Select X reg source from Q Dig7</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2181392"/>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LoadQL</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100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Load QL source into QL reg</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12816499"/>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SHDexpXDP</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101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Load Dexp counter value into XDP counter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80829944"/>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Reserved1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110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Currently unassigned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01794166"/>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Reserved2</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111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Currently unassigned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5441022"/>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SelXData</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Select X LSD reg source from D[3:0]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46730748"/>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SelXSumX9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Select X reg MSD source from Sum or X9 group</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5446934"/>
                  </a:ext>
                </a:extLst>
              </a:tr>
            </a:tbl>
          </a:graphicData>
        </a:graphic>
      </p:graphicFrame>
      <p:graphicFrame>
        <p:nvGraphicFramePr>
          <p:cNvPr id="5" name="Table 4">
            <a:extLst>
              <a:ext uri="{FF2B5EF4-FFF2-40B4-BE49-F238E27FC236}">
                <a16:creationId xmlns:a16="http://schemas.microsoft.com/office/drawing/2014/main" id="{6EE1E451-D963-1FBF-DE0B-4F763982F0A3}"/>
              </a:ext>
            </a:extLst>
          </p:cNvPr>
          <p:cNvGraphicFramePr>
            <a:graphicFrameLocks noGrp="1"/>
          </p:cNvGraphicFramePr>
          <p:nvPr>
            <p:extLst>
              <p:ext uri="{D42A27DB-BD31-4B8C-83A1-F6EECF244321}">
                <p14:modId xmlns:p14="http://schemas.microsoft.com/office/powerpoint/2010/main" val="691503582"/>
              </p:ext>
            </p:extLst>
          </p:nvPr>
        </p:nvGraphicFramePr>
        <p:xfrm>
          <a:off x="384296" y="5045119"/>
          <a:ext cx="3238779" cy="1441450"/>
        </p:xfrm>
        <a:graphic>
          <a:graphicData uri="http://schemas.openxmlformats.org/drawingml/2006/table">
            <a:tbl>
              <a:tblPr firstRow="1" firstCol="1" bandRow="1"/>
              <a:tblGrid>
                <a:gridCol w="668051">
                  <a:extLst>
                    <a:ext uri="{9D8B030D-6E8A-4147-A177-3AD203B41FA5}">
                      <a16:colId xmlns:a16="http://schemas.microsoft.com/office/drawing/2014/main" val="1815397638"/>
                    </a:ext>
                  </a:extLst>
                </a:gridCol>
                <a:gridCol w="300525">
                  <a:extLst>
                    <a:ext uri="{9D8B030D-6E8A-4147-A177-3AD203B41FA5}">
                      <a16:colId xmlns:a16="http://schemas.microsoft.com/office/drawing/2014/main" val="3329061072"/>
                    </a:ext>
                  </a:extLst>
                </a:gridCol>
                <a:gridCol w="2270203">
                  <a:extLst>
                    <a:ext uri="{9D8B030D-6E8A-4147-A177-3AD203B41FA5}">
                      <a16:colId xmlns:a16="http://schemas.microsoft.com/office/drawing/2014/main" val="3426922103"/>
                    </a:ext>
                  </a:extLst>
                </a:gridCol>
              </a:tblGrid>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ClrXPh1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Clear X reg domain devices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27375271"/>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ClrYPh2</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Clear Y reg domain devices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05726465"/>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StatBitEn</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011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Enable status latches for write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12360078"/>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SelXYlsd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100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Select X reg MSD source from Y reg LSD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08688608"/>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SelXSum</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100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Select X reg MSD source from SUM</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3850903"/>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NxtPh</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101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Advance tracking state machine state</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0380138"/>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CntrEn</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110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Enable selected counter for up/down advance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38304537"/>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SHSexpDexp</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111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Load Sexp counter value into Dexp</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73837888"/>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SelXX9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Select X reg MSD source from X9 reg</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9926430"/>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SelXXlsd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Select X reg MSD source from X reg LSD</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04763850"/>
                  </a:ext>
                </a:extLst>
              </a:tr>
            </a:tbl>
          </a:graphicData>
        </a:graphic>
      </p:graphicFrame>
      <p:graphicFrame>
        <p:nvGraphicFramePr>
          <p:cNvPr id="6" name="Table 5">
            <a:extLst>
              <a:ext uri="{FF2B5EF4-FFF2-40B4-BE49-F238E27FC236}">
                <a16:creationId xmlns:a16="http://schemas.microsoft.com/office/drawing/2014/main" id="{BB6B424B-F929-0512-A8F0-FCA7B7E20FBF}"/>
              </a:ext>
            </a:extLst>
          </p:cNvPr>
          <p:cNvGraphicFramePr>
            <a:graphicFrameLocks noGrp="1"/>
          </p:cNvGraphicFramePr>
          <p:nvPr>
            <p:extLst>
              <p:ext uri="{D42A27DB-BD31-4B8C-83A1-F6EECF244321}">
                <p14:modId xmlns:p14="http://schemas.microsoft.com/office/powerpoint/2010/main" val="3111345476"/>
              </p:ext>
            </p:extLst>
          </p:nvPr>
        </p:nvGraphicFramePr>
        <p:xfrm>
          <a:off x="420549" y="2920776"/>
          <a:ext cx="3202523" cy="1585595"/>
        </p:xfrm>
        <a:graphic>
          <a:graphicData uri="http://schemas.openxmlformats.org/drawingml/2006/table">
            <a:tbl>
              <a:tblPr firstRow="1" firstCol="1" bandRow="1"/>
              <a:tblGrid>
                <a:gridCol w="599506">
                  <a:extLst>
                    <a:ext uri="{9D8B030D-6E8A-4147-A177-3AD203B41FA5}">
                      <a16:colId xmlns:a16="http://schemas.microsoft.com/office/drawing/2014/main" val="3510459209"/>
                    </a:ext>
                  </a:extLst>
                </a:gridCol>
                <a:gridCol w="297174">
                  <a:extLst>
                    <a:ext uri="{9D8B030D-6E8A-4147-A177-3AD203B41FA5}">
                      <a16:colId xmlns:a16="http://schemas.microsoft.com/office/drawing/2014/main" val="1899440915"/>
                    </a:ext>
                  </a:extLst>
                </a:gridCol>
                <a:gridCol w="2305843">
                  <a:extLst>
                    <a:ext uri="{9D8B030D-6E8A-4147-A177-3AD203B41FA5}">
                      <a16:colId xmlns:a16="http://schemas.microsoft.com/office/drawing/2014/main" val="3548227865"/>
                    </a:ext>
                  </a:extLst>
                </a:gridCol>
              </a:tblGrid>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SelQLQlsd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Select QL reg source from Q reg LSD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74631353"/>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SelYQYlsd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Select Y and Q reg MSD sources from Y reg LSD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96235021"/>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StatBit1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011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Set selected status bit to 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9136587"/>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SelX9Xmsd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100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Select X9 reg source from X reg MSD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23574746"/>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SelYXlsd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101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Select Y reg source from X reg LSD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07191530"/>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CntrIncr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110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Increment selected and enabled counter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40633474"/>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RowHold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111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DSKY row latch disable (hold)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77099544"/>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SelYZero</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Select Y reg MSD source from 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25040570"/>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SelQZero</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Select Q reg MSD source from 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41815216"/>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SelX9Zero</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Select X9 reg source from 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44167830"/>
                  </a:ext>
                </a:extLst>
              </a:tr>
              <a:tr h="144145">
                <a:tc>
                  <a:txBody>
                    <a:bodyPr/>
                    <a:lstStyle/>
                    <a:p>
                      <a:pPr>
                        <a:lnSpc>
                          <a:spcPct val="115000"/>
                        </a:lnSpc>
                        <a:spcAft>
                          <a:spcPts val="800"/>
                        </a:spcAft>
                        <a:buNone/>
                      </a:pPr>
                      <a:r>
                        <a:rPr lang="en-US" sz="800" kern="100" dirty="0" err="1">
                          <a:effectLst/>
                          <a:latin typeface="Calibri" panose="020F0502020204030204" pitchFamily="34" charset="0"/>
                          <a:ea typeface="Calibri" panose="020F0502020204030204" pitchFamily="34" charset="0"/>
                          <a:cs typeface="Times New Roman" panose="02020603050405020304" pitchFamily="18" charset="0"/>
                        </a:rPr>
                        <a:t>SelQLZero</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Select QL reg source from 0</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20574598"/>
                  </a:ext>
                </a:extLst>
              </a:tr>
            </a:tbl>
          </a:graphicData>
        </a:graphic>
      </p:graphicFrame>
      <p:graphicFrame>
        <p:nvGraphicFramePr>
          <p:cNvPr id="8" name="Table 7">
            <a:extLst>
              <a:ext uri="{FF2B5EF4-FFF2-40B4-BE49-F238E27FC236}">
                <a16:creationId xmlns:a16="http://schemas.microsoft.com/office/drawing/2014/main" id="{6B6C1B76-E1CE-B224-490A-CDB74F8BA893}"/>
              </a:ext>
            </a:extLst>
          </p:cNvPr>
          <p:cNvGraphicFramePr>
            <a:graphicFrameLocks noGrp="1"/>
          </p:cNvGraphicFramePr>
          <p:nvPr>
            <p:extLst>
              <p:ext uri="{D42A27DB-BD31-4B8C-83A1-F6EECF244321}">
                <p14:modId xmlns:p14="http://schemas.microsoft.com/office/powerpoint/2010/main" val="4062337912"/>
              </p:ext>
            </p:extLst>
          </p:nvPr>
        </p:nvGraphicFramePr>
        <p:xfrm>
          <a:off x="4082180" y="1027620"/>
          <a:ext cx="3147695" cy="2306320"/>
        </p:xfrm>
        <a:graphic>
          <a:graphicData uri="http://schemas.openxmlformats.org/drawingml/2006/table">
            <a:tbl>
              <a:tblPr firstRow="1" firstCol="1" bandRow="1"/>
              <a:tblGrid>
                <a:gridCol w="784225">
                  <a:extLst>
                    <a:ext uri="{9D8B030D-6E8A-4147-A177-3AD203B41FA5}">
                      <a16:colId xmlns:a16="http://schemas.microsoft.com/office/drawing/2014/main" val="2679003011"/>
                    </a:ext>
                  </a:extLst>
                </a:gridCol>
                <a:gridCol w="446405">
                  <a:extLst>
                    <a:ext uri="{9D8B030D-6E8A-4147-A177-3AD203B41FA5}">
                      <a16:colId xmlns:a16="http://schemas.microsoft.com/office/drawing/2014/main" val="87593052"/>
                    </a:ext>
                  </a:extLst>
                </a:gridCol>
                <a:gridCol w="1917065">
                  <a:extLst>
                    <a:ext uri="{9D8B030D-6E8A-4147-A177-3AD203B41FA5}">
                      <a16:colId xmlns:a16="http://schemas.microsoft.com/office/drawing/2014/main" val="2935891395"/>
                    </a:ext>
                  </a:extLst>
                </a:gridCol>
              </a:tblGrid>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CircX</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000001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Shift X reg from MSD toward LSD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57328410"/>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DPAdjX</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000001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80297054"/>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ShrX</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000001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06979832"/>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EntNumX</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000010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Shift X reg from LSD toward MSD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36087033"/>
                  </a:ext>
                </a:extLst>
              </a:tr>
              <a:tr h="144145">
                <a:tc>
                  <a:txBody>
                    <a:bodyPr/>
                    <a:lstStyle/>
                    <a:p>
                      <a:pPr>
                        <a:lnSpc>
                          <a:spcPct val="115000"/>
                        </a:lnSpc>
                        <a:spcAft>
                          <a:spcPts val="800"/>
                        </a:spcAft>
                        <a:buNone/>
                      </a:pPr>
                      <a:r>
                        <a:rPr lang="en-US" sz="800" kern="100" dirty="0" err="1">
                          <a:effectLst/>
                          <a:latin typeface="Calibri" panose="020F0502020204030204" pitchFamily="34" charset="0"/>
                          <a:ea typeface="Calibri" panose="020F0502020204030204" pitchFamily="34" charset="0"/>
                          <a:cs typeface="Times New Roman" panose="02020603050405020304" pitchFamily="18" charset="0"/>
                        </a:rPr>
                        <a:t>LeftJustX</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000010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08118530"/>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ApendDivdn</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000010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68687503"/>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RmLdZeroX</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000010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6328298"/>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DPAdjY</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000100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Shift X reg from MSD toward LSD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64629903"/>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CopyXY</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000101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Shift X and Y reg from MSD toward LSD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49701405"/>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ExchXY</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000101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02924479"/>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AddSub</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000101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31610381"/>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DivXY10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000101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54046152"/>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ShrX9X8QDiv10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010001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Shift X and Q reg from MSD toward LSD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11159972"/>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CopyYQ</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010100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Shift Y and Q reg from MSD toward LSD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63151452"/>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CopyQ0QL</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100000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Shift Q reg from LSD toward MSD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11209113"/>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CopyQX</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100010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Shift X and Q reg from LSD toward MSD</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30895360"/>
                  </a:ext>
                </a:extLst>
              </a:tr>
            </a:tbl>
          </a:graphicData>
        </a:graphic>
      </p:graphicFrame>
      <p:graphicFrame>
        <p:nvGraphicFramePr>
          <p:cNvPr id="9" name="Table 8">
            <a:extLst>
              <a:ext uri="{FF2B5EF4-FFF2-40B4-BE49-F238E27FC236}">
                <a16:creationId xmlns:a16="http://schemas.microsoft.com/office/drawing/2014/main" id="{62E92224-1CDC-E003-DAA0-6074209E7DCD}"/>
              </a:ext>
            </a:extLst>
          </p:cNvPr>
          <p:cNvGraphicFramePr>
            <a:graphicFrameLocks noGrp="1"/>
          </p:cNvGraphicFramePr>
          <p:nvPr>
            <p:extLst>
              <p:ext uri="{D42A27DB-BD31-4B8C-83A1-F6EECF244321}">
                <p14:modId xmlns:p14="http://schemas.microsoft.com/office/powerpoint/2010/main" val="1754094105"/>
              </p:ext>
            </p:extLst>
          </p:nvPr>
        </p:nvGraphicFramePr>
        <p:xfrm>
          <a:off x="4059186" y="3764157"/>
          <a:ext cx="3204940" cy="2726627"/>
        </p:xfrm>
        <a:graphic>
          <a:graphicData uri="http://schemas.openxmlformats.org/drawingml/2006/table">
            <a:tbl>
              <a:tblPr firstRow="1" firstCol="1" bandRow="1"/>
              <a:tblGrid>
                <a:gridCol w="746760">
                  <a:extLst>
                    <a:ext uri="{9D8B030D-6E8A-4147-A177-3AD203B41FA5}">
                      <a16:colId xmlns:a16="http://schemas.microsoft.com/office/drawing/2014/main" val="2715479663"/>
                    </a:ext>
                  </a:extLst>
                </a:gridCol>
                <a:gridCol w="343535">
                  <a:extLst>
                    <a:ext uri="{9D8B030D-6E8A-4147-A177-3AD203B41FA5}">
                      <a16:colId xmlns:a16="http://schemas.microsoft.com/office/drawing/2014/main" val="1403057352"/>
                    </a:ext>
                  </a:extLst>
                </a:gridCol>
                <a:gridCol w="2114645">
                  <a:extLst>
                    <a:ext uri="{9D8B030D-6E8A-4147-A177-3AD203B41FA5}">
                      <a16:colId xmlns:a16="http://schemas.microsoft.com/office/drawing/2014/main" val="2969930754"/>
                    </a:ext>
                  </a:extLst>
                </a:gridCol>
              </a:tblGrid>
              <a:tr h="80334">
                <a:tc>
                  <a:txBody>
                    <a:bodyPr/>
                    <a:lstStyle/>
                    <a:p>
                      <a:pPr>
                        <a:lnSpc>
                          <a:spcPct val="115000"/>
                        </a:lnSpc>
                        <a:spcAft>
                          <a:spcPts val="800"/>
                        </a:spcAft>
                        <a:buNone/>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JMP</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NA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Unconditional Branch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23415590"/>
                  </a:ext>
                </a:extLst>
              </a:tr>
              <a:tr h="144145">
                <a:tc>
                  <a:txBody>
                    <a:bodyPr/>
                    <a:lstStyle/>
                    <a:p>
                      <a:pPr>
                        <a:lnSpc>
                          <a:spcPct val="115000"/>
                        </a:lnSpc>
                        <a:spcAft>
                          <a:spcPts val="800"/>
                        </a:spcAft>
                        <a:buNone/>
                      </a:pPr>
                      <a:r>
                        <a:rPr lang="en-US" sz="800" kern="100" dirty="0" err="1">
                          <a:effectLst/>
                          <a:latin typeface="Calibri" panose="020F0502020204030204" pitchFamily="34" charset="0"/>
                          <a:ea typeface="Calibri" panose="020F0502020204030204" pitchFamily="34" charset="0"/>
                          <a:cs typeface="Times New Roman" panose="02020603050405020304" pitchFamily="18" charset="0"/>
                        </a:rPr>
                        <a:t>BRDecEven</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0000</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Branch if </a:t>
                      </a:r>
                      <a:r>
                        <a:rPr lang="en-US" sz="800" kern="100" dirty="0" err="1">
                          <a:effectLst/>
                          <a:latin typeface="Calibri" panose="020F0502020204030204" pitchFamily="34" charset="0"/>
                          <a:ea typeface="Calibri" panose="020F0502020204030204" pitchFamily="34" charset="0"/>
                          <a:cs typeface="Times New Roman" panose="02020603050405020304" pitchFamily="18" charset="0"/>
                        </a:rPr>
                        <a:t>DexpCnt</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=0</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6915840"/>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BRDigFull</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0001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Branch of DigCnt=8</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87422288"/>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BRDigEmpty</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Branch if DigCnt=0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18022257"/>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BRDintOvrfl</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0011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Branch if Dexp&gt;=8</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8829175"/>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BRSignX</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0100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Branch if SignX status bit set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35755731"/>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BRSignY</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0101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Branch if SignY status bit set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3064002"/>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BRInOp2Ph</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0110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Branch if in or beyond Op2Ph tracking state</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92097034"/>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BRDPFree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0111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Branch of DP status bit has not been set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63254125"/>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BRQLZero</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1000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Branch if Qlreg=0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08770889"/>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BRX9Zero</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1001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Branch if X9reg=0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842803"/>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BRDpOvrfl</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1010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Branch if XDpCnt&gt;=8</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3148240"/>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BRNoKeyDet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1011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Branch if no key is currently pressed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6955234"/>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BRIsNeg</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1100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Branch if arithmetic (SUM) sign bit is set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81589493"/>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BRCarryO</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1101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Branch if arithmetic carry out bit is set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77280302"/>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BRSignXexp</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1110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Branch if Op2’s exponent sign status bit is set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28333946"/>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BRLoop8NZ</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1111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Branch if LoopCnt&gt;0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91512836"/>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BRSignYexp</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0110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Branch if Op1’s exponent sign status bit is set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11006219"/>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BrNegExpTerm</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0101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Branch if current negative exponent calculated</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41898892"/>
                  </a:ext>
                </a:extLst>
              </a:tr>
            </a:tbl>
          </a:graphicData>
        </a:graphic>
      </p:graphicFrame>
      <p:graphicFrame>
        <p:nvGraphicFramePr>
          <p:cNvPr id="10" name="Table 9">
            <a:extLst>
              <a:ext uri="{FF2B5EF4-FFF2-40B4-BE49-F238E27FC236}">
                <a16:creationId xmlns:a16="http://schemas.microsoft.com/office/drawing/2014/main" id="{EC4EBB36-D670-A006-7BE5-B1ABB3B746E8}"/>
              </a:ext>
            </a:extLst>
          </p:cNvPr>
          <p:cNvGraphicFramePr>
            <a:graphicFrameLocks noGrp="1"/>
          </p:cNvGraphicFramePr>
          <p:nvPr>
            <p:extLst>
              <p:ext uri="{D42A27DB-BD31-4B8C-83A1-F6EECF244321}">
                <p14:modId xmlns:p14="http://schemas.microsoft.com/office/powerpoint/2010/main" val="3446547117"/>
              </p:ext>
            </p:extLst>
          </p:nvPr>
        </p:nvGraphicFramePr>
        <p:xfrm>
          <a:off x="7771076" y="1021491"/>
          <a:ext cx="3291779" cy="3443415"/>
        </p:xfrm>
        <a:graphic>
          <a:graphicData uri="http://schemas.openxmlformats.org/drawingml/2006/table">
            <a:tbl>
              <a:tblPr firstRow="1" firstCol="1" bandRow="1"/>
              <a:tblGrid>
                <a:gridCol w="685981">
                  <a:extLst>
                    <a:ext uri="{9D8B030D-6E8A-4147-A177-3AD203B41FA5}">
                      <a16:colId xmlns:a16="http://schemas.microsoft.com/office/drawing/2014/main" val="1140977503"/>
                    </a:ext>
                  </a:extLst>
                </a:gridCol>
                <a:gridCol w="359260">
                  <a:extLst>
                    <a:ext uri="{9D8B030D-6E8A-4147-A177-3AD203B41FA5}">
                      <a16:colId xmlns:a16="http://schemas.microsoft.com/office/drawing/2014/main" val="2775207290"/>
                    </a:ext>
                  </a:extLst>
                </a:gridCol>
                <a:gridCol w="2246538">
                  <a:extLst>
                    <a:ext uri="{9D8B030D-6E8A-4147-A177-3AD203B41FA5}">
                      <a16:colId xmlns:a16="http://schemas.microsoft.com/office/drawing/2014/main" val="3614155349"/>
                    </a:ext>
                  </a:extLst>
                </a:gridCol>
              </a:tblGrid>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0000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Immedate data 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31041627"/>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0001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Immedate data 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756517"/>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2</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Immedate data 2</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53248919"/>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3</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0011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Immedate data 3</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51847373"/>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4</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0100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Immedate data 4</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13432467"/>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0101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Immedate data 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29687936"/>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6</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0110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Immedate data 6</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24076110"/>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7</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0111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Immedate data 7</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71710333"/>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8</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1000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Immedate data 8</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1828818"/>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1001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Immedate data 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88881951"/>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XDigCnt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0001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Select the XDigit counter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25032448"/>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XDPCnt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Select the XDP counter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06628925"/>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XYDexpCnt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0011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Select the Dexp counter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23703189"/>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XYSexpCnt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0100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Select the Sexp counter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3884515"/>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X9Cnt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0101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Select the X9 counter</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62241237"/>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QLCnt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0110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Select the QL counter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87250433"/>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FixDP</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0000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Select the DP status bit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64327377"/>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SignXexp</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0001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Select the Op2 exponent sign status bit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0248697"/>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NegExpTerm</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Select the negative exponent accumulation terminated status bit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78192583"/>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SignX</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0011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Select the Op2 sign status bit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4103140"/>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SignY</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0100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Select the Op1 sign status bit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9990101"/>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SignYexp</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0101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Select the Op1 exponent sign status bit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05527437"/>
                  </a:ext>
                </a:extLst>
              </a:tr>
              <a:tr h="144145">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AssertError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a:effectLst/>
                          <a:latin typeface="Calibri" panose="020F0502020204030204" pitchFamily="34" charset="0"/>
                          <a:ea typeface="Calibri" panose="020F0502020204030204" pitchFamily="34" charset="0"/>
                          <a:cs typeface="Times New Roman" panose="02020603050405020304" pitchFamily="18" charset="0"/>
                        </a:rPr>
                        <a:t>0110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Select the Error status bit</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0831123"/>
                  </a:ext>
                </a:extLst>
              </a:tr>
            </a:tbl>
          </a:graphicData>
        </a:graphic>
      </p:graphicFrame>
      <p:sp>
        <p:nvSpPr>
          <p:cNvPr id="11" name="TextBox 10">
            <a:extLst>
              <a:ext uri="{FF2B5EF4-FFF2-40B4-BE49-F238E27FC236}">
                <a16:creationId xmlns:a16="http://schemas.microsoft.com/office/drawing/2014/main" id="{21A88BFF-5785-7850-F058-2685D060E8E9}"/>
              </a:ext>
            </a:extLst>
          </p:cNvPr>
          <p:cNvSpPr txBox="1"/>
          <p:nvPr/>
        </p:nvSpPr>
        <p:spPr>
          <a:xfrm>
            <a:off x="420550" y="794305"/>
            <a:ext cx="1090363" cy="261610"/>
          </a:xfrm>
          <a:prstGeom prst="rect">
            <a:avLst/>
          </a:prstGeom>
          <a:noFill/>
          <a:ln>
            <a:noFill/>
          </a:ln>
        </p:spPr>
        <p:txBody>
          <a:bodyPr wrap="none" rtlCol="0">
            <a:spAutoFit/>
          </a:bodyPr>
          <a:lstStyle/>
          <a:p>
            <a:r>
              <a:rPr lang="en-US" sz="1100" b="1" dirty="0"/>
              <a:t>SelCtl1 (I5br:I7)</a:t>
            </a:r>
          </a:p>
        </p:txBody>
      </p:sp>
      <p:sp>
        <p:nvSpPr>
          <p:cNvPr id="12" name="TextBox 11">
            <a:extLst>
              <a:ext uri="{FF2B5EF4-FFF2-40B4-BE49-F238E27FC236}">
                <a16:creationId xmlns:a16="http://schemas.microsoft.com/office/drawing/2014/main" id="{E52F4921-2402-6330-D96D-A8179821F891}"/>
              </a:ext>
            </a:extLst>
          </p:cNvPr>
          <p:cNvSpPr txBox="1"/>
          <p:nvPr/>
        </p:nvSpPr>
        <p:spPr>
          <a:xfrm>
            <a:off x="401314" y="2686188"/>
            <a:ext cx="1109599" cy="261610"/>
          </a:xfrm>
          <a:prstGeom prst="rect">
            <a:avLst/>
          </a:prstGeom>
          <a:noFill/>
          <a:ln>
            <a:noFill/>
          </a:ln>
        </p:spPr>
        <p:txBody>
          <a:bodyPr wrap="none" rtlCol="0">
            <a:spAutoFit/>
          </a:bodyPr>
          <a:lstStyle/>
          <a:p>
            <a:r>
              <a:rPr lang="en-US" sz="1100" b="1" dirty="0"/>
              <a:t>SelCtl2 (I16:I18)</a:t>
            </a:r>
          </a:p>
        </p:txBody>
      </p:sp>
      <p:sp>
        <p:nvSpPr>
          <p:cNvPr id="13" name="TextBox 12">
            <a:extLst>
              <a:ext uri="{FF2B5EF4-FFF2-40B4-BE49-F238E27FC236}">
                <a16:creationId xmlns:a16="http://schemas.microsoft.com/office/drawing/2014/main" id="{99615F31-E23C-0939-16ED-0CEAD2483F3B}"/>
              </a:ext>
            </a:extLst>
          </p:cNvPr>
          <p:cNvSpPr txBox="1"/>
          <p:nvPr/>
        </p:nvSpPr>
        <p:spPr>
          <a:xfrm>
            <a:off x="311455" y="4814287"/>
            <a:ext cx="1109599" cy="261610"/>
          </a:xfrm>
          <a:prstGeom prst="rect">
            <a:avLst/>
          </a:prstGeom>
          <a:noFill/>
          <a:ln>
            <a:noFill/>
          </a:ln>
        </p:spPr>
        <p:txBody>
          <a:bodyPr wrap="none" rtlCol="0">
            <a:spAutoFit/>
          </a:bodyPr>
          <a:lstStyle/>
          <a:p>
            <a:r>
              <a:rPr lang="en-US" sz="1100" b="1" dirty="0"/>
              <a:t>SelCtl3 (I19:I21)</a:t>
            </a:r>
          </a:p>
        </p:txBody>
      </p:sp>
      <p:sp>
        <p:nvSpPr>
          <p:cNvPr id="14" name="TextBox 13">
            <a:extLst>
              <a:ext uri="{FF2B5EF4-FFF2-40B4-BE49-F238E27FC236}">
                <a16:creationId xmlns:a16="http://schemas.microsoft.com/office/drawing/2014/main" id="{8ED2AE10-F1C5-336A-B70C-55AF7FCC89BA}"/>
              </a:ext>
            </a:extLst>
          </p:cNvPr>
          <p:cNvSpPr txBox="1"/>
          <p:nvPr/>
        </p:nvSpPr>
        <p:spPr>
          <a:xfrm>
            <a:off x="4035570" y="779614"/>
            <a:ext cx="1116011" cy="261610"/>
          </a:xfrm>
          <a:prstGeom prst="rect">
            <a:avLst/>
          </a:prstGeom>
          <a:noFill/>
          <a:ln>
            <a:noFill/>
          </a:ln>
        </p:spPr>
        <p:txBody>
          <a:bodyPr wrap="none" rtlCol="0">
            <a:spAutoFit/>
          </a:bodyPr>
          <a:lstStyle/>
          <a:p>
            <a:r>
              <a:rPr lang="en-US" sz="1100" b="1" dirty="0" err="1"/>
              <a:t>RegCmd</a:t>
            </a:r>
            <a:r>
              <a:rPr lang="en-US" sz="1100" b="1" dirty="0"/>
              <a:t> (I8:I13)</a:t>
            </a:r>
          </a:p>
        </p:txBody>
      </p:sp>
      <p:sp>
        <p:nvSpPr>
          <p:cNvPr id="15" name="TextBox 14">
            <a:extLst>
              <a:ext uri="{FF2B5EF4-FFF2-40B4-BE49-F238E27FC236}">
                <a16:creationId xmlns:a16="http://schemas.microsoft.com/office/drawing/2014/main" id="{CDA10492-552D-2EF9-5D12-5F5D3ACBA532}"/>
              </a:ext>
            </a:extLst>
          </p:cNvPr>
          <p:cNvSpPr txBox="1"/>
          <p:nvPr/>
        </p:nvSpPr>
        <p:spPr>
          <a:xfrm>
            <a:off x="3988347" y="3517936"/>
            <a:ext cx="1196161" cy="261610"/>
          </a:xfrm>
          <a:prstGeom prst="rect">
            <a:avLst/>
          </a:prstGeom>
          <a:noFill/>
          <a:ln>
            <a:noFill/>
          </a:ln>
        </p:spPr>
        <p:txBody>
          <a:bodyPr wrap="none" rtlCol="0">
            <a:spAutoFit/>
          </a:bodyPr>
          <a:lstStyle/>
          <a:p>
            <a:r>
              <a:rPr lang="en-US" sz="1100" b="1" dirty="0"/>
              <a:t>Branches (D3:D0)</a:t>
            </a:r>
          </a:p>
        </p:txBody>
      </p:sp>
      <p:sp>
        <p:nvSpPr>
          <p:cNvPr id="16" name="TextBox 15">
            <a:extLst>
              <a:ext uri="{FF2B5EF4-FFF2-40B4-BE49-F238E27FC236}">
                <a16:creationId xmlns:a16="http://schemas.microsoft.com/office/drawing/2014/main" id="{2813D202-1CE9-6E26-E1C8-8BD4A608C0B6}"/>
              </a:ext>
            </a:extLst>
          </p:cNvPr>
          <p:cNvSpPr txBox="1"/>
          <p:nvPr/>
        </p:nvSpPr>
        <p:spPr>
          <a:xfrm>
            <a:off x="7700237" y="794297"/>
            <a:ext cx="2005677" cy="261610"/>
          </a:xfrm>
          <a:prstGeom prst="rect">
            <a:avLst/>
          </a:prstGeom>
          <a:noFill/>
          <a:ln>
            <a:noFill/>
          </a:ln>
        </p:spPr>
        <p:txBody>
          <a:bodyPr wrap="none" rtlCol="0">
            <a:spAutoFit/>
          </a:bodyPr>
          <a:lstStyle/>
          <a:p>
            <a:r>
              <a:rPr lang="en-US" sz="1100" b="1" dirty="0"/>
              <a:t>Immediate Data Labels (D3:D0)</a:t>
            </a:r>
          </a:p>
        </p:txBody>
      </p:sp>
      <p:sp>
        <p:nvSpPr>
          <p:cNvPr id="2" name="TextBox 1">
            <a:extLst>
              <a:ext uri="{FF2B5EF4-FFF2-40B4-BE49-F238E27FC236}">
                <a16:creationId xmlns:a16="http://schemas.microsoft.com/office/drawing/2014/main" id="{6993FAA7-5AE2-5408-E862-97528946A1FA}"/>
              </a:ext>
            </a:extLst>
          </p:cNvPr>
          <p:cNvSpPr txBox="1"/>
          <p:nvPr/>
        </p:nvSpPr>
        <p:spPr>
          <a:xfrm>
            <a:off x="3327400" y="168151"/>
            <a:ext cx="3536353" cy="523220"/>
          </a:xfrm>
          <a:prstGeom prst="rect">
            <a:avLst/>
          </a:prstGeom>
          <a:noFill/>
          <a:ln>
            <a:noFill/>
          </a:ln>
        </p:spPr>
        <p:txBody>
          <a:bodyPr wrap="none" rtlCol="0">
            <a:spAutoFit/>
          </a:bodyPr>
          <a:lstStyle/>
          <a:p>
            <a:r>
              <a:rPr lang="en-US" sz="2800" dirty="0" err="1"/>
              <a:t>MicroInstruction</a:t>
            </a:r>
            <a:r>
              <a:rPr lang="en-US" sz="2800" dirty="0"/>
              <a:t> Fields</a:t>
            </a:r>
          </a:p>
        </p:txBody>
      </p:sp>
      <p:graphicFrame>
        <p:nvGraphicFramePr>
          <p:cNvPr id="18" name="Table 17">
            <a:extLst>
              <a:ext uri="{FF2B5EF4-FFF2-40B4-BE49-F238E27FC236}">
                <a16:creationId xmlns:a16="http://schemas.microsoft.com/office/drawing/2014/main" id="{B4C1D7FF-F5CD-4A35-C309-802479DF8DCF}"/>
              </a:ext>
            </a:extLst>
          </p:cNvPr>
          <p:cNvGraphicFramePr>
            <a:graphicFrameLocks noGrp="1"/>
          </p:cNvGraphicFramePr>
          <p:nvPr>
            <p:extLst>
              <p:ext uri="{D42A27DB-BD31-4B8C-83A1-F6EECF244321}">
                <p14:modId xmlns:p14="http://schemas.microsoft.com/office/powerpoint/2010/main" val="2515546920"/>
              </p:ext>
            </p:extLst>
          </p:nvPr>
        </p:nvGraphicFramePr>
        <p:xfrm>
          <a:off x="7771076" y="4793544"/>
          <a:ext cx="3291779" cy="563976"/>
        </p:xfrm>
        <a:graphic>
          <a:graphicData uri="http://schemas.openxmlformats.org/drawingml/2006/table">
            <a:tbl>
              <a:tblPr>
                <a:tableStyleId>{5940675A-B579-460E-94D1-54222C63F5DA}</a:tableStyleId>
              </a:tblPr>
              <a:tblGrid>
                <a:gridCol w="583215">
                  <a:extLst>
                    <a:ext uri="{9D8B030D-6E8A-4147-A177-3AD203B41FA5}">
                      <a16:colId xmlns:a16="http://schemas.microsoft.com/office/drawing/2014/main" val="3153766806"/>
                    </a:ext>
                  </a:extLst>
                </a:gridCol>
                <a:gridCol w="228600">
                  <a:extLst>
                    <a:ext uri="{9D8B030D-6E8A-4147-A177-3AD203B41FA5}">
                      <a16:colId xmlns:a16="http://schemas.microsoft.com/office/drawing/2014/main" val="185502095"/>
                    </a:ext>
                  </a:extLst>
                </a:gridCol>
                <a:gridCol w="2479964">
                  <a:extLst>
                    <a:ext uri="{9D8B030D-6E8A-4147-A177-3AD203B41FA5}">
                      <a16:colId xmlns:a16="http://schemas.microsoft.com/office/drawing/2014/main" val="2655704467"/>
                    </a:ext>
                  </a:extLst>
                </a:gridCol>
              </a:tblGrid>
              <a:tr h="140994">
                <a:tc rowSpan="2">
                  <a:txBody>
                    <a:bodyPr/>
                    <a:lstStyle/>
                    <a:p>
                      <a:pPr marL="91440" algn="l" fontAlgn="b">
                        <a:buNone/>
                      </a:pPr>
                      <a:r>
                        <a:rPr lang="en-US" sz="800" u="none" strike="noStrike" dirty="0" err="1">
                          <a:effectLst/>
                        </a:rPr>
                        <a:t>SubAddB</a:t>
                      </a:r>
                    </a:p>
                    <a:p>
                      <a:pPr marL="91440" algn="l" fontAlgn="b">
                        <a:buNone/>
                      </a:pPr>
                      <a:r>
                        <a:rPr lang="en-US" sz="800" u="none" strike="noStrike" dirty="0">
                          <a:effectLst/>
                        </a:rPr>
                        <a:t> </a:t>
                      </a:r>
                      <a:endParaRPr lang="en-US" sz="8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7620" marR="7620" marT="7620" marB="0" anchor="b"/>
                </a:tc>
                <a:tc>
                  <a:txBody>
                    <a:bodyPr/>
                    <a:lstStyle/>
                    <a:p>
                      <a:pPr marL="91440" algn="l" fontAlgn="b">
                        <a:buNone/>
                      </a:pPr>
                      <a:r>
                        <a:rPr lang="en-US" sz="800" u="none" strike="noStrike" dirty="0">
                          <a:effectLst/>
                        </a:rPr>
                        <a:t>Add Digit 0 of Y register with Digit 0 of X register</a:t>
                      </a:r>
                      <a:endParaRPr lang="en-US" sz="8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63243199"/>
                  </a:ext>
                </a:extLst>
              </a:tr>
              <a:tr h="140994">
                <a:tc vMerge="1">
                  <a:txBody>
                    <a:bodyPr/>
                    <a:lstStyle/>
                    <a:p>
                      <a:endParaRPr dirty="0"/>
                    </a:p>
                  </a:txBody>
                  <a:tcPr marL="7620" marR="7620" marT="7620" marB="0" anchor="b"/>
                </a:tc>
                <a:tc>
                  <a:txBody>
                    <a:bodyPr/>
                    <a:lstStyle/>
                    <a:p>
                      <a:pPr algn="ctr" fontAlgn="b">
                        <a:buNone/>
                      </a:pPr>
                      <a:r>
                        <a:rPr lang="en-US" sz="800" u="none" strike="noStrike" dirty="0">
                          <a:effectLst/>
                        </a:rPr>
                        <a:t>1</a:t>
                      </a:r>
                      <a:endParaRPr lang="en-US" sz="800" b="0" i="0" u="none" strike="noStrike" dirty="0">
                        <a:solidFill>
                          <a:srgbClr val="000000"/>
                        </a:solidFill>
                        <a:effectLst/>
                        <a:latin typeface="Calibri" panose="020F0502020204030204" pitchFamily="34" charset="0"/>
                      </a:endParaRPr>
                    </a:p>
                  </a:txBody>
                  <a:tcPr marL="7620" marR="7620" marT="7620" marB="0" anchor="b"/>
                </a:tc>
                <a:tc>
                  <a:txBody>
                    <a:bodyPr/>
                    <a:lstStyle/>
                    <a:p>
                      <a:pPr marL="91440" algn="l" fontAlgn="b">
                        <a:buNone/>
                      </a:pPr>
                      <a:r>
                        <a:rPr lang="en-US" sz="800" u="none" strike="noStrike" dirty="0">
                          <a:effectLst/>
                        </a:rPr>
                        <a:t>Subtract Digit 0 of X register from Digit 0  of Y register</a:t>
                      </a:r>
                      <a:endParaRPr lang="en-US" sz="8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310564668"/>
                  </a:ext>
                </a:extLst>
              </a:tr>
              <a:tr h="140994">
                <a:tc rowSpan="2">
                  <a:txBody>
                    <a:bodyPr/>
                    <a:lstStyle/>
                    <a:p>
                      <a:pPr marL="91440" algn="l" fontAlgn="b">
                        <a:buNone/>
                      </a:pPr>
                      <a:r>
                        <a:rPr lang="en-US" sz="800" u="none" strike="noStrike" dirty="0" err="1">
                          <a:effectLst/>
                        </a:rPr>
                        <a:t>CarryEn</a:t>
                      </a:r>
                    </a:p>
                    <a:p>
                      <a:pPr marL="91440" algn="l" fontAlgn="b">
                        <a:buNone/>
                      </a:pPr>
                      <a:r>
                        <a:rPr lang="en-US" sz="800" u="none" strike="noStrike" dirty="0">
                          <a:effectLst/>
                        </a:rPr>
                        <a:t> </a:t>
                      </a:r>
                      <a:endParaRPr lang="en-US" sz="8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7620" marR="7620" marT="7620" marB="0" anchor="b"/>
                </a:tc>
                <a:tc>
                  <a:txBody>
                    <a:bodyPr/>
                    <a:lstStyle/>
                    <a:p>
                      <a:pPr marL="91440" algn="l" fontAlgn="b">
                        <a:buNone/>
                      </a:pPr>
                      <a:r>
                        <a:rPr lang="en-US" sz="800" u="none" strike="noStrike" dirty="0">
                          <a:effectLst/>
                        </a:rPr>
                        <a:t>Disable Carry In to Adder/Subtractor for one instruction</a:t>
                      </a:r>
                      <a:endParaRPr lang="en-US" sz="8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171271256"/>
                  </a:ext>
                </a:extLst>
              </a:tr>
              <a:tr h="140994">
                <a:tc vMerge="1">
                  <a:txBody>
                    <a:bodyPr/>
                    <a:lstStyle/>
                    <a:p>
                      <a:endParaRPr dirty="0"/>
                    </a:p>
                  </a:txBody>
                  <a:tcPr marL="7620" marR="7620" marT="7620" marB="0" anchor="b"/>
                </a:tc>
                <a:tc>
                  <a:txBody>
                    <a:bodyPr/>
                    <a:lstStyle/>
                    <a:p>
                      <a:pPr algn="ctr" fontAlgn="b">
                        <a:buNone/>
                      </a:pPr>
                      <a:r>
                        <a:rPr lang="en-US" sz="800" u="none" strike="noStrike" dirty="0">
                          <a:effectLst/>
                        </a:rPr>
                        <a:t>1</a:t>
                      </a:r>
                      <a:endParaRPr lang="en-US" sz="800" b="0" i="0" u="none" strike="noStrike" dirty="0">
                        <a:solidFill>
                          <a:srgbClr val="000000"/>
                        </a:solidFill>
                        <a:effectLst/>
                        <a:latin typeface="Calibri" panose="020F0502020204030204" pitchFamily="34" charset="0"/>
                      </a:endParaRPr>
                    </a:p>
                  </a:txBody>
                  <a:tcPr marL="7620" marR="7620" marT="7620" marB="0" anchor="b"/>
                </a:tc>
                <a:tc>
                  <a:txBody>
                    <a:bodyPr/>
                    <a:lstStyle/>
                    <a:p>
                      <a:pPr marL="91440" algn="l" fontAlgn="b">
                        <a:buNone/>
                      </a:pPr>
                      <a:r>
                        <a:rPr lang="en-US" sz="800" u="none" strike="noStrike" dirty="0">
                          <a:effectLst/>
                        </a:rPr>
                        <a:t>Enable Carry In to Adder/Subtractor for one instruction</a:t>
                      </a:r>
                      <a:endParaRPr lang="en-US" sz="8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36209398"/>
                  </a:ext>
                </a:extLst>
              </a:tr>
            </a:tbl>
          </a:graphicData>
        </a:graphic>
      </p:graphicFrame>
      <p:graphicFrame>
        <p:nvGraphicFramePr>
          <p:cNvPr id="19" name="Table 18">
            <a:extLst>
              <a:ext uri="{FF2B5EF4-FFF2-40B4-BE49-F238E27FC236}">
                <a16:creationId xmlns:a16="http://schemas.microsoft.com/office/drawing/2014/main" id="{2AA0D3F4-A84B-FF1F-2E02-5D6028554C81}"/>
              </a:ext>
            </a:extLst>
          </p:cNvPr>
          <p:cNvGraphicFramePr>
            <a:graphicFrameLocks noGrp="1"/>
          </p:cNvGraphicFramePr>
          <p:nvPr>
            <p:extLst>
              <p:ext uri="{D42A27DB-BD31-4B8C-83A1-F6EECF244321}">
                <p14:modId xmlns:p14="http://schemas.microsoft.com/office/powerpoint/2010/main" val="1891627857"/>
              </p:ext>
            </p:extLst>
          </p:nvPr>
        </p:nvGraphicFramePr>
        <p:xfrm>
          <a:off x="7772898" y="5725038"/>
          <a:ext cx="3289958" cy="763625"/>
        </p:xfrm>
        <a:graphic>
          <a:graphicData uri="http://schemas.openxmlformats.org/drawingml/2006/table">
            <a:tbl>
              <a:tblPr>
                <a:tableStyleId>{5940675A-B579-460E-94D1-54222C63F5DA}</a:tableStyleId>
              </a:tblPr>
              <a:tblGrid>
                <a:gridCol w="484411">
                  <a:extLst>
                    <a:ext uri="{9D8B030D-6E8A-4147-A177-3AD203B41FA5}">
                      <a16:colId xmlns:a16="http://schemas.microsoft.com/office/drawing/2014/main" val="2705059434"/>
                    </a:ext>
                  </a:extLst>
                </a:gridCol>
                <a:gridCol w="190525">
                  <a:extLst>
                    <a:ext uri="{9D8B030D-6E8A-4147-A177-3AD203B41FA5}">
                      <a16:colId xmlns:a16="http://schemas.microsoft.com/office/drawing/2014/main" val="3446028363"/>
                    </a:ext>
                  </a:extLst>
                </a:gridCol>
                <a:gridCol w="2615022">
                  <a:extLst>
                    <a:ext uri="{9D8B030D-6E8A-4147-A177-3AD203B41FA5}">
                      <a16:colId xmlns:a16="http://schemas.microsoft.com/office/drawing/2014/main" val="2347341072"/>
                    </a:ext>
                  </a:extLst>
                </a:gridCol>
              </a:tblGrid>
              <a:tr h="94452">
                <a:tc rowSpan="2">
                  <a:txBody>
                    <a:bodyPr/>
                    <a:lstStyle/>
                    <a:p>
                      <a:pPr marL="91440" algn="l" fontAlgn="b">
                        <a:buNone/>
                      </a:pPr>
                      <a:r>
                        <a:rPr lang="en-US" sz="800" u="none" strike="noStrike" dirty="0" err="1">
                          <a:effectLst/>
                        </a:rPr>
                        <a:t>KeyAck</a:t>
                      </a:r>
                    </a:p>
                    <a:p>
                      <a:pPr marL="91440" algn="l" fontAlgn="b">
                        <a:buNone/>
                      </a:pPr>
                      <a:r>
                        <a:rPr lang="en-US" sz="800" u="none" strike="noStrike" dirty="0">
                          <a:effectLst/>
                        </a:rPr>
                        <a:t> </a:t>
                      </a:r>
                      <a:endParaRPr lang="en-US" sz="8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7620" marR="7620" marT="7620" marB="0" anchor="b"/>
                </a:tc>
                <a:tc>
                  <a:txBody>
                    <a:bodyPr/>
                    <a:lstStyle/>
                    <a:p>
                      <a:pPr marL="91440" algn="l" fontAlgn="b">
                        <a:buNone/>
                      </a:pPr>
                      <a:r>
                        <a:rPr lang="en-US" sz="800" u="none" strike="noStrike" dirty="0">
                          <a:effectLst/>
                        </a:rPr>
                        <a:t>NA</a:t>
                      </a:r>
                      <a:endParaRPr lang="en-US" sz="8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828519336"/>
                  </a:ext>
                </a:extLst>
              </a:tr>
              <a:tr h="123960">
                <a:tc vMerge="1">
                  <a:txBody>
                    <a:bodyPr/>
                    <a:lstStyle/>
                    <a:p>
                      <a:endParaRPr dirty="0"/>
                    </a:p>
                  </a:txBody>
                  <a:tcPr marL="7620" marR="7620" marT="7620" marB="0" anchor="b"/>
                </a:tc>
                <a:tc>
                  <a:txBody>
                    <a:bodyPr/>
                    <a:lstStyle/>
                    <a:p>
                      <a:pPr algn="ctr" fontAlgn="b">
                        <a:buNone/>
                      </a:pPr>
                      <a:r>
                        <a:rPr lang="en-US" sz="800" u="none" strike="noStrike" dirty="0">
                          <a:effectLst/>
                        </a:rPr>
                        <a:t>1</a:t>
                      </a:r>
                      <a:endParaRPr lang="en-US" sz="800" b="0" i="0" u="none" strike="noStrike" dirty="0">
                        <a:solidFill>
                          <a:srgbClr val="000000"/>
                        </a:solidFill>
                        <a:effectLst/>
                        <a:latin typeface="Calibri" panose="020F0502020204030204" pitchFamily="34" charset="0"/>
                      </a:endParaRPr>
                    </a:p>
                  </a:txBody>
                  <a:tcPr marL="7620" marR="7620" marT="7620" marB="0" anchor="b"/>
                </a:tc>
                <a:tc>
                  <a:txBody>
                    <a:bodyPr/>
                    <a:lstStyle/>
                    <a:p>
                      <a:pPr marL="91440" algn="l" fontAlgn="b">
                        <a:buNone/>
                      </a:pPr>
                      <a:r>
                        <a:rPr lang="en-US" sz="800" u="none" strike="noStrike" dirty="0">
                          <a:effectLst/>
                        </a:rPr>
                        <a:t>Write state of keyboard into keyboard register, reset sequencer loop counter</a:t>
                      </a:r>
                      <a:endParaRPr lang="en-US" sz="8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47309470"/>
                  </a:ext>
                </a:extLst>
              </a:tr>
              <a:tr h="123960">
                <a:tc rowSpan="2">
                  <a:txBody>
                    <a:bodyPr/>
                    <a:lstStyle/>
                    <a:p>
                      <a:pPr marL="91440" algn="l" fontAlgn="b">
                        <a:buNone/>
                      </a:pPr>
                      <a:r>
                        <a:rPr lang="en-US" sz="800" u="none" strike="noStrike" dirty="0" err="1">
                          <a:effectLst/>
                        </a:rPr>
                        <a:t>HWIntEn</a:t>
                      </a:r>
                    </a:p>
                    <a:p>
                      <a:pPr marL="91440" algn="l" fontAlgn="b">
                        <a:buNone/>
                      </a:pPr>
                      <a:r>
                        <a:rPr lang="en-US" sz="800" u="none" strike="noStrike" dirty="0">
                          <a:effectLst/>
                        </a:rPr>
                        <a:t> </a:t>
                      </a:r>
                      <a:endParaRPr lang="en-US" sz="8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7620" marR="7620" marT="7620" marB="0" anchor="b"/>
                </a:tc>
                <a:tc>
                  <a:txBody>
                    <a:bodyPr/>
                    <a:lstStyle/>
                    <a:p>
                      <a:pPr marL="91440" algn="l" fontAlgn="b">
                        <a:buNone/>
                      </a:pPr>
                      <a:r>
                        <a:rPr lang="en-US" sz="800" u="none" strike="noStrike" dirty="0">
                          <a:effectLst/>
                        </a:rPr>
                        <a:t>NA</a:t>
                      </a:r>
                      <a:endParaRPr lang="en-US" sz="8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61541726"/>
                  </a:ext>
                </a:extLst>
              </a:tr>
              <a:tr h="253085">
                <a:tc vMerge="1">
                  <a:txBody>
                    <a:bodyPr/>
                    <a:lstStyle/>
                    <a:p>
                      <a:endParaRPr dirty="0"/>
                    </a:p>
                  </a:txBody>
                  <a:tcPr marL="7620" marR="7620" marT="7620" marB="0" anchor="b"/>
                </a:tc>
                <a:tc>
                  <a:txBody>
                    <a:bodyPr/>
                    <a:lstStyle/>
                    <a:p>
                      <a:pPr algn="ctr" fontAlgn="b">
                        <a:buNone/>
                      </a:pPr>
                      <a:r>
                        <a:rPr lang="en-US" sz="800" u="none" strike="noStrike" dirty="0">
                          <a:effectLst/>
                        </a:rPr>
                        <a:t>1</a:t>
                      </a:r>
                      <a:endParaRPr lang="en-US" sz="800" b="0" i="0" u="none" strike="noStrike" dirty="0">
                        <a:solidFill>
                          <a:srgbClr val="000000"/>
                        </a:solidFill>
                        <a:effectLst/>
                        <a:latin typeface="Calibri" panose="020F0502020204030204" pitchFamily="34" charset="0"/>
                      </a:endParaRPr>
                    </a:p>
                  </a:txBody>
                  <a:tcPr marL="7620" marR="7620" marT="7620" marB="0" anchor="b"/>
                </a:tc>
                <a:tc>
                  <a:txBody>
                    <a:bodyPr/>
                    <a:lstStyle/>
                    <a:p>
                      <a:pPr marL="91440" algn="l" fontAlgn="b">
                        <a:buNone/>
                      </a:pPr>
                      <a:r>
                        <a:rPr lang="en-US" sz="800" u="none" strike="noStrike" dirty="0">
                          <a:effectLst/>
                        </a:rPr>
                        <a:t>Enable branch to interrupt service routine if </a:t>
                      </a:r>
                      <a:r>
                        <a:rPr lang="en-US" sz="800" u="none" strike="noStrike" dirty="0" err="1">
                          <a:effectLst/>
                        </a:rPr>
                        <a:t>HWInt</a:t>
                      </a:r>
                      <a:r>
                        <a:rPr lang="en-US" sz="800" u="none" strike="noStrike" dirty="0">
                          <a:effectLst/>
                        </a:rPr>
                        <a:t> is active for one instruction</a:t>
                      </a:r>
                      <a:endParaRPr lang="en-US" sz="8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654187869"/>
                  </a:ext>
                </a:extLst>
              </a:tr>
            </a:tbl>
          </a:graphicData>
        </a:graphic>
      </p:graphicFrame>
      <p:sp>
        <p:nvSpPr>
          <p:cNvPr id="20" name="TextBox 19">
            <a:extLst>
              <a:ext uri="{FF2B5EF4-FFF2-40B4-BE49-F238E27FC236}">
                <a16:creationId xmlns:a16="http://schemas.microsoft.com/office/drawing/2014/main" id="{95EB91F3-D35D-7BC3-78C6-596E3D06B866}"/>
              </a:ext>
            </a:extLst>
          </p:cNvPr>
          <p:cNvSpPr txBox="1"/>
          <p:nvPr/>
        </p:nvSpPr>
        <p:spPr>
          <a:xfrm>
            <a:off x="7700237" y="4547456"/>
            <a:ext cx="1218603" cy="261610"/>
          </a:xfrm>
          <a:prstGeom prst="rect">
            <a:avLst/>
          </a:prstGeom>
          <a:noFill/>
          <a:ln>
            <a:noFill/>
          </a:ln>
        </p:spPr>
        <p:txBody>
          <a:bodyPr wrap="none" rtlCol="0">
            <a:spAutoFit/>
          </a:bodyPr>
          <a:lstStyle/>
          <a:p>
            <a:r>
              <a:rPr lang="en-US" sz="1100" b="1" dirty="0"/>
              <a:t>Add/Sub (I14:I15)</a:t>
            </a:r>
          </a:p>
        </p:txBody>
      </p:sp>
      <p:sp>
        <p:nvSpPr>
          <p:cNvPr id="21" name="TextBox 20">
            <a:extLst>
              <a:ext uri="{FF2B5EF4-FFF2-40B4-BE49-F238E27FC236}">
                <a16:creationId xmlns:a16="http://schemas.microsoft.com/office/drawing/2014/main" id="{EAF08834-3136-57A6-A144-449B0AB5527C}"/>
              </a:ext>
            </a:extLst>
          </p:cNvPr>
          <p:cNvSpPr txBox="1"/>
          <p:nvPr/>
        </p:nvSpPr>
        <p:spPr>
          <a:xfrm>
            <a:off x="7700237" y="5486242"/>
            <a:ext cx="1303562" cy="261610"/>
          </a:xfrm>
          <a:prstGeom prst="rect">
            <a:avLst/>
          </a:prstGeom>
          <a:noFill/>
          <a:ln>
            <a:noFill/>
          </a:ln>
        </p:spPr>
        <p:txBody>
          <a:bodyPr wrap="none" rtlCol="0">
            <a:spAutoFit/>
          </a:bodyPr>
          <a:lstStyle/>
          <a:p>
            <a:r>
              <a:rPr lang="en-US" sz="1100" b="1" dirty="0"/>
              <a:t>SEQ/DSKY (I22:I23)</a:t>
            </a:r>
          </a:p>
        </p:txBody>
      </p:sp>
    </p:spTree>
    <p:extLst>
      <p:ext uri="{BB962C8B-B14F-4D97-AF65-F5344CB8AC3E}">
        <p14:creationId xmlns:p14="http://schemas.microsoft.com/office/powerpoint/2010/main" val="3723851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TextBox 111">
            <a:extLst>
              <a:ext uri="{FF2B5EF4-FFF2-40B4-BE49-F238E27FC236}">
                <a16:creationId xmlns:a16="http://schemas.microsoft.com/office/drawing/2014/main" id="{768D4181-52BA-00FE-C491-4B7B42E51FA6}"/>
              </a:ext>
            </a:extLst>
          </p:cNvPr>
          <p:cNvSpPr txBox="1"/>
          <p:nvPr/>
        </p:nvSpPr>
        <p:spPr>
          <a:xfrm>
            <a:off x="452595" y="1753159"/>
            <a:ext cx="1350819" cy="400110"/>
          </a:xfrm>
          <a:prstGeom prst="rect">
            <a:avLst/>
          </a:prstGeom>
          <a:noFill/>
          <a:ln>
            <a:noFill/>
          </a:ln>
        </p:spPr>
        <p:txBody>
          <a:bodyPr wrap="none" rtlCol="0">
            <a:spAutoFit/>
          </a:bodyPr>
          <a:lstStyle/>
          <a:p>
            <a:r>
              <a:rPr lang="en-US" sz="2000" dirty="0"/>
              <a:t>DSKY LOOP</a:t>
            </a:r>
          </a:p>
        </p:txBody>
      </p:sp>
      <p:grpSp>
        <p:nvGrpSpPr>
          <p:cNvPr id="21" name="Group 20">
            <a:extLst>
              <a:ext uri="{FF2B5EF4-FFF2-40B4-BE49-F238E27FC236}">
                <a16:creationId xmlns:a16="http://schemas.microsoft.com/office/drawing/2014/main" id="{656B1CAC-CCFF-F012-C668-8843E9DC98D2}"/>
              </a:ext>
            </a:extLst>
          </p:cNvPr>
          <p:cNvGrpSpPr/>
          <p:nvPr/>
        </p:nvGrpSpPr>
        <p:grpSpPr>
          <a:xfrm>
            <a:off x="1373974" y="571500"/>
            <a:ext cx="9670213" cy="5731240"/>
            <a:chOff x="1373974" y="571500"/>
            <a:chExt cx="9670213" cy="5731240"/>
          </a:xfrm>
        </p:grpSpPr>
        <p:sp>
          <p:nvSpPr>
            <p:cNvPr id="2" name="TextBox 1">
              <a:extLst>
                <a:ext uri="{FF2B5EF4-FFF2-40B4-BE49-F238E27FC236}">
                  <a16:creationId xmlns:a16="http://schemas.microsoft.com/office/drawing/2014/main" id="{68A63E67-9752-E33F-B49F-FC1981033917}"/>
                </a:ext>
              </a:extLst>
            </p:cNvPr>
            <p:cNvSpPr txBox="1"/>
            <p:nvPr/>
          </p:nvSpPr>
          <p:spPr>
            <a:xfrm>
              <a:off x="3562608" y="1032631"/>
              <a:ext cx="837089" cy="246221"/>
            </a:xfrm>
            <a:prstGeom prst="rect">
              <a:avLst/>
            </a:prstGeom>
            <a:noFill/>
            <a:ln>
              <a:solidFill>
                <a:schemeClr val="tx1"/>
              </a:solidFill>
            </a:ln>
          </p:spPr>
          <p:txBody>
            <a:bodyPr wrap="none" rtlCol="0">
              <a:spAutoFit/>
            </a:bodyPr>
            <a:lstStyle/>
            <a:p>
              <a:r>
                <a:rPr lang="en-US" sz="1000" dirty="0"/>
                <a:t>Int Pending?</a:t>
              </a:r>
            </a:p>
          </p:txBody>
        </p:sp>
        <p:sp>
          <p:nvSpPr>
            <p:cNvPr id="3" name="TextBox 2">
              <a:extLst>
                <a:ext uri="{FF2B5EF4-FFF2-40B4-BE49-F238E27FC236}">
                  <a16:creationId xmlns:a16="http://schemas.microsoft.com/office/drawing/2014/main" id="{E96ED9FC-A135-DBF2-A3E1-38621552315B}"/>
                </a:ext>
              </a:extLst>
            </p:cNvPr>
            <p:cNvSpPr txBox="1"/>
            <p:nvPr/>
          </p:nvSpPr>
          <p:spPr>
            <a:xfrm>
              <a:off x="3605246" y="1953214"/>
              <a:ext cx="736099" cy="400110"/>
            </a:xfrm>
            <a:prstGeom prst="rect">
              <a:avLst/>
            </a:prstGeom>
            <a:noFill/>
            <a:ln>
              <a:solidFill>
                <a:schemeClr val="tx1"/>
              </a:solidFill>
            </a:ln>
          </p:spPr>
          <p:txBody>
            <a:bodyPr wrap="none" rtlCol="0">
              <a:spAutoFit/>
            </a:bodyPr>
            <a:lstStyle/>
            <a:p>
              <a:r>
                <a:rPr lang="en-US" sz="1000" dirty="0"/>
                <a:t>Light Dig0;</a:t>
              </a:r>
            </a:p>
            <a:p>
              <a:r>
                <a:rPr lang="en-US" sz="1000" dirty="0"/>
                <a:t>ROR </a:t>
              </a:r>
              <a:r>
                <a:rPr lang="en-US" sz="1000" dirty="0" err="1"/>
                <a:t>Xreg</a:t>
              </a:r>
              <a:endParaRPr lang="en-US" sz="1000" dirty="0"/>
            </a:p>
          </p:txBody>
        </p:sp>
        <p:sp>
          <p:nvSpPr>
            <p:cNvPr id="5" name="TextBox 4">
              <a:extLst>
                <a:ext uri="{FF2B5EF4-FFF2-40B4-BE49-F238E27FC236}">
                  <a16:creationId xmlns:a16="http://schemas.microsoft.com/office/drawing/2014/main" id="{8B8CF35C-3B54-28F4-C012-9EE18E27E2D4}"/>
                </a:ext>
              </a:extLst>
            </p:cNvPr>
            <p:cNvSpPr txBox="1"/>
            <p:nvPr/>
          </p:nvSpPr>
          <p:spPr>
            <a:xfrm>
              <a:off x="3606350" y="5586390"/>
              <a:ext cx="743157" cy="246221"/>
            </a:xfrm>
            <a:prstGeom prst="rect">
              <a:avLst/>
            </a:prstGeom>
            <a:noFill/>
            <a:ln>
              <a:solidFill>
                <a:schemeClr val="tx1"/>
              </a:solidFill>
            </a:ln>
          </p:spPr>
          <p:txBody>
            <a:bodyPr wrap="square" rtlCol="0">
              <a:spAutoFit/>
            </a:bodyPr>
            <a:lstStyle/>
            <a:p>
              <a:r>
                <a:rPr lang="en-US" sz="1000" dirty="0"/>
                <a:t>Light DigE;</a:t>
              </a:r>
            </a:p>
          </p:txBody>
        </p:sp>
        <p:sp>
          <p:nvSpPr>
            <p:cNvPr id="6" name="TextBox 5">
              <a:extLst>
                <a:ext uri="{FF2B5EF4-FFF2-40B4-BE49-F238E27FC236}">
                  <a16:creationId xmlns:a16="http://schemas.microsoft.com/office/drawing/2014/main" id="{D81A7E25-3A24-1C83-3CBD-5D9DE6737B67}"/>
                </a:ext>
              </a:extLst>
            </p:cNvPr>
            <p:cNvSpPr txBox="1"/>
            <p:nvPr/>
          </p:nvSpPr>
          <p:spPr>
            <a:xfrm>
              <a:off x="7077482" y="1032631"/>
              <a:ext cx="1242648" cy="400110"/>
            </a:xfrm>
            <a:prstGeom prst="rect">
              <a:avLst/>
            </a:prstGeom>
            <a:noFill/>
            <a:ln>
              <a:solidFill>
                <a:schemeClr val="tx1"/>
              </a:solidFill>
            </a:ln>
          </p:spPr>
          <p:txBody>
            <a:bodyPr wrap="none" rtlCol="0">
              <a:spAutoFit/>
            </a:bodyPr>
            <a:lstStyle/>
            <a:p>
              <a:r>
                <a:rPr lang="en-US" sz="1000" dirty="0"/>
                <a:t>Assert </a:t>
              </a:r>
              <a:r>
                <a:rPr lang="en-US" sz="1000" dirty="0" err="1"/>
                <a:t>Kybrd</a:t>
              </a:r>
              <a:r>
                <a:rPr lang="en-US" sz="1000" dirty="0"/>
                <a:t> Row0</a:t>
              </a:r>
            </a:p>
            <a:p>
              <a:r>
                <a:rPr lang="en-US" sz="1000" dirty="0"/>
                <a:t>Register </a:t>
              </a:r>
              <a:r>
                <a:rPr lang="en-US" sz="1000" dirty="0" err="1"/>
                <a:t>Kybrd</a:t>
              </a:r>
              <a:r>
                <a:rPr lang="en-US" sz="1000" dirty="0"/>
                <a:t> State</a:t>
              </a:r>
            </a:p>
          </p:txBody>
        </p:sp>
        <p:sp>
          <p:nvSpPr>
            <p:cNvPr id="7" name="TextBox 6">
              <a:extLst>
                <a:ext uri="{FF2B5EF4-FFF2-40B4-BE49-F238E27FC236}">
                  <a16:creationId xmlns:a16="http://schemas.microsoft.com/office/drawing/2014/main" id="{60EB4CFE-E490-4A03-755C-5646EA4CAC3E}"/>
                </a:ext>
              </a:extLst>
            </p:cNvPr>
            <p:cNvSpPr txBox="1"/>
            <p:nvPr/>
          </p:nvSpPr>
          <p:spPr>
            <a:xfrm>
              <a:off x="7231293" y="1673012"/>
              <a:ext cx="941283" cy="246221"/>
            </a:xfrm>
            <a:prstGeom prst="rect">
              <a:avLst/>
            </a:prstGeom>
            <a:noFill/>
            <a:ln>
              <a:solidFill>
                <a:schemeClr val="tx1"/>
              </a:solidFill>
            </a:ln>
          </p:spPr>
          <p:txBody>
            <a:bodyPr wrap="none" rtlCol="0">
              <a:spAutoFit/>
            </a:bodyPr>
            <a:lstStyle/>
            <a:p>
              <a:r>
                <a:rPr lang="en-US" sz="1000" dirty="0"/>
                <a:t>Key Detected?</a:t>
              </a:r>
            </a:p>
          </p:txBody>
        </p:sp>
        <p:sp>
          <p:nvSpPr>
            <p:cNvPr id="8" name="TextBox 7">
              <a:extLst>
                <a:ext uri="{FF2B5EF4-FFF2-40B4-BE49-F238E27FC236}">
                  <a16:creationId xmlns:a16="http://schemas.microsoft.com/office/drawing/2014/main" id="{BBB12FBB-C274-F94F-DA22-298432B37835}"/>
                </a:ext>
              </a:extLst>
            </p:cNvPr>
            <p:cNvSpPr txBox="1"/>
            <p:nvPr/>
          </p:nvSpPr>
          <p:spPr>
            <a:xfrm>
              <a:off x="7085949" y="2387305"/>
              <a:ext cx="1242648" cy="400110"/>
            </a:xfrm>
            <a:prstGeom prst="rect">
              <a:avLst/>
            </a:prstGeom>
            <a:noFill/>
            <a:ln>
              <a:solidFill>
                <a:schemeClr val="tx1"/>
              </a:solidFill>
            </a:ln>
          </p:spPr>
          <p:txBody>
            <a:bodyPr wrap="none" rtlCol="0">
              <a:spAutoFit/>
            </a:bodyPr>
            <a:lstStyle/>
            <a:p>
              <a:r>
                <a:rPr lang="en-US" sz="1000" dirty="0"/>
                <a:t>Assert </a:t>
              </a:r>
              <a:r>
                <a:rPr lang="en-US" sz="1000" dirty="0" err="1"/>
                <a:t>Kybrd</a:t>
              </a:r>
              <a:r>
                <a:rPr lang="en-US" sz="1000" dirty="0"/>
                <a:t> Row1</a:t>
              </a:r>
            </a:p>
            <a:p>
              <a:r>
                <a:rPr lang="en-US" sz="1000" dirty="0"/>
                <a:t>Register </a:t>
              </a:r>
              <a:r>
                <a:rPr lang="en-US" sz="1000" dirty="0" err="1"/>
                <a:t>Kybrd</a:t>
              </a:r>
              <a:r>
                <a:rPr lang="en-US" sz="1000" dirty="0"/>
                <a:t> State</a:t>
              </a:r>
            </a:p>
          </p:txBody>
        </p:sp>
        <p:sp>
          <p:nvSpPr>
            <p:cNvPr id="9" name="TextBox 8">
              <a:extLst>
                <a:ext uri="{FF2B5EF4-FFF2-40B4-BE49-F238E27FC236}">
                  <a16:creationId xmlns:a16="http://schemas.microsoft.com/office/drawing/2014/main" id="{7697DC54-52C6-D99B-2FAF-B37885A47D4D}"/>
                </a:ext>
              </a:extLst>
            </p:cNvPr>
            <p:cNvSpPr txBox="1"/>
            <p:nvPr/>
          </p:nvSpPr>
          <p:spPr>
            <a:xfrm>
              <a:off x="7238314" y="3027686"/>
              <a:ext cx="941283" cy="246221"/>
            </a:xfrm>
            <a:prstGeom prst="rect">
              <a:avLst/>
            </a:prstGeom>
            <a:noFill/>
            <a:ln>
              <a:solidFill>
                <a:schemeClr val="tx1"/>
              </a:solidFill>
            </a:ln>
          </p:spPr>
          <p:txBody>
            <a:bodyPr wrap="none" rtlCol="0">
              <a:spAutoFit/>
            </a:bodyPr>
            <a:lstStyle/>
            <a:p>
              <a:r>
                <a:rPr lang="en-US" sz="1000" dirty="0"/>
                <a:t>Key Detected?</a:t>
              </a:r>
            </a:p>
          </p:txBody>
        </p:sp>
        <p:sp>
          <p:nvSpPr>
            <p:cNvPr id="10" name="TextBox 9">
              <a:extLst>
                <a:ext uri="{FF2B5EF4-FFF2-40B4-BE49-F238E27FC236}">
                  <a16:creationId xmlns:a16="http://schemas.microsoft.com/office/drawing/2014/main" id="{57539B8B-BF84-DD59-FCED-2F17C96CC08D}"/>
                </a:ext>
              </a:extLst>
            </p:cNvPr>
            <p:cNvSpPr txBox="1"/>
            <p:nvPr/>
          </p:nvSpPr>
          <p:spPr>
            <a:xfrm>
              <a:off x="7095822" y="3598042"/>
              <a:ext cx="1242648" cy="400110"/>
            </a:xfrm>
            <a:prstGeom prst="rect">
              <a:avLst/>
            </a:prstGeom>
            <a:noFill/>
            <a:ln>
              <a:solidFill>
                <a:schemeClr val="tx1"/>
              </a:solidFill>
            </a:ln>
          </p:spPr>
          <p:txBody>
            <a:bodyPr wrap="none" rtlCol="0">
              <a:spAutoFit/>
            </a:bodyPr>
            <a:lstStyle/>
            <a:p>
              <a:r>
                <a:rPr lang="en-US" sz="1000" dirty="0"/>
                <a:t>Assert </a:t>
              </a:r>
              <a:r>
                <a:rPr lang="en-US" sz="1000" dirty="0" err="1"/>
                <a:t>Kybrd</a:t>
              </a:r>
              <a:r>
                <a:rPr lang="en-US" sz="1000" dirty="0"/>
                <a:t> Row2</a:t>
              </a:r>
            </a:p>
            <a:p>
              <a:r>
                <a:rPr lang="en-US" sz="1000" dirty="0"/>
                <a:t>Register </a:t>
              </a:r>
              <a:r>
                <a:rPr lang="en-US" sz="1000" dirty="0" err="1"/>
                <a:t>Kybrd</a:t>
              </a:r>
              <a:r>
                <a:rPr lang="en-US" sz="1000" dirty="0"/>
                <a:t> State</a:t>
              </a:r>
            </a:p>
          </p:txBody>
        </p:sp>
        <p:sp>
          <p:nvSpPr>
            <p:cNvPr id="11" name="TextBox 10">
              <a:extLst>
                <a:ext uri="{FF2B5EF4-FFF2-40B4-BE49-F238E27FC236}">
                  <a16:creationId xmlns:a16="http://schemas.microsoft.com/office/drawing/2014/main" id="{BE8391AE-E5BA-BE72-CB15-8C4FB99BC230}"/>
                </a:ext>
              </a:extLst>
            </p:cNvPr>
            <p:cNvSpPr txBox="1"/>
            <p:nvPr/>
          </p:nvSpPr>
          <p:spPr>
            <a:xfrm>
              <a:off x="7248187" y="4238423"/>
              <a:ext cx="941283" cy="246221"/>
            </a:xfrm>
            <a:prstGeom prst="rect">
              <a:avLst/>
            </a:prstGeom>
            <a:noFill/>
            <a:ln>
              <a:solidFill>
                <a:schemeClr val="tx1"/>
              </a:solidFill>
            </a:ln>
          </p:spPr>
          <p:txBody>
            <a:bodyPr wrap="none" rtlCol="0">
              <a:spAutoFit/>
            </a:bodyPr>
            <a:lstStyle/>
            <a:p>
              <a:r>
                <a:rPr lang="en-US" sz="1000" dirty="0"/>
                <a:t>Key Detected?</a:t>
              </a:r>
            </a:p>
          </p:txBody>
        </p:sp>
        <p:sp>
          <p:nvSpPr>
            <p:cNvPr id="12" name="TextBox 11">
              <a:extLst>
                <a:ext uri="{FF2B5EF4-FFF2-40B4-BE49-F238E27FC236}">
                  <a16:creationId xmlns:a16="http://schemas.microsoft.com/office/drawing/2014/main" id="{C90FB5CE-EA99-9CBC-AB0D-DCAD96086021}"/>
                </a:ext>
              </a:extLst>
            </p:cNvPr>
            <p:cNvSpPr txBox="1"/>
            <p:nvPr/>
          </p:nvSpPr>
          <p:spPr>
            <a:xfrm>
              <a:off x="7095822" y="4859579"/>
              <a:ext cx="1242648" cy="400110"/>
            </a:xfrm>
            <a:prstGeom prst="rect">
              <a:avLst/>
            </a:prstGeom>
            <a:noFill/>
            <a:ln>
              <a:solidFill>
                <a:schemeClr val="tx1"/>
              </a:solidFill>
            </a:ln>
          </p:spPr>
          <p:txBody>
            <a:bodyPr wrap="none" rtlCol="0">
              <a:spAutoFit/>
            </a:bodyPr>
            <a:lstStyle/>
            <a:p>
              <a:r>
                <a:rPr lang="en-US" sz="1000" dirty="0"/>
                <a:t>Assert </a:t>
              </a:r>
              <a:r>
                <a:rPr lang="en-US" sz="1000" dirty="0" err="1"/>
                <a:t>Kybrd</a:t>
              </a:r>
              <a:r>
                <a:rPr lang="en-US" sz="1000" dirty="0"/>
                <a:t> Row3</a:t>
              </a:r>
            </a:p>
            <a:p>
              <a:r>
                <a:rPr lang="en-US" sz="1000" dirty="0"/>
                <a:t>Register </a:t>
              </a:r>
              <a:r>
                <a:rPr lang="en-US" sz="1000" dirty="0" err="1"/>
                <a:t>Kybrd</a:t>
              </a:r>
              <a:r>
                <a:rPr lang="en-US" sz="1000" dirty="0"/>
                <a:t> State</a:t>
              </a:r>
            </a:p>
          </p:txBody>
        </p:sp>
        <p:sp>
          <p:nvSpPr>
            <p:cNvPr id="13" name="TextBox 12">
              <a:extLst>
                <a:ext uri="{FF2B5EF4-FFF2-40B4-BE49-F238E27FC236}">
                  <a16:creationId xmlns:a16="http://schemas.microsoft.com/office/drawing/2014/main" id="{DEB75126-00E8-162B-44DC-729A38D32D0D}"/>
                </a:ext>
              </a:extLst>
            </p:cNvPr>
            <p:cNvSpPr txBox="1"/>
            <p:nvPr/>
          </p:nvSpPr>
          <p:spPr>
            <a:xfrm>
              <a:off x="7248187" y="5499960"/>
              <a:ext cx="941283" cy="246221"/>
            </a:xfrm>
            <a:prstGeom prst="rect">
              <a:avLst/>
            </a:prstGeom>
            <a:noFill/>
            <a:ln>
              <a:solidFill>
                <a:schemeClr val="tx1"/>
              </a:solidFill>
            </a:ln>
          </p:spPr>
          <p:txBody>
            <a:bodyPr wrap="none" rtlCol="0">
              <a:spAutoFit/>
            </a:bodyPr>
            <a:lstStyle/>
            <a:p>
              <a:r>
                <a:rPr lang="en-US" sz="1000" dirty="0"/>
                <a:t>Key Detected?</a:t>
              </a:r>
            </a:p>
          </p:txBody>
        </p:sp>
        <p:cxnSp>
          <p:nvCxnSpPr>
            <p:cNvPr id="15" name="Straight Arrow Connector 14">
              <a:extLst>
                <a:ext uri="{FF2B5EF4-FFF2-40B4-BE49-F238E27FC236}">
                  <a16:creationId xmlns:a16="http://schemas.microsoft.com/office/drawing/2014/main" id="{6BC99880-EDCB-A9D9-BF74-06007B58AF7E}"/>
                </a:ext>
              </a:extLst>
            </p:cNvPr>
            <p:cNvCxnSpPr>
              <a:stCxn id="6" idx="2"/>
              <a:endCxn id="7" idx="0"/>
            </p:cNvCxnSpPr>
            <p:nvPr/>
          </p:nvCxnSpPr>
          <p:spPr>
            <a:xfrm>
              <a:off x="7698806" y="1432741"/>
              <a:ext cx="3129" cy="24027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836143F-8561-9794-AFEA-8EC24746252D}"/>
                </a:ext>
              </a:extLst>
            </p:cNvPr>
            <p:cNvCxnSpPr>
              <a:stCxn id="8" idx="2"/>
              <a:endCxn id="9" idx="0"/>
            </p:cNvCxnSpPr>
            <p:nvPr/>
          </p:nvCxnSpPr>
          <p:spPr>
            <a:xfrm>
              <a:off x="7707273" y="2787415"/>
              <a:ext cx="1683" cy="24027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E2A05CA-5688-B8A4-A427-9296131698D3}"/>
                </a:ext>
              </a:extLst>
            </p:cNvPr>
            <p:cNvCxnSpPr>
              <a:stCxn id="10" idx="2"/>
              <a:endCxn id="11" idx="0"/>
            </p:cNvCxnSpPr>
            <p:nvPr/>
          </p:nvCxnSpPr>
          <p:spPr>
            <a:xfrm>
              <a:off x="7717146" y="3998152"/>
              <a:ext cx="1683" cy="24027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FEC14478-B3BD-1272-6164-5B05BF5DB24B}"/>
                </a:ext>
              </a:extLst>
            </p:cNvPr>
            <p:cNvCxnSpPr>
              <a:stCxn id="12" idx="2"/>
              <a:endCxn id="13" idx="0"/>
            </p:cNvCxnSpPr>
            <p:nvPr/>
          </p:nvCxnSpPr>
          <p:spPr>
            <a:xfrm>
              <a:off x="7717146" y="5259689"/>
              <a:ext cx="1683" cy="24027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A695F03-8B1E-4833-B09C-97D9825BBFCE}"/>
                </a:ext>
              </a:extLst>
            </p:cNvPr>
            <p:cNvCxnSpPr>
              <a:stCxn id="7" idx="2"/>
              <a:endCxn id="8" idx="0"/>
            </p:cNvCxnSpPr>
            <p:nvPr/>
          </p:nvCxnSpPr>
          <p:spPr>
            <a:xfrm>
              <a:off x="7701935" y="1919233"/>
              <a:ext cx="5338" cy="46807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C274C5F-4E1F-76EF-672F-7D457733C41B}"/>
                </a:ext>
              </a:extLst>
            </p:cNvPr>
            <p:cNvCxnSpPr>
              <a:stCxn id="9" idx="2"/>
              <a:endCxn id="10" idx="0"/>
            </p:cNvCxnSpPr>
            <p:nvPr/>
          </p:nvCxnSpPr>
          <p:spPr>
            <a:xfrm>
              <a:off x="7708956" y="3273907"/>
              <a:ext cx="8190" cy="324135"/>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6526AC6-E228-50A6-032C-4CA43F41D1BB}"/>
                </a:ext>
              </a:extLst>
            </p:cNvPr>
            <p:cNvCxnSpPr>
              <a:stCxn id="11" idx="2"/>
              <a:endCxn id="12" idx="0"/>
            </p:cNvCxnSpPr>
            <p:nvPr/>
          </p:nvCxnSpPr>
          <p:spPr>
            <a:xfrm flipH="1">
              <a:off x="7717146" y="4484644"/>
              <a:ext cx="1683" cy="374935"/>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E1347875-CD12-C4D1-8E1C-5C8E7B86A8B7}"/>
                </a:ext>
              </a:extLst>
            </p:cNvPr>
            <p:cNvSpPr txBox="1"/>
            <p:nvPr/>
          </p:nvSpPr>
          <p:spPr>
            <a:xfrm>
              <a:off x="9384719" y="3419543"/>
              <a:ext cx="930063" cy="246221"/>
            </a:xfrm>
            <a:prstGeom prst="rect">
              <a:avLst/>
            </a:prstGeom>
            <a:noFill/>
            <a:ln>
              <a:solidFill>
                <a:schemeClr val="tx1"/>
              </a:solidFill>
            </a:ln>
          </p:spPr>
          <p:txBody>
            <a:bodyPr wrap="none" rtlCol="0">
              <a:spAutoFit/>
            </a:bodyPr>
            <a:lstStyle/>
            <a:p>
              <a:r>
                <a:rPr lang="en-US" sz="1000" dirty="0"/>
                <a:t>Key Released?</a:t>
              </a:r>
            </a:p>
          </p:txBody>
        </p:sp>
        <p:cxnSp>
          <p:nvCxnSpPr>
            <p:cNvPr id="31" name="Straight Arrow Connector 30">
              <a:extLst>
                <a:ext uri="{FF2B5EF4-FFF2-40B4-BE49-F238E27FC236}">
                  <a16:creationId xmlns:a16="http://schemas.microsoft.com/office/drawing/2014/main" id="{D2A4314D-DCCB-9CFE-759E-7665C43BB59B}"/>
                </a:ext>
              </a:extLst>
            </p:cNvPr>
            <p:cNvCxnSpPr>
              <a:cxnSpLocks/>
              <a:stCxn id="7" idx="3"/>
              <a:endCxn id="29" idx="1"/>
            </p:cNvCxnSpPr>
            <p:nvPr/>
          </p:nvCxnSpPr>
          <p:spPr>
            <a:xfrm>
              <a:off x="8172576" y="1796123"/>
              <a:ext cx="1212143" cy="174653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E45A55A-CED1-CED8-F579-E4F1DCAED315}"/>
                </a:ext>
              </a:extLst>
            </p:cNvPr>
            <p:cNvCxnSpPr>
              <a:stCxn id="9" idx="3"/>
              <a:endCxn id="29" idx="1"/>
            </p:cNvCxnSpPr>
            <p:nvPr/>
          </p:nvCxnSpPr>
          <p:spPr>
            <a:xfrm>
              <a:off x="8179597" y="3150797"/>
              <a:ext cx="1205122" cy="391857"/>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317F119E-A0BF-2168-E616-A2CA202F0010}"/>
                </a:ext>
              </a:extLst>
            </p:cNvPr>
            <p:cNvCxnSpPr>
              <a:stCxn id="11" idx="3"/>
              <a:endCxn id="29" idx="1"/>
            </p:cNvCxnSpPr>
            <p:nvPr/>
          </p:nvCxnSpPr>
          <p:spPr>
            <a:xfrm flipV="1">
              <a:off x="8189470" y="3542654"/>
              <a:ext cx="1195249" cy="81888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264EF1B-F138-64C1-D89E-1C1899D7E1E5}"/>
                </a:ext>
              </a:extLst>
            </p:cNvPr>
            <p:cNvCxnSpPr>
              <a:stCxn id="13" idx="3"/>
              <a:endCxn id="29" idx="1"/>
            </p:cNvCxnSpPr>
            <p:nvPr/>
          </p:nvCxnSpPr>
          <p:spPr>
            <a:xfrm flipV="1">
              <a:off x="8189470" y="3542654"/>
              <a:ext cx="1195249" cy="2080417"/>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375E561-73DA-E432-AC38-C10BC50349D3}"/>
                </a:ext>
              </a:extLst>
            </p:cNvPr>
            <p:cNvCxnSpPr>
              <a:stCxn id="29" idx="3"/>
            </p:cNvCxnSpPr>
            <p:nvPr/>
          </p:nvCxnSpPr>
          <p:spPr>
            <a:xfrm flipV="1">
              <a:off x="10314782" y="3542653"/>
              <a:ext cx="255271" cy="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E94703B-FF86-F618-9D8F-AF38F57FD763}"/>
                </a:ext>
              </a:extLst>
            </p:cNvPr>
            <p:cNvCxnSpPr>
              <a:cxnSpLocks/>
            </p:cNvCxnSpPr>
            <p:nvPr/>
          </p:nvCxnSpPr>
          <p:spPr>
            <a:xfrm flipV="1">
              <a:off x="10570053" y="3019219"/>
              <a:ext cx="0" cy="514967"/>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5E97B42-2685-004C-BD35-E98A12551536}"/>
                </a:ext>
              </a:extLst>
            </p:cNvPr>
            <p:cNvCxnSpPr/>
            <p:nvPr/>
          </p:nvCxnSpPr>
          <p:spPr>
            <a:xfrm flipH="1">
              <a:off x="9849750" y="3019219"/>
              <a:ext cx="720303"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EF8B7669-AD19-4AAA-5BA2-C14942BC7090}"/>
                </a:ext>
              </a:extLst>
            </p:cNvPr>
            <p:cNvCxnSpPr>
              <a:endCxn id="29" idx="0"/>
            </p:cNvCxnSpPr>
            <p:nvPr/>
          </p:nvCxnSpPr>
          <p:spPr>
            <a:xfrm>
              <a:off x="9849750" y="3027686"/>
              <a:ext cx="1" cy="391857"/>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AE57DAE6-DED6-6704-1325-6BF22B1F2F03}"/>
                </a:ext>
              </a:extLst>
            </p:cNvPr>
            <p:cNvSpPr txBox="1"/>
            <p:nvPr/>
          </p:nvSpPr>
          <p:spPr>
            <a:xfrm>
              <a:off x="3512914" y="1499732"/>
              <a:ext cx="936475" cy="246221"/>
            </a:xfrm>
            <a:prstGeom prst="rect">
              <a:avLst/>
            </a:prstGeom>
            <a:noFill/>
            <a:ln>
              <a:solidFill>
                <a:schemeClr val="tx1"/>
              </a:solidFill>
            </a:ln>
          </p:spPr>
          <p:txBody>
            <a:bodyPr wrap="none" rtlCol="0">
              <a:spAutoFit/>
            </a:bodyPr>
            <a:lstStyle/>
            <a:p>
              <a:r>
                <a:rPr lang="en-US" sz="1000" dirty="0"/>
                <a:t>Enable Display</a:t>
              </a:r>
            </a:p>
          </p:txBody>
        </p:sp>
        <p:cxnSp>
          <p:nvCxnSpPr>
            <p:cNvPr id="53" name="Straight Arrow Connector 52">
              <a:extLst>
                <a:ext uri="{FF2B5EF4-FFF2-40B4-BE49-F238E27FC236}">
                  <a16:creationId xmlns:a16="http://schemas.microsoft.com/office/drawing/2014/main" id="{5F69A40D-7196-945E-0589-2D7B686A4BB1}"/>
                </a:ext>
              </a:extLst>
            </p:cNvPr>
            <p:cNvCxnSpPr>
              <a:stCxn id="2" idx="2"/>
              <a:endCxn id="51" idx="0"/>
            </p:cNvCxnSpPr>
            <p:nvPr/>
          </p:nvCxnSpPr>
          <p:spPr>
            <a:xfrm flipH="1">
              <a:off x="3981152" y="1278852"/>
              <a:ext cx="1" cy="22088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165FA05B-71E9-D13B-3743-A2C9FFE0E0DE}"/>
                </a:ext>
              </a:extLst>
            </p:cNvPr>
            <p:cNvCxnSpPr>
              <a:stCxn id="51" idx="2"/>
              <a:endCxn id="3" idx="0"/>
            </p:cNvCxnSpPr>
            <p:nvPr/>
          </p:nvCxnSpPr>
          <p:spPr>
            <a:xfrm flipH="1">
              <a:off x="3973296" y="1745953"/>
              <a:ext cx="7856" cy="20726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43D30E32-3E1E-13B6-ED7F-7C216E9BB338}"/>
                </a:ext>
              </a:extLst>
            </p:cNvPr>
            <p:cNvSpPr txBox="1"/>
            <p:nvPr/>
          </p:nvSpPr>
          <p:spPr>
            <a:xfrm>
              <a:off x="3499098" y="6056519"/>
              <a:ext cx="963725" cy="246221"/>
            </a:xfrm>
            <a:prstGeom prst="rect">
              <a:avLst/>
            </a:prstGeom>
            <a:noFill/>
            <a:ln>
              <a:solidFill>
                <a:schemeClr val="tx1"/>
              </a:solidFill>
            </a:ln>
          </p:spPr>
          <p:txBody>
            <a:bodyPr wrap="none" rtlCol="0">
              <a:spAutoFit/>
            </a:bodyPr>
            <a:lstStyle/>
            <a:p>
              <a:r>
                <a:rPr lang="en-US" sz="1000" dirty="0"/>
                <a:t>Disable Display</a:t>
              </a:r>
            </a:p>
          </p:txBody>
        </p:sp>
        <p:cxnSp>
          <p:nvCxnSpPr>
            <p:cNvPr id="58" name="Straight Arrow Connector 57">
              <a:extLst>
                <a:ext uri="{FF2B5EF4-FFF2-40B4-BE49-F238E27FC236}">
                  <a16:creationId xmlns:a16="http://schemas.microsoft.com/office/drawing/2014/main" id="{92A552DD-7F55-9079-BE9D-CDFA5DC37D82}"/>
                </a:ext>
              </a:extLst>
            </p:cNvPr>
            <p:cNvCxnSpPr>
              <a:cxnSpLocks/>
              <a:stCxn id="5" idx="2"/>
              <a:endCxn id="56" idx="0"/>
            </p:cNvCxnSpPr>
            <p:nvPr/>
          </p:nvCxnSpPr>
          <p:spPr>
            <a:xfrm>
              <a:off x="3977929" y="5832611"/>
              <a:ext cx="3032" cy="22390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513D18F0-3682-A3E9-0B21-63D3BD703FCC}"/>
                </a:ext>
              </a:extLst>
            </p:cNvPr>
            <p:cNvCxnSpPr>
              <a:cxnSpLocks/>
              <a:endCxn id="6" idx="1"/>
            </p:cNvCxnSpPr>
            <p:nvPr/>
          </p:nvCxnSpPr>
          <p:spPr>
            <a:xfrm>
              <a:off x="6249512" y="1232686"/>
              <a:ext cx="827970"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74BEA99E-7211-8096-DCA5-308D58805175}"/>
                </a:ext>
              </a:extLst>
            </p:cNvPr>
            <p:cNvCxnSpPr>
              <a:stCxn id="29" idx="2"/>
            </p:cNvCxnSpPr>
            <p:nvPr/>
          </p:nvCxnSpPr>
          <p:spPr>
            <a:xfrm flipH="1">
              <a:off x="9849750" y="3665764"/>
              <a:ext cx="1" cy="35829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24ACA4D3-AB50-8284-154E-AAE890B76430}"/>
                </a:ext>
              </a:extLst>
            </p:cNvPr>
            <p:cNvCxnSpPr>
              <a:cxnSpLocks/>
            </p:cNvCxnSpPr>
            <p:nvPr/>
          </p:nvCxnSpPr>
          <p:spPr>
            <a:xfrm>
              <a:off x="9849750" y="4024062"/>
              <a:ext cx="1194437"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5CFCEC0F-C79A-AC25-6AAC-68AA7037AD09}"/>
                </a:ext>
              </a:extLst>
            </p:cNvPr>
            <p:cNvCxnSpPr>
              <a:cxnSpLocks/>
            </p:cNvCxnSpPr>
            <p:nvPr/>
          </p:nvCxnSpPr>
          <p:spPr>
            <a:xfrm flipV="1">
              <a:off x="11044187" y="660095"/>
              <a:ext cx="0" cy="3363967"/>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C7283B26-D690-7E2A-9133-F37DE84A8794}"/>
                </a:ext>
              </a:extLst>
            </p:cNvPr>
            <p:cNvCxnSpPr>
              <a:cxnSpLocks/>
            </p:cNvCxnSpPr>
            <p:nvPr/>
          </p:nvCxnSpPr>
          <p:spPr>
            <a:xfrm flipH="1">
              <a:off x="3977648" y="660095"/>
              <a:ext cx="706653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46888345-D4CA-742F-2D76-9B768393924B}"/>
                </a:ext>
              </a:extLst>
            </p:cNvPr>
            <p:cNvCxnSpPr>
              <a:cxnSpLocks/>
              <a:endCxn id="2" idx="0"/>
            </p:cNvCxnSpPr>
            <p:nvPr/>
          </p:nvCxnSpPr>
          <p:spPr>
            <a:xfrm>
              <a:off x="3981153" y="660095"/>
              <a:ext cx="0" cy="37253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BAC5210C-21A6-5337-8C02-D0CA26706EDD}"/>
                </a:ext>
              </a:extLst>
            </p:cNvPr>
            <p:cNvCxnSpPr>
              <a:cxnSpLocks/>
            </p:cNvCxnSpPr>
            <p:nvPr/>
          </p:nvCxnSpPr>
          <p:spPr>
            <a:xfrm>
              <a:off x="6247749" y="1232686"/>
              <a:ext cx="0" cy="494694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4A3D1AF7-DAB3-A15A-6BFE-AB8ABE7A98D7}"/>
                </a:ext>
              </a:extLst>
            </p:cNvPr>
            <p:cNvCxnSpPr>
              <a:cxnSpLocks/>
              <a:stCxn id="56" idx="3"/>
            </p:cNvCxnSpPr>
            <p:nvPr/>
          </p:nvCxnSpPr>
          <p:spPr>
            <a:xfrm>
              <a:off x="4462823" y="6179630"/>
              <a:ext cx="179480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172FD984-CBED-2B1E-C5EC-A01A67E6F460}"/>
                </a:ext>
              </a:extLst>
            </p:cNvPr>
            <p:cNvSpPr txBox="1"/>
            <p:nvPr/>
          </p:nvSpPr>
          <p:spPr>
            <a:xfrm>
              <a:off x="3610989" y="2345651"/>
              <a:ext cx="736099" cy="400110"/>
            </a:xfrm>
            <a:prstGeom prst="rect">
              <a:avLst/>
            </a:prstGeom>
            <a:noFill/>
            <a:ln>
              <a:solidFill>
                <a:schemeClr val="tx1"/>
              </a:solidFill>
            </a:ln>
          </p:spPr>
          <p:txBody>
            <a:bodyPr wrap="none" rtlCol="0">
              <a:spAutoFit/>
            </a:bodyPr>
            <a:lstStyle/>
            <a:p>
              <a:r>
                <a:rPr lang="en-US" sz="1000" dirty="0"/>
                <a:t>Light Dig1;</a:t>
              </a:r>
            </a:p>
            <a:p>
              <a:r>
                <a:rPr lang="en-US" sz="1000" dirty="0"/>
                <a:t>ROR </a:t>
              </a:r>
              <a:r>
                <a:rPr lang="en-US" sz="1000" dirty="0" err="1"/>
                <a:t>Xreg</a:t>
              </a:r>
              <a:endParaRPr lang="en-US" sz="1000" dirty="0"/>
            </a:p>
          </p:txBody>
        </p:sp>
        <p:sp>
          <p:nvSpPr>
            <p:cNvPr id="88" name="TextBox 87">
              <a:extLst>
                <a:ext uri="{FF2B5EF4-FFF2-40B4-BE49-F238E27FC236}">
                  <a16:creationId xmlns:a16="http://schemas.microsoft.com/office/drawing/2014/main" id="{659317CC-335F-6596-FC26-9E9B9D1886BD}"/>
                </a:ext>
              </a:extLst>
            </p:cNvPr>
            <p:cNvSpPr txBox="1"/>
            <p:nvPr/>
          </p:nvSpPr>
          <p:spPr>
            <a:xfrm>
              <a:off x="3609748" y="4772883"/>
              <a:ext cx="736099" cy="400110"/>
            </a:xfrm>
            <a:prstGeom prst="rect">
              <a:avLst/>
            </a:prstGeom>
            <a:noFill/>
            <a:ln>
              <a:solidFill>
                <a:schemeClr val="tx1"/>
              </a:solidFill>
            </a:ln>
          </p:spPr>
          <p:txBody>
            <a:bodyPr wrap="square" rtlCol="0">
              <a:spAutoFit/>
            </a:bodyPr>
            <a:lstStyle/>
            <a:p>
              <a:r>
                <a:rPr lang="en-US" sz="1000" dirty="0"/>
                <a:t>Light Dig7;</a:t>
              </a:r>
            </a:p>
            <a:p>
              <a:r>
                <a:rPr lang="en-US" sz="1000" dirty="0"/>
                <a:t>ROR </a:t>
              </a:r>
              <a:r>
                <a:rPr lang="en-US" sz="1000" dirty="0" err="1"/>
                <a:t>Xreg</a:t>
              </a:r>
              <a:endParaRPr lang="en-US" sz="1000" dirty="0"/>
            </a:p>
          </p:txBody>
        </p:sp>
        <p:sp>
          <p:nvSpPr>
            <p:cNvPr id="89" name="TextBox 88">
              <a:extLst>
                <a:ext uri="{FF2B5EF4-FFF2-40B4-BE49-F238E27FC236}">
                  <a16:creationId xmlns:a16="http://schemas.microsoft.com/office/drawing/2014/main" id="{85CE8914-9CCD-5A63-6003-3E11667E96AE}"/>
                </a:ext>
              </a:extLst>
            </p:cNvPr>
            <p:cNvSpPr txBox="1"/>
            <p:nvPr/>
          </p:nvSpPr>
          <p:spPr>
            <a:xfrm>
              <a:off x="3609600" y="2750880"/>
              <a:ext cx="736099" cy="400110"/>
            </a:xfrm>
            <a:prstGeom prst="rect">
              <a:avLst/>
            </a:prstGeom>
            <a:noFill/>
            <a:ln>
              <a:solidFill>
                <a:schemeClr val="tx1"/>
              </a:solidFill>
            </a:ln>
          </p:spPr>
          <p:txBody>
            <a:bodyPr wrap="none" rtlCol="0">
              <a:spAutoFit/>
            </a:bodyPr>
            <a:lstStyle/>
            <a:p>
              <a:r>
                <a:rPr lang="en-US" sz="1000" dirty="0"/>
                <a:t>Light Dig2;</a:t>
              </a:r>
            </a:p>
            <a:p>
              <a:r>
                <a:rPr lang="en-US" sz="1000" dirty="0"/>
                <a:t>ROR </a:t>
              </a:r>
              <a:r>
                <a:rPr lang="en-US" sz="1000" dirty="0" err="1"/>
                <a:t>Xreg</a:t>
              </a:r>
              <a:endParaRPr lang="en-US" sz="1000" dirty="0"/>
            </a:p>
          </p:txBody>
        </p:sp>
        <p:sp>
          <p:nvSpPr>
            <p:cNvPr id="90" name="TextBox 89">
              <a:extLst>
                <a:ext uri="{FF2B5EF4-FFF2-40B4-BE49-F238E27FC236}">
                  <a16:creationId xmlns:a16="http://schemas.microsoft.com/office/drawing/2014/main" id="{777C7B0C-5AB2-9B83-F210-7B422E56CC2C}"/>
                </a:ext>
              </a:extLst>
            </p:cNvPr>
            <p:cNvSpPr txBox="1"/>
            <p:nvPr/>
          </p:nvSpPr>
          <p:spPr>
            <a:xfrm>
              <a:off x="3611309" y="3159090"/>
              <a:ext cx="736099" cy="400110"/>
            </a:xfrm>
            <a:prstGeom prst="rect">
              <a:avLst/>
            </a:prstGeom>
            <a:noFill/>
            <a:ln>
              <a:solidFill>
                <a:schemeClr val="tx1"/>
              </a:solidFill>
            </a:ln>
          </p:spPr>
          <p:txBody>
            <a:bodyPr wrap="none" rtlCol="0">
              <a:spAutoFit/>
            </a:bodyPr>
            <a:lstStyle/>
            <a:p>
              <a:r>
                <a:rPr lang="en-US" sz="1000" dirty="0"/>
                <a:t>Light Dig3;</a:t>
              </a:r>
            </a:p>
            <a:p>
              <a:r>
                <a:rPr lang="en-US" sz="1000" dirty="0"/>
                <a:t>ROR </a:t>
              </a:r>
              <a:r>
                <a:rPr lang="en-US" sz="1000" dirty="0" err="1"/>
                <a:t>Xreg</a:t>
              </a:r>
              <a:endParaRPr lang="en-US" sz="1000" dirty="0"/>
            </a:p>
          </p:txBody>
        </p:sp>
        <p:sp>
          <p:nvSpPr>
            <p:cNvPr id="91" name="TextBox 90">
              <a:extLst>
                <a:ext uri="{FF2B5EF4-FFF2-40B4-BE49-F238E27FC236}">
                  <a16:creationId xmlns:a16="http://schemas.microsoft.com/office/drawing/2014/main" id="{3149D7B2-EFAB-F411-CC92-9F73C030E8CB}"/>
                </a:ext>
              </a:extLst>
            </p:cNvPr>
            <p:cNvSpPr txBox="1"/>
            <p:nvPr/>
          </p:nvSpPr>
          <p:spPr>
            <a:xfrm>
              <a:off x="3605246" y="3567346"/>
              <a:ext cx="736099" cy="400110"/>
            </a:xfrm>
            <a:prstGeom prst="rect">
              <a:avLst/>
            </a:prstGeom>
            <a:noFill/>
            <a:ln>
              <a:solidFill>
                <a:schemeClr val="tx1"/>
              </a:solidFill>
            </a:ln>
          </p:spPr>
          <p:txBody>
            <a:bodyPr wrap="none" rtlCol="0">
              <a:spAutoFit/>
            </a:bodyPr>
            <a:lstStyle/>
            <a:p>
              <a:r>
                <a:rPr lang="en-US" sz="1000" dirty="0"/>
                <a:t>Light Dig4;</a:t>
              </a:r>
            </a:p>
            <a:p>
              <a:r>
                <a:rPr lang="en-US" sz="1000" dirty="0"/>
                <a:t>ROR </a:t>
              </a:r>
              <a:r>
                <a:rPr lang="en-US" sz="1000" dirty="0" err="1"/>
                <a:t>Xreg</a:t>
              </a:r>
              <a:endParaRPr lang="en-US" sz="1000" dirty="0"/>
            </a:p>
          </p:txBody>
        </p:sp>
        <p:sp>
          <p:nvSpPr>
            <p:cNvPr id="92" name="TextBox 91">
              <a:extLst>
                <a:ext uri="{FF2B5EF4-FFF2-40B4-BE49-F238E27FC236}">
                  <a16:creationId xmlns:a16="http://schemas.microsoft.com/office/drawing/2014/main" id="{2998F59F-D27D-00D8-7F58-7E82F7E1B900}"/>
                </a:ext>
              </a:extLst>
            </p:cNvPr>
            <p:cNvSpPr txBox="1"/>
            <p:nvPr/>
          </p:nvSpPr>
          <p:spPr>
            <a:xfrm>
              <a:off x="3610840" y="3961754"/>
              <a:ext cx="736099" cy="400110"/>
            </a:xfrm>
            <a:prstGeom prst="rect">
              <a:avLst/>
            </a:prstGeom>
            <a:noFill/>
            <a:ln>
              <a:solidFill>
                <a:schemeClr val="tx1"/>
              </a:solidFill>
            </a:ln>
          </p:spPr>
          <p:txBody>
            <a:bodyPr wrap="none" rtlCol="0">
              <a:spAutoFit/>
            </a:bodyPr>
            <a:lstStyle/>
            <a:p>
              <a:r>
                <a:rPr lang="en-US" sz="1000" dirty="0"/>
                <a:t>Light Dig5;</a:t>
              </a:r>
            </a:p>
            <a:p>
              <a:r>
                <a:rPr lang="en-US" sz="1000" dirty="0"/>
                <a:t>ROR </a:t>
              </a:r>
              <a:r>
                <a:rPr lang="en-US" sz="1000" dirty="0" err="1"/>
                <a:t>Xreg</a:t>
              </a:r>
              <a:endParaRPr lang="en-US" sz="1000" dirty="0"/>
            </a:p>
          </p:txBody>
        </p:sp>
        <p:sp>
          <p:nvSpPr>
            <p:cNvPr id="93" name="TextBox 92">
              <a:extLst>
                <a:ext uri="{FF2B5EF4-FFF2-40B4-BE49-F238E27FC236}">
                  <a16:creationId xmlns:a16="http://schemas.microsoft.com/office/drawing/2014/main" id="{DFDB0FE9-6AB6-2D7C-AF7F-11B523ABD361}"/>
                </a:ext>
              </a:extLst>
            </p:cNvPr>
            <p:cNvSpPr txBox="1"/>
            <p:nvPr/>
          </p:nvSpPr>
          <p:spPr>
            <a:xfrm>
              <a:off x="3610840" y="4370409"/>
              <a:ext cx="736099" cy="400110"/>
            </a:xfrm>
            <a:prstGeom prst="rect">
              <a:avLst/>
            </a:prstGeom>
            <a:noFill/>
            <a:ln>
              <a:solidFill>
                <a:schemeClr val="tx1"/>
              </a:solidFill>
            </a:ln>
          </p:spPr>
          <p:txBody>
            <a:bodyPr wrap="none" rtlCol="0">
              <a:spAutoFit/>
            </a:bodyPr>
            <a:lstStyle/>
            <a:p>
              <a:r>
                <a:rPr lang="en-US" sz="1000" dirty="0"/>
                <a:t>Light Dig6;</a:t>
              </a:r>
            </a:p>
            <a:p>
              <a:r>
                <a:rPr lang="en-US" sz="1000" dirty="0"/>
                <a:t>ROR </a:t>
              </a:r>
              <a:r>
                <a:rPr lang="en-US" sz="1000" dirty="0" err="1"/>
                <a:t>Xreg</a:t>
              </a:r>
              <a:endParaRPr lang="en-US" sz="1000" dirty="0"/>
            </a:p>
          </p:txBody>
        </p:sp>
        <p:sp>
          <p:nvSpPr>
            <p:cNvPr id="97" name="TextBox 96">
              <a:extLst>
                <a:ext uri="{FF2B5EF4-FFF2-40B4-BE49-F238E27FC236}">
                  <a16:creationId xmlns:a16="http://schemas.microsoft.com/office/drawing/2014/main" id="{5755C92F-BD44-D3E7-0E85-879C5D8C0C61}"/>
                </a:ext>
              </a:extLst>
            </p:cNvPr>
            <p:cNvSpPr txBox="1"/>
            <p:nvPr/>
          </p:nvSpPr>
          <p:spPr>
            <a:xfrm>
              <a:off x="3612301" y="5180401"/>
              <a:ext cx="736099" cy="400110"/>
            </a:xfrm>
            <a:prstGeom prst="rect">
              <a:avLst/>
            </a:prstGeom>
            <a:noFill/>
            <a:ln>
              <a:solidFill>
                <a:schemeClr val="tx1"/>
              </a:solidFill>
            </a:ln>
          </p:spPr>
          <p:txBody>
            <a:bodyPr wrap="none" rtlCol="0">
              <a:spAutoFit/>
            </a:bodyPr>
            <a:lstStyle/>
            <a:p>
              <a:r>
                <a:rPr lang="en-US" sz="1000" dirty="0"/>
                <a:t>Light Dig8;</a:t>
              </a:r>
            </a:p>
            <a:p>
              <a:r>
                <a:rPr lang="en-US" sz="1000" dirty="0"/>
                <a:t>ROR </a:t>
              </a:r>
              <a:r>
                <a:rPr lang="en-US" sz="1000" dirty="0" err="1"/>
                <a:t>Xreg</a:t>
              </a:r>
              <a:endParaRPr lang="en-US" sz="1000" dirty="0"/>
            </a:p>
          </p:txBody>
        </p:sp>
        <p:sp>
          <p:nvSpPr>
            <p:cNvPr id="102" name="TextBox 101">
              <a:extLst>
                <a:ext uri="{FF2B5EF4-FFF2-40B4-BE49-F238E27FC236}">
                  <a16:creationId xmlns:a16="http://schemas.microsoft.com/office/drawing/2014/main" id="{F733B5DD-DCC1-E9BA-680C-D8FAE22718AA}"/>
                </a:ext>
              </a:extLst>
            </p:cNvPr>
            <p:cNvSpPr txBox="1"/>
            <p:nvPr/>
          </p:nvSpPr>
          <p:spPr>
            <a:xfrm>
              <a:off x="2155838" y="1032631"/>
              <a:ext cx="599844" cy="246221"/>
            </a:xfrm>
            <a:prstGeom prst="rect">
              <a:avLst/>
            </a:prstGeom>
            <a:noFill/>
            <a:ln>
              <a:solidFill>
                <a:schemeClr val="tx1"/>
              </a:solidFill>
            </a:ln>
          </p:spPr>
          <p:txBody>
            <a:bodyPr wrap="none" rtlCol="0">
              <a:spAutoFit/>
            </a:bodyPr>
            <a:lstStyle/>
            <a:p>
              <a:r>
                <a:rPr lang="en-US" sz="1000" dirty="0" err="1"/>
                <a:t>Clr</a:t>
              </a:r>
              <a:r>
                <a:rPr lang="en-US" sz="1000" dirty="0"/>
                <a:t> Regs</a:t>
              </a:r>
            </a:p>
          </p:txBody>
        </p:sp>
        <p:cxnSp>
          <p:nvCxnSpPr>
            <p:cNvPr id="104" name="Straight Arrow Connector 103">
              <a:extLst>
                <a:ext uri="{FF2B5EF4-FFF2-40B4-BE49-F238E27FC236}">
                  <a16:creationId xmlns:a16="http://schemas.microsoft.com/office/drawing/2014/main" id="{ABCD87B7-00C5-8809-A89D-31A8D164F15C}"/>
                </a:ext>
              </a:extLst>
            </p:cNvPr>
            <p:cNvCxnSpPr>
              <a:stCxn id="102" idx="3"/>
              <a:endCxn id="2" idx="1"/>
            </p:cNvCxnSpPr>
            <p:nvPr/>
          </p:nvCxnSpPr>
          <p:spPr>
            <a:xfrm>
              <a:off x="2755682" y="1155742"/>
              <a:ext cx="806926"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F67C5B2C-A38C-1216-8DE0-BC305584E5B8}"/>
                </a:ext>
              </a:extLst>
            </p:cNvPr>
            <p:cNvCxnSpPr/>
            <p:nvPr/>
          </p:nvCxnSpPr>
          <p:spPr>
            <a:xfrm>
              <a:off x="1774024" y="759279"/>
              <a:ext cx="381814" cy="27335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7" name="TextBox 106">
              <a:extLst>
                <a:ext uri="{FF2B5EF4-FFF2-40B4-BE49-F238E27FC236}">
                  <a16:creationId xmlns:a16="http://schemas.microsoft.com/office/drawing/2014/main" id="{1DF9A18E-4696-8A89-B326-B3CF2E49B41A}"/>
                </a:ext>
              </a:extLst>
            </p:cNvPr>
            <p:cNvSpPr txBox="1"/>
            <p:nvPr/>
          </p:nvSpPr>
          <p:spPr>
            <a:xfrm>
              <a:off x="1373974" y="571500"/>
              <a:ext cx="886781" cy="246221"/>
            </a:xfrm>
            <a:prstGeom prst="rect">
              <a:avLst/>
            </a:prstGeom>
            <a:noFill/>
            <a:ln>
              <a:noFill/>
            </a:ln>
          </p:spPr>
          <p:txBody>
            <a:bodyPr wrap="none" rtlCol="0">
              <a:spAutoFit/>
            </a:bodyPr>
            <a:lstStyle/>
            <a:p>
              <a:r>
                <a:rPr lang="en-US" sz="1000" dirty="0" err="1"/>
                <a:t>Pwr</a:t>
              </a:r>
              <a:r>
                <a:rPr lang="en-US" sz="1000" dirty="0"/>
                <a:t> On Reset</a:t>
              </a:r>
            </a:p>
          </p:txBody>
        </p:sp>
        <p:sp>
          <p:nvSpPr>
            <p:cNvPr id="108" name="TextBox 107">
              <a:extLst>
                <a:ext uri="{FF2B5EF4-FFF2-40B4-BE49-F238E27FC236}">
                  <a16:creationId xmlns:a16="http://schemas.microsoft.com/office/drawing/2014/main" id="{CAD38C14-54AC-B002-2EC3-85EB6E5BA304}"/>
                </a:ext>
              </a:extLst>
            </p:cNvPr>
            <p:cNvSpPr txBox="1"/>
            <p:nvPr/>
          </p:nvSpPr>
          <p:spPr>
            <a:xfrm>
              <a:off x="2956498" y="686336"/>
              <a:ext cx="963725" cy="246221"/>
            </a:xfrm>
            <a:prstGeom prst="rect">
              <a:avLst/>
            </a:prstGeom>
            <a:noFill/>
            <a:ln>
              <a:noFill/>
            </a:ln>
          </p:spPr>
          <p:txBody>
            <a:bodyPr wrap="none" rtlCol="0">
              <a:spAutoFit/>
            </a:bodyPr>
            <a:lstStyle/>
            <a:p>
              <a:r>
                <a:rPr lang="en-US" sz="1000" i="1" dirty="0"/>
                <a:t>DSKY Loop Top</a:t>
              </a:r>
            </a:p>
          </p:txBody>
        </p:sp>
        <p:sp>
          <p:nvSpPr>
            <p:cNvPr id="4" name="TextBox 3">
              <a:extLst>
                <a:ext uri="{FF2B5EF4-FFF2-40B4-BE49-F238E27FC236}">
                  <a16:creationId xmlns:a16="http://schemas.microsoft.com/office/drawing/2014/main" id="{3A70A49C-DE4C-82E6-2EE8-3F00CB5D1C6A}"/>
                </a:ext>
              </a:extLst>
            </p:cNvPr>
            <p:cNvSpPr txBox="1"/>
            <p:nvPr/>
          </p:nvSpPr>
          <p:spPr>
            <a:xfrm>
              <a:off x="3943350" y="1228636"/>
              <a:ext cx="335348" cy="246221"/>
            </a:xfrm>
            <a:prstGeom prst="rect">
              <a:avLst/>
            </a:prstGeom>
            <a:noFill/>
            <a:ln>
              <a:noFill/>
            </a:ln>
          </p:spPr>
          <p:txBody>
            <a:bodyPr wrap="none" rtlCol="0">
              <a:spAutoFit/>
            </a:bodyPr>
            <a:lstStyle/>
            <a:p>
              <a:r>
                <a:rPr lang="en-US" sz="1000" dirty="0"/>
                <a:t>No</a:t>
              </a:r>
            </a:p>
          </p:txBody>
        </p:sp>
        <p:sp>
          <p:nvSpPr>
            <p:cNvPr id="14" name="TextBox 13">
              <a:extLst>
                <a:ext uri="{FF2B5EF4-FFF2-40B4-BE49-F238E27FC236}">
                  <a16:creationId xmlns:a16="http://schemas.microsoft.com/office/drawing/2014/main" id="{74DE2D54-86A2-1CC1-52B7-2720B1055DD2}"/>
                </a:ext>
              </a:extLst>
            </p:cNvPr>
            <p:cNvSpPr txBox="1"/>
            <p:nvPr/>
          </p:nvSpPr>
          <p:spPr>
            <a:xfrm>
              <a:off x="7708378" y="3295539"/>
              <a:ext cx="335348" cy="246221"/>
            </a:xfrm>
            <a:prstGeom prst="rect">
              <a:avLst/>
            </a:prstGeom>
            <a:noFill/>
            <a:ln>
              <a:noFill/>
            </a:ln>
          </p:spPr>
          <p:txBody>
            <a:bodyPr wrap="none" rtlCol="0">
              <a:spAutoFit/>
            </a:bodyPr>
            <a:lstStyle/>
            <a:p>
              <a:r>
                <a:rPr lang="en-US" sz="1000" dirty="0"/>
                <a:t>No</a:t>
              </a:r>
            </a:p>
          </p:txBody>
        </p:sp>
        <p:sp>
          <p:nvSpPr>
            <p:cNvPr id="16" name="TextBox 15">
              <a:extLst>
                <a:ext uri="{FF2B5EF4-FFF2-40B4-BE49-F238E27FC236}">
                  <a16:creationId xmlns:a16="http://schemas.microsoft.com/office/drawing/2014/main" id="{81F7F634-0455-8F97-250D-58521CDF3F72}"/>
                </a:ext>
              </a:extLst>
            </p:cNvPr>
            <p:cNvSpPr txBox="1"/>
            <p:nvPr/>
          </p:nvSpPr>
          <p:spPr>
            <a:xfrm>
              <a:off x="7659665" y="1989250"/>
              <a:ext cx="335348" cy="246221"/>
            </a:xfrm>
            <a:prstGeom prst="rect">
              <a:avLst/>
            </a:prstGeom>
            <a:noFill/>
            <a:ln>
              <a:noFill/>
            </a:ln>
          </p:spPr>
          <p:txBody>
            <a:bodyPr wrap="none" rtlCol="0">
              <a:spAutoFit/>
            </a:bodyPr>
            <a:lstStyle/>
            <a:p>
              <a:r>
                <a:rPr lang="en-US" sz="1000" dirty="0"/>
                <a:t>No</a:t>
              </a:r>
            </a:p>
          </p:txBody>
        </p:sp>
        <p:sp>
          <p:nvSpPr>
            <p:cNvPr id="17" name="TextBox 16">
              <a:extLst>
                <a:ext uri="{FF2B5EF4-FFF2-40B4-BE49-F238E27FC236}">
                  <a16:creationId xmlns:a16="http://schemas.microsoft.com/office/drawing/2014/main" id="{8CCA1CF8-3D1B-F37D-ED54-736DBD45E46E}"/>
                </a:ext>
              </a:extLst>
            </p:cNvPr>
            <p:cNvSpPr txBox="1"/>
            <p:nvPr/>
          </p:nvSpPr>
          <p:spPr>
            <a:xfrm>
              <a:off x="7678001" y="4561588"/>
              <a:ext cx="335348" cy="246221"/>
            </a:xfrm>
            <a:prstGeom prst="rect">
              <a:avLst/>
            </a:prstGeom>
            <a:noFill/>
            <a:ln>
              <a:noFill/>
            </a:ln>
          </p:spPr>
          <p:txBody>
            <a:bodyPr wrap="none" rtlCol="0">
              <a:spAutoFit/>
            </a:bodyPr>
            <a:lstStyle/>
            <a:p>
              <a:r>
                <a:rPr lang="en-US" sz="1000" dirty="0"/>
                <a:t>No</a:t>
              </a:r>
            </a:p>
          </p:txBody>
        </p:sp>
        <p:sp>
          <p:nvSpPr>
            <p:cNvPr id="19" name="TextBox 18">
              <a:extLst>
                <a:ext uri="{FF2B5EF4-FFF2-40B4-BE49-F238E27FC236}">
                  <a16:creationId xmlns:a16="http://schemas.microsoft.com/office/drawing/2014/main" id="{0F73A485-06EE-BFE9-AE71-56BDF24CA4D4}"/>
                </a:ext>
              </a:extLst>
            </p:cNvPr>
            <p:cNvSpPr txBox="1"/>
            <p:nvPr/>
          </p:nvSpPr>
          <p:spPr>
            <a:xfrm>
              <a:off x="7737394" y="5785583"/>
              <a:ext cx="335348" cy="246221"/>
            </a:xfrm>
            <a:prstGeom prst="rect">
              <a:avLst/>
            </a:prstGeom>
            <a:noFill/>
            <a:ln>
              <a:noFill/>
            </a:ln>
          </p:spPr>
          <p:txBody>
            <a:bodyPr wrap="none" rtlCol="0">
              <a:spAutoFit/>
            </a:bodyPr>
            <a:lstStyle/>
            <a:p>
              <a:r>
                <a:rPr lang="en-US" sz="1000" dirty="0"/>
                <a:t>No</a:t>
              </a:r>
            </a:p>
          </p:txBody>
        </p:sp>
        <p:cxnSp>
          <p:nvCxnSpPr>
            <p:cNvPr id="23" name="Straight Connector 22">
              <a:extLst>
                <a:ext uri="{FF2B5EF4-FFF2-40B4-BE49-F238E27FC236}">
                  <a16:creationId xmlns:a16="http://schemas.microsoft.com/office/drawing/2014/main" id="{3933F808-9C6D-F602-EA3E-9EA605D78B56}"/>
                </a:ext>
              </a:extLst>
            </p:cNvPr>
            <p:cNvCxnSpPr>
              <a:stCxn id="13" idx="2"/>
            </p:cNvCxnSpPr>
            <p:nvPr/>
          </p:nvCxnSpPr>
          <p:spPr>
            <a:xfrm flipH="1">
              <a:off x="7717146" y="5746181"/>
              <a:ext cx="1683" cy="425709"/>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31514C8-F1A8-9E00-488E-1972B890E36F}"/>
                </a:ext>
              </a:extLst>
            </p:cNvPr>
            <p:cNvCxnSpPr/>
            <p:nvPr/>
          </p:nvCxnSpPr>
          <p:spPr>
            <a:xfrm>
              <a:off x="7707273" y="6180361"/>
              <a:ext cx="3336914"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6984E6F-7073-DEC4-3DF3-24A0A3CCAFAF}"/>
                </a:ext>
              </a:extLst>
            </p:cNvPr>
            <p:cNvCxnSpPr>
              <a:cxnSpLocks/>
            </p:cNvCxnSpPr>
            <p:nvPr/>
          </p:nvCxnSpPr>
          <p:spPr>
            <a:xfrm flipV="1">
              <a:off x="11038791" y="4024062"/>
              <a:ext cx="0" cy="2155567"/>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2A3C3419-EC4C-EC57-E40E-79BC005D176D}"/>
                </a:ext>
              </a:extLst>
            </p:cNvPr>
            <p:cNvSpPr txBox="1"/>
            <p:nvPr/>
          </p:nvSpPr>
          <p:spPr>
            <a:xfrm>
              <a:off x="10279295" y="3150796"/>
              <a:ext cx="335348" cy="246221"/>
            </a:xfrm>
            <a:prstGeom prst="rect">
              <a:avLst/>
            </a:prstGeom>
            <a:noFill/>
            <a:ln>
              <a:noFill/>
            </a:ln>
          </p:spPr>
          <p:txBody>
            <a:bodyPr wrap="none" rtlCol="0">
              <a:spAutoFit/>
            </a:bodyPr>
            <a:lstStyle/>
            <a:p>
              <a:r>
                <a:rPr lang="en-US" sz="1000" dirty="0"/>
                <a:t>No</a:t>
              </a:r>
            </a:p>
          </p:txBody>
        </p:sp>
        <p:sp>
          <p:nvSpPr>
            <p:cNvPr id="39" name="TextBox 38">
              <a:extLst>
                <a:ext uri="{FF2B5EF4-FFF2-40B4-BE49-F238E27FC236}">
                  <a16:creationId xmlns:a16="http://schemas.microsoft.com/office/drawing/2014/main" id="{797E34F1-524F-EB51-B23C-453D13657463}"/>
                </a:ext>
              </a:extLst>
            </p:cNvPr>
            <p:cNvSpPr txBox="1"/>
            <p:nvPr/>
          </p:nvSpPr>
          <p:spPr>
            <a:xfrm>
              <a:off x="10253647" y="3797340"/>
              <a:ext cx="360996" cy="246221"/>
            </a:xfrm>
            <a:prstGeom prst="rect">
              <a:avLst/>
            </a:prstGeom>
            <a:noFill/>
            <a:ln>
              <a:noFill/>
            </a:ln>
          </p:spPr>
          <p:txBody>
            <a:bodyPr wrap="none" rtlCol="0">
              <a:spAutoFit/>
            </a:bodyPr>
            <a:lstStyle/>
            <a:p>
              <a:r>
                <a:rPr lang="en-US" sz="1000" dirty="0"/>
                <a:t>Yes</a:t>
              </a:r>
            </a:p>
          </p:txBody>
        </p:sp>
        <p:sp>
          <p:nvSpPr>
            <p:cNvPr id="41" name="TextBox 40">
              <a:extLst>
                <a:ext uri="{FF2B5EF4-FFF2-40B4-BE49-F238E27FC236}">
                  <a16:creationId xmlns:a16="http://schemas.microsoft.com/office/drawing/2014/main" id="{911117FB-22B9-A74C-F39C-4DD20BFC4A6E}"/>
                </a:ext>
              </a:extLst>
            </p:cNvPr>
            <p:cNvSpPr txBox="1"/>
            <p:nvPr/>
          </p:nvSpPr>
          <p:spPr>
            <a:xfrm>
              <a:off x="8432905" y="2103982"/>
              <a:ext cx="356188" cy="246221"/>
            </a:xfrm>
            <a:prstGeom prst="rect">
              <a:avLst/>
            </a:prstGeom>
            <a:noFill/>
            <a:ln>
              <a:noFill/>
            </a:ln>
          </p:spPr>
          <p:txBody>
            <a:bodyPr wrap="none" rtlCol="0">
              <a:spAutoFit/>
            </a:bodyPr>
            <a:lstStyle/>
            <a:p>
              <a:r>
                <a:rPr lang="en-US" sz="1000" dirty="0"/>
                <a:t>yes</a:t>
              </a:r>
            </a:p>
          </p:txBody>
        </p:sp>
        <p:sp>
          <p:nvSpPr>
            <p:cNvPr id="43" name="TextBox 42">
              <a:extLst>
                <a:ext uri="{FF2B5EF4-FFF2-40B4-BE49-F238E27FC236}">
                  <a16:creationId xmlns:a16="http://schemas.microsoft.com/office/drawing/2014/main" id="{1EFF5DAB-DA20-9A09-399D-9871DB50BB3C}"/>
                </a:ext>
              </a:extLst>
            </p:cNvPr>
            <p:cNvSpPr txBox="1"/>
            <p:nvPr/>
          </p:nvSpPr>
          <p:spPr>
            <a:xfrm>
              <a:off x="8450369" y="3243321"/>
              <a:ext cx="356188" cy="246221"/>
            </a:xfrm>
            <a:prstGeom prst="rect">
              <a:avLst/>
            </a:prstGeom>
            <a:noFill/>
            <a:ln>
              <a:noFill/>
            </a:ln>
          </p:spPr>
          <p:txBody>
            <a:bodyPr wrap="none" rtlCol="0">
              <a:spAutoFit/>
            </a:bodyPr>
            <a:lstStyle/>
            <a:p>
              <a:r>
                <a:rPr lang="en-US" sz="1000" dirty="0"/>
                <a:t>yes</a:t>
              </a:r>
            </a:p>
          </p:txBody>
        </p:sp>
        <p:sp>
          <p:nvSpPr>
            <p:cNvPr id="44" name="TextBox 43">
              <a:extLst>
                <a:ext uri="{FF2B5EF4-FFF2-40B4-BE49-F238E27FC236}">
                  <a16:creationId xmlns:a16="http://schemas.microsoft.com/office/drawing/2014/main" id="{8771C269-3BC9-C556-F949-E0446176A9A7}"/>
                </a:ext>
              </a:extLst>
            </p:cNvPr>
            <p:cNvSpPr txBox="1"/>
            <p:nvPr/>
          </p:nvSpPr>
          <p:spPr>
            <a:xfrm>
              <a:off x="8450369" y="4053658"/>
              <a:ext cx="356188" cy="246221"/>
            </a:xfrm>
            <a:prstGeom prst="rect">
              <a:avLst/>
            </a:prstGeom>
            <a:noFill/>
            <a:ln>
              <a:noFill/>
            </a:ln>
          </p:spPr>
          <p:txBody>
            <a:bodyPr wrap="none" rtlCol="0">
              <a:spAutoFit/>
            </a:bodyPr>
            <a:lstStyle/>
            <a:p>
              <a:r>
                <a:rPr lang="en-US" sz="1000" dirty="0"/>
                <a:t>yes</a:t>
              </a:r>
            </a:p>
          </p:txBody>
        </p:sp>
        <p:sp>
          <p:nvSpPr>
            <p:cNvPr id="46" name="TextBox 45">
              <a:extLst>
                <a:ext uri="{FF2B5EF4-FFF2-40B4-BE49-F238E27FC236}">
                  <a16:creationId xmlns:a16="http://schemas.microsoft.com/office/drawing/2014/main" id="{4E7237A3-9A30-7D5B-295C-4DAA3798278F}"/>
                </a:ext>
              </a:extLst>
            </p:cNvPr>
            <p:cNvSpPr txBox="1"/>
            <p:nvPr/>
          </p:nvSpPr>
          <p:spPr>
            <a:xfrm>
              <a:off x="8452923" y="4999535"/>
              <a:ext cx="356188" cy="246221"/>
            </a:xfrm>
            <a:prstGeom prst="rect">
              <a:avLst/>
            </a:prstGeom>
            <a:noFill/>
            <a:ln>
              <a:noFill/>
            </a:ln>
          </p:spPr>
          <p:txBody>
            <a:bodyPr wrap="none" rtlCol="0">
              <a:spAutoFit/>
            </a:bodyPr>
            <a:lstStyle/>
            <a:p>
              <a:r>
                <a:rPr lang="en-US" sz="1000" dirty="0"/>
                <a:t>yes</a:t>
              </a:r>
            </a:p>
          </p:txBody>
        </p:sp>
        <p:cxnSp>
          <p:nvCxnSpPr>
            <p:cNvPr id="49" name="Straight Arrow Connector 48">
              <a:extLst>
                <a:ext uri="{FF2B5EF4-FFF2-40B4-BE49-F238E27FC236}">
                  <a16:creationId xmlns:a16="http://schemas.microsoft.com/office/drawing/2014/main" id="{21107EB7-6B02-D7CA-5DA9-F587FE3746A5}"/>
                </a:ext>
              </a:extLst>
            </p:cNvPr>
            <p:cNvCxnSpPr>
              <a:stCxn id="2" idx="3"/>
            </p:cNvCxnSpPr>
            <p:nvPr/>
          </p:nvCxnSpPr>
          <p:spPr>
            <a:xfrm flipV="1">
              <a:off x="4399697" y="1155741"/>
              <a:ext cx="510636" cy="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E215CDA8-665C-567F-54D9-9F8BBB294DAC}"/>
                </a:ext>
              </a:extLst>
            </p:cNvPr>
            <p:cNvSpPr txBox="1"/>
            <p:nvPr/>
          </p:nvSpPr>
          <p:spPr>
            <a:xfrm>
              <a:off x="4476921" y="942383"/>
              <a:ext cx="356188" cy="246221"/>
            </a:xfrm>
            <a:prstGeom prst="rect">
              <a:avLst/>
            </a:prstGeom>
            <a:noFill/>
            <a:ln>
              <a:noFill/>
            </a:ln>
          </p:spPr>
          <p:txBody>
            <a:bodyPr wrap="none" rtlCol="0">
              <a:spAutoFit/>
            </a:bodyPr>
            <a:lstStyle/>
            <a:p>
              <a:r>
                <a:rPr lang="en-US" sz="1000" dirty="0"/>
                <a:t>yes</a:t>
              </a:r>
            </a:p>
          </p:txBody>
        </p:sp>
        <p:sp>
          <p:nvSpPr>
            <p:cNvPr id="52" name="TextBox 51">
              <a:extLst>
                <a:ext uri="{FF2B5EF4-FFF2-40B4-BE49-F238E27FC236}">
                  <a16:creationId xmlns:a16="http://schemas.microsoft.com/office/drawing/2014/main" id="{D28FBEE7-830E-65E5-20C1-96AEEB906737}"/>
                </a:ext>
              </a:extLst>
            </p:cNvPr>
            <p:cNvSpPr txBox="1"/>
            <p:nvPr/>
          </p:nvSpPr>
          <p:spPr>
            <a:xfrm>
              <a:off x="4889024" y="988549"/>
              <a:ext cx="1061509" cy="400110"/>
            </a:xfrm>
            <a:prstGeom prst="rect">
              <a:avLst/>
            </a:prstGeom>
            <a:noFill/>
            <a:ln>
              <a:noFill/>
            </a:ln>
          </p:spPr>
          <p:txBody>
            <a:bodyPr wrap="none" rtlCol="0">
              <a:spAutoFit/>
            </a:bodyPr>
            <a:lstStyle/>
            <a:p>
              <a:r>
                <a:rPr lang="en-US" sz="1000" dirty="0" err="1"/>
                <a:t>Inetrrupt</a:t>
              </a:r>
              <a:r>
                <a:rPr lang="en-US" sz="1000" dirty="0"/>
                <a:t> Service</a:t>
              </a:r>
            </a:p>
            <a:p>
              <a:r>
                <a:rPr lang="en-US" sz="1000" dirty="0"/>
                <a:t>Routine</a:t>
              </a:r>
            </a:p>
          </p:txBody>
        </p:sp>
      </p:grpSp>
    </p:spTree>
    <p:extLst>
      <p:ext uri="{BB962C8B-B14F-4D97-AF65-F5344CB8AC3E}">
        <p14:creationId xmlns:p14="http://schemas.microsoft.com/office/powerpoint/2010/main" val="23287587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4" name="Group 83">
            <a:extLst>
              <a:ext uri="{FF2B5EF4-FFF2-40B4-BE49-F238E27FC236}">
                <a16:creationId xmlns:a16="http://schemas.microsoft.com/office/drawing/2014/main" id="{C0402F36-7145-0768-3D32-0F52330349F2}"/>
              </a:ext>
            </a:extLst>
          </p:cNvPr>
          <p:cNvGrpSpPr/>
          <p:nvPr/>
        </p:nvGrpSpPr>
        <p:grpSpPr>
          <a:xfrm>
            <a:off x="365086" y="793721"/>
            <a:ext cx="2908270" cy="3362311"/>
            <a:chOff x="365086" y="793721"/>
            <a:chExt cx="2908270" cy="3362311"/>
          </a:xfrm>
        </p:grpSpPr>
        <p:sp>
          <p:nvSpPr>
            <p:cNvPr id="5" name="TextBox 4">
              <a:extLst>
                <a:ext uri="{FF2B5EF4-FFF2-40B4-BE49-F238E27FC236}">
                  <a16:creationId xmlns:a16="http://schemas.microsoft.com/office/drawing/2014/main" id="{4AE85E8A-51CF-F765-E23A-90E259E9AA30}"/>
                </a:ext>
              </a:extLst>
            </p:cNvPr>
            <p:cNvSpPr txBox="1"/>
            <p:nvPr/>
          </p:nvSpPr>
          <p:spPr>
            <a:xfrm>
              <a:off x="1523999" y="1163053"/>
              <a:ext cx="1225015" cy="400110"/>
            </a:xfrm>
            <a:prstGeom prst="rect">
              <a:avLst/>
            </a:prstGeom>
            <a:noFill/>
            <a:ln>
              <a:solidFill>
                <a:schemeClr val="tx1"/>
              </a:solidFill>
            </a:ln>
          </p:spPr>
          <p:txBody>
            <a:bodyPr wrap="none" rtlCol="0">
              <a:spAutoFit/>
            </a:bodyPr>
            <a:lstStyle/>
            <a:p>
              <a:r>
                <a:rPr lang="en-US" sz="1000" dirty="0"/>
                <a:t>SHL </a:t>
              </a:r>
              <a:r>
                <a:rPr lang="en-US" sz="1000" dirty="0" err="1"/>
                <a:t>Xreg</a:t>
              </a:r>
              <a:r>
                <a:rPr lang="en-US" sz="1000" dirty="0"/>
                <a:t> &lt;- </a:t>
              </a:r>
              <a:r>
                <a:rPr lang="en-US" sz="1000" dirty="0" err="1"/>
                <a:t>ImmDat</a:t>
              </a:r>
              <a:endParaRPr lang="en-US" sz="1000" dirty="0"/>
            </a:p>
            <a:p>
              <a:r>
                <a:rPr lang="en-US" sz="1000" dirty="0" err="1"/>
                <a:t>XDigCnt</a:t>
              </a:r>
              <a:r>
                <a:rPr lang="en-US" sz="1000" dirty="0"/>
                <a:t>++</a:t>
              </a:r>
            </a:p>
          </p:txBody>
        </p:sp>
        <p:sp>
          <p:nvSpPr>
            <p:cNvPr id="6" name="TextBox 5">
              <a:extLst>
                <a:ext uri="{FF2B5EF4-FFF2-40B4-BE49-F238E27FC236}">
                  <a16:creationId xmlns:a16="http://schemas.microsoft.com/office/drawing/2014/main" id="{097B6CAD-B818-CD24-319C-906A17EE3B3D}"/>
                </a:ext>
              </a:extLst>
            </p:cNvPr>
            <p:cNvSpPr txBox="1"/>
            <p:nvPr/>
          </p:nvSpPr>
          <p:spPr>
            <a:xfrm>
              <a:off x="1804524" y="1791590"/>
              <a:ext cx="663964" cy="246221"/>
            </a:xfrm>
            <a:prstGeom prst="rect">
              <a:avLst/>
            </a:prstGeom>
            <a:noFill/>
            <a:ln>
              <a:solidFill>
                <a:schemeClr val="tx1"/>
              </a:solidFill>
            </a:ln>
          </p:spPr>
          <p:txBody>
            <a:bodyPr wrap="none" rtlCol="0">
              <a:spAutoFit/>
            </a:bodyPr>
            <a:lstStyle/>
            <a:p>
              <a:r>
                <a:rPr lang="en-US" sz="1000" dirty="0" err="1"/>
                <a:t>DPFixed</a:t>
              </a:r>
              <a:r>
                <a:rPr lang="en-US" sz="1000" dirty="0"/>
                <a:t>?</a:t>
              </a:r>
            </a:p>
          </p:txBody>
        </p:sp>
        <p:sp>
          <p:nvSpPr>
            <p:cNvPr id="7" name="TextBox 6">
              <a:extLst>
                <a:ext uri="{FF2B5EF4-FFF2-40B4-BE49-F238E27FC236}">
                  <a16:creationId xmlns:a16="http://schemas.microsoft.com/office/drawing/2014/main" id="{7C1E3582-8A3F-C754-1CC6-6203EA79C962}"/>
                </a:ext>
              </a:extLst>
            </p:cNvPr>
            <p:cNvSpPr txBox="1"/>
            <p:nvPr/>
          </p:nvSpPr>
          <p:spPr>
            <a:xfrm>
              <a:off x="946484" y="2266238"/>
              <a:ext cx="768159" cy="246221"/>
            </a:xfrm>
            <a:prstGeom prst="rect">
              <a:avLst/>
            </a:prstGeom>
            <a:noFill/>
            <a:ln>
              <a:solidFill>
                <a:schemeClr val="tx1"/>
              </a:solidFill>
            </a:ln>
          </p:spPr>
          <p:txBody>
            <a:bodyPr wrap="none" rtlCol="0">
              <a:spAutoFit/>
            </a:bodyPr>
            <a:lstStyle/>
            <a:p>
              <a:r>
                <a:rPr lang="en-US" sz="1000" dirty="0" err="1"/>
                <a:t>SexpCnt</a:t>
              </a:r>
              <a:r>
                <a:rPr lang="en-US" sz="1000" dirty="0"/>
                <a:t> ++</a:t>
              </a:r>
            </a:p>
          </p:txBody>
        </p:sp>
        <p:sp>
          <p:nvSpPr>
            <p:cNvPr id="9" name="TextBox 8">
              <a:extLst>
                <a:ext uri="{FF2B5EF4-FFF2-40B4-BE49-F238E27FC236}">
                  <a16:creationId xmlns:a16="http://schemas.microsoft.com/office/drawing/2014/main" id="{C4A6E8BA-8569-49E7-73DE-927C595B43DA}"/>
                </a:ext>
              </a:extLst>
            </p:cNvPr>
            <p:cNvSpPr txBox="1"/>
            <p:nvPr/>
          </p:nvSpPr>
          <p:spPr>
            <a:xfrm>
              <a:off x="968925" y="2739363"/>
              <a:ext cx="723275" cy="246221"/>
            </a:xfrm>
            <a:prstGeom prst="rect">
              <a:avLst/>
            </a:prstGeom>
            <a:noFill/>
            <a:ln>
              <a:solidFill>
                <a:schemeClr val="tx1"/>
              </a:solidFill>
            </a:ln>
          </p:spPr>
          <p:txBody>
            <a:bodyPr wrap="none" rtlCol="0">
              <a:spAutoFit/>
            </a:bodyPr>
            <a:lstStyle/>
            <a:p>
              <a:r>
                <a:rPr lang="en-US" sz="1000" dirty="0"/>
                <a:t>In Op1Ph?</a:t>
              </a:r>
            </a:p>
          </p:txBody>
        </p:sp>
        <p:sp>
          <p:nvSpPr>
            <p:cNvPr id="11" name="TextBox 10">
              <a:extLst>
                <a:ext uri="{FF2B5EF4-FFF2-40B4-BE49-F238E27FC236}">
                  <a16:creationId xmlns:a16="http://schemas.microsoft.com/office/drawing/2014/main" id="{3EDE08B2-9919-D30F-A9BA-2A1B2DCEC391}"/>
                </a:ext>
              </a:extLst>
            </p:cNvPr>
            <p:cNvSpPr txBox="1"/>
            <p:nvPr/>
          </p:nvSpPr>
          <p:spPr>
            <a:xfrm>
              <a:off x="1523999" y="3212487"/>
              <a:ext cx="764953" cy="246221"/>
            </a:xfrm>
            <a:prstGeom prst="rect">
              <a:avLst/>
            </a:prstGeom>
            <a:noFill/>
            <a:ln>
              <a:solidFill>
                <a:schemeClr val="tx1"/>
              </a:solidFill>
            </a:ln>
          </p:spPr>
          <p:txBody>
            <a:bodyPr wrap="none" rtlCol="0">
              <a:spAutoFit/>
            </a:bodyPr>
            <a:lstStyle/>
            <a:p>
              <a:r>
                <a:rPr lang="en-US" sz="1000" dirty="0" err="1"/>
                <a:t>DexpCnt</a:t>
              </a:r>
              <a:r>
                <a:rPr lang="en-US" sz="1000" dirty="0"/>
                <a:t> - -</a:t>
              </a:r>
            </a:p>
          </p:txBody>
        </p:sp>
        <p:sp>
          <p:nvSpPr>
            <p:cNvPr id="12" name="TextBox 11">
              <a:extLst>
                <a:ext uri="{FF2B5EF4-FFF2-40B4-BE49-F238E27FC236}">
                  <a16:creationId xmlns:a16="http://schemas.microsoft.com/office/drawing/2014/main" id="{40CC2C3B-078F-C260-E43B-1634C5DF20C9}"/>
                </a:ext>
              </a:extLst>
            </p:cNvPr>
            <p:cNvSpPr txBox="1"/>
            <p:nvPr/>
          </p:nvSpPr>
          <p:spPr>
            <a:xfrm>
              <a:off x="365086" y="3212488"/>
              <a:ext cx="816249" cy="246221"/>
            </a:xfrm>
            <a:prstGeom prst="rect">
              <a:avLst/>
            </a:prstGeom>
            <a:noFill/>
            <a:ln>
              <a:solidFill>
                <a:schemeClr val="tx1"/>
              </a:solidFill>
            </a:ln>
          </p:spPr>
          <p:txBody>
            <a:bodyPr wrap="none" rtlCol="0">
              <a:spAutoFit/>
            </a:bodyPr>
            <a:lstStyle/>
            <a:p>
              <a:r>
                <a:rPr lang="en-US" sz="1000" dirty="0" err="1"/>
                <a:t>DexpCnt</a:t>
              </a:r>
              <a:r>
                <a:rPr lang="en-US" sz="1000" dirty="0"/>
                <a:t> ++</a:t>
              </a:r>
            </a:p>
          </p:txBody>
        </p:sp>
        <p:sp>
          <p:nvSpPr>
            <p:cNvPr id="13" name="TextBox 12">
              <a:extLst>
                <a:ext uri="{FF2B5EF4-FFF2-40B4-BE49-F238E27FC236}">
                  <a16:creationId xmlns:a16="http://schemas.microsoft.com/office/drawing/2014/main" id="{4EC576C5-E227-6B3E-62E1-908505B8E936}"/>
                </a:ext>
              </a:extLst>
            </p:cNvPr>
            <p:cNvSpPr txBox="1"/>
            <p:nvPr/>
          </p:nvSpPr>
          <p:spPr>
            <a:xfrm>
              <a:off x="2224671" y="2548079"/>
              <a:ext cx="1048685" cy="400110"/>
            </a:xfrm>
            <a:prstGeom prst="rect">
              <a:avLst/>
            </a:prstGeom>
            <a:noFill/>
            <a:ln>
              <a:solidFill>
                <a:schemeClr val="tx1"/>
              </a:solidFill>
            </a:ln>
          </p:spPr>
          <p:txBody>
            <a:bodyPr wrap="none" rtlCol="0">
              <a:spAutoFit/>
            </a:bodyPr>
            <a:lstStyle/>
            <a:p>
              <a:r>
                <a:rPr lang="en-US" sz="1000" dirty="0" err="1"/>
                <a:t>XDpCnt</a:t>
              </a:r>
              <a:r>
                <a:rPr lang="en-US" sz="1000" dirty="0"/>
                <a:t> ++</a:t>
              </a:r>
            </a:p>
            <a:p>
              <a:r>
                <a:rPr lang="en-US" sz="1000" dirty="0"/>
                <a:t>Set </a:t>
              </a:r>
              <a:r>
                <a:rPr lang="en-US" sz="1000" dirty="0" err="1"/>
                <a:t>NegExpTerm</a:t>
              </a:r>
              <a:endParaRPr lang="en-US" sz="1000" dirty="0"/>
            </a:p>
          </p:txBody>
        </p:sp>
        <p:sp>
          <p:nvSpPr>
            <p:cNvPr id="14" name="TextBox 13">
              <a:extLst>
                <a:ext uri="{FF2B5EF4-FFF2-40B4-BE49-F238E27FC236}">
                  <a16:creationId xmlns:a16="http://schemas.microsoft.com/office/drawing/2014/main" id="{0872D3E1-401D-E098-BDDD-3B427D35D52C}"/>
                </a:ext>
              </a:extLst>
            </p:cNvPr>
            <p:cNvSpPr txBox="1"/>
            <p:nvPr/>
          </p:nvSpPr>
          <p:spPr>
            <a:xfrm>
              <a:off x="1905513" y="3909811"/>
              <a:ext cx="452368" cy="246221"/>
            </a:xfrm>
            <a:prstGeom prst="rect">
              <a:avLst/>
            </a:prstGeom>
            <a:noFill/>
            <a:ln>
              <a:solidFill>
                <a:schemeClr val="tx1"/>
              </a:solidFill>
            </a:ln>
          </p:spPr>
          <p:txBody>
            <a:bodyPr wrap="none" rtlCol="0">
              <a:spAutoFit/>
            </a:bodyPr>
            <a:lstStyle/>
            <a:p>
              <a:r>
                <a:rPr lang="en-US" sz="1000" dirty="0"/>
                <a:t>DSKY</a:t>
              </a:r>
            </a:p>
          </p:txBody>
        </p:sp>
        <p:cxnSp>
          <p:nvCxnSpPr>
            <p:cNvPr id="16" name="Straight Arrow Connector 15">
              <a:extLst>
                <a:ext uri="{FF2B5EF4-FFF2-40B4-BE49-F238E27FC236}">
                  <a16:creationId xmlns:a16="http://schemas.microsoft.com/office/drawing/2014/main" id="{F7093DA8-002E-A73F-F060-CE91DFEB4F6F}"/>
                </a:ext>
              </a:extLst>
            </p:cNvPr>
            <p:cNvCxnSpPr>
              <a:stCxn id="5" idx="2"/>
              <a:endCxn id="6" idx="0"/>
            </p:cNvCxnSpPr>
            <p:nvPr/>
          </p:nvCxnSpPr>
          <p:spPr>
            <a:xfrm flipH="1">
              <a:off x="2136506" y="1563163"/>
              <a:ext cx="1" cy="228427"/>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67FBA1F-54EB-4614-AB95-3010146E8C82}"/>
                </a:ext>
              </a:extLst>
            </p:cNvPr>
            <p:cNvCxnSpPr>
              <a:stCxn id="6" idx="2"/>
              <a:endCxn id="13" idx="0"/>
            </p:cNvCxnSpPr>
            <p:nvPr/>
          </p:nvCxnSpPr>
          <p:spPr>
            <a:xfrm>
              <a:off x="2136506" y="2037811"/>
              <a:ext cx="612508" cy="51026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AD09342-3DF5-8F49-A8EF-D9433D6FCB86}"/>
                </a:ext>
              </a:extLst>
            </p:cNvPr>
            <p:cNvCxnSpPr>
              <a:stCxn id="6" idx="2"/>
              <a:endCxn id="7" idx="0"/>
            </p:cNvCxnSpPr>
            <p:nvPr/>
          </p:nvCxnSpPr>
          <p:spPr>
            <a:xfrm flipH="1">
              <a:off x="1330564" y="2037811"/>
              <a:ext cx="805942" cy="228427"/>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284A21E-2838-0258-DDAC-2B6FD57B4E3B}"/>
                </a:ext>
              </a:extLst>
            </p:cNvPr>
            <p:cNvCxnSpPr>
              <a:stCxn id="7" idx="2"/>
              <a:endCxn id="9" idx="0"/>
            </p:cNvCxnSpPr>
            <p:nvPr/>
          </p:nvCxnSpPr>
          <p:spPr>
            <a:xfrm flipH="1">
              <a:off x="1330563" y="2512459"/>
              <a:ext cx="1" cy="226904"/>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C125411-D6E4-2365-D471-A9E97AE6A519}"/>
                </a:ext>
              </a:extLst>
            </p:cNvPr>
            <p:cNvCxnSpPr>
              <a:stCxn id="9" idx="2"/>
              <a:endCxn id="12" idx="0"/>
            </p:cNvCxnSpPr>
            <p:nvPr/>
          </p:nvCxnSpPr>
          <p:spPr>
            <a:xfrm flipH="1">
              <a:off x="773211" y="2985584"/>
              <a:ext cx="557352" cy="226904"/>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6AC09F73-ACA0-3CE7-1824-4A0BA2B836B1}"/>
                </a:ext>
              </a:extLst>
            </p:cNvPr>
            <p:cNvCxnSpPr>
              <a:stCxn id="9" idx="2"/>
              <a:endCxn id="11" idx="0"/>
            </p:cNvCxnSpPr>
            <p:nvPr/>
          </p:nvCxnSpPr>
          <p:spPr>
            <a:xfrm>
              <a:off x="1330563" y="2985584"/>
              <a:ext cx="575913" cy="226903"/>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0FF1783D-1FAE-06A9-2405-ED7D949FECA1}"/>
                </a:ext>
              </a:extLst>
            </p:cNvPr>
            <p:cNvCxnSpPr>
              <a:stCxn id="13" idx="2"/>
              <a:endCxn id="14" idx="0"/>
            </p:cNvCxnSpPr>
            <p:nvPr/>
          </p:nvCxnSpPr>
          <p:spPr>
            <a:xfrm flipH="1">
              <a:off x="2131697" y="2948189"/>
              <a:ext cx="617317" cy="96162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C9110E48-EB78-0486-9CC3-97754F05C452}"/>
                </a:ext>
              </a:extLst>
            </p:cNvPr>
            <p:cNvCxnSpPr>
              <a:stCxn id="11" idx="2"/>
              <a:endCxn id="14" idx="0"/>
            </p:cNvCxnSpPr>
            <p:nvPr/>
          </p:nvCxnSpPr>
          <p:spPr>
            <a:xfrm>
              <a:off x="1906476" y="3458708"/>
              <a:ext cx="225221" cy="451103"/>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098D02FD-603D-954B-8A4A-50F70FC7DA8B}"/>
                </a:ext>
              </a:extLst>
            </p:cNvPr>
            <p:cNvCxnSpPr>
              <a:stCxn id="12" idx="2"/>
              <a:endCxn id="14" idx="0"/>
            </p:cNvCxnSpPr>
            <p:nvPr/>
          </p:nvCxnSpPr>
          <p:spPr>
            <a:xfrm>
              <a:off x="773211" y="3458709"/>
              <a:ext cx="1358486" cy="45110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4EA16A41-5DAF-90EE-E872-A8206CA881EB}"/>
                </a:ext>
              </a:extLst>
            </p:cNvPr>
            <p:cNvSpPr txBox="1"/>
            <p:nvPr/>
          </p:nvSpPr>
          <p:spPr>
            <a:xfrm>
              <a:off x="1237413" y="793721"/>
              <a:ext cx="1798185" cy="338554"/>
            </a:xfrm>
            <a:prstGeom prst="rect">
              <a:avLst/>
            </a:prstGeom>
            <a:noFill/>
            <a:ln>
              <a:noFill/>
            </a:ln>
          </p:spPr>
          <p:txBody>
            <a:bodyPr wrap="none" rtlCol="0">
              <a:spAutoFit/>
            </a:bodyPr>
            <a:lstStyle/>
            <a:p>
              <a:r>
                <a:rPr lang="en-US" sz="1600" dirty="0"/>
                <a:t>1-9 Service Routine</a:t>
              </a:r>
            </a:p>
          </p:txBody>
        </p:sp>
        <p:sp>
          <p:nvSpPr>
            <p:cNvPr id="41" name="TextBox 40">
              <a:extLst>
                <a:ext uri="{FF2B5EF4-FFF2-40B4-BE49-F238E27FC236}">
                  <a16:creationId xmlns:a16="http://schemas.microsoft.com/office/drawing/2014/main" id="{537CF488-D8A8-C74E-328B-DCB8B0305A41}"/>
                </a:ext>
              </a:extLst>
            </p:cNvPr>
            <p:cNvSpPr txBox="1"/>
            <p:nvPr/>
          </p:nvSpPr>
          <p:spPr>
            <a:xfrm>
              <a:off x="2351530" y="2101803"/>
              <a:ext cx="356188" cy="246221"/>
            </a:xfrm>
            <a:prstGeom prst="rect">
              <a:avLst/>
            </a:prstGeom>
            <a:noFill/>
            <a:ln>
              <a:noFill/>
            </a:ln>
          </p:spPr>
          <p:txBody>
            <a:bodyPr wrap="none" rtlCol="0">
              <a:spAutoFit/>
            </a:bodyPr>
            <a:lstStyle/>
            <a:p>
              <a:r>
                <a:rPr lang="en-US" sz="1000" dirty="0"/>
                <a:t>yes</a:t>
              </a:r>
            </a:p>
          </p:txBody>
        </p:sp>
        <p:sp>
          <p:nvSpPr>
            <p:cNvPr id="42" name="TextBox 41">
              <a:extLst>
                <a:ext uri="{FF2B5EF4-FFF2-40B4-BE49-F238E27FC236}">
                  <a16:creationId xmlns:a16="http://schemas.microsoft.com/office/drawing/2014/main" id="{C6E9ABD8-67D2-328B-EA6D-027393686AA3}"/>
                </a:ext>
              </a:extLst>
            </p:cNvPr>
            <p:cNvSpPr txBox="1"/>
            <p:nvPr/>
          </p:nvSpPr>
          <p:spPr>
            <a:xfrm>
              <a:off x="1692730" y="2055888"/>
              <a:ext cx="319318" cy="246221"/>
            </a:xfrm>
            <a:prstGeom prst="rect">
              <a:avLst/>
            </a:prstGeom>
            <a:noFill/>
            <a:ln>
              <a:noFill/>
            </a:ln>
          </p:spPr>
          <p:txBody>
            <a:bodyPr wrap="none" rtlCol="0">
              <a:spAutoFit/>
            </a:bodyPr>
            <a:lstStyle/>
            <a:p>
              <a:r>
                <a:rPr lang="en-US" sz="1000" dirty="0"/>
                <a:t>no</a:t>
              </a:r>
            </a:p>
          </p:txBody>
        </p:sp>
        <p:sp>
          <p:nvSpPr>
            <p:cNvPr id="43" name="TextBox 42">
              <a:extLst>
                <a:ext uri="{FF2B5EF4-FFF2-40B4-BE49-F238E27FC236}">
                  <a16:creationId xmlns:a16="http://schemas.microsoft.com/office/drawing/2014/main" id="{968716F9-4D93-C64B-BAF2-CCE5D3432F76}"/>
                </a:ext>
              </a:extLst>
            </p:cNvPr>
            <p:cNvSpPr txBox="1"/>
            <p:nvPr/>
          </p:nvSpPr>
          <p:spPr>
            <a:xfrm>
              <a:off x="1633397" y="2924392"/>
              <a:ext cx="356188" cy="246221"/>
            </a:xfrm>
            <a:prstGeom prst="rect">
              <a:avLst/>
            </a:prstGeom>
            <a:noFill/>
            <a:ln>
              <a:noFill/>
            </a:ln>
          </p:spPr>
          <p:txBody>
            <a:bodyPr wrap="none" rtlCol="0">
              <a:spAutoFit/>
            </a:bodyPr>
            <a:lstStyle/>
            <a:p>
              <a:r>
                <a:rPr lang="en-US" sz="1000" dirty="0"/>
                <a:t>yes</a:t>
              </a:r>
            </a:p>
          </p:txBody>
        </p:sp>
        <p:sp>
          <p:nvSpPr>
            <p:cNvPr id="44" name="TextBox 43">
              <a:extLst>
                <a:ext uri="{FF2B5EF4-FFF2-40B4-BE49-F238E27FC236}">
                  <a16:creationId xmlns:a16="http://schemas.microsoft.com/office/drawing/2014/main" id="{B1E501DB-A767-CCCD-04DF-08152A161B2C}"/>
                </a:ext>
              </a:extLst>
            </p:cNvPr>
            <p:cNvSpPr txBox="1"/>
            <p:nvPr/>
          </p:nvSpPr>
          <p:spPr>
            <a:xfrm>
              <a:off x="1003003" y="3001972"/>
              <a:ext cx="319318" cy="246221"/>
            </a:xfrm>
            <a:prstGeom prst="rect">
              <a:avLst/>
            </a:prstGeom>
            <a:noFill/>
            <a:ln>
              <a:noFill/>
            </a:ln>
          </p:spPr>
          <p:txBody>
            <a:bodyPr wrap="none" rtlCol="0">
              <a:spAutoFit/>
            </a:bodyPr>
            <a:lstStyle/>
            <a:p>
              <a:r>
                <a:rPr lang="en-US" sz="1000" dirty="0"/>
                <a:t>no</a:t>
              </a:r>
            </a:p>
          </p:txBody>
        </p:sp>
      </p:grpSp>
      <p:grpSp>
        <p:nvGrpSpPr>
          <p:cNvPr id="83" name="Group 82">
            <a:extLst>
              <a:ext uri="{FF2B5EF4-FFF2-40B4-BE49-F238E27FC236}">
                <a16:creationId xmlns:a16="http://schemas.microsoft.com/office/drawing/2014/main" id="{40DCFAFE-0AFA-0018-C9E5-CD1B5FC08CFA}"/>
              </a:ext>
            </a:extLst>
          </p:cNvPr>
          <p:cNvGrpSpPr/>
          <p:nvPr/>
        </p:nvGrpSpPr>
        <p:grpSpPr>
          <a:xfrm>
            <a:off x="3501812" y="793721"/>
            <a:ext cx="2143896" cy="3842886"/>
            <a:chOff x="3501812" y="793721"/>
            <a:chExt cx="2143896" cy="3842886"/>
          </a:xfrm>
        </p:grpSpPr>
        <p:sp>
          <p:nvSpPr>
            <p:cNvPr id="47" name="TextBox 46">
              <a:extLst>
                <a:ext uri="{FF2B5EF4-FFF2-40B4-BE49-F238E27FC236}">
                  <a16:creationId xmlns:a16="http://schemas.microsoft.com/office/drawing/2014/main" id="{5F99AE21-BD96-F649-D3FF-09F684B71C6D}"/>
                </a:ext>
              </a:extLst>
            </p:cNvPr>
            <p:cNvSpPr txBox="1"/>
            <p:nvPr/>
          </p:nvSpPr>
          <p:spPr>
            <a:xfrm>
              <a:off x="4091462" y="1141575"/>
              <a:ext cx="800219" cy="246221"/>
            </a:xfrm>
            <a:prstGeom prst="rect">
              <a:avLst/>
            </a:prstGeom>
            <a:noFill/>
            <a:ln>
              <a:solidFill>
                <a:schemeClr val="tx1"/>
              </a:solidFill>
            </a:ln>
          </p:spPr>
          <p:txBody>
            <a:bodyPr wrap="none" rtlCol="0">
              <a:spAutoFit/>
            </a:bodyPr>
            <a:lstStyle/>
            <a:p>
              <a:r>
                <a:rPr lang="en-US" sz="1000" dirty="0"/>
                <a:t>Set </a:t>
              </a:r>
              <a:r>
                <a:rPr lang="en-US" sz="1000" dirty="0" err="1"/>
                <a:t>DPFixed</a:t>
              </a:r>
              <a:endParaRPr lang="en-US" sz="1000" dirty="0"/>
            </a:p>
          </p:txBody>
        </p:sp>
        <p:sp>
          <p:nvSpPr>
            <p:cNvPr id="48" name="TextBox 47">
              <a:extLst>
                <a:ext uri="{FF2B5EF4-FFF2-40B4-BE49-F238E27FC236}">
                  <a16:creationId xmlns:a16="http://schemas.microsoft.com/office/drawing/2014/main" id="{991CF951-4A98-22D5-4A51-36128045A106}"/>
                </a:ext>
              </a:extLst>
            </p:cNvPr>
            <p:cNvSpPr txBox="1"/>
            <p:nvPr/>
          </p:nvSpPr>
          <p:spPr>
            <a:xfrm>
              <a:off x="4061004" y="1621221"/>
              <a:ext cx="861133" cy="246221"/>
            </a:xfrm>
            <a:prstGeom prst="rect">
              <a:avLst/>
            </a:prstGeom>
            <a:noFill/>
            <a:ln>
              <a:solidFill>
                <a:schemeClr val="tx1"/>
              </a:solidFill>
            </a:ln>
          </p:spPr>
          <p:txBody>
            <a:bodyPr wrap="none" rtlCol="0">
              <a:spAutoFit/>
            </a:bodyPr>
            <a:lstStyle/>
            <a:p>
              <a:r>
                <a:rPr lang="en-US" sz="1000" dirty="0"/>
                <a:t>DP First Key?</a:t>
              </a:r>
            </a:p>
          </p:txBody>
        </p:sp>
        <p:sp>
          <p:nvSpPr>
            <p:cNvPr id="49" name="TextBox 48">
              <a:extLst>
                <a:ext uri="{FF2B5EF4-FFF2-40B4-BE49-F238E27FC236}">
                  <a16:creationId xmlns:a16="http://schemas.microsoft.com/office/drawing/2014/main" id="{E6BACA35-93B4-4075-2966-ACA8E939A4CA}"/>
                </a:ext>
              </a:extLst>
            </p:cNvPr>
            <p:cNvSpPr txBox="1"/>
            <p:nvPr/>
          </p:nvSpPr>
          <p:spPr>
            <a:xfrm>
              <a:off x="4774957" y="2138750"/>
              <a:ext cx="870751" cy="553998"/>
            </a:xfrm>
            <a:prstGeom prst="rect">
              <a:avLst/>
            </a:prstGeom>
            <a:noFill/>
            <a:ln>
              <a:solidFill>
                <a:schemeClr val="tx1"/>
              </a:solidFill>
            </a:ln>
          </p:spPr>
          <p:txBody>
            <a:bodyPr wrap="none" rtlCol="0">
              <a:spAutoFit/>
            </a:bodyPr>
            <a:lstStyle/>
            <a:p>
              <a:r>
                <a:rPr lang="en-US" sz="1000" dirty="0"/>
                <a:t>Set </a:t>
              </a:r>
              <a:r>
                <a:rPr lang="en-US" sz="1000" dirty="0" err="1"/>
                <a:t>SignXexp</a:t>
              </a:r>
              <a:endParaRPr lang="en-US" sz="1000" dirty="0"/>
            </a:p>
            <a:p>
              <a:r>
                <a:rPr lang="en-US" sz="1000" dirty="0"/>
                <a:t>SHL </a:t>
              </a:r>
              <a:r>
                <a:rPr lang="en-US" sz="1000" dirty="0" err="1"/>
                <a:t>Xreg</a:t>
              </a:r>
              <a:r>
                <a:rPr lang="en-US" sz="1000" dirty="0"/>
                <a:t> &lt;- 0</a:t>
              </a:r>
            </a:p>
            <a:p>
              <a:r>
                <a:rPr lang="en-US" sz="1000" dirty="0" err="1"/>
                <a:t>XDgiCnt</a:t>
              </a:r>
              <a:r>
                <a:rPr lang="en-US" sz="1000" dirty="0"/>
                <a:t> ++</a:t>
              </a:r>
            </a:p>
          </p:txBody>
        </p:sp>
        <p:sp>
          <p:nvSpPr>
            <p:cNvPr id="50" name="TextBox 49">
              <a:extLst>
                <a:ext uri="{FF2B5EF4-FFF2-40B4-BE49-F238E27FC236}">
                  <a16:creationId xmlns:a16="http://schemas.microsoft.com/office/drawing/2014/main" id="{E14DCC4F-01DC-3A0F-41FF-C757EF51A75E}"/>
                </a:ext>
              </a:extLst>
            </p:cNvPr>
            <p:cNvSpPr txBox="1"/>
            <p:nvPr/>
          </p:nvSpPr>
          <p:spPr>
            <a:xfrm>
              <a:off x="4104284" y="2964056"/>
              <a:ext cx="774571" cy="246221"/>
            </a:xfrm>
            <a:prstGeom prst="rect">
              <a:avLst/>
            </a:prstGeom>
            <a:noFill/>
            <a:ln>
              <a:solidFill>
                <a:schemeClr val="tx1"/>
              </a:solidFill>
            </a:ln>
          </p:spPr>
          <p:txBody>
            <a:bodyPr wrap="none" rtlCol="0">
              <a:spAutoFit/>
            </a:bodyPr>
            <a:lstStyle/>
            <a:p>
              <a:r>
                <a:rPr lang="en-US" sz="1000" dirty="0" err="1"/>
                <a:t>SexpCnt</a:t>
              </a:r>
              <a:r>
                <a:rPr lang="en-US" sz="1000" dirty="0"/>
                <a:t> - -</a:t>
              </a:r>
            </a:p>
          </p:txBody>
        </p:sp>
        <p:sp>
          <p:nvSpPr>
            <p:cNvPr id="51" name="TextBox 50">
              <a:extLst>
                <a:ext uri="{FF2B5EF4-FFF2-40B4-BE49-F238E27FC236}">
                  <a16:creationId xmlns:a16="http://schemas.microsoft.com/office/drawing/2014/main" id="{CDFB7E93-45C9-A2D2-2493-71EEA8E0E2F9}"/>
                </a:ext>
              </a:extLst>
            </p:cNvPr>
            <p:cNvSpPr txBox="1"/>
            <p:nvPr/>
          </p:nvSpPr>
          <p:spPr>
            <a:xfrm>
              <a:off x="4129931" y="3453002"/>
              <a:ext cx="723275" cy="246221"/>
            </a:xfrm>
            <a:prstGeom prst="rect">
              <a:avLst/>
            </a:prstGeom>
            <a:noFill/>
            <a:ln>
              <a:solidFill>
                <a:schemeClr val="tx1"/>
              </a:solidFill>
            </a:ln>
          </p:spPr>
          <p:txBody>
            <a:bodyPr wrap="none" rtlCol="0">
              <a:spAutoFit/>
            </a:bodyPr>
            <a:lstStyle/>
            <a:p>
              <a:r>
                <a:rPr lang="en-US" sz="1000" dirty="0"/>
                <a:t>In OpPh1?</a:t>
              </a:r>
            </a:p>
          </p:txBody>
        </p:sp>
        <p:sp>
          <p:nvSpPr>
            <p:cNvPr id="52" name="TextBox 51">
              <a:extLst>
                <a:ext uri="{FF2B5EF4-FFF2-40B4-BE49-F238E27FC236}">
                  <a16:creationId xmlns:a16="http://schemas.microsoft.com/office/drawing/2014/main" id="{785DBFCA-AED0-C4C4-56B2-C127736D61B0}"/>
                </a:ext>
              </a:extLst>
            </p:cNvPr>
            <p:cNvSpPr txBox="1"/>
            <p:nvPr/>
          </p:nvSpPr>
          <p:spPr>
            <a:xfrm>
              <a:off x="4637886" y="3903809"/>
              <a:ext cx="764953" cy="246221"/>
            </a:xfrm>
            <a:prstGeom prst="rect">
              <a:avLst/>
            </a:prstGeom>
            <a:noFill/>
            <a:ln>
              <a:solidFill>
                <a:schemeClr val="tx1"/>
              </a:solidFill>
            </a:ln>
          </p:spPr>
          <p:txBody>
            <a:bodyPr wrap="none" rtlCol="0">
              <a:spAutoFit/>
            </a:bodyPr>
            <a:lstStyle/>
            <a:p>
              <a:r>
                <a:rPr lang="en-US" sz="1000" dirty="0" err="1"/>
                <a:t>DexpCnt</a:t>
              </a:r>
              <a:r>
                <a:rPr lang="en-US" sz="1000" dirty="0"/>
                <a:t> - -</a:t>
              </a:r>
            </a:p>
          </p:txBody>
        </p:sp>
        <p:sp>
          <p:nvSpPr>
            <p:cNvPr id="53" name="TextBox 52">
              <a:extLst>
                <a:ext uri="{FF2B5EF4-FFF2-40B4-BE49-F238E27FC236}">
                  <a16:creationId xmlns:a16="http://schemas.microsoft.com/office/drawing/2014/main" id="{3DE5E497-4C55-CD39-D1A8-927CA8E3016B}"/>
                </a:ext>
              </a:extLst>
            </p:cNvPr>
            <p:cNvSpPr txBox="1"/>
            <p:nvPr/>
          </p:nvSpPr>
          <p:spPr>
            <a:xfrm>
              <a:off x="3501812" y="3903809"/>
              <a:ext cx="787395" cy="246221"/>
            </a:xfrm>
            <a:prstGeom prst="rect">
              <a:avLst/>
            </a:prstGeom>
            <a:noFill/>
            <a:ln>
              <a:solidFill>
                <a:schemeClr val="tx1"/>
              </a:solidFill>
            </a:ln>
          </p:spPr>
          <p:txBody>
            <a:bodyPr wrap="none" rtlCol="0">
              <a:spAutoFit/>
            </a:bodyPr>
            <a:lstStyle/>
            <a:p>
              <a:r>
                <a:rPr lang="en-US" sz="1000" dirty="0" err="1"/>
                <a:t>DexpCnt</a:t>
              </a:r>
              <a:r>
                <a:rPr lang="en-US" sz="1000" dirty="0"/>
                <a:t> ++</a:t>
              </a:r>
            </a:p>
          </p:txBody>
        </p:sp>
        <p:cxnSp>
          <p:nvCxnSpPr>
            <p:cNvPr id="55" name="Straight Arrow Connector 54">
              <a:extLst>
                <a:ext uri="{FF2B5EF4-FFF2-40B4-BE49-F238E27FC236}">
                  <a16:creationId xmlns:a16="http://schemas.microsoft.com/office/drawing/2014/main" id="{3B989409-8FF7-1400-29CF-2AE134253456}"/>
                </a:ext>
              </a:extLst>
            </p:cNvPr>
            <p:cNvCxnSpPr>
              <a:stCxn id="47" idx="2"/>
              <a:endCxn id="48" idx="0"/>
            </p:cNvCxnSpPr>
            <p:nvPr/>
          </p:nvCxnSpPr>
          <p:spPr>
            <a:xfrm flipH="1">
              <a:off x="4491571" y="1387796"/>
              <a:ext cx="1" cy="233425"/>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BF7E4368-E794-0123-B518-DF8EB9F4CE2E}"/>
                </a:ext>
              </a:extLst>
            </p:cNvPr>
            <p:cNvCxnSpPr>
              <a:stCxn id="48" idx="2"/>
              <a:endCxn id="49" idx="0"/>
            </p:cNvCxnSpPr>
            <p:nvPr/>
          </p:nvCxnSpPr>
          <p:spPr>
            <a:xfrm>
              <a:off x="4491571" y="1867442"/>
              <a:ext cx="718762" cy="27130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F769262C-71F1-DCF0-08BD-8630815C058B}"/>
                </a:ext>
              </a:extLst>
            </p:cNvPr>
            <p:cNvCxnSpPr>
              <a:stCxn id="48" idx="2"/>
              <a:endCxn id="50" idx="0"/>
            </p:cNvCxnSpPr>
            <p:nvPr/>
          </p:nvCxnSpPr>
          <p:spPr>
            <a:xfrm flipH="1">
              <a:off x="4491570" y="1867442"/>
              <a:ext cx="1" cy="1096614"/>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E4C59E87-26F3-E55C-D233-790284BCB22A}"/>
                </a:ext>
              </a:extLst>
            </p:cNvPr>
            <p:cNvCxnSpPr>
              <a:stCxn id="50" idx="2"/>
              <a:endCxn id="51" idx="0"/>
            </p:cNvCxnSpPr>
            <p:nvPr/>
          </p:nvCxnSpPr>
          <p:spPr>
            <a:xfrm flipH="1">
              <a:off x="4491569" y="3210277"/>
              <a:ext cx="1" cy="242725"/>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31DE8C77-E8F4-8604-84E5-2D38A07B5605}"/>
                </a:ext>
              </a:extLst>
            </p:cNvPr>
            <p:cNvCxnSpPr>
              <a:stCxn id="51" idx="2"/>
              <a:endCxn id="53" idx="0"/>
            </p:cNvCxnSpPr>
            <p:nvPr/>
          </p:nvCxnSpPr>
          <p:spPr>
            <a:xfrm flipH="1">
              <a:off x="3895510" y="3699223"/>
              <a:ext cx="596059" cy="20458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FC2A8284-1DDB-CA1E-E8BB-26E2EF4834BD}"/>
                </a:ext>
              </a:extLst>
            </p:cNvPr>
            <p:cNvCxnSpPr>
              <a:stCxn id="51" idx="2"/>
              <a:endCxn id="52" idx="0"/>
            </p:cNvCxnSpPr>
            <p:nvPr/>
          </p:nvCxnSpPr>
          <p:spPr>
            <a:xfrm>
              <a:off x="4491569" y="3699223"/>
              <a:ext cx="528794" cy="20458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D377710C-9A98-7275-7C01-B67D46D418CA}"/>
                </a:ext>
              </a:extLst>
            </p:cNvPr>
            <p:cNvSpPr txBox="1"/>
            <p:nvPr/>
          </p:nvSpPr>
          <p:spPr>
            <a:xfrm>
              <a:off x="4260575" y="4390386"/>
              <a:ext cx="452368" cy="246221"/>
            </a:xfrm>
            <a:prstGeom prst="rect">
              <a:avLst/>
            </a:prstGeom>
            <a:noFill/>
            <a:ln>
              <a:solidFill>
                <a:schemeClr val="tx1"/>
              </a:solidFill>
            </a:ln>
          </p:spPr>
          <p:txBody>
            <a:bodyPr wrap="none" rtlCol="0">
              <a:spAutoFit/>
            </a:bodyPr>
            <a:lstStyle/>
            <a:p>
              <a:r>
                <a:rPr lang="en-US" sz="1000" dirty="0"/>
                <a:t>DSKY</a:t>
              </a:r>
            </a:p>
          </p:txBody>
        </p:sp>
        <p:cxnSp>
          <p:nvCxnSpPr>
            <p:cNvPr id="70" name="Straight Arrow Connector 69">
              <a:extLst>
                <a:ext uri="{FF2B5EF4-FFF2-40B4-BE49-F238E27FC236}">
                  <a16:creationId xmlns:a16="http://schemas.microsoft.com/office/drawing/2014/main" id="{F0009166-F7B5-12CF-5807-7926D3371DB3}"/>
                </a:ext>
              </a:extLst>
            </p:cNvPr>
            <p:cNvCxnSpPr>
              <a:stCxn id="52" idx="2"/>
              <a:endCxn id="68" idx="0"/>
            </p:cNvCxnSpPr>
            <p:nvPr/>
          </p:nvCxnSpPr>
          <p:spPr>
            <a:xfrm flipH="1">
              <a:off x="4486759" y="4150030"/>
              <a:ext cx="533604" cy="24035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78F89FA5-9AF8-E3F7-9565-E08C881FBA84}"/>
                </a:ext>
              </a:extLst>
            </p:cNvPr>
            <p:cNvCxnSpPr>
              <a:stCxn id="53" idx="2"/>
              <a:endCxn id="68" idx="0"/>
            </p:cNvCxnSpPr>
            <p:nvPr/>
          </p:nvCxnSpPr>
          <p:spPr>
            <a:xfrm>
              <a:off x="3895510" y="4150030"/>
              <a:ext cx="591249" cy="24035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7A0DB216-AD66-9046-438C-B33857C8A4FB}"/>
                </a:ext>
              </a:extLst>
            </p:cNvPr>
            <p:cNvSpPr txBox="1"/>
            <p:nvPr/>
          </p:nvSpPr>
          <p:spPr>
            <a:xfrm>
              <a:off x="3610910" y="793721"/>
              <a:ext cx="1761316" cy="338554"/>
            </a:xfrm>
            <a:prstGeom prst="rect">
              <a:avLst/>
            </a:prstGeom>
            <a:noFill/>
            <a:ln>
              <a:noFill/>
            </a:ln>
          </p:spPr>
          <p:txBody>
            <a:bodyPr wrap="none" rtlCol="0">
              <a:spAutoFit/>
            </a:bodyPr>
            <a:lstStyle/>
            <a:p>
              <a:r>
                <a:rPr lang="en-US" sz="1600" dirty="0" err="1"/>
                <a:t>Dp</a:t>
              </a:r>
              <a:r>
                <a:rPr lang="en-US" sz="1600" dirty="0"/>
                <a:t> Service Routine</a:t>
              </a:r>
            </a:p>
          </p:txBody>
        </p:sp>
        <p:sp>
          <p:nvSpPr>
            <p:cNvPr id="76" name="TextBox 75">
              <a:extLst>
                <a:ext uri="{FF2B5EF4-FFF2-40B4-BE49-F238E27FC236}">
                  <a16:creationId xmlns:a16="http://schemas.microsoft.com/office/drawing/2014/main" id="{3672C6DD-C7FB-9796-C5E5-2AD41E188048}"/>
                </a:ext>
              </a:extLst>
            </p:cNvPr>
            <p:cNvSpPr txBox="1"/>
            <p:nvPr/>
          </p:nvSpPr>
          <p:spPr>
            <a:xfrm>
              <a:off x="4828876" y="1825807"/>
              <a:ext cx="356188" cy="246221"/>
            </a:xfrm>
            <a:prstGeom prst="rect">
              <a:avLst/>
            </a:prstGeom>
            <a:noFill/>
            <a:ln>
              <a:noFill/>
            </a:ln>
          </p:spPr>
          <p:txBody>
            <a:bodyPr wrap="none" rtlCol="0">
              <a:spAutoFit/>
            </a:bodyPr>
            <a:lstStyle/>
            <a:p>
              <a:r>
                <a:rPr lang="en-US" sz="1000" dirty="0"/>
                <a:t>yes</a:t>
              </a:r>
            </a:p>
          </p:txBody>
        </p:sp>
        <p:sp>
          <p:nvSpPr>
            <p:cNvPr id="77" name="TextBox 76">
              <a:extLst>
                <a:ext uri="{FF2B5EF4-FFF2-40B4-BE49-F238E27FC236}">
                  <a16:creationId xmlns:a16="http://schemas.microsoft.com/office/drawing/2014/main" id="{C0F20DB1-A9A2-F823-3E63-1447480E8ABF}"/>
                </a:ext>
              </a:extLst>
            </p:cNvPr>
            <p:cNvSpPr txBox="1"/>
            <p:nvPr/>
          </p:nvSpPr>
          <p:spPr>
            <a:xfrm>
              <a:off x="4205632" y="2238189"/>
              <a:ext cx="319318" cy="246221"/>
            </a:xfrm>
            <a:prstGeom prst="rect">
              <a:avLst/>
            </a:prstGeom>
            <a:noFill/>
            <a:ln>
              <a:noFill/>
            </a:ln>
          </p:spPr>
          <p:txBody>
            <a:bodyPr wrap="none" rtlCol="0">
              <a:spAutoFit/>
            </a:bodyPr>
            <a:lstStyle/>
            <a:p>
              <a:r>
                <a:rPr lang="en-US" sz="1000" dirty="0"/>
                <a:t>no</a:t>
              </a:r>
            </a:p>
          </p:txBody>
        </p:sp>
        <p:sp>
          <p:nvSpPr>
            <p:cNvPr id="78" name="TextBox 77">
              <a:extLst>
                <a:ext uri="{FF2B5EF4-FFF2-40B4-BE49-F238E27FC236}">
                  <a16:creationId xmlns:a16="http://schemas.microsoft.com/office/drawing/2014/main" id="{4F842867-AC1B-2EEB-1A21-3C2F8F1FDD65}"/>
                </a:ext>
              </a:extLst>
            </p:cNvPr>
            <p:cNvSpPr txBox="1"/>
            <p:nvPr/>
          </p:nvSpPr>
          <p:spPr>
            <a:xfrm>
              <a:off x="4770628" y="3645203"/>
              <a:ext cx="356188" cy="246221"/>
            </a:xfrm>
            <a:prstGeom prst="rect">
              <a:avLst/>
            </a:prstGeom>
            <a:noFill/>
            <a:ln>
              <a:noFill/>
            </a:ln>
          </p:spPr>
          <p:txBody>
            <a:bodyPr wrap="none" rtlCol="0">
              <a:spAutoFit/>
            </a:bodyPr>
            <a:lstStyle/>
            <a:p>
              <a:r>
                <a:rPr lang="en-US" sz="1000" dirty="0"/>
                <a:t>yes</a:t>
              </a:r>
            </a:p>
          </p:txBody>
        </p:sp>
        <p:sp>
          <p:nvSpPr>
            <p:cNvPr id="79" name="TextBox 78">
              <a:extLst>
                <a:ext uri="{FF2B5EF4-FFF2-40B4-BE49-F238E27FC236}">
                  <a16:creationId xmlns:a16="http://schemas.microsoft.com/office/drawing/2014/main" id="{6F28708A-C17F-D3B5-41A5-1EA0D8720FC5}"/>
                </a:ext>
              </a:extLst>
            </p:cNvPr>
            <p:cNvSpPr txBox="1"/>
            <p:nvPr/>
          </p:nvSpPr>
          <p:spPr>
            <a:xfrm>
              <a:off x="3893809" y="3660019"/>
              <a:ext cx="319318" cy="246221"/>
            </a:xfrm>
            <a:prstGeom prst="rect">
              <a:avLst/>
            </a:prstGeom>
            <a:noFill/>
            <a:ln>
              <a:noFill/>
            </a:ln>
          </p:spPr>
          <p:txBody>
            <a:bodyPr wrap="none" rtlCol="0">
              <a:spAutoFit/>
            </a:bodyPr>
            <a:lstStyle/>
            <a:p>
              <a:r>
                <a:rPr lang="en-US" sz="1000" dirty="0"/>
                <a:t>no</a:t>
              </a:r>
            </a:p>
          </p:txBody>
        </p:sp>
        <p:cxnSp>
          <p:nvCxnSpPr>
            <p:cNvPr id="81" name="Straight Arrow Connector 80">
              <a:extLst>
                <a:ext uri="{FF2B5EF4-FFF2-40B4-BE49-F238E27FC236}">
                  <a16:creationId xmlns:a16="http://schemas.microsoft.com/office/drawing/2014/main" id="{156530C3-BEF0-CB69-B751-F9F4941E59E7}"/>
                </a:ext>
              </a:extLst>
            </p:cNvPr>
            <p:cNvCxnSpPr>
              <a:stCxn id="49" idx="2"/>
              <a:endCxn id="50" idx="0"/>
            </p:cNvCxnSpPr>
            <p:nvPr/>
          </p:nvCxnSpPr>
          <p:spPr>
            <a:xfrm flipH="1">
              <a:off x="4491570" y="2692748"/>
              <a:ext cx="718763" cy="27130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287" name="Group 286">
            <a:extLst>
              <a:ext uri="{FF2B5EF4-FFF2-40B4-BE49-F238E27FC236}">
                <a16:creationId xmlns:a16="http://schemas.microsoft.com/office/drawing/2014/main" id="{196EB524-4D07-7C69-53AC-4DFDC17CB5C2}"/>
              </a:ext>
            </a:extLst>
          </p:cNvPr>
          <p:cNvGrpSpPr/>
          <p:nvPr/>
        </p:nvGrpSpPr>
        <p:grpSpPr>
          <a:xfrm>
            <a:off x="6043536" y="458286"/>
            <a:ext cx="5861985" cy="5746706"/>
            <a:chOff x="6282005" y="564715"/>
            <a:chExt cx="5861985" cy="5746706"/>
          </a:xfrm>
        </p:grpSpPr>
        <p:sp>
          <p:nvSpPr>
            <p:cNvPr id="85" name="TextBox 84">
              <a:extLst>
                <a:ext uri="{FF2B5EF4-FFF2-40B4-BE49-F238E27FC236}">
                  <a16:creationId xmlns:a16="http://schemas.microsoft.com/office/drawing/2014/main" id="{FE663E0C-E93B-9F76-D75C-33E27F551F3C}"/>
                </a:ext>
              </a:extLst>
            </p:cNvPr>
            <p:cNvSpPr txBox="1"/>
            <p:nvPr/>
          </p:nvSpPr>
          <p:spPr>
            <a:xfrm>
              <a:off x="8841365" y="907707"/>
              <a:ext cx="845103" cy="246221"/>
            </a:xfrm>
            <a:prstGeom prst="rect">
              <a:avLst/>
            </a:prstGeom>
            <a:noFill/>
            <a:ln>
              <a:solidFill>
                <a:schemeClr val="tx1"/>
              </a:solidFill>
            </a:ln>
          </p:spPr>
          <p:txBody>
            <a:bodyPr wrap="none" rtlCol="0">
              <a:spAutoFit/>
            </a:bodyPr>
            <a:lstStyle/>
            <a:p>
              <a:r>
                <a:rPr lang="en-US" sz="1000" dirty="0" err="1"/>
                <a:t>SHl</a:t>
              </a:r>
              <a:r>
                <a:rPr lang="en-US" sz="1000" dirty="0"/>
                <a:t> </a:t>
              </a:r>
              <a:r>
                <a:rPr lang="en-US" sz="1000" dirty="0" err="1"/>
                <a:t>Xreg</a:t>
              </a:r>
              <a:r>
                <a:rPr lang="en-US" sz="1000" dirty="0"/>
                <a:t> &lt;- 0</a:t>
              </a:r>
            </a:p>
          </p:txBody>
        </p:sp>
        <p:sp>
          <p:nvSpPr>
            <p:cNvPr id="86" name="TextBox 85">
              <a:extLst>
                <a:ext uri="{FF2B5EF4-FFF2-40B4-BE49-F238E27FC236}">
                  <a16:creationId xmlns:a16="http://schemas.microsoft.com/office/drawing/2014/main" id="{D23B8279-C585-63B2-03A0-2BDD1B1ADBF7}"/>
                </a:ext>
              </a:extLst>
            </p:cNvPr>
            <p:cNvSpPr txBox="1"/>
            <p:nvPr/>
          </p:nvSpPr>
          <p:spPr>
            <a:xfrm>
              <a:off x="8906286" y="1324204"/>
              <a:ext cx="715260" cy="246221"/>
            </a:xfrm>
            <a:prstGeom prst="rect">
              <a:avLst/>
            </a:prstGeom>
            <a:noFill/>
            <a:ln>
              <a:solidFill>
                <a:schemeClr val="tx1"/>
              </a:solidFill>
            </a:ln>
          </p:spPr>
          <p:txBody>
            <a:bodyPr wrap="none" rtlCol="0">
              <a:spAutoFit/>
            </a:bodyPr>
            <a:lstStyle/>
            <a:p>
              <a:r>
                <a:rPr lang="en-US" sz="1000" dirty="0" err="1"/>
                <a:t>SignXexp</a:t>
              </a:r>
              <a:r>
                <a:rPr lang="en-US" sz="1000" dirty="0"/>
                <a:t>?</a:t>
              </a:r>
            </a:p>
          </p:txBody>
        </p:sp>
        <p:sp>
          <p:nvSpPr>
            <p:cNvPr id="87" name="TextBox 86">
              <a:extLst>
                <a:ext uri="{FF2B5EF4-FFF2-40B4-BE49-F238E27FC236}">
                  <a16:creationId xmlns:a16="http://schemas.microsoft.com/office/drawing/2014/main" id="{DBC93A97-B4FB-9C7F-391D-45B8B1870EF9}"/>
                </a:ext>
              </a:extLst>
            </p:cNvPr>
            <p:cNvSpPr txBox="1"/>
            <p:nvPr/>
          </p:nvSpPr>
          <p:spPr>
            <a:xfrm>
              <a:off x="10004508" y="1740700"/>
              <a:ext cx="841897" cy="246221"/>
            </a:xfrm>
            <a:prstGeom prst="rect">
              <a:avLst/>
            </a:prstGeom>
            <a:noFill/>
            <a:ln>
              <a:solidFill>
                <a:schemeClr val="tx1"/>
              </a:solidFill>
            </a:ln>
          </p:spPr>
          <p:txBody>
            <a:bodyPr wrap="none" rtlCol="0">
              <a:spAutoFit/>
            </a:bodyPr>
            <a:lstStyle/>
            <a:p>
              <a:r>
                <a:rPr lang="en-US" sz="1000" dirty="0" err="1"/>
                <a:t>XDigEmpty</a:t>
              </a:r>
              <a:r>
                <a:rPr lang="en-US" sz="1000" dirty="0"/>
                <a:t> ?</a:t>
              </a:r>
            </a:p>
          </p:txBody>
        </p:sp>
        <p:sp>
          <p:nvSpPr>
            <p:cNvPr id="88" name="TextBox 87">
              <a:extLst>
                <a:ext uri="{FF2B5EF4-FFF2-40B4-BE49-F238E27FC236}">
                  <a16:creationId xmlns:a16="http://schemas.microsoft.com/office/drawing/2014/main" id="{166362CB-E40B-C43F-2BC5-B5DEB73E6346}"/>
                </a:ext>
              </a:extLst>
            </p:cNvPr>
            <p:cNvSpPr txBox="1"/>
            <p:nvPr/>
          </p:nvSpPr>
          <p:spPr>
            <a:xfrm>
              <a:off x="8315914" y="6065200"/>
              <a:ext cx="462793" cy="246221"/>
            </a:xfrm>
            <a:prstGeom prst="rect">
              <a:avLst/>
            </a:prstGeom>
            <a:noFill/>
            <a:ln>
              <a:solidFill>
                <a:schemeClr val="tx1"/>
              </a:solidFill>
            </a:ln>
          </p:spPr>
          <p:txBody>
            <a:bodyPr wrap="square" rtlCol="0">
              <a:spAutoFit/>
            </a:bodyPr>
            <a:lstStyle/>
            <a:p>
              <a:r>
                <a:rPr lang="en-US" sz="1000" dirty="0"/>
                <a:t>DSKY</a:t>
              </a:r>
            </a:p>
          </p:txBody>
        </p:sp>
        <p:cxnSp>
          <p:nvCxnSpPr>
            <p:cNvPr id="90" name="Straight Arrow Connector 89">
              <a:extLst>
                <a:ext uri="{FF2B5EF4-FFF2-40B4-BE49-F238E27FC236}">
                  <a16:creationId xmlns:a16="http://schemas.microsoft.com/office/drawing/2014/main" id="{08E56792-E2CF-425E-9668-20977BF2476C}"/>
                </a:ext>
              </a:extLst>
            </p:cNvPr>
            <p:cNvCxnSpPr>
              <a:stCxn id="85" idx="2"/>
              <a:endCxn id="86" idx="0"/>
            </p:cNvCxnSpPr>
            <p:nvPr/>
          </p:nvCxnSpPr>
          <p:spPr>
            <a:xfrm flipH="1">
              <a:off x="9263916" y="1153928"/>
              <a:ext cx="1" cy="17027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A32074A8-083E-620F-2F94-8A509B57A096}"/>
                </a:ext>
              </a:extLst>
            </p:cNvPr>
            <p:cNvCxnSpPr>
              <a:stCxn id="86" idx="2"/>
              <a:endCxn id="87" idx="0"/>
            </p:cNvCxnSpPr>
            <p:nvPr/>
          </p:nvCxnSpPr>
          <p:spPr>
            <a:xfrm>
              <a:off x="9263916" y="1570425"/>
              <a:ext cx="1161541" cy="170275"/>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21DDFB23-FF42-8F87-4DA3-51C5A5348096}"/>
                </a:ext>
              </a:extLst>
            </p:cNvPr>
            <p:cNvCxnSpPr>
              <a:cxnSpLocks/>
              <a:endCxn id="88" idx="0"/>
            </p:cNvCxnSpPr>
            <p:nvPr/>
          </p:nvCxnSpPr>
          <p:spPr>
            <a:xfrm flipH="1">
              <a:off x="8547311" y="2895651"/>
              <a:ext cx="491917" cy="3169549"/>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3BB8758C-563A-260E-A492-FA9698C8658F}"/>
                </a:ext>
              </a:extLst>
            </p:cNvPr>
            <p:cNvCxnSpPr>
              <a:cxnSpLocks/>
              <a:stCxn id="87" idx="2"/>
              <a:endCxn id="100" idx="0"/>
            </p:cNvCxnSpPr>
            <p:nvPr/>
          </p:nvCxnSpPr>
          <p:spPr>
            <a:xfrm flipH="1">
              <a:off x="10425456" y="1986921"/>
              <a:ext cx="1" cy="28604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D53C776B-D3D6-8C73-10A9-9FAA0960D1FA}"/>
                </a:ext>
              </a:extLst>
            </p:cNvPr>
            <p:cNvCxnSpPr>
              <a:cxnSpLocks/>
              <a:stCxn id="86" idx="2"/>
              <a:endCxn id="144" idx="0"/>
            </p:cNvCxnSpPr>
            <p:nvPr/>
          </p:nvCxnSpPr>
          <p:spPr>
            <a:xfrm flipH="1">
              <a:off x="8392932" y="1570425"/>
              <a:ext cx="870984" cy="22628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DEA972E7-3CFD-5569-4604-D008FDC79A1C}"/>
                </a:ext>
              </a:extLst>
            </p:cNvPr>
            <p:cNvSpPr txBox="1"/>
            <p:nvPr/>
          </p:nvSpPr>
          <p:spPr>
            <a:xfrm>
              <a:off x="10046987" y="2272961"/>
              <a:ext cx="756938" cy="246221"/>
            </a:xfrm>
            <a:prstGeom prst="rect">
              <a:avLst/>
            </a:prstGeom>
            <a:noFill/>
            <a:ln>
              <a:solidFill>
                <a:schemeClr val="tx1"/>
              </a:solidFill>
            </a:ln>
          </p:spPr>
          <p:txBody>
            <a:bodyPr wrap="none" rtlCol="0">
              <a:spAutoFit/>
            </a:bodyPr>
            <a:lstStyle/>
            <a:p>
              <a:r>
                <a:rPr lang="en-US" sz="1000" dirty="0" err="1"/>
                <a:t>XDigCnt</a:t>
              </a:r>
              <a:r>
                <a:rPr lang="en-US" sz="1000" dirty="0"/>
                <a:t> ++</a:t>
              </a:r>
            </a:p>
          </p:txBody>
        </p:sp>
        <p:sp>
          <p:nvSpPr>
            <p:cNvPr id="103" name="TextBox 102">
              <a:extLst>
                <a:ext uri="{FF2B5EF4-FFF2-40B4-BE49-F238E27FC236}">
                  <a16:creationId xmlns:a16="http://schemas.microsoft.com/office/drawing/2014/main" id="{951AE116-7038-0BAE-ACA0-FE4AA9250446}"/>
                </a:ext>
              </a:extLst>
            </p:cNvPr>
            <p:cNvSpPr txBox="1"/>
            <p:nvPr/>
          </p:nvSpPr>
          <p:spPr>
            <a:xfrm>
              <a:off x="10092672" y="2740007"/>
              <a:ext cx="665567" cy="246221"/>
            </a:xfrm>
            <a:prstGeom prst="rect">
              <a:avLst/>
            </a:prstGeom>
            <a:noFill/>
            <a:ln>
              <a:solidFill>
                <a:schemeClr val="tx1"/>
              </a:solidFill>
            </a:ln>
          </p:spPr>
          <p:txBody>
            <a:bodyPr wrap="none" rtlCol="0">
              <a:spAutoFit/>
            </a:bodyPr>
            <a:lstStyle/>
            <a:p>
              <a:r>
                <a:rPr lang="en-US" sz="1000" dirty="0" err="1"/>
                <a:t>DpFixed</a:t>
              </a:r>
              <a:r>
                <a:rPr lang="en-US" sz="1000" dirty="0"/>
                <a:t>?</a:t>
              </a:r>
            </a:p>
          </p:txBody>
        </p:sp>
        <p:cxnSp>
          <p:nvCxnSpPr>
            <p:cNvPr id="107" name="Straight Arrow Connector 106">
              <a:extLst>
                <a:ext uri="{FF2B5EF4-FFF2-40B4-BE49-F238E27FC236}">
                  <a16:creationId xmlns:a16="http://schemas.microsoft.com/office/drawing/2014/main" id="{5C96DC2D-29F6-97C9-A1D2-595DFCA46B19}"/>
                </a:ext>
              </a:extLst>
            </p:cNvPr>
            <p:cNvCxnSpPr>
              <a:stCxn id="100" idx="2"/>
              <a:endCxn id="103" idx="0"/>
            </p:cNvCxnSpPr>
            <p:nvPr/>
          </p:nvCxnSpPr>
          <p:spPr>
            <a:xfrm>
              <a:off x="10425456" y="2519182"/>
              <a:ext cx="0" cy="220825"/>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03CC2E33-3DBD-A953-307B-B64823C8C04D}"/>
                </a:ext>
              </a:extLst>
            </p:cNvPr>
            <p:cNvCxnSpPr>
              <a:cxnSpLocks/>
              <a:stCxn id="103" idx="2"/>
              <a:endCxn id="118" idx="0"/>
            </p:cNvCxnSpPr>
            <p:nvPr/>
          </p:nvCxnSpPr>
          <p:spPr>
            <a:xfrm flipH="1">
              <a:off x="9883081" y="2986228"/>
              <a:ext cx="542375" cy="210613"/>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3B6F17F4-4C60-8755-0317-65C06BA38226}"/>
                </a:ext>
              </a:extLst>
            </p:cNvPr>
            <p:cNvCxnSpPr>
              <a:cxnSpLocks/>
              <a:stCxn id="103" idx="2"/>
              <a:endCxn id="112" idx="0"/>
            </p:cNvCxnSpPr>
            <p:nvPr/>
          </p:nvCxnSpPr>
          <p:spPr>
            <a:xfrm>
              <a:off x="10425456" y="2986228"/>
              <a:ext cx="681438" cy="210613"/>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5A725EEB-DFA6-953E-FB68-C5E8D710E052}"/>
                </a:ext>
              </a:extLst>
            </p:cNvPr>
            <p:cNvSpPr txBox="1"/>
            <p:nvPr/>
          </p:nvSpPr>
          <p:spPr>
            <a:xfrm>
              <a:off x="10739646" y="3196841"/>
              <a:ext cx="734496" cy="246221"/>
            </a:xfrm>
            <a:prstGeom prst="rect">
              <a:avLst/>
            </a:prstGeom>
            <a:noFill/>
            <a:ln>
              <a:solidFill>
                <a:schemeClr val="tx1"/>
              </a:solidFill>
            </a:ln>
          </p:spPr>
          <p:txBody>
            <a:bodyPr wrap="none" rtlCol="0">
              <a:spAutoFit/>
            </a:bodyPr>
            <a:lstStyle/>
            <a:p>
              <a:r>
                <a:rPr lang="en-US" sz="1000" dirty="0" err="1"/>
                <a:t>XDpCnt</a:t>
              </a:r>
              <a:r>
                <a:rPr lang="en-US" sz="1000" dirty="0"/>
                <a:t> ++</a:t>
              </a:r>
            </a:p>
          </p:txBody>
        </p:sp>
        <p:cxnSp>
          <p:nvCxnSpPr>
            <p:cNvPr id="117" name="Straight Arrow Connector 116">
              <a:extLst>
                <a:ext uri="{FF2B5EF4-FFF2-40B4-BE49-F238E27FC236}">
                  <a16:creationId xmlns:a16="http://schemas.microsoft.com/office/drawing/2014/main" id="{5365F69B-F0E1-F7B6-07A4-BC3CAD54E49D}"/>
                </a:ext>
              </a:extLst>
            </p:cNvPr>
            <p:cNvCxnSpPr>
              <a:cxnSpLocks/>
              <a:endCxn id="88" idx="0"/>
            </p:cNvCxnSpPr>
            <p:nvPr/>
          </p:nvCxnSpPr>
          <p:spPr>
            <a:xfrm flipH="1">
              <a:off x="8547311" y="4196148"/>
              <a:ext cx="2567305" cy="186905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8" name="TextBox 117">
              <a:extLst>
                <a:ext uri="{FF2B5EF4-FFF2-40B4-BE49-F238E27FC236}">
                  <a16:creationId xmlns:a16="http://schemas.microsoft.com/office/drawing/2014/main" id="{49DDE1FF-0D17-B926-D90E-E0BB5D2E7C89}"/>
                </a:ext>
              </a:extLst>
            </p:cNvPr>
            <p:cNvSpPr txBox="1"/>
            <p:nvPr/>
          </p:nvSpPr>
          <p:spPr>
            <a:xfrm>
              <a:off x="9499802" y="3196841"/>
              <a:ext cx="766557" cy="246221"/>
            </a:xfrm>
            <a:prstGeom prst="rect">
              <a:avLst/>
            </a:prstGeom>
            <a:noFill/>
            <a:ln>
              <a:solidFill>
                <a:schemeClr val="tx1"/>
              </a:solidFill>
            </a:ln>
          </p:spPr>
          <p:txBody>
            <a:bodyPr wrap="none" rtlCol="0">
              <a:spAutoFit/>
            </a:bodyPr>
            <a:lstStyle/>
            <a:p>
              <a:r>
                <a:rPr lang="en-US" sz="1000" dirty="0" err="1"/>
                <a:t>SecpCnt</a:t>
              </a:r>
              <a:r>
                <a:rPr lang="en-US" sz="1000" dirty="0"/>
                <a:t> ++</a:t>
              </a:r>
            </a:p>
          </p:txBody>
        </p:sp>
        <p:sp>
          <p:nvSpPr>
            <p:cNvPr id="126" name="TextBox 125">
              <a:extLst>
                <a:ext uri="{FF2B5EF4-FFF2-40B4-BE49-F238E27FC236}">
                  <a16:creationId xmlns:a16="http://schemas.microsoft.com/office/drawing/2014/main" id="{C0F2C315-E756-0ED8-B14A-7227E1A42DD6}"/>
                </a:ext>
              </a:extLst>
            </p:cNvPr>
            <p:cNvSpPr txBox="1"/>
            <p:nvPr/>
          </p:nvSpPr>
          <p:spPr>
            <a:xfrm>
              <a:off x="9526362" y="3650635"/>
              <a:ext cx="723275" cy="246221"/>
            </a:xfrm>
            <a:prstGeom prst="rect">
              <a:avLst/>
            </a:prstGeom>
            <a:noFill/>
            <a:ln>
              <a:solidFill>
                <a:schemeClr val="tx1"/>
              </a:solidFill>
            </a:ln>
          </p:spPr>
          <p:txBody>
            <a:bodyPr wrap="none" rtlCol="0">
              <a:spAutoFit/>
            </a:bodyPr>
            <a:lstStyle/>
            <a:p>
              <a:r>
                <a:rPr lang="en-US" sz="1000" dirty="0"/>
                <a:t>In Op1Ph?</a:t>
              </a:r>
            </a:p>
          </p:txBody>
        </p:sp>
        <p:cxnSp>
          <p:nvCxnSpPr>
            <p:cNvPr id="130" name="Straight Arrow Connector 129">
              <a:extLst>
                <a:ext uri="{FF2B5EF4-FFF2-40B4-BE49-F238E27FC236}">
                  <a16:creationId xmlns:a16="http://schemas.microsoft.com/office/drawing/2014/main" id="{C967D96A-B888-95E3-9767-54C0A831CB13}"/>
                </a:ext>
              </a:extLst>
            </p:cNvPr>
            <p:cNvCxnSpPr>
              <a:stCxn id="118" idx="2"/>
              <a:endCxn id="126" idx="0"/>
            </p:cNvCxnSpPr>
            <p:nvPr/>
          </p:nvCxnSpPr>
          <p:spPr>
            <a:xfrm>
              <a:off x="9883081" y="3443062"/>
              <a:ext cx="4919" cy="207573"/>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31" name="TextBox 130">
              <a:extLst>
                <a:ext uri="{FF2B5EF4-FFF2-40B4-BE49-F238E27FC236}">
                  <a16:creationId xmlns:a16="http://schemas.microsoft.com/office/drawing/2014/main" id="{5FBF61F6-E1FB-AB4C-EE59-DD529DB79110}"/>
                </a:ext>
              </a:extLst>
            </p:cNvPr>
            <p:cNvSpPr txBox="1"/>
            <p:nvPr/>
          </p:nvSpPr>
          <p:spPr>
            <a:xfrm>
              <a:off x="9999433" y="4120203"/>
              <a:ext cx="787395" cy="246221"/>
            </a:xfrm>
            <a:prstGeom prst="rect">
              <a:avLst/>
            </a:prstGeom>
            <a:noFill/>
            <a:ln>
              <a:solidFill>
                <a:schemeClr val="tx1"/>
              </a:solidFill>
            </a:ln>
          </p:spPr>
          <p:txBody>
            <a:bodyPr wrap="none" rtlCol="0">
              <a:spAutoFit/>
            </a:bodyPr>
            <a:lstStyle/>
            <a:p>
              <a:r>
                <a:rPr lang="en-US" sz="1000" dirty="0" err="1"/>
                <a:t>DexpCnt</a:t>
              </a:r>
              <a:r>
                <a:rPr lang="en-US" sz="1000" dirty="0"/>
                <a:t> ++</a:t>
              </a:r>
            </a:p>
          </p:txBody>
        </p:sp>
        <p:sp>
          <p:nvSpPr>
            <p:cNvPr id="132" name="TextBox 131">
              <a:extLst>
                <a:ext uri="{FF2B5EF4-FFF2-40B4-BE49-F238E27FC236}">
                  <a16:creationId xmlns:a16="http://schemas.microsoft.com/office/drawing/2014/main" id="{E8F92017-794D-3325-E5FF-1B96185ECE6F}"/>
                </a:ext>
              </a:extLst>
            </p:cNvPr>
            <p:cNvSpPr txBox="1"/>
            <p:nvPr/>
          </p:nvSpPr>
          <p:spPr>
            <a:xfrm>
              <a:off x="9003862" y="4120203"/>
              <a:ext cx="764953" cy="246221"/>
            </a:xfrm>
            <a:prstGeom prst="rect">
              <a:avLst/>
            </a:prstGeom>
            <a:noFill/>
            <a:ln>
              <a:solidFill>
                <a:schemeClr val="tx1"/>
              </a:solidFill>
            </a:ln>
          </p:spPr>
          <p:txBody>
            <a:bodyPr wrap="none" rtlCol="0">
              <a:spAutoFit/>
            </a:bodyPr>
            <a:lstStyle/>
            <a:p>
              <a:r>
                <a:rPr lang="en-US" sz="1000" dirty="0" err="1"/>
                <a:t>DexpCnt</a:t>
              </a:r>
              <a:r>
                <a:rPr lang="en-US" sz="1000" dirty="0"/>
                <a:t> - -</a:t>
              </a:r>
            </a:p>
          </p:txBody>
        </p:sp>
        <p:cxnSp>
          <p:nvCxnSpPr>
            <p:cNvPr id="134" name="Straight Arrow Connector 133">
              <a:extLst>
                <a:ext uri="{FF2B5EF4-FFF2-40B4-BE49-F238E27FC236}">
                  <a16:creationId xmlns:a16="http://schemas.microsoft.com/office/drawing/2014/main" id="{AB465E85-6D13-76D5-BDEE-583486F69EF0}"/>
                </a:ext>
              </a:extLst>
            </p:cNvPr>
            <p:cNvCxnSpPr>
              <a:stCxn id="126" idx="2"/>
              <a:endCxn id="131" idx="0"/>
            </p:cNvCxnSpPr>
            <p:nvPr/>
          </p:nvCxnSpPr>
          <p:spPr>
            <a:xfrm>
              <a:off x="9888000" y="3896856"/>
              <a:ext cx="505131" cy="223347"/>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23F0A96E-D844-4394-0F5D-24F9D04EFFAB}"/>
                </a:ext>
              </a:extLst>
            </p:cNvPr>
            <p:cNvCxnSpPr>
              <a:stCxn id="126" idx="2"/>
              <a:endCxn id="132" idx="0"/>
            </p:cNvCxnSpPr>
            <p:nvPr/>
          </p:nvCxnSpPr>
          <p:spPr>
            <a:xfrm flipH="1">
              <a:off x="9386339" y="3896856"/>
              <a:ext cx="501661" cy="223347"/>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907EEB7F-310B-090F-20E1-109C0F1E2293}"/>
                </a:ext>
              </a:extLst>
            </p:cNvPr>
            <p:cNvCxnSpPr>
              <a:cxnSpLocks/>
              <a:stCxn id="131" idx="2"/>
              <a:endCxn id="88" idx="0"/>
            </p:cNvCxnSpPr>
            <p:nvPr/>
          </p:nvCxnSpPr>
          <p:spPr>
            <a:xfrm flipH="1">
              <a:off x="8547311" y="4366424"/>
              <a:ext cx="1845820" cy="169877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a:extLst>
                <a:ext uri="{FF2B5EF4-FFF2-40B4-BE49-F238E27FC236}">
                  <a16:creationId xmlns:a16="http://schemas.microsoft.com/office/drawing/2014/main" id="{BBBF6EAD-FFEA-4E52-0A44-941EE5132136}"/>
                </a:ext>
              </a:extLst>
            </p:cNvPr>
            <p:cNvCxnSpPr>
              <a:cxnSpLocks/>
              <a:stCxn id="132" idx="2"/>
              <a:endCxn id="88" idx="0"/>
            </p:cNvCxnSpPr>
            <p:nvPr/>
          </p:nvCxnSpPr>
          <p:spPr>
            <a:xfrm flipH="1">
              <a:off x="8547311" y="4366424"/>
              <a:ext cx="839028" cy="169877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44" name="TextBox 143">
              <a:extLst>
                <a:ext uri="{FF2B5EF4-FFF2-40B4-BE49-F238E27FC236}">
                  <a16:creationId xmlns:a16="http://schemas.microsoft.com/office/drawing/2014/main" id="{B5E90C4A-8ECD-3690-6E8F-20557792430C}"/>
                </a:ext>
              </a:extLst>
            </p:cNvPr>
            <p:cNvSpPr txBox="1"/>
            <p:nvPr/>
          </p:nvSpPr>
          <p:spPr>
            <a:xfrm>
              <a:off x="8014463" y="1796707"/>
              <a:ext cx="756938" cy="400110"/>
            </a:xfrm>
            <a:prstGeom prst="rect">
              <a:avLst/>
            </a:prstGeom>
            <a:noFill/>
            <a:ln>
              <a:solidFill>
                <a:schemeClr val="tx1"/>
              </a:solidFill>
            </a:ln>
          </p:spPr>
          <p:txBody>
            <a:bodyPr wrap="none" rtlCol="0">
              <a:spAutoFit/>
            </a:bodyPr>
            <a:lstStyle/>
            <a:p>
              <a:r>
                <a:rPr lang="en-US" sz="1000" dirty="0" err="1"/>
                <a:t>XDigCnt</a:t>
              </a:r>
              <a:r>
                <a:rPr lang="en-US" sz="1000" dirty="0"/>
                <a:t> ++</a:t>
              </a:r>
            </a:p>
            <a:p>
              <a:r>
                <a:rPr lang="en-US" sz="1000" dirty="0" err="1"/>
                <a:t>XDpCnt</a:t>
              </a:r>
              <a:r>
                <a:rPr lang="en-US" sz="1000" dirty="0"/>
                <a:t> ++</a:t>
              </a:r>
            </a:p>
          </p:txBody>
        </p:sp>
        <p:sp>
          <p:nvSpPr>
            <p:cNvPr id="148" name="TextBox 147">
              <a:extLst>
                <a:ext uri="{FF2B5EF4-FFF2-40B4-BE49-F238E27FC236}">
                  <a16:creationId xmlns:a16="http://schemas.microsoft.com/office/drawing/2014/main" id="{98E29EF3-C390-2E91-AE31-7C2BD78A5EBB}"/>
                </a:ext>
              </a:extLst>
            </p:cNvPr>
            <p:cNvSpPr txBox="1"/>
            <p:nvPr/>
          </p:nvSpPr>
          <p:spPr>
            <a:xfrm>
              <a:off x="7936718" y="2396071"/>
              <a:ext cx="912429" cy="246221"/>
            </a:xfrm>
            <a:prstGeom prst="rect">
              <a:avLst/>
            </a:prstGeom>
            <a:noFill/>
            <a:ln>
              <a:solidFill>
                <a:schemeClr val="tx1"/>
              </a:solidFill>
            </a:ln>
          </p:spPr>
          <p:txBody>
            <a:bodyPr wrap="none" rtlCol="0">
              <a:spAutoFit/>
            </a:bodyPr>
            <a:lstStyle/>
            <a:p>
              <a:r>
                <a:rPr lang="en-US" sz="1000" dirty="0" err="1"/>
                <a:t>NegExpTerm</a:t>
              </a:r>
              <a:r>
                <a:rPr lang="en-US" sz="1000" dirty="0"/>
                <a:t>?</a:t>
              </a:r>
            </a:p>
          </p:txBody>
        </p:sp>
        <p:cxnSp>
          <p:nvCxnSpPr>
            <p:cNvPr id="150" name="Straight Arrow Connector 149">
              <a:extLst>
                <a:ext uri="{FF2B5EF4-FFF2-40B4-BE49-F238E27FC236}">
                  <a16:creationId xmlns:a16="http://schemas.microsoft.com/office/drawing/2014/main" id="{8CC17A33-99D0-5307-E54B-E01F2610BA19}"/>
                </a:ext>
              </a:extLst>
            </p:cNvPr>
            <p:cNvCxnSpPr>
              <a:stCxn id="144" idx="2"/>
              <a:endCxn id="148" idx="0"/>
            </p:cNvCxnSpPr>
            <p:nvPr/>
          </p:nvCxnSpPr>
          <p:spPr>
            <a:xfrm>
              <a:off x="8392932" y="2196817"/>
              <a:ext cx="1" cy="199254"/>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52" name="Straight Arrow Connector 151">
              <a:extLst>
                <a:ext uri="{FF2B5EF4-FFF2-40B4-BE49-F238E27FC236}">
                  <a16:creationId xmlns:a16="http://schemas.microsoft.com/office/drawing/2014/main" id="{08825C83-5BF7-617B-7DAA-FA1394213C46}"/>
                </a:ext>
              </a:extLst>
            </p:cNvPr>
            <p:cNvCxnSpPr>
              <a:cxnSpLocks/>
              <a:stCxn id="148" idx="2"/>
              <a:endCxn id="88" idx="0"/>
            </p:cNvCxnSpPr>
            <p:nvPr/>
          </p:nvCxnSpPr>
          <p:spPr>
            <a:xfrm>
              <a:off x="8392933" y="2642292"/>
              <a:ext cx="154378" cy="342290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54" name="Straight Arrow Connector 153">
              <a:extLst>
                <a:ext uri="{FF2B5EF4-FFF2-40B4-BE49-F238E27FC236}">
                  <a16:creationId xmlns:a16="http://schemas.microsoft.com/office/drawing/2014/main" id="{DFA27FFF-9776-B460-BDBB-018DA9165AAB}"/>
                </a:ext>
              </a:extLst>
            </p:cNvPr>
            <p:cNvCxnSpPr>
              <a:cxnSpLocks/>
              <a:stCxn id="148" idx="2"/>
              <a:endCxn id="155" idx="0"/>
            </p:cNvCxnSpPr>
            <p:nvPr/>
          </p:nvCxnSpPr>
          <p:spPr>
            <a:xfrm flipH="1">
              <a:off x="7787371" y="2642292"/>
              <a:ext cx="605562" cy="554549"/>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55" name="TextBox 154">
              <a:extLst>
                <a:ext uri="{FF2B5EF4-FFF2-40B4-BE49-F238E27FC236}">
                  <a16:creationId xmlns:a16="http://schemas.microsoft.com/office/drawing/2014/main" id="{934DBF57-6B5A-5F98-B88E-4115E1B309E2}"/>
                </a:ext>
              </a:extLst>
            </p:cNvPr>
            <p:cNvSpPr txBox="1"/>
            <p:nvPr/>
          </p:nvSpPr>
          <p:spPr>
            <a:xfrm>
              <a:off x="7414512" y="3196841"/>
              <a:ext cx="745717" cy="246221"/>
            </a:xfrm>
            <a:prstGeom prst="rect">
              <a:avLst/>
            </a:prstGeom>
            <a:noFill/>
            <a:ln>
              <a:solidFill>
                <a:schemeClr val="tx1"/>
              </a:solidFill>
            </a:ln>
          </p:spPr>
          <p:txBody>
            <a:bodyPr wrap="none" rtlCol="0">
              <a:spAutoFit/>
            </a:bodyPr>
            <a:lstStyle/>
            <a:p>
              <a:r>
                <a:rPr lang="en-US" sz="1000" dirty="0" err="1"/>
                <a:t>SexpCnt</a:t>
              </a:r>
              <a:r>
                <a:rPr lang="en-US" sz="1000" dirty="0"/>
                <a:t> - -</a:t>
              </a:r>
            </a:p>
          </p:txBody>
        </p:sp>
        <p:sp>
          <p:nvSpPr>
            <p:cNvPr id="157" name="TextBox 156">
              <a:extLst>
                <a:ext uri="{FF2B5EF4-FFF2-40B4-BE49-F238E27FC236}">
                  <a16:creationId xmlns:a16="http://schemas.microsoft.com/office/drawing/2014/main" id="{9D819747-DE85-7DEE-A4A8-6A125DA28D9D}"/>
                </a:ext>
              </a:extLst>
            </p:cNvPr>
            <p:cNvSpPr txBox="1"/>
            <p:nvPr/>
          </p:nvSpPr>
          <p:spPr>
            <a:xfrm>
              <a:off x="7430011" y="3636634"/>
              <a:ext cx="723275" cy="246221"/>
            </a:xfrm>
            <a:prstGeom prst="rect">
              <a:avLst/>
            </a:prstGeom>
            <a:noFill/>
            <a:ln>
              <a:solidFill>
                <a:schemeClr val="tx1"/>
              </a:solidFill>
            </a:ln>
          </p:spPr>
          <p:txBody>
            <a:bodyPr wrap="none" rtlCol="0">
              <a:spAutoFit/>
            </a:bodyPr>
            <a:lstStyle/>
            <a:p>
              <a:r>
                <a:rPr lang="en-US" sz="1000" dirty="0"/>
                <a:t>In Op1Ph?</a:t>
              </a:r>
            </a:p>
          </p:txBody>
        </p:sp>
        <p:cxnSp>
          <p:nvCxnSpPr>
            <p:cNvPr id="159" name="Straight Arrow Connector 158">
              <a:extLst>
                <a:ext uri="{FF2B5EF4-FFF2-40B4-BE49-F238E27FC236}">
                  <a16:creationId xmlns:a16="http://schemas.microsoft.com/office/drawing/2014/main" id="{7DB12481-282B-FC11-D69A-82AAB5331539}"/>
                </a:ext>
              </a:extLst>
            </p:cNvPr>
            <p:cNvCxnSpPr>
              <a:stCxn id="155" idx="2"/>
              <a:endCxn id="157" idx="0"/>
            </p:cNvCxnSpPr>
            <p:nvPr/>
          </p:nvCxnSpPr>
          <p:spPr>
            <a:xfrm>
              <a:off x="7787371" y="3443062"/>
              <a:ext cx="4278" cy="19357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62" name="Straight Arrow Connector 161">
              <a:extLst>
                <a:ext uri="{FF2B5EF4-FFF2-40B4-BE49-F238E27FC236}">
                  <a16:creationId xmlns:a16="http://schemas.microsoft.com/office/drawing/2014/main" id="{3B025595-10CE-B66C-BE0B-FB1837CC4D7E}"/>
                </a:ext>
              </a:extLst>
            </p:cNvPr>
            <p:cNvCxnSpPr>
              <a:cxnSpLocks/>
              <a:stCxn id="157" idx="2"/>
              <a:endCxn id="165" idx="0"/>
            </p:cNvCxnSpPr>
            <p:nvPr/>
          </p:nvCxnSpPr>
          <p:spPr>
            <a:xfrm>
              <a:off x="7791649" y="3882855"/>
              <a:ext cx="220490" cy="459897"/>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64" name="Straight Arrow Connector 163">
              <a:extLst>
                <a:ext uri="{FF2B5EF4-FFF2-40B4-BE49-F238E27FC236}">
                  <a16:creationId xmlns:a16="http://schemas.microsoft.com/office/drawing/2014/main" id="{68541EE5-2AFB-2CB7-1EDF-6CCBA60CE297}"/>
                </a:ext>
              </a:extLst>
            </p:cNvPr>
            <p:cNvCxnSpPr>
              <a:cxnSpLocks/>
              <a:stCxn id="157" idx="2"/>
              <a:endCxn id="166" idx="0"/>
            </p:cNvCxnSpPr>
            <p:nvPr/>
          </p:nvCxnSpPr>
          <p:spPr>
            <a:xfrm flipH="1">
              <a:off x="7133140" y="3882855"/>
              <a:ext cx="658509" cy="46420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65" name="TextBox 164">
              <a:extLst>
                <a:ext uri="{FF2B5EF4-FFF2-40B4-BE49-F238E27FC236}">
                  <a16:creationId xmlns:a16="http://schemas.microsoft.com/office/drawing/2014/main" id="{D1F2D89F-1AB1-34CF-0104-9BDA943E60D1}"/>
                </a:ext>
              </a:extLst>
            </p:cNvPr>
            <p:cNvSpPr txBox="1"/>
            <p:nvPr/>
          </p:nvSpPr>
          <p:spPr>
            <a:xfrm>
              <a:off x="7629662" y="4342752"/>
              <a:ext cx="764953" cy="246221"/>
            </a:xfrm>
            <a:prstGeom prst="rect">
              <a:avLst/>
            </a:prstGeom>
            <a:noFill/>
            <a:ln>
              <a:solidFill>
                <a:schemeClr val="tx1"/>
              </a:solidFill>
            </a:ln>
          </p:spPr>
          <p:txBody>
            <a:bodyPr wrap="none" rtlCol="0">
              <a:spAutoFit/>
            </a:bodyPr>
            <a:lstStyle/>
            <a:p>
              <a:r>
                <a:rPr lang="en-US" sz="1000" dirty="0" err="1"/>
                <a:t>DexpCnt</a:t>
              </a:r>
              <a:r>
                <a:rPr lang="en-US" sz="1000" dirty="0"/>
                <a:t> - -</a:t>
              </a:r>
            </a:p>
          </p:txBody>
        </p:sp>
        <p:sp>
          <p:nvSpPr>
            <p:cNvPr id="166" name="TextBox 165">
              <a:extLst>
                <a:ext uri="{FF2B5EF4-FFF2-40B4-BE49-F238E27FC236}">
                  <a16:creationId xmlns:a16="http://schemas.microsoft.com/office/drawing/2014/main" id="{7CC166AA-F340-74FA-B53F-E72CC8844B9E}"/>
                </a:ext>
              </a:extLst>
            </p:cNvPr>
            <p:cNvSpPr txBox="1"/>
            <p:nvPr/>
          </p:nvSpPr>
          <p:spPr>
            <a:xfrm>
              <a:off x="6739442" y="4347056"/>
              <a:ext cx="787395" cy="400110"/>
            </a:xfrm>
            <a:prstGeom prst="rect">
              <a:avLst/>
            </a:prstGeom>
            <a:noFill/>
            <a:ln>
              <a:solidFill>
                <a:schemeClr val="tx1"/>
              </a:solidFill>
            </a:ln>
          </p:spPr>
          <p:txBody>
            <a:bodyPr wrap="none" rtlCol="0">
              <a:spAutoFit/>
            </a:bodyPr>
            <a:lstStyle/>
            <a:p>
              <a:r>
                <a:rPr lang="en-US" sz="1000" dirty="0" err="1"/>
                <a:t>DexpCnt</a:t>
              </a:r>
              <a:r>
                <a:rPr lang="en-US" sz="1000" dirty="0"/>
                <a:t> ++</a:t>
              </a:r>
            </a:p>
            <a:p>
              <a:r>
                <a:rPr lang="en-US" sz="1000" dirty="0"/>
                <a:t>*QL ++</a:t>
              </a:r>
            </a:p>
          </p:txBody>
        </p:sp>
        <p:cxnSp>
          <p:nvCxnSpPr>
            <p:cNvPr id="173" name="Straight Arrow Connector 172">
              <a:extLst>
                <a:ext uri="{FF2B5EF4-FFF2-40B4-BE49-F238E27FC236}">
                  <a16:creationId xmlns:a16="http://schemas.microsoft.com/office/drawing/2014/main" id="{3EA2DD68-18F0-9D06-1F47-076068A091D7}"/>
                </a:ext>
              </a:extLst>
            </p:cNvPr>
            <p:cNvCxnSpPr>
              <a:cxnSpLocks/>
              <a:stCxn id="165" idx="2"/>
              <a:endCxn id="88" idx="0"/>
            </p:cNvCxnSpPr>
            <p:nvPr/>
          </p:nvCxnSpPr>
          <p:spPr>
            <a:xfrm>
              <a:off x="8012139" y="4588973"/>
              <a:ext cx="535172" cy="1476227"/>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75" name="Straight Arrow Connector 174">
              <a:extLst>
                <a:ext uri="{FF2B5EF4-FFF2-40B4-BE49-F238E27FC236}">
                  <a16:creationId xmlns:a16="http://schemas.microsoft.com/office/drawing/2014/main" id="{5AA15D8A-76E6-4153-BAD5-4DB27177BC32}"/>
                </a:ext>
              </a:extLst>
            </p:cNvPr>
            <p:cNvCxnSpPr>
              <a:cxnSpLocks/>
              <a:stCxn id="166" idx="2"/>
              <a:endCxn id="88" idx="0"/>
            </p:cNvCxnSpPr>
            <p:nvPr/>
          </p:nvCxnSpPr>
          <p:spPr>
            <a:xfrm>
              <a:off x="7133140" y="4747166"/>
              <a:ext cx="1414171" cy="1318034"/>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76" name="TextBox 175">
              <a:extLst>
                <a:ext uri="{FF2B5EF4-FFF2-40B4-BE49-F238E27FC236}">
                  <a16:creationId xmlns:a16="http://schemas.microsoft.com/office/drawing/2014/main" id="{A3CFEA4A-1EBC-AEC5-F6A4-B2F8BCF33A7C}"/>
                </a:ext>
              </a:extLst>
            </p:cNvPr>
            <p:cNvSpPr txBox="1"/>
            <p:nvPr/>
          </p:nvSpPr>
          <p:spPr>
            <a:xfrm>
              <a:off x="8563354" y="1485286"/>
              <a:ext cx="356188" cy="246221"/>
            </a:xfrm>
            <a:prstGeom prst="rect">
              <a:avLst/>
            </a:prstGeom>
            <a:noFill/>
            <a:ln>
              <a:noFill/>
            </a:ln>
          </p:spPr>
          <p:txBody>
            <a:bodyPr wrap="none" rtlCol="0">
              <a:spAutoFit/>
            </a:bodyPr>
            <a:lstStyle/>
            <a:p>
              <a:r>
                <a:rPr lang="en-US" sz="1000" dirty="0"/>
                <a:t>yes</a:t>
              </a:r>
            </a:p>
          </p:txBody>
        </p:sp>
        <p:sp>
          <p:nvSpPr>
            <p:cNvPr id="177" name="TextBox 176">
              <a:extLst>
                <a:ext uri="{FF2B5EF4-FFF2-40B4-BE49-F238E27FC236}">
                  <a16:creationId xmlns:a16="http://schemas.microsoft.com/office/drawing/2014/main" id="{8E8988E4-E278-DB38-3549-CD81EC76C39F}"/>
                </a:ext>
              </a:extLst>
            </p:cNvPr>
            <p:cNvSpPr txBox="1"/>
            <p:nvPr/>
          </p:nvSpPr>
          <p:spPr>
            <a:xfrm>
              <a:off x="9596477" y="1464030"/>
              <a:ext cx="319318" cy="246221"/>
            </a:xfrm>
            <a:prstGeom prst="rect">
              <a:avLst/>
            </a:prstGeom>
            <a:noFill/>
            <a:ln>
              <a:noFill/>
            </a:ln>
          </p:spPr>
          <p:txBody>
            <a:bodyPr wrap="none" rtlCol="0">
              <a:spAutoFit/>
            </a:bodyPr>
            <a:lstStyle/>
            <a:p>
              <a:r>
                <a:rPr lang="en-US" sz="1000" dirty="0"/>
                <a:t>no</a:t>
              </a:r>
            </a:p>
          </p:txBody>
        </p:sp>
        <p:sp>
          <p:nvSpPr>
            <p:cNvPr id="178" name="TextBox 177">
              <a:extLst>
                <a:ext uri="{FF2B5EF4-FFF2-40B4-BE49-F238E27FC236}">
                  <a16:creationId xmlns:a16="http://schemas.microsoft.com/office/drawing/2014/main" id="{D74DC221-7EFE-511D-499F-F11F7260D059}"/>
                </a:ext>
              </a:extLst>
            </p:cNvPr>
            <p:cNvSpPr txBox="1"/>
            <p:nvPr/>
          </p:nvSpPr>
          <p:spPr>
            <a:xfrm>
              <a:off x="10823453" y="2928331"/>
              <a:ext cx="356188" cy="246221"/>
            </a:xfrm>
            <a:prstGeom prst="rect">
              <a:avLst/>
            </a:prstGeom>
            <a:noFill/>
            <a:ln>
              <a:noFill/>
            </a:ln>
          </p:spPr>
          <p:txBody>
            <a:bodyPr wrap="none" rtlCol="0">
              <a:spAutoFit/>
            </a:bodyPr>
            <a:lstStyle/>
            <a:p>
              <a:r>
                <a:rPr lang="en-US" sz="1000" dirty="0"/>
                <a:t>yes</a:t>
              </a:r>
            </a:p>
          </p:txBody>
        </p:sp>
        <p:sp>
          <p:nvSpPr>
            <p:cNvPr id="179" name="TextBox 178">
              <a:extLst>
                <a:ext uri="{FF2B5EF4-FFF2-40B4-BE49-F238E27FC236}">
                  <a16:creationId xmlns:a16="http://schemas.microsoft.com/office/drawing/2014/main" id="{5B34150A-99EF-A8B4-810A-57E7AEA51C69}"/>
                </a:ext>
              </a:extLst>
            </p:cNvPr>
            <p:cNvSpPr txBox="1"/>
            <p:nvPr/>
          </p:nvSpPr>
          <p:spPr>
            <a:xfrm>
              <a:off x="10365515" y="1996290"/>
              <a:ext cx="319318" cy="246221"/>
            </a:xfrm>
            <a:prstGeom prst="rect">
              <a:avLst/>
            </a:prstGeom>
            <a:noFill/>
            <a:ln>
              <a:noFill/>
            </a:ln>
          </p:spPr>
          <p:txBody>
            <a:bodyPr wrap="none" rtlCol="0">
              <a:spAutoFit/>
            </a:bodyPr>
            <a:lstStyle/>
            <a:p>
              <a:r>
                <a:rPr lang="en-US" sz="1000" dirty="0"/>
                <a:t>no</a:t>
              </a:r>
            </a:p>
          </p:txBody>
        </p:sp>
        <p:sp>
          <p:nvSpPr>
            <p:cNvPr id="180" name="TextBox 179">
              <a:extLst>
                <a:ext uri="{FF2B5EF4-FFF2-40B4-BE49-F238E27FC236}">
                  <a16:creationId xmlns:a16="http://schemas.microsoft.com/office/drawing/2014/main" id="{3CD94C88-E4C9-81D8-3436-62155F8D901C}"/>
                </a:ext>
              </a:extLst>
            </p:cNvPr>
            <p:cNvSpPr txBox="1"/>
            <p:nvPr/>
          </p:nvSpPr>
          <p:spPr>
            <a:xfrm>
              <a:off x="10203875" y="3849134"/>
              <a:ext cx="356188" cy="246221"/>
            </a:xfrm>
            <a:prstGeom prst="rect">
              <a:avLst/>
            </a:prstGeom>
            <a:noFill/>
            <a:ln>
              <a:noFill/>
            </a:ln>
          </p:spPr>
          <p:txBody>
            <a:bodyPr wrap="none" rtlCol="0">
              <a:spAutoFit/>
            </a:bodyPr>
            <a:lstStyle/>
            <a:p>
              <a:r>
                <a:rPr lang="en-US" sz="1000" dirty="0"/>
                <a:t>yes</a:t>
              </a:r>
            </a:p>
          </p:txBody>
        </p:sp>
        <p:sp>
          <p:nvSpPr>
            <p:cNvPr id="181" name="TextBox 180">
              <a:extLst>
                <a:ext uri="{FF2B5EF4-FFF2-40B4-BE49-F238E27FC236}">
                  <a16:creationId xmlns:a16="http://schemas.microsoft.com/office/drawing/2014/main" id="{D0E2836F-9738-E066-CF90-46820DED997A}"/>
                </a:ext>
              </a:extLst>
            </p:cNvPr>
            <p:cNvSpPr txBox="1"/>
            <p:nvPr/>
          </p:nvSpPr>
          <p:spPr>
            <a:xfrm>
              <a:off x="9858296" y="2928332"/>
              <a:ext cx="319318" cy="246221"/>
            </a:xfrm>
            <a:prstGeom prst="rect">
              <a:avLst/>
            </a:prstGeom>
            <a:noFill/>
            <a:ln>
              <a:noFill/>
            </a:ln>
          </p:spPr>
          <p:txBody>
            <a:bodyPr wrap="none" rtlCol="0">
              <a:spAutoFit/>
            </a:bodyPr>
            <a:lstStyle/>
            <a:p>
              <a:r>
                <a:rPr lang="en-US" sz="1000" dirty="0"/>
                <a:t>no</a:t>
              </a:r>
            </a:p>
          </p:txBody>
        </p:sp>
        <p:sp>
          <p:nvSpPr>
            <p:cNvPr id="182" name="TextBox 181">
              <a:extLst>
                <a:ext uri="{FF2B5EF4-FFF2-40B4-BE49-F238E27FC236}">
                  <a16:creationId xmlns:a16="http://schemas.microsoft.com/office/drawing/2014/main" id="{7FBA64BA-7416-5CD0-4C50-35F2BD40DF76}"/>
                </a:ext>
              </a:extLst>
            </p:cNvPr>
            <p:cNvSpPr txBox="1"/>
            <p:nvPr/>
          </p:nvSpPr>
          <p:spPr>
            <a:xfrm>
              <a:off x="7798672" y="3881519"/>
              <a:ext cx="356188" cy="246221"/>
            </a:xfrm>
            <a:prstGeom prst="rect">
              <a:avLst/>
            </a:prstGeom>
            <a:noFill/>
            <a:ln>
              <a:noFill/>
            </a:ln>
          </p:spPr>
          <p:txBody>
            <a:bodyPr wrap="none" rtlCol="0">
              <a:spAutoFit/>
            </a:bodyPr>
            <a:lstStyle/>
            <a:p>
              <a:r>
                <a:rPr lang="en-US" sz="1000" dirty="0"/>
                <a:t>yes</a:t>
              </a:r>
            </a:p>
          </p:txBody>
        </p:sp>
        <p:sp>
          <p:nvSpPr>
            <p:cNvPr id="183" name="TextBox 182">
              <a:extLst>
                <a:ext uri="{FF2B5EF4-FFF2-40B4-BE49-F238E27FC236}">
                  <a16:creationId xmlns:a16="http://schemas.microsoft.com/office/drawing/2014/main" id="{51E27598-5AEF-6E49-907C-5C7F9E28A11F}"/>
                </a:ext>
              </a:extLst>
            </p:cNvPr>
            <p:cNvSpPr txBox="1"/>
            <p:nvPr/>
          </p:nvSpPr>
          <p:spPr>
            <a:xfrm>
              <a:off x="9342266" y="3849134"/>
              <a:ext cx="319318" cy="246221"/>
            </a:xfrm>
            <a:prstGeom prst="rect">
              <a:avLst/>
            </a:prstGeom>
            <a:noFill/>
            <a:ln>
              <a:noFill/>
            </a:ln>
          </p:spPr>
          <p:txBody>
            <a:bodyPr wrap="none" rtlCol="0">
              <a:spAutoFit/>
            </a:bodyPr>
            <a:lstStyle/>
            <a:p>
              <a:r>
                <a:rPr lang="en-US" sz="1000" dirty="0"/>
                <a:t>no</a:t>
              </a:r>
            </a:p>
          </p:txBody>
        </p:sp>
        <p:sp>
          <p:nvSpPr>
            <p:cNvPr id="184" name="TextBox 183">
              <a:extLst>
                <a:ext uri="{FF2B5EF4-FFF2-40B4-BE49-F238E27FC236}">
                  <a16:creationId xmlns:a16="http://schemas.microsoft.com/office/drawing/2014/main" id="{DB878C73-7BF3-06B6-AE5B-A64D628AFB37}"/>
                </a:ext>
              </a:extLst>
            </p:cNvPr>
            <p:cNvSpPr txBox="1"/>
            <p:nvPr/>
          </p:nvSpPr>
          <p:spPr>
            <a:xfrm>
              <a:off x="9583536" y="2162264"/>
              <a:ext cx="356188" cy="246221"/>
            </a:xfrm>
            <a:prstGeom prst="rect">
              <a:avLst/>
            </a:prstGeom>
            <a:noFill/>
            <a:ln>
              <a:noFill/>
            </a:ln>
          </p:spPr>
          <p:txBody>
            <a:bodyPr wrap="none" rtlCol="0">
              <a:spAutoFit/>
            </a:bodyPr>
            <a:lstStyle/>
            <a:p>
              <a:r>
                <a:rPr lang="en-US" sz="1000" dirty="0"/>
                <a:t>yes</a:t>
              </a:r>
            </a:p>
          </p:txBody>
        </p:sp>
        <p:sp>
          <p:nvSpPr>
            <p:cNvPr id="185" name="TextBox 184">
              <a:extLst>
                <a:ext uri="{FF2B5EF4-FFF2-40B4-BE49-F238E27FC236}">
                  <a16:creationId xmlns:a16="http://schemas.microsoft.com/office/drawing/2014/main" id="{D5495C3B-6F68-75FB-66DC-3C42A55619B6}"/>
                </a:ext>
              </a:extLst>
            </p:cNvPr>
            <p:cNvSpPr txBox="1"/>
            <p:nvPr/>
          </p:nvSpPr>
          <p:spPr>
            <a:xfrm>
              <a:off x="7793157" y="2765644"/>
              <a:ext cx="319318" cy="246221"/>
            </a:xfrm>
            <a:prstGeom prst="rect">
              <a:avLst/>
            </a:prstGeom>
            <a:noFill/>
            <a:ln>
              <a:noFill/>
            </a:ln>
          </p:spPr>
          <p:txBody>
            <a:bodyPr wrap="none" rtlCol="0">
              <a:spAutoFit/>
            </a:bodyPr>
            <a:lstStyle/>
            <a:p>
              <a:r>
                <a:rPr lang="en-US" sz="1000" dirty="0"/>
                <a:t>no</a:t>
              </a:r>
            </a:p>
          </p:txBody>
        </p:sp>
        <p:sp>
          <p:nvSpPr>
            <p:cNvPr id="186" name="TextBox 185">
              <a:extLst>
                <a:ext uri="{FF2B5EF4-FFF2-40B4-BE49-F238E27FC236}">
                  <a16:creationId xmlns:a16="http://schemas.microsoft.com/office/drawing/2014/main" id="{89591DA0-F983-6555-85C4-FE7125EA91FC}"/>
                </a:ext>
              </a:extLst>
            </p:cNvPr>
            <p:cNvSpPr txBox="1"/>
            <p:nvPr/>
          </p:nvSpPr>
          <p:spPr>
            <a:xfrm>
              <a:off x="8357401" y="2751366"/>
              <a:ext cx="356188" cy="246221"/>
            </a:xfrm>
            <a:prstGeom prst="rect">
              <a:avLst/>
            </a:prstGeom>
            <a:noFill/>
            <a:ln>
              <a:noFill/>
            </a:ln>
          </p:spPr>
          <p:txBody>
            <a:bodyPr wrap="none" rtlCol="0">
              <a:spAutoFit/>
            </a:bodyPr>
            <a:lstStyle/>
            <a:p>
              <a:r>
                <a:rPr lang="en-US" sz="1000" dirty="0"/>
                <a:t>yes</a:t>
              </a:r>
            </a:p>
          </p:txBody>
        </p:sp>
        <p:sp>
          <p:nvSpPr>
            <p:cNvPr id="187" name="TextBox 186">
              <a:extLst>
                <a:ext uri="{FF2B5EF4-FFF2-40B4-BE49-F238E27FC236}">
                  <a16:creationId xmlns:a16="http://schemas.microsoft.com/office/drawing/2014/main" id="{2F9A1FF2-BA84-CA81-4BDC-71C9FD69E86E}"/>
                </a:ext>
              </a:extLst>
            </p:cNvPr>
            <p:cNvSpPr txBox="1"/>
            <p:nvPr/>
          </p:nvSpPr>
          <p:spPr>
            <a:xfrm>
              <a:off x="7300876" y="3879460"/>
              <a:ext cx="319318" cy="246221"/>
            </a:xfrm>
            <a:prstGeom prst="rect">
              <a:avLst/>
            </a:prstGeom>
            <a:noFill/>
            <a:ln>
              <a:noFill/>
            </a:ln>
          </p:spPr>
          <p:txBody>
            <a:bodyPr wrap="none" rtlCol="0">
              <a:spAutoFit/>
            </a:bodyPr>
            <a:lstStyle/>
            <a:p>
              <a:r>
                <a:rPr lang="en-US" sz="1000" dirty="0"/>
                <a:t>no</a:t>
              </a:r>
            </a:p>
          </p:txBody>
        </p:sp>
        <p:cxnSp>
          <p:nvCxnSpPr>
            <p:cNvPr id="211" name="Straight Connector 210">
              <a:extLst>
                <a:ext uri="{FF2B5EF4-FFF2-40B4-BE49-F238E27FC236}">
                  <a16:creationId xmlns:a16="http://schemas.microsoft.com/office/drawing/2014/main" id="{8375BEDD-E55C-DB7D-991F-55B3C4C32746}"/>
                </a:ext>
              </a:extLst>
            </p:cNvPr>
            <p:cNvCxnSpPr>
              <a:cxnSpLocks/>
              <a:stCxn id="112" idx="2"/>
            </p:cNvCxnSpPr>
            <p:nvPr/>
          </p:nvCxnSpPr>
          <p:spPr>
            <a:xfrm>
              <a:off x="11106894" y="3443062"/>
              <a:ext cx="7722" cy="75308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EB3F387B-6C37-571F-FB78-3FEB71BFC0DC}"/>
                </a:ext>
              </a:extLst>
            </p:cNvPr>
            <p:cNvCxnSpPr>
              <a:cxnSpLocks/>
            </p:cNvCxnSpPr>
            <p:nvPr/>
          </p:nvCxnSpPr>
          <p:spPr>
            <a:xfrm flipH="1">
              <a:off x="9035704" y="1972550"/>
              <a:ext cx="1403269" cy="925087"/>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8" name="TextBox 217">
              <a:extLst>
                <a:ext uri="{FF2B5EF4-FFF2-40B4-BE49-F238E27FC236}">
                  <a16:creationId xmlns:a16="http://schemas.microsoft.com/office/drawing/2014/main" id="{D00C09D4-58FB-0230-FBB0-753CF9FD0B9F}"/>
                </a:ext>
              </a:extLst>
            </p:cNvPr>
            <p:cNvSpPr txBox="1"/>
            <p:nvPr/>
          </p:nvSpPr>
          <p:spPr>
            <a:xfrm>
              <a:off x="10381969" y="1537664"/>
              <a:ext cx="1762021" cy="246221"/>
            </a:xfrm>
            <a:prstGeom prst="rect">
              <a:avLst/>
            </a:prstGeom>
            <a:noFill/>
            <a:ln>
              <a:noFill/>
            </a:ln>
          </p:spPr>
          <p:txBody>
            <a:bodyPr wrap="none" rtlCol="0">
              <a:spAutoFit/>
            </a:bodyPr>
            <a:lstStyle/>
            <a:p>
              <a:r>
                <a:rPr lang="en-US" sz="1000" i="1" dirty="0"/>
                <a:t>Building operand with pos exp</a:t>
              </a:r>
            </a:p>
          </p:txBody>
        </p:sp>
        <p:sp>
          <p:nvSpPr>
            <p:cNvPr id="219" name="TextBox 218">
              <a:extLst>
                <a:ext uri="{FF2B5EF4-FFF2-40B4-BE49-F238E27FC236}">
                  <a16:creationId xmlns:a16="http://schemas.microsoft.com/office/drawing/2014/main" id="{46E19A8D-2BCC-7DA8-28BD-9CC9502F3A5D}"/>
                </a:ext>
              </a:extLst>
            </p:cNvPr>
            <p:cNvSpPr txBox="1"/>
            <p:nvPr/>
          </p:nvSpPr>
          <p:spPr>
            <a:xfrm>
              <a:off x="6714909" y="1577604"/>
              <a:ext cx="1757212" cy="246221"/>
            </a:xfrm>
            <a:prstGeom prst="rect">
              <a:avLst/>
            </a:prstGeom>
            <a:noFill/>
            <a:ln>
              <a:noFill/>
            </a:ln>
          </p:spPr>
          <p:txBody>
            <a:bodyPr wrap="none" rtlCol="0">
              <a:spAutoFit/>
            </a:bodyPr>
            <a:lstStyle/>
            <a:p>
              <a:r>
                <a:rPr lang="en-US" sz="1000" i="1" dirty="0"/>
                <a:t>Building operand with neg exp</a:t>
              </a:r>
            </a:p>
          </p:txBody>
        </p:sp>
        <p:sp>
          <p:nvSpPr>
            <p:cNvPr id="281" name="TextBox 280">
              <a:extLst>
                <a:ext uri="{FF2B5EF4-FFF2-40B4-BE49-F238E27FC236}">
                  <a16:creationId xmlns:a16="http://schemas.microsoft.com/office/drawing/2014/main" id="{1C0E6167-8CB4-52F5-9BEB-EBC387346755}"/>
                </a:ext>
              </a:extLst>
            </p:cNvPr>
            <p:cNvSpPr txBox="1"/>
            <p:nvPr/>
          </p:nvSpPr>
          <p:spPr>
            <a:xfrm>
              <a:off x="9030642" y="1956558"/>
              <a:ext cx="1261884" cy="246221"/>
            </a:xfrm>
            <a:prstGeom prst="rect">
              <a:avLst/>
            </a:prstGeom>
            <a:noFill/>
            <a:ln>
              <a:noFill/>
            </a:ln>
          </p:spPr>
          <p:txBody>
            <a:bodyPr wrap="none" rtlCol="0">
              <a:spAutoFit/>
            </a:bodyPr>
            <a:lstStyle/>
            <a:p>
              <a:r>
                <a:rPr lang="en-US" sz="1000" i="1" dirty="0"/>
                <a:t>0 as first key ignored</a:t>
              </a:r>
            </a:p>
          </p:txBody>
        </p:sp>
        <p:sp>
          <p:nvSpPr>
            <p:cNvPr id="282" name="TextBox 281">
              <a:extLst>
                <a:ext uri="{FF2B5EF4-FFF2-40B4-BE49-F238E27FC236}">
                  <a16:creationId xmlns:a16="http://schemas.microsoft.com/office/drawing/2014/main" id="{50115725-E25C-249A-F8AE-DF678BA5A584}"/>
                </a:ext>
              </a:extLst>
            </p:cNvPr>
            <p:cNvSpPr txBox="1"/>
            <p:nvPr/>
          </p:nvSpPr>
          <p:spPr>
            <a:xfrm>
              <a:off x="11106894" y="3412300"/>
              <a:ext cx="806631" cy="246221"/>
            </a:xfrm>
            <a:prstGeom prst="rect">
              <a:avLst/>
            </a:prstGeom>
            <a:noFill/>
            <a:ln>
              <a:noFill/>
            </a:ln>
          </p:spPr>
          <p:txBody>
            <a:bodyPr wrap="none" rtlCol="0">
              <a:spAutoFit/>
            </a:bodyPr>
            <a:lstStyle/>
            <a:p>
              <a:r>
                <a:rPr lang="en-US" sz="1000" i="1" dirty="0"/>
                <a:t>Integer part</a:t>
              </a:r>
            </a:p>
          </p:txBody>
        </p:sp>
        <p:sp>
          <p:nvSpPr>
            <p:cNvPr id="283" name="TextBox 282">
              <a:extLst>
                <a:ext uri="{FF2B5EF4-FFF2-40B4-BE49-F238E27FC236}">
                  <a16:creationId xmlns:a16="http://schemas.microsoft.com/office/drawing/2014/main" id="{178A50BB-348B-8C90-1A0B-3BD207E16455}"/>
                </a:ext>
              </a:extLst>
            </p:cNvPr>
            <p:cNvSpPr txBox="1"/>
            <p:nvPr/>
          </p:nvSpPr>
          <p:spPr>
            <a:xfrm>
              <a:off x="9858296" y="3390413"/>
              <a:ext cx="946093" cy="246221"/>
            </a:xfrm>
            <a:prstGeom prst="rect">
              <a:avLst/>
            </a:prstGeom>
            <a:noFill/>
            <a:ln>
              <a:noFill/>
            </a:ln>
          </p:spPr>
          <p:txBody>
            <a:bodyPr wrap="none" rtlCol="0">
              <a:spAutoFit/>
            </a:bodyPr>
            <a:lstStyle/>
            <a:p>
              <a:r>
                <a:rPr lang="en-US" sz="1000" i="1" dirty="0"/>
                <a:t>Fractional part</a:t>
              </a:r>
            </a:p>
          </p:txBody>
        </p:sp>
        <p:sp>
          <p:nvSpPr>
            <p:cNvPr id="284" name="TextBox 283">
              <a:extLst>
                <a:ext uri="{FF2B5EF4-FFF2-40B4-BE49-F238E27FC236}">
                  <a16:creationId xmlns:a16="http://schemas.microsoft.com/office/drawing/2014/main" id="{F1F3E249-9F06-7B3B-6C3F-B7A754199D71}"/>
                </a:ext>
              </a:extLst>
            </p:cNvPr>
            <p:cNvSpPr txBox="1"/>
            <p:nvPr/>
          </p:nvSpPr>
          <p:spPr>
            <a:xfrm>
              <a:off x="7049661" y="2603724"/>
              <a:ext cx="1241045" cy="246221"/>
            </a:xfrm>
            <a:prstGeom prst="rect">
              <a:avLst/>
            </a:prstGeom>
            <a:noFill/>
            <a:ln>
              <a:noFill/>
            </a:ln>
          </p:spPr>
          <p:txBody>
            <a:bodyPr wrap="none" rtlCol="0">
              <a:spAutoFit/>
            </a:bodyPr>
            <a:lstStyle/>
            <a:p>
              <a:r>
                <a:rPr lang="en-US" sz="1000" i="1" dirty="0"/>
                <a:t>0 accrues to neg exp</a:t>
              </a:r>
            </a:p>
          </p:txBody>
        </p:sp>
        <p:sp>
          <p:nvSpPr>
            <p:cNvPr id="285" name="TextBox 284">
              <a:extLst>
                <a:ext uri="{FF2B5EF4-FFF2-40B4-BE49-F238E27FC236}">
                  <a16:creationId xmlns:a16="http://schemas.microsoft.com/office/drawing/2014/main" id="{B94E63DE-65CA-6D82-0588-EEAB7D2213A3}"/>
                </a:ext>
              </a:extLst>
            </p:cNvPr>
            <p:cNvSpPr txBox="1"/>
            <p:nvPr/>
          </p:nvSpPr>
          <p:spPr>
            <a:xfrm>
              <a:off x="6282005" y="5050087"/>
              <a:ext cx="1008649" cy="553998"/>
            </a:xfrm>
            <a:prstGeom prst="rect">
              <a:avLst/>
            </a:prstGeom>
            <a:noFill/>
            <a:ln>
              <a:noFill/>
            </a:ln>
          </p:spPr>
          <p:txBody>
            <a:bodyPr wrap="square" rtlCol="0">
              <a:spAutoFit/>
            </a:bodyPr>
            <a:lstStyle/>
            <a:p>
              <a:r>
                <a:rPr lang="en-US" sz="1000" i="1" dirty="0"/>
                <a:t>*Copy of </a:t>
              </a:r>
              <a:r>
                <a:rPr lang="en-US" sz="1000" i="1" dirty="0" err="1"/>
                <a:t>DexpCnt</a:t>
              </a:r>
              <a:r>
                <a:rPr lang="en-US" sz="1000" i="1" dirty="0"/>
                <a:t> used by Div</a:t>
              </a:r>
            </a:p>
          </p:txBody>
        </p:sp>
        <p:sp>
          <p:nvSpPr>
            <p:cNvPr id="286" name="TextBox 285">
              <a:extLst>
                <a:ext uri="{FF2B5EF4-FFF2-40B4-BE49-F238E27FC236}">
                  <a16:creationId xmlns:a16="http://schemas.microsoft.com/office/drawing/2014/main" id="{41932EF6-CE5F-A506-2E54-6C04C46ABF7F}"/>
                </a:ext>
              </a:extLst>
            </p:cNvPr>
            <p:cNvSpPr txBox="1"/>
            <p:nvPr/>
          </p:nvSpPr>
          <p:spPr>
            <a:xfrm>
              <a:off x="8294662" y="564715"/>
              <a:ext cx="1900777" cy="338554"/>
            </a:xfrm>
            <a:prstGeom prst="rect">
              <a:avLst/>
            </a:prstGeom>
            <a:noFill/>
            <a:ln>
              <a:noFill/>
            </a:ln>
          </p:spPr>
          <p:txBody>
            <a:bodyPr wrap="none" rtlCol="0">
              <a:spAutoFit/>
            </a:bodyPr>
            <a:lstStyle/>
            <a:p>
              <a:r>
                <a:rPr lang="en-US" sz="1600" dirty="0"/>
                <a:t>Zero Service Routine</a:t>
              </a:r>
            </a:p>
          </p:txBody>
        </p:sp>
      </p:grpSp>
    </p:spTree>
    <p:extLst>
      <p:ext uri="{BB962C8B-B14F-4D97-AF65-F5344CB8AC3E}">
        <p14:creationId xmlns:p14="http://schemas.microsoft.com/office/powerpoint/2010/main" val="15403804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Group 84">
            <a:extLst>
              <a:ext uri="{FF2B5EF4-FFF2-40B4-BE49-F238E27FC236}">
                <a16:creationId xmlns:a16="http://schemas.microsoft.com/office/drawing/2014/main" id="{6D22E513-1433-BD7C-F102-BFE08193E6C4}"/>
              </a:ext>
            </a:extLst>
          </p:cNvPr>
          <p:cNvGrpSpPr/>
          <p:nvPr/>
        </p:nvGrpSpPr>
        <p:grpSpPr>
          <a:xfrm>
            <a:off x="1362618" y="610205"/>
            <a:ext cx="2369559" cy="5258250"/>
            <a:chOff x="2480218" y="774328"/>
            <a:chExt cx="2369559" cy="5258250"/>
          </a:xfrm>
        </p:grpSpPr>
        <p:sp>
          <p:nvSpPr>
            <p:cNvPr id="5" name="TextBox 4">
              <a:extLst>
                <a:ext uri="{FF2B5EF4-FFF2-40B4-BE49-F238E27FC236}">
                  <a16:creationId xmlns:a16="http://schemas.microsoft.com/office/drawing/2014/main" id="{C3E89958-6ADA-2440-7468-091C744255DA}"/>
                </a:ext>
              </a:extLst>
            </p:cNvPr>
            <p:cNvSpPr txBox="1"/>
            <p:nvPr/>
          </p:nvSpPr>
          <p:spPr>
            <a:xfrm>
              <a:off x="3362325" y="1190625"/>
              <a:ext cx="614271" cy="246221"/>
            </a:xfrm>
            <a:prstGeom prst="rect">
              <a:avLst/>
            </a:prstGeom>
            <a:noFill/>
            <a:ln>
              <a:solidFill>
                <a:schemeClr val="tx1"/>
              </a:solidFill>
            </a:ln>
          </p:spPr>
          <p:txBody>
            <a:bodyPr wrap="none" rtlCol="0">
              <a:spAutoFit/>
            </a:bodyPr>
            <a:lstStyle/>
            <a:p>
              <a:r>
                <a:rPr lang="en-US" sz="1000" dirty="0" err="1"/>
                <a:t>DPFirst</a:t>
              </a:r>
              <a:r>
                <a:rPr lang="en-US" sz="1000" dirty="0"/>
                <a:t>?</a:t>
              </a:r>
            </a:p>
          </p:txBody>
        </p:sp>
        <p:sp>
          <p:nvSpPr>
            <p:cNvPr id="6" name="TextBox 5">
              <a:extLst>
                <a:ext uri="{FF2B5EF4-FFF2-40B4-BE49-F238E27FC236}">
                  <a16:creationId xmlns:a16="http://schemas.microsoft.com/office/drawing/2014/main" id="{68E92E36-3DE5-3EF8-A761-FDF72F7AEB37}"/>
                </a:ext>
              </a:extLst>
            </p:cNvPr>
            <p:cNvSpPr txBox="1"/>
            <p:nvPr/>
          </p:nvSpPr>
          <p:spPr>
            <a:xfrm>
              <a:off x="2480218" y="774328"/>
              <a:ext cx="2369559" cy="338554"/>
            </a:xfrm>
            <a:prstGeom prst="rect">
              <a:avLst/>
            </a:prstGeom>
            <a:noFill/>
            <a:ln>
              <a:noFill/>
            </a:ln>
          </p:spPr>
          <p:txBody>
            <a:bodyPr wrap="none" rtlCol="0">
              <a:spAutoFit/>
            </a:bodyPr>
            <a:lstStyle/>
            <a:p>
              <a:r>
                <a:rPr lang="en-US" sz="1600" dirty="0"/>
                <a:t>Enter Op1 Service Routine</a:t>
              </a:r>
            </a:p>
          </p:txBody>
        </p:sp>
        <p:sp>
          <p:nvSpPr>
            <p:cNvPr id="7" name="TextBox 6">
              <a:extLst>
                <a:ext uri="{FF2B5EF4-FFF2-40B4-BE49-F238E27FC236}">
                  <a16:creationId xmlns:a16="http://schemas.microsoft.com/office/drawing/2014/main" id="{69D56310-DB02-0D48-563C-7F4E77E465A6}"/>
                </a:ext>
              </a:extLst>
            </p:cNvPr>
            <p:cNvSpPr txBox="1"/>
            <p:nvPr/>
          </p:nvSpPr>
          <p:spPr>
            <a:xfrm>
              <a:off x="3885574" y="1701328"/>
              <a:ext cx="846707" cy="246221"/>
            </a:xfrm>
            <a:prstGeom prst="rect">
              <a:avLst/>
            </a:prstGeom>
            <a:noFill/>
            <a:ln>
              <a:solidFill>
                <a:schemeClr val="tx1"/>
              </a:solidFill>
            </a:ln>
          </p:spPr>
          <p:txBody>
            <a:bodyPr wrap="none" rtlCol="0">
              <a:spAutoFit/>
            </a:bodyPr>
            <a:lstStyle/>
            <a:p>
              <a:r>
                <a:rPr lang="en-US" sz="1000" dirty="0"/>
                <a:t>Set </a:t>
              </a:r>
              <a:r>
                <a:rPr lang="en-US" sz="1000" dirty="0" err="1"/>
                <a:t>SignYexp</a:t>
              </a:r>
              <a:endParaRPr lang="en-US" sz="1000" dirty="0"/>
            </a:p>
          </p:txBody>
        </p:sp>
        <p:sp>
          <p:nvSpPr>
            <p:cNvPr id="9" name="TextBox 8">
              <a:extLst>
                <a:ext uri="{FF2B5EF4-FFF2-40B4-BE49-F238E27FC236}">
                  <a16:creationId xmlns:a16="http://schemas.microsoft.com/office/drawing/2014/main" id="{54C36683-FC99-AED2-3ED8-7F09BBAEF2FA}"/>
                </a:ext>
              </a:extLst>
            </p:cNvPr>
            <p:cNvSpPr txBox="1"/>
            <p:nvPr/>
          </p:nvSpPr>
          <p:spPr>
            <a:xfrm>
              <a:off x="3292594" y="2212031"/>
              <a:ext cx="753732" cy="246221"/>
            </a:xfrm>
            <a:prstGeom prst="rect">
              <a:avLst/>
            </a:prstGeom>
            <a:noFill/>
            <a:ln>
              <a:solidFill>
                <a:schemeClr val="tx1"/>
              </a:solidFill>
            </a:ln>
          </p:spPr>
          <p:txBody>
            <a:bodyPr wrap="none" rtlCol="0">
              <a:spAutoFit/>
            </a:bodyPr>
            <a:lstStyle/>
            <a:p>
              <a:r>
                <a:rPr lang="en-US" sz="1000" dirty="0" err="1"/>
                <a:t>XDigEmpty</a:t>
              </a:r>
              <a:endParaRPr lang="en-US" sz="1000" dirty="0"/>
            </a:p>
          </p:txBody>
        </p:sp>
        <p:sp>
          <p:nvSpPr>
            <p:cNvPr id="10" name="TextBox 9">
              <a:extLst>
                <a:ext uri="{FF2B5EF4-FFF2-40B4-BE49-F238E27FC236}">
                  <a16:creationId xmlns:a16="http://schemas.microsoft.com/office/drawing/2014/main" id="{11DB8FA3-CEED-775E-3784-03A8C789D7E7}"/>
                </a:ext>
              </a:extLst>
            </p:cNvPr>
            <p:cNvSpPr txBox="1"/>
            <p:nvPr/>
          </p:nvSpPr>
          <p:spPr>
            <a:xfrm>
              <a:off x="3885574" y="2713853"/>
              <a:ext cx="756938" cy="400110"/>
            </a:xfrm>
            <a:prstGeom prst="rect">
              <a:avLst/>
            </a:prstGeom>
            <a:noFill/>
            <a:ln>
              <a:solidFill>
                <a:schemeClr val="tx1"/>
              </a:solidFill>
            </a:ln>
          </p:spPr>
          <p:txBody>
            <a:bodyPr wrap="none" rtlCol="0">
              <a:spAutoFit/>
            </a:bodyPr>
            <a:lstStyle/>
            <a:p>
              <a:r>
                <a:rPr lang="en-US" sz="1000" dirty="0" err="1"/>
                <a:t>XDigCnt</a:t>
              </a:r>
              <a:r>
                <a:rPr lang="en-US" sz="1000" dirty="0"/>
                <a:t> ++</a:t>
              </a:r>
            </a:p>
            <a:p>
              <a:r>
                <a:rPr lang="en-US" sz="1000" dirty="0"/>
                <a:t>Set </a:t>
              </a:r>
              <a:r>
                <a:rPr lang="en-US" sz="1000" dirty="0" err="1"/>
                <a:t>FixDp</a:t>
              </a:r>
              <a:endParaRPr lang="en-US" sz="1000" dirty="0"/>
            </a:p>
          </p:txBody>
        </p:sp>
        <p:cxnSp>
          <p:nvCxnSpPr>
            <p:cNvPr id="12" name="Straight Arrow Connector 11">
              <a:extLst>
                <a:ext uri="{FF2B5EF4-FFF2-40B4-BE49-F238E27FC236}">
                  <a16:creationId xmlns:a16="http://schemas.microsoft.com/office/drawing/2014/main" id="{8E81A7B3-F64B-479E-74C8-F8B437F72926}"/>
                </a:ext>
              </a:extLst>
            </p:cNvPr>
            <p:cNvCxnSpPr>
              <a:stCxn id="5" idx="2"/>
              <a:endCxn id="7" idx="0"/>
            </p:cNvCxnSpPr>
            <p:nvPr/>
          </p:nvCxnSpPr>
          <p:spPr>
            <a:xfrm>
              <a:off x="3669461" y="1436846"/>
              <a:ext cx="639467" cy="26448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E5C505C-99F4-67CE-4B43-04A9F7D06F5D}"/>
                </a:ext>
              </a:extLst>
            </p:cNvPr>
            <p:cNvCxnSpPr>
              <a:stCxn id="5" idx="2"/>
              <a:endCxn id="9" idx="0"/>
            </p:cNvCxnSpPr>
            <p:nvPr/>
          </p:nvCxnSpPr>
          <p:spPr>
            <a:xfrm flipH="1">
              <a:off x="3669460" y="1436846"/>
              <a:ext cx="1" cy="775185"/>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4FE7F72-5494-4B43-BBDE-88EDD86013B6}"/>
                </a:ext>
              </a:extLst>
            </p:cNvPr>
            <p:cNvCxnSpPr>
              <a:stCxn id="7" idx="2"/>
              <a:endCxn id="9" idx="0"/>
            </p:cNvCxnSpPr>
            <p:nvPr/>
          </p:nvCxnSpPr>
          <p:spPr>
            <a:xfrm flipH="1">
              <a:off x="3669460" y="1947549"/>
              <a:ext cx="639468" cy="26448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E9F9766-C4D7-D7E7-1EAD-ED61A80D1CA9}"/>
                </a:ext>
              </a:extLst>
            </p:cNvPr>
            <p:cNvCxnSpPr>
              <a:stCxn id="9" idx="2"/>
              <a:endCxn id="10" idx="0"/>
            </p:cNvCxnSpPr>
            <p:nvPr/>
          </p:nvCxnSpPr>
          <p:spPr>
            <a:xfrm>
              <a:off x="3669460" y="2458252"/>
              <a:ext cx="594583" cy="25560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A8F9C16-46D9-786D-3BC8-CCA242A24006}"/>
                </a:ext>
              </a:extLst>
            </p:cNvPr>
            <p:cNvCxnSpPr>
              <a:cxnSpLocks/>
              <a:stCxn id="9" idx="2"/>
              <a:endCxn id="24" idx="0"/>
            </p:cNvCxnSpPr>
            <p:nvPr/>
          </p:nvCxnSpPr>
          <p:spPr>
            <a:xfrm flipH="1">
              <a:off x="3089654" y="2458252"/>
              <a:ext cx="579806" cy="25204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ACEEB7D0-4B81-EC7B-EB50-F195D1B5FF79}"/>
                </a:ext>
              </a:extLst>
            </p:cNvPr>
            <p:cNvSpPr txBox="1"/>
            <p:nvPr/>
          </p:nvSpPr>
          <p:spPr>
            <a:xfrm>
              <a:off x="2757672" y="2710293"/>
              <a:ext cx="663964" cy="246221"/>
            </a:xfrm>
            <a:prstGeom prst="rect">
              <a:avLst/>
            </a:prstGeom>
            <a:noFill/>
            <a:ln>
              <a:solidFill>
                <a:schemeClr val="tx1"/>
              </a:solidFill>
            </a:ln>
          </p:spPr>
          <p:txBody>
            <a:bodyPr wrap="none" rtlCol="0">
              <a:spAutoFit/>
            </a:bodyPr>
            <a:lstStyle/>
            <a:p>
              <a:r>
                <a:rPr lang="en-US" sz="1000" dirty="0" err="1"/>
                <a:t>DPFixed</a:t>
              </a:r>
              <a:r>
                <a:rPr lang="en-US" sz="1000" dirty="0"/>
                <a:t>?</a:t>
              </a:r>
            </a:p>
          </p:txBody>
        </p:sp>
        <p:cxnSp>
          <p:nvCxnSpPr>
            <p:cNvPr id="28" name="Straight Arrow Connector 27">
              <a:extLst>
                <a:ext uri="{FF2B5EF4-FFF2-40B4-BE49-F238E27FC236}">
                  <a16:creationId xmlns:a16="http://schemas.microsoft.com/office/drawing/2014/main" id="{E5593473-1AF7-959B-A552-BCF2499660DB}"/>
                </a:ext>
              </a:extLst>
            </p:cNvPr>
            <p:cNvCxnSpPr>
              <a:cxnSpLocks/>
              <a:stCxn id="24" idx="2"/>
              <a:endCxn id="30" idx="0"/>
            </p:cNvCxnSpPr>
            <p:nvPr/>
          </p:nvCxnSpPr>
          <p:spPr>
            <a:xfrm>
              <a:off x="3089654" y="2956514"/>
              <a:ext cx="540079" cy="38104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2ECD4EB7-4D66-2B62-6CE1-37D3B6A00B69}"/>
                </a:ext>
              </a:extLst>
            </p:cNvPr>
            <p:cNvSpPr txBox="1"/>
            <p:nvPr/>
          </p:nvSpPr>
          <p:spPr>
            <a:xfrm>
              <a:off x="3247256" y="3337556"/>
              <a:ext cx="764953" cy="553998"/>
            </a:xfrm>
            <a:prstGeom prst="rect">
              <a:avLst/>
            </a:prstGeom>
            <a:noFill/>
            <a:ln>
              <a:solidFill>
                <a:schemeClr val="tx1"/>
              </a:solidFill>
            </a:ln>
          </p:spPr>
          <p:txBody>
            <a:bodyPr wrap="none" rtlCol="0">
              <a:spAutoFit/>
            </a:bodyPr>
            <a:lstStyle/>
            <a:p>
              <a:r>
                <a:rPr lang="en-US" sz="1000" dirty="0"/>
                <a:t>Set </a:t>
              </a:r>
              <a:r>
                <a:rPr lang="en-US" sz="1000" dirty="0" err="1"/>
                <a:t>FixDp</a:t>
              </a:r>
              <a:endParaRPr lang="en-US" sz="1000" dirty="0"/>
            </a:p>
            <a:p>
              <a:r>
                <a:rPr lang="en-US" sz="1000" dirty="0" err="1"/>
                <a:t>DexpCnt</a:t>
              </a:r>
              <a:r>
                <a:rPr lang="en-US" sz="1000" dirty="0"/>
                <a:t> - -</a:t>
              </a:r>
            </a:p>
            <a:p>
              <a:r>
                <a:rPr lang="en-US" sz="1000" dirty="0" err="1"/>
                <a:t>SexpCnt</a:t>
              </a:r>
              <a:r>
                <a:rPr lang="en-US" sz="1000" dirty="0"/>
                <a:t> - -</a:t>
              </a:r>
            </a:p>
          </p:txBody>
        </p:sp>
        <p:sp>
          <p:nvSpPr>
            <p:cNvPr id="32" name="TextBox 31">
              <a:extLst>
                <a:ext uri="{FF2B5EF4-FFF2-40B4-BE49-F238E27FC236}">
                  <a16:creationId xmlns:a16="http://schemas.microsoft.com/office/drawing/2014/main" id="{01271E29-E614-9066-61F5-5B99DB1086D2}"/>
                </a:ext>
              </a:extLst>
            </p:cNvPr>
            <p:cNvSpPr txBox="1"/>
            <p:nvPr/>
          </p:nvSpPr>
          <p:spPr>
            <a:xfrm>
              <a:off x="3997483" y="1398031"/>
              <a:ext cx="356188" cy="246221"/>
            </a:xfrm>
            <a:prstGeom prst="rect">
              <a:avLst/>
            </a:prstGeom>
            <a:noFill/>
            <a:ln>
              <a:noFill/>
            </a:ln>
          </p:spPr>
          <p:txBody>
            <a:bodyPr wrap="none" rtlCol="0">
              <a:spAutoFit/>
            </a:bodyPr>
            <a:lstStyle/>
            <a:p>
              <a:r>
                <a:rPr lang="en-US" sz="1000" dirty="0"/>
                <a:t>yes</a:t>
              </a:r>
            </a:p>
          </p:txBody>
        </p:sp>
        <p:sp>
          <p:nvSpPr>
            <p:cNvPr id="33" name="TextBox 32">
              <a:extLst>
                <a:ext uri="{FF2B5EF4-FFF2-40B4-BE49-F238E27FC236}">
                  <a16:creationId xmlns:a16="http://schemas.microsoft.com/office/drawing/2014/main" id="{9CB4A9E4-92A7-8C34-D210-4B0910F3DD3B}"/>
                </a:ext>
              </a:extLst>
            </p:cNvPr>
            <p:cNvSpPr txBox="1"/>
            <p:nvPr/>
          </p:nvSpPr>
          <p:spPr>
            <a:xfrm>
              <a:off x="3387841" y="1568837"/>
              <a:ext cx="319318" cy="246221"/>
            </a:xfrm>
            <a:prstGeom prst="rect">
              <a:avLst/>
            </a:prstGeom>
            <a:noFill/>
            <a:ln>
              <a:noFill/>
            </a:ln>
          </p:spPr>
          <p:txBody>
            <a:bodyPr wrap="none" rtlCol="0">
              <a:spAutoFit/>
            </a:bodyPr>
            <a:lstStyle/>
            <a:p>
              <a:r>
                <a:rPr lang="en-US" sz="1000" dirty="0"/>
                <a:t>no</a:t>
              </a:r>
            </a:p>
          </p:txBody>
        </p:sp>
        <p:sp>
          <p:nvSpPr>
            <p:cNvPr id="34" name="TextBox 33">
              <a:extLst>
                <a:ext uri="{FF2B5EF4-FFF2-40B4-BE49-F238E27FC236}">
                  <a16:creationId xmlns:a16="http://schemas.microsoft.com/office/drawing/2014/main" id="{19D3EA61-DCFD-D298-32EF-540F693711F0}"/>
                </a:ext>
              </a:extLst>
            </p:cNvPr>
            <p:cNvSpPr txBox="1"/>
            <p:nvPr/>
          </p:nvSpPr>
          <p:spPr>
            <a:xfrm>
              <a:off x="3966751" y="2417787"/>
              <a:ext cx="356188" cy="246221"/>
            </a:xfrm>
            <a:prstGeom prst="rect">
              <a:avLst/>
            </a:prstGeom>
            <a:noFill/>
            <a:ln>
              <a:noFill/>
            </a:ln>
          </p:spPr>
          <p:txBody>
            <a:bodyPr wrap="none" rtlCol="0">
              <a:spAutoFit/>
            </a:bodyPr>
            <a:lstStyle/>
            <a:p>
              <a:r>
                <a:rPr lang="en-US" sz="1000" dirty="0"/>
                <a:t>yes</a:t>
              </a:r>
            </a:p>
          </p:txBody>
        </p:sp>
        <p:sp>
          <p:nvSpPr>
            <p:cNvPr id="35" name="TextBox 34">
              <a:extLst>
                <a:ext uri="{FF2B5EF4-FFF2-40B4-BE49-F238E27FC236}">
                  <a16:creationId xmlns:a16="http://schemas.microsoft.com/office/drawing/2014/main" id="{03FCC3BA-5DB3-B1EF-5CAF-89FF4EB53A29}"/>
                </a:ext>
              </a:extLst>
            </p:cNvPr>
            <p:cNvSpPr txBox="1"/>
            <p:nvPr/>
          </p:nvSpPr>
          <p:spPr>
            <a:xfrm>
              <a:off x="3341139" y="2979630"/>
              <a:ext cx="319318" cy="246221"/>
            </a:xfrm>
            <a:prstGeom prst="rect">
              <a:avLst/>
            </a:prstGeom>
            <a:noFill/>
            <a:ln>
              <a:noFill/>
            </a:ln>
          </p:spPr>
          <p:txBody>
            <a:bodyPr wrap="none" rtlCol="0">
              <a:spAutoFit/>
            </a:bodyPr>
            <a:lstStyle/>
            <a:p>
              <a:r>
                <a:rPr lang="en-US" sz="1000" dirty="0"/>
                <a:t>no</a:t>
              </a:r>
            </a:p>
          </p:txBody>
        </p:sp>
        <p:sp>
          <p:nvSpPr>
            <p:cNvPr id="36" name="TextBox 35">
              <a:extLst>
                <a:ext uri="{FF2B5EF4-FFF2-40B4-BE49-F238E27FC236}">
                  <a16:creationId xmlns:a16="http://schemas.microsoft.com/office/drawing/2014/main" id="{4E0F2FEC-F1ED-2CE8-9ACC-B91FA3B10034}"/>
                </a:ext>
              </a:extLst>
            </p:cNvPr>
            <p:cNvSpPr txBox="1"/>
            <p:nvPr/>
          </p:nvSpPr>
          <p:spPr>
            <a:xfrm>
              <a:off x="2718689" y="2990852"/>
              <a:ext cx="356188" cy="246221"/>
            </a:xfrm>
            <a:prstGeom prst="rect">
              <a:avLst/>
            </a:prstGeom>
            <a:noFill/>
            <a:ln>
              <a:noFill/>
            </a:ln>
          </p:spPr>
          <p:txBody>
            <a:bodyPr wrap="none" rtlCol="0">
              <a:spAutoFit/>
            </a:bodyPr>
            <a:lstStyle/>
            <a:p>
              <a:r>
                <a:rPr lang="en-US" sz="1000" dirty="0"/>
                <a:t>yes</a:t>
              </a:r>
            </a:p>
          </p:txBody>
        </p:sp>
        <p:sp>
          <p:nvSpPr>
            <p:cNvPr id="43" name="TextBox 42">
              <a:extLst>
                <a:ext uri="{FF2B5EF4-FFF2-40B4-BE49-F238E27FC236}">
                  <a16:creationId xmlns:a16="http://schemas.microsoft.com/office/drawing/2014/main" id="{13EAF6BD-42E9-18AB-FDEF-EAAEF87F815B}"/>
                </a:ext>
              </a:extLst>
            </p:cNvPr>
            <p:cNvSpPr txBox="1"/>
            <p:nvPr/>
          </p:nvSpPr>
          <p:spPr>
            <a:xfrm>
              <a:off x="3074877" y="2427066"/>
              <a:ext cx="319318" cy="246221"/>
            </a:xfrm>
            <a:prstGeom prst="rect">
              <a:avLst/>
            </a:prstGeom>
            <a:noFill/>
            <a:ln>
              <a:noFill/>
            </a:ln>
          </p:spPr>
          <p:txBody>
            <a:bodyPr wrap="none" rtlCol="0">
              <a:spAutoFit/>
            </a:bodyPr>
            <a:lstStyle/>
            <a:p>
              <a:r>
                <a:rPr lang="en-US" sz="1000" dirty="0"/>
                <a:t>no</a:t>
              </a:r>
            </a:p>
          </p:txBody>
        </p:sp>
        <p:sp>
          <p:nvSpPr>
            <p:cNvPr id="46" name="TextBox 45">
              <a:extLst>
                <a:ext uri="{FF2B5EF4-FFF2-40B4-BE49-F238E27FC236}">
                  <a16:creationId xmlns:a16="http://schemas.microsoft.com/office/drawing/2014/main" id="{3F12FA49-774D-AF6D-7161-BA500A65C96B}"/>
                </a:ext>
              </a:extLst>
            </p:cNvPr>
            <p:cNvSpPr txBox="1"/>
            <p:nvPr/>
          </p:nvSpPr>
          <p:spPr>
            <a:xfrm>
              <a:off x="2486764" y="4340658"/>
              <a:ext cx="1741182" cy="1169551"/>
            </a:xfrm>
            <a:prstGeom prst="rect">
              <a:avLst/>
            </a:prstGeom>
            <a:noFill/>
            <a:ln>
              <a:solidFill>
                <a:schemeClr val="tx1"/>
              </a:solidFill>
            </a:ln>
          </p:spPr>
          <p:txBody>
            <a:bodyPr wrap="none" rtlCol="0">
              <a:spAutoFit/>
            </a:bodyPr>
            <a:lstStyle/>
            <a:p>
              <a:r>
                <a:rPr lang="en-US" sz="1000" dirty="0"/>
                <a:t>Left Justify </a:t>
              </a:r>
              <a:r>
                <a:rPr lang="en-US" sz="1000" dirty="0" err="1"/>
                <a:t>Xreg</a:t>
              </a:r>
              <a:endParaRPr lang="en-US" sz="1000" dirty="0"/>
            </a:p>
            <a:p>
              <a:r>
                <a:rPr lang="en-US" sz="1000" dirty="0"/>
                <a:t>Copy </a:t>
              </a:r>
              <a:r>
                <a:rPr lang="en-US" sz="1000" dirty="0" err="1"/>
                <a:t>Xreg</a:t>
              </a:r>
              <a:r>
                <a:rPr lang="en-US" sz="1000" dirty="0"/>
                <a:t> to </a:t>
              </a:r>
              <a:r>
                <a:rPr lang="en-US" sz="1000" dirty="0" err="1"/>
                <a:t>Yreg</a:t>
              </a:r>
              <a:endParaRPr lang="en-US" sz="1000" dirty="0"/>
            </a:p>
            <a:p>
              <a:r>
                <a:rPr lang="en-US" sz="1000" dirty="0"/>
                <a:t>Copy </a:t>
              </a:r>
              <a:r>
                <a:rPr lang="en-US" sz="1000" dirty="0" err="1"/>
                <a:t>SignX</a:t>
              </a:r>
              <a:r>
                <a:rPr lang="en-US" sz="1000" dirty="0"/>
                <a:t> to </a:t>
              </a:r>
              <a:r>
                <a:rPr lang="en-US" sz="1000" dirty="0" err="1"/>
                <a:t>SignY</a:t>
              </a:r>
              <a:endParaRPr lang="en-US" sz="1000" dirty="0"/>
            </a:p>
            <a:p>
              <a:r>
                <a:rPr lang="en-US" sz="1000" dirty="0"/>
                <a:t>Remove leading 0’s from </a:t>
              </a:r>
              <a:r>
                <a:rPr lang="en-US" sz="1000" dirty="0" err="1"/>
                <a:t>Xreg</a:t>
              </a:r>
              <a:endParaRPr lang="en-US" sz="1000" dirty="0"/>
            </a:p>
            <a:p>
              <a:r>
                <a:rPr lang="en-US" sz="1000" dirty="0"/>
                <a:t>Exch </a:t>
              </a:r>
              <a:r>
                <a:rPr lang="en-US" sz="1000" dirty="0" err="1"/>
                <a:t>Xreg</a:t>
              </a:r>
              <a:r>
                <a:rPr lang="en-US" sz="1000" dirty="0"/>
                <a:t> &lt;&gt; </a:t>
              </a:r>
              <a:r>
                <a:rPr lang="en-US" sz="1000" dirty="0" err="1"/>
                <a:t>Yreg</a:t>
              </a:r>
              <a:endParaRPr lang="en-US" sz="1000" dirty="0"/>
            </a:p>
            <a:p>
              <a:r>
                <a:rPr lang="en-US" sz="1000" dirty="0"/>
                <a:t>Set EOp1Ph</a:t>
              </a:r>
            </a:p>
            <a:p>
              <a:r>
                <a:rPr lang="en-US" sz="1000" dirty="0" err="1"/>
                <a:t>Clr</a:t>
              </a:r>
              <a:r>
                <a:rPr lang="en-US" sz="1000" dirty="0"/>
                <a:t> X9</a:t>
              </a:r>
            </a:p>
          </p:txBody>
        </p:sp>
        <p:sp>
          <p:nvSpPr>
            <p:cNvPr id="49" name="TextBox 48">
              <a:extLst>
                <a:ext uri="{FF2B5EF4-FFF2-40B4-BE49-F238E27FC236}">
                  <a16:creationId xmlns:a16="http://schemas.microsoft.com/office/drawing/2014/main" id="{445D50F9-48E6-7D1D-B4AC-6149E4CA7406}"/>
                </a:ext>
              </a:extLst>
            </p:cNvPr>
            <p:cNvSpPr txBox="1"/>
            <p:nvPr/>
          </p:nvSpPr>
          <p:spPr>
            <a:xfrm>
              <a:off x="2858660" y="5786357"/>
              <a:ext cx="452368" cy="246221"/>
            </a:xfrm>
            <a:prstGeom prst="rect">
              <a:avLst/>
            </a:prstGeom>
            <a:noFill/>
            <a:ln>
              <a:solidFill>
                <a:schemeClr val="tx1"/>
              </a:solidFill>
            </a:ln>
          </p:spPr>
          <p:txBody>
            <a:bodyPr wrap="none" rtlCol="0">
              <a:spAutoFit/>
            </a:bodyPr>
            <a:lstStyle/>
            <a:p>
              <a:r>
                <a:rPr lang="en-US" sz="1000" dirty="0"/>
                <a:t>DSKY</a:t>
              </a:r>
            </a:p>
          </p:txBody>
        </p:sp>
        <p:cxnSp>
          <p:nvCxnSpPr>
            <p:cNvPr id="53" name="Straight Arrow Connector 52">
              <a:extLst>
                <a:ext uri="{FF2B5EF4-FFF2-40B4-BE49-F238E27FC236}">
                  <a16:creationId xmlns:a16="http://schemas.microsoft.com/office/drawing/2014/main" id="{B2E8A289-1E8A-D236-6707-3F61FB995525}"/>
                </a:ext>
              </a:extLst>
            </p:cNvPr>
            <p:cNvCxnSpPr>
              <a:cxnSpLocks/>
              <a:endCxn id="46" idx="0"/>
            </p:cNvCxnSpPr>
            <p:nvPr/>
          </p:nvCxnSpPr>
          <p:spPr>
            <a:xfrm flipH="1">
              <a:off x="3357355" y="3941399"/>
              <a:ext cx="906688" cy="399259"/>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90CE3483-ACA3-4BE2-75FF-63CAB3F145A2}"/>
                </a:ext>
              </a:extLst>
            </p:cNvPr>
            <p:cNvCxnSpPr>
              <a:stCxn id="30" idx="2"/>
              <a:endCxn id="46" idx="0"/>
            </p:cNvCxnSpPr>
            <p:nvPr/>
          </p:nvCxnSpPr>
          <p:spPr>
            <a:xfrm flipH="1">
              <a:off x="3357355" y="3891554"/>
              <a:ext cx="272378" cy="449104"/>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CD498DFF-C130-CC4A-6A91-79092CBCBC25}"/>
                </a:ext>
              </a:extLst>
            </p:cNvPr>
            <p:cNvCxnSpPr>
              <a:cxnSpLocks/>
              <a:stCxn id="24" idx="2"/>
              <a:endCxn id="46" idx="0"/>
            </p:cNvCxnSpPr>
            <p:nvPr/>
          </p:nvCxnSpPr>
          <p:spPr>
            <a:xfrm>
              <a:off x="3089654" y="2956514"/>
              <a:ext cx="267701" cy="1384144"/>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C16421D9-A1BB-7231-519F-15E13DCA9497}"/>
                </a:ext>
              </a:extLst>
            </p:cNvPr>
            <p:cNvCxnSpPr>
              <a:stCxn id="10" idx="2"/>
            </p:cNvCxnSpPr>
            <p:nvPr/>
          </p:nvCxnSpPr>
          <p:spPr>
            <a:xfrm>
              <a:off x="4264043" y="3113963"/>
              <a:ext cx="0" cy="82988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2D8252BE-42AB-ED7A-CD7C-B160AFDA9E96}"/>
                </a:ext>
              </a:extLst>
            </p:cNvPr>
            <p:cNvCxnSpPr>
              <a:stCxn id="46" idx="2"/>
              <a:endCxn id="49" idx="0"/>
            </p:cNvCxnSpPr>
            <p:nvPr/>
          </p:nvCxnSpPr>
          <p:spPr>
            <a:xfrm flipH="1">
              <a:off x="3084844" y="5510209"/>
              <a:ext cx="272511" cy="27614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
        <p:nvSpPr>
          <p:cNvPr id="89" name="TextBox 88">
            <a:extLst>
              <a:ext uri="{FF2B5EF4-FFF2-40B4-BE49-F238E27FC236}">
                <a16:creationId xmlns:a16="http://schemas.microsoft.com/office/drawing/2014/main" id="{5BDA8A57-91B5-32F8-BF3A-741E80B4E748}"/>
              </a:ext>
            </a:extLst>
          </p:cNvPr>
          <p:cNvSpPr txBox="1"/>
          <p:nvPr/>
        </p:nvSpPr>
        <p:spPr>
          <a:xfrm>
            <a:off x="6702645" y="1141584"/>
            <a:ext cx="574473" cy="246221"/>
          </a:xfrm>
          <a:prstGeom prst="rect">
            <a:avLst/>
          </a:prstGeom>
          <a:noFill/>
          <a:ln>
            <a:solidFill>
              <a:schemeClr val="tx1"/>
            </a:solidFill>
          </a:ln>
        </p:spPr>
        <p:txBody>
          <a:bodyPr wrap="square" rtlCol="0">
            <a:spAutoFit/>
          </a:bodyPr>
          <a:lstStyle/>
          <a:p>
            <a:r>
              <a:rPr lang="en-US" sz="1000" dirty="0"/>
              <a:t>InOp2?</a:t>
            </a:r>
          </a:p>
        </p:txBody>
      </p:sp>
      <p:cxnSp>
        <p:nvCxnSpPr>
          <p:cNvPr id="90" name="Straight Arrow Connector 89">
            <a:extLst>
              <a:ext uri="{FF2B5EF4-FFF2-40B4-BE49-F238E27FC236}">
                <a16:creationId xmlns:a16="http://schemas.microsoft.com/office/drawing/2014/main" id="{2FA5524D-98AA-F980-27AB-12494203DAFD}"/>
              </a:ext>
            </a:extLst>
          </p:cNvPr>
          <p:cNvCxnSpPr>
            <a:cxnSpLocks/>
            <a:stCxn id="89" idx="2"/>
            <a:endCxn id="94" idx="0"/>
          </p:cNvCxnSpPr>
          <p:nvPr/>
        </p:nvCxnSpPr>
        <p:spPr>
          <a:xfrm>
            <a:off x="6989882" y="1387805"/>
            <a:ext cx="679995" cy="226145"/>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99665568-7405-E3FE-34DC-8F8559FB507C}"/>
              </a:ext>
            </a:extLst>
          </p:cNvPr>
          <p:cNvCxnSpPr>
            <a:cxnSpLocks/>
            <a:stCxn id="89" idx="2"/>
            <a:endCxn id="92" idx="0"/>
          </p:cNvCxnSpPr>
          <p:nvPr/>
        </p:nvCxnSpPr>
        <p:spPr>
          <a:xfrm flipH="1">
            <a:off x="6338591" y="1387805"/>
            <a:ext cx="651291" cy="20279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D5966B9B-A4EC-A777-9817-F2A00E49724A}"/>
              </a:ext>
            </a:extLst>
          </p:cNvPr>
          <p:cNvSpPr txBox="1"/>
          <p:nvPr/>
        </p:nvSpPr>
        <p:spPr>
          <a:xfrm>
            <a:off x="6150078" y="1590596"/>
            <a:ext cx="377026" cy="246221"/>
          </a:xfrm>
          <a:prstGeom prst="rect">
            <a:avLst/>
          </a:prstGeom>
          <a:noFill/>
          <a:ln>
            <a:solidFill>
              <a:schemeClr val="tx1"/>
            </a:solidFill>
          </a:ln>
        </p:spPr>
        <p:txBody>
          <a:bodyPr wrap="none" rtlCol="0">
            <a:spAutoFit/>
          </a:bodyPr>
          <a:lstStyle/>
          <a:p>
            <a:r>
              <a:rPr lang="en-US" sz="1000" dirty="0"/>
              <a:t>CLR</a:t>
            </a:r>
          </a:p>
        </p:txBody>
      </p:sp>
      <p:sp>
        <p:nvSpPr>
          <p:cNvPr id="93" name="TextBox 92">
            <a:extLst>
              <a:ext uri="{FF2B5EF4-FFF2-40B4-BE49-F238E27FC236}">
                <a16:creationId xmlns:a16="http://schemas.microsoft.com/office/drawing/2014/main" id="{6E90661E-0514-C5CE-36CE-4C6419214AB6}"/>
              </a:ext>
            </a:extLst>
          </p:cNvPr>
          <p:cNvSpPr txBox="1"/>
          <p:nvPr/>
        </p:nvSpPr>
        <p:spPr>
          <a:xfrm>
            <a:off x="6426546" y="1299074"/>
            <a:ext cx="319318" cy="246221"/>
          </a:xfrm>
          <a:prstGeom prst="rect">
            <a:avLst/>
          </a:prstGeom>
          <a:noFill/>
          <a:ln>
            <a:noFill/>
          </a:ln>
        </p:spPr>
        <p:txBody>
          <a:bodyPr wrap="none" rtlCol="0">
            <a:spAutoFit/>
          </a:bodyPr>
          <a:lstStyle/>
          <a:p>
            <a:r>
              <a:rPr lang="en-US" sz="1000" dirty="0"/>
              <a:t>no</a:t>
            </a:r>
          </a:p>
        </p:txBody>
      </p:sp>
      <p:sp>
        <p:nvSpPr>
          <p:cNvPr id="94" name="TextBox 93">
            <a:extLst>
              <a:ext uri="{FF2B5EF4-FFF2-40B4-BE49-F238E27FC236}">
                <a16:creationId xmlns:a16="http://schemas.microsoft.com/office/drawing/2014/main" id="{43F2FBCF-9288-61CA-6565-A5CE52171356}"/>
              </a:ext>
            </a:extLst>
          </p:cNvPr>
          <p:cNvSpPr txBox="1"/>
          <p:nvPr/>
        </p:nvSpPr>
        <p:spPr>
          <a:xfrm>
            <a:off x="7362741" y="1613950"/>
            <a:ext cx="614271" cy="246221"/>
          </a:xfrm>
          <a:prstGeom prst="rect">
            <a:avLst/>
          </a:prstGeom>
          <a:noFill/>
          <a:ln>
            <a:solidFill>
              <a:schemeClr val="tx1"/>
            </a:solidFill>
          </a:ln>
        </p:spPr>
        <p:txBody>
          <a:bodyPr wrap="square" rtlCol="0">
            <a:spAutoFit/>
          </a:bodyPr>
          <a:lstStyle/>
          <a:p>
            <a:r>
              <a:rPr lang="en-US" sz="1000" dirty="0" err="1"/>
              <a:t>DPFirst</a:t>
            </a:r>
            <a:r>
              <a:rPr lang="en-US" sz="1000" dirty="0"/>
              <a:t>?</a:t>
            </a:r>
          </a:p>
        </p:txBody>
      </p:sp>
      <p:cxnSp>
        <p:nvCxnSpPr>
          <p:cNvPr id="95" name="Straight Arrow Connector 94">
            <a:extLst>
              <a:ext uri="{FF2B5EF4-FFF2-40B4-BE49-F238E27FC236}">
                <a16:creationId xmlns:a16="http://schemas.microsoft.com/office/drawing/2014/main" id="{556EECC2-C710-DC7B-6FE7-D2E0EA962010}"/>
              </a:ext>
            </a:extLst>
          </p:cNvPr>
          <p:cNvCxnSpPr>
            <a:cxnSpLocks/>
            <a:stCxn id="94" idx="2"/>
            <a:endCxn id="97" idx="0"/>
          </p:cNvCxnSpPr>
          <p:nvPr/>
        </p:nvCxnSpPr>
        <p:spPr>
          <a:xfrm flipH="1">
            <a:off x="6525167" y="1860171"/>
            <a:ext cx="1144710" cy="574884"/>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EDB546CD-692C-82EA-B8E0-60941B6425E2}"/>
              </a:ext>
            </a:extLst>
          </p:cNvPr>
          <p:cNvSpPr txBox="1"/>
          <p:nvPr/>
        </p:nvSpPr>
        <p:spPr>
          <a:xfrm>
            <a:off x="6764699" y="2008652"/>
            <a:ext cx="319318" cy="246221"/>
          </a:xfrm>
          <a:prstGeom prst="rect">
            <a:avLst/>
          </a:prstGeom>
          <a:noFill/>
          <a:ln>
            <a:noFill/>
          </a:ln>
        </p:spPr>
        <p:txBody>
          <a:bodyPr wrap="none" rtlCol="0">
            <a:spAutoFit/>
          </a:bodyPr>
          <a:lstStyle/>
          <a:p>
            <a:r>
              <a:rPr lang="en-US" sz="1000" dirty="0"/>
              <a:t>no</a:t>
            </a:r>
          </a:p>
        </p:txBody>
      </p:sp>
      <p:sp>
        <p:nvSpPr>
          <p:cNvPr id="97" name="TextBox 96">
            <a:extLst>
              <a:ext uri="{FF2B5EF4-FFF2-40B4-BE49-F238E27FC236}">
                <a16:creationId xmlns:a16="http://schemas.microsoft.com/office/drawing/2014/main" id="{0B2630B1-BFA5-F9A0-1493-34ECACE3F4F4}"/>
              </a:ext>
            </a:extLst>
          </p:cNvPr>
          <p:cNvSpPr txBox="1"/>
          <p:nvPr/>
        </p:nvSpPr>
        <p:spPr>
          <a:xfrm>
            <a:off x="6179559" y="2435055"/>
            <a:ext cx="691215" cy="400110"/>
          </a:xfrm>
          <a:prstGeom prst="rect">
            <a:avLst/>
          </a:prstGeom>
          <a:noFill/>
          <a:ln>
            <a:solidFill>
              <a:schemeClr val="tx1"/>
            </a:solidFill>
          </a:ln>
        </p:spPr>
        <p:txBody>
          <a:bodyPr wrap="none" rtlCol="0">
            <a:spAutoFit/>
          </a:bodyPr>
          <a:lstStyle/>
          <a:p>
            <a:r>
              <a:rPr lang="en-US" sz="1000" dirty="0" err="1"/>
              <a:t>Decr</a:t>
            </a:r>
            <a:r>
              <a:rPr lang="en-US" sz="1000" dirty="0"/>
              <a:t> </a:t>
            </a:r>
            <a:r>
              <a:rPr lang="en-US" sz="1000" dirty="0" err="1"/>
              <a:t>XDig</a:t>
            </a:r>
            <a:endParaRPr lang="en-US" sz="1000" dirty="0"/>
          </a:p>
          <a:p>
            <a:r>
              <a:rPr lang="en-US" sz="1000" dirty="0" err="1"/>
              <a:t>DecrXDp</a:t>
            </a:r>
            <a:endParaRPr lang="en-US" sz="1000" dirty="0"/>
          </a:p>
        </p:txBody>
      </p:sp>
      <p:sp>
        <p:nvSpPr>
          <p:cNvPr id="98" name="TextBox 97">
            <a:extLst>
              <a:ext uri="{FF2B5EF4-FFF2-40B4-BE49-F238E27FC236}">
                <a16:creationId xmlns:a16="http://schemas.microsoft.com/office/drawing/2014/main" id="{EDA6A7B7-746F-ADB2-2FAE-A93A6637FDE0}"/>
              </a:ext>
            </a:extLst>
          </p:cNvPr>
          <p:cNvSpPr txBox="1"/>
          <p:nvPr/>
        </p:nvSpPr>
        <p:spPr>
          <a:xfrm>
            <a:off x="6200416" y="3086807"/>
            <a:ext cx="643125" cy="246221"/>
          </a:xfrm>
          <a:prstGeom prst="rect">
            <a:avLst/>
          </a:prstGeom>
          <a:noFill/>
          <a:ln>
            <a:solidFill>
              <a:schemeClr val="tx1"/>
            </a:solidFill>
          </a:ln>
        </p:spPr>
        <p:txBody>
          <a:bodyPr wrap="none" rtlCol="0">
            <a:spAutoFit/>
          </a:bodyPr>
          <a:lstStyle/>
          <a:p>
            <a:r>
              <a:rPr lang="en-US" sz="1000" dirty="0" err="1"/>
              <a:t>DPOvrfl</a:t>
            </a:r>
            <a:r>
              <a:rPr lang="en-US" sz="1000" dirty="0"/>
              <a:t>?</a:t>
            </a:r>
          </a:p>
        </p:txBody>
      </p:sp>
      <p:cxnSp>
        <p:nvCxnSpPr>
          <p:cNvPr id="99" name="Straight Arrow Connector 98">
            <a:extLst>
              <a:ext uri="{FF2B5EF4-FFF2-40B4-BE49-F238E27FC236}">
                <a16:creationId xmlns:a16="http://schemas.microsoft.com/office/drawing/2014/main" id="{140A6943-A3E2-5D6A-024E-E6D80795BA28}"/>
              </a:ext>
            </a:extLst>
          </p:cNvPr>
          <p:cNvCxnSpPr>
            <a:stCxn id="97" idx="2"/>
            <a:endCxn id="98" idx="0"/>
          </p:cNvCxnSpPr>
          <p:nvPr/>
        </p:nvCxnSpPr>
        <p:spPr>
          <a:xfrm flipH="1">
            <a:off x="6521979" y="2835165"/>
            <a:ext cx="3188" cy="25164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71E08124-BCA0-6F23-011B-F491217E8CD8}"/>
              </a:ext>
            </a:extLst>
          </p:cNvPr>
          <p:cNvCxnSpPr>
            <a:cxnSpLocks/>
            <a:endCxn id="97" idx="1"/>
          </p:cNvCxnSpPr>
          <p:nvPr/>
        </p:nvCxnSpPr>
        <p:spPr>
          <a:xfrm>
            <a:off x="5716112" y="2635110"/>
            <a:ext cx="463447"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F8B978D4-6463-8B37-4235-893DA1EA3F96}"/>
              </a:ext>
            </a:extLst>
          </p:cNvPr>
          <p:cNvCxnSpPr>
            <a:stCxn id="98" idx="1"/>
          </p:cNvCxnSpPr>
          <p:nvPr/>
        </p:nvCxnSpPr>
        <p:spPr>
          <a:xfrm flipH="1" flipV="1">
            <a:off x="5718366" y="3209917"/>
            <a:ext cx="482050" cy="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8C1E1884-F248-F590-5F72-4B5A39731D0B}"/>
              </a:ext>
            </a:extLst>
          </p:cNvPr>
          <p:cNvCxnSpPr>
            <a:cxnSpLocks/>
          </p:cNvCxnSpPr>
          <p:nvPr/>
        </p:nvCxnSpPr>
        <p:spPr>
          <a:xfrm flipH="1" flipV="1">
            <a:off x="5716112" y="2635110"/>
            <a:ext cx="2254" cy="574807"/>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3" name="TextBox 102">
            <a:extLst>
              <a:ext uri="{FF2B5EF4-FFF2-40B4-BE49-F238E27FC236}">
                <a16:creationId xmlns:a16="http://schemas.microsoft.com/office/drawing/2014/main" id="{826C1246-934E-1B61-353D-747E0FBD4661}"/>
              </a:ext>
            </a:extLst>
          </p:cNvPr>
          <p:cNvSpPr txBox="1"/>
          <p:nvPr/>
        </p:nvSpPr>
        <p:spPr>
          <a:xfrm>
            <a:off x="5799732" y="2977326"/>
            <a:ext cx="319318" cy="246221"/>
          </a:xfrm>
          <a:prstGeom prst="rect">
            <a:avLst/>
          </a:prstGeom>
          <a:noFill/>
          <a:ln>
            <a:noFill/>
          </a:ln>
        </p:spPr>
        <p:txBody>
          <a:bodyPr wrap="none" rtlCol="0">
            <a:spAutoFit/>
          </a:bodyPr>
          <a:lstStyle/>
          <a:p>
            <a:r>
              <a:rPr lang="en-US" sz="1000" dirty="0"/>
              <a:t>no</a:t>
            </a:r>
          </a:p>
        </p:txBody>
      </p:sp>
      <p:sp>
        <p:nvSpPr>
          <p:cNvPr id="104" name="TextBox 103">
            <a:extLst>
              <a:ext uri="{FF2B5EF4-FFF2-40B4-BE49-F238E27FC236}">
                <a16:creationId xmlns:a16="http://schemas.microsoft.com/office/drawing/2014/main" id="{95E082CF-B371-198C-3DA2-122783295B9B}"/>
              </a:ext>
            </a:extLst>
          </p:cNvPr>
          <p:cNvSpPr txBox="1"/>
          <p:nvPr/>
        </p:nvSpPr>
        <p:spPr>
          <a:xfrm>
            <a:off x="6617024" y="605796"/>
            <a:ext cx="745717" cy="246221"/>
          </a:xfrm>
          <a:prstGeom prst="rect">
            <a:avLst/>
          </a:prstGeom>
          <a:noFill/>
          <a:ln>
            <a:solidFill>
              <a:schemeClr val="tx1"/>
            </a:solidFill>
          </a:ln>
        </p:spPr>
        <p:txBody>
          <a:bodyPr wrap="none" rtlCol="0">
            <a:spAutoFit/>
          </a:bodyPr>
          <a:lstStyle/>
          <a:p>
            <a:r>
              <a:rPr lang="en-US" sz="1000" dirty="0" err="1"/>
              <a:t>DigEmpty</a:t>
            </a:r>
            <a:r>
              <a:rPr lang="en-US" sz="1000" dirty="0"/>
              <a:t>?</a:t>
            </a:r>
          </a:p>
        </p:txBody>
      </p:sp>
      <p:sp>
        <p:nvSpPr>
          <p:cNvPr id="105" name="TextBox 104">
            <a:extLst>
              <a:ext uri="{FF2B5EF4-FFF2-40B4-BE49-F238E27FC236}">
                <a16:creationId xmlns:a16="http://schemas.microsoft.com/office/drawing/2014/main" id="{CFAE0D23-5F5B-ADCF-871E-B53B49E65812}"/>
              </a:ext>
            </a:extLst>
          </p:cNvPr>
          <p:cNvSpPr txBox="1"/>
          <p:nvPr/>
        </p:nvSpPr>
        <p:spPr>
          <a:xfrm>
            <a:off x="5711766" y="1140720"/>
            <a:ext cx="697627" cy="246221"/>
          </a:xfrm>
          <a:prstGeom prst="rect">
            <a:avLst/>
          </a:prstGeom>
          <a:noFill/>
          <a:ln>
            <a:solidFill>
              <a:schemeClr val="tx1"/>
            </a:solidFill>
          </a:ln>
        </p:spPr>
        <p:txBody>
          <a:bodyPr wrap="none" rtlCol="0">
            <a:spAutoFit/>
          </a:bodyPr>
          <a:lstStyle/>
          <a:p>
            <a:r>
              <a:rPr lang="en-US" sz="1000" dirty="0"/>
              <a:t>JMP DSKY</a:t>
            </a:r>
          </a:p>
        </p:txBody>
      </p:sp>
      <p:cxnSp>
        <p:nvCxnSpPr>
          <p:cNvPr id="106" name="Straight Arrow Connector 105">
            <a:extLst>
              <a:ext uri="{FF2B5EF4-FFF2-40B4-BE49-F238E27FC236}">
                <a16:creationId xmlns:a16="http://schemas.microsoft.com/office/drawing/2014/main" id="{848DD6F9-E92D-86AB-9DFA-1DDC9AB5FBDD}"/>
              </a:ext>
            </a:extLst>
          </p:cNvPr>
          <p:cNvCxnSpPr>
            <a:stCxn id="104" idx="2"/>
            <a:endCxn id="105" idx="0"/>
          </p:cNvCxnSpPr>
          <p:nvPr/>
        </p:nvCxnSpPr>
        <p:spPr>
          <a:xfrm flipH="1">
            <a:off x="6060580" y="852017"/>
            <a:ext cx="929303" cy="288703"/>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7" name="TextBox 106">
            <a:extLst>
              <a:ext uri="{FF2B5EF4-FFF2-40B4-BE49-F238E27FC236}">
                <a16:creationId xmlns:a16="http://schemas.microsoft.com/office/drawing/2014/main" id="{F0D6BF7E-CEFB-F7F8-E118-EA82E78C204D}"/>
              </a:ext>
            </a:extLst>
          </p:cNvPr>
          <p:cNvSpPr txBox="1"/>
          <p:nvPr/>
        </p:nvSpPr>
        <p:spPr>
          <a:xfrm>
            <a:off x="6208419" y="835263"/>
            <a:ext cx="356188" cy="246221"/>
          </a:xfrm>
          <a:prstGeom prst="rect">
            <a:avLst/>
          </a:prstGeom>
          <a:noFill/>
          <a:ln>
            <a:noFill/>
          </a:ln>
        </p:spPr>
        <p:txBody>
          <a:bodyPr wrap="none" rtlCol="0">
            <a:spAutoFit/>
          </a:bodyPr>
          <a:lstStyle/>
          <a:p>
            <a:r>
              <a:rPr lang="en-US" sz="1000" dirty="0"/>
              <a:t>yes</a:t>
            </a:r>
          </a:p>
        </p:txBody>
      </p:sp>
      <p:cxnSp>
        <p:nvCxnSpPr>
          <p:cNvPr id="108" name="Straight Arrow Connector 107">
            <a:extLst>
              <a:ext uri="{FF2B5EF4-FFF2-40B4-BE49-F238E27FC236}">
                <a16:creationId xmlns:a16="http://schemas.microsoft.com/office/drawing/2014/main" id="{08678D0D-8EB1-1B21-AB9F-DE08C8170932}"/>
              </a:ext>
            </a:extLst>
          </p:cNvPr>
          <p:cNvCxnSpPr>
            <a:cxnSpLocks/>
            <a:stCxn id="104" idx="2"/>
            <a:endCxn id="89" idx="0"/>
          </p:cNvCxnSpPr>
          <p:nvPr/>
        </p:nvCxnSpPr>
        <p:spPr>
          <a:xfrm flipH="1">
            <a:off x="6989882" y="852017"/>
            <a:ext cx="1" cy="289567"/>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46EBFDEC-7139-B3A5-64E3-2875F031D7B8}"/>
              </a:ext>
            </a:extLst>
          </p:cNvPr>
          <p:cNvSpPr txBox="1"/>
          <p:nvPr/>
        </p:nvSpPr>
        <p:spPr>
          <a:xfrm>
            <a:off x="6696137" y="2862775"/>
            <a:ext cx="1410964" cy="246221"/>
          </a:xfrm>
          <a:prstGeom prst="rect">
            <a:avLst/>
          </a:prstGeom>
          <a:noFill/>
          <a:ln>
            <a:noFill/>
          </a:ln>
        </p:spPr>
        <p:txBody>
          <a:bodyPr wrap="none" rtlCol="0">
            <a:spAutoFit/>
          </a:bodyPr>
          <a:lstStyle/>
          <a:p>
            <a:r>
              <a:rPr lang="en-US" sz="1000" i="1" dirty="0" err="1"/>
              <a:t>Dicard</a:t>
            </a:r>
            <a:r>
              <a:rPr lang="en-US" sz="1000" i="1" dirty="0"/>
              <a:t> digits right of </a:t>
            </a:r>
            <a:r>
              <a:rPr lang="en-US" sz="1000" i="1" dirty="0" err="1"/>
              <a:t>Dp</a:t>
            </a:r>
            <a:endParaRPr lang="en-US" sz="1000" i="1" dirty="0"/>
          </a:p>
        </p:txBody>
      </p:sp>
      <p:sp>
        <p:nvSpPr>
          <p:cNvPr id="110" name="TextBox 109">
            <a:extLst>
              <a:ext uri="{FF2B5EF4-FFF2-40B4-BE49-F238E27FC236}">
                <a16:creationId xmlns:a16="http://schemas.microsoft.com/office/drawing/2014/main" id="{44FA5A56-A96A-F923-8EA2-42F6DD581172}"/>
              </a:ext>
            </a:extLst>
          </p:cNvPr>
          <p:cNvSpPr txBox="1"/>
          <p:nvPr/>
        </p:nvSpPr>
        <p:spPr>
          <a:xfrm>
            <a:off x="6136421" y="4073967"/>
            <a:ext cx="702436" cy="246221"/>
          </a:xfrm>
          <a:prstGeom prst="rect">
            <a:avLst/>
          </a:prstGeom>
          <a:noFill/>
          <a:ln>
            <a:solidFill>
              <a:schemeClr val="tx1"/>
            </a:solidFill>
          </a:ln>
        </p:spPr>
        <p:txBody>
          <a:bodyPr wrap="none" rtlCol="0">
            <a:spAutoFit/>
          </a:bodyPr>
          <a:lstStyle/>
          <a:p>
            <a:r>
              <a:rPr lang="en-US" sz="1000" dirty="0" err="1"/>
              <a:t>Decr</a:t>
            </a:r>
            <a:r>
              <a:rPr lang="en-US" sz="1000" dirty="0"/>
              <a:t> Sexp</a:t>
            </a:r>
          </a:p>
        </p:txBody>
      </p:sp>
      <p:cxnSp>
        <p:nvCxnSpPr>
          <p:cNvPr id="111" name="Straight Arrow Connector 110">
            <a:extLst>
              <a:ext uri="{FF2B5EF4-FFF2-40B4-BE49-F238E27FC236}">
                <a16:creationId xmlns:a16="http://schemas.microsoft.com/office/drawing/2014/main" id="{4ACF8EB3-2C96-F2C4-A403-C257D4637FB3}"/>
              </a:ext>
            </a:extLst>
          </p:cNvPr>
          <p:cNvCxnSpPr>
            <a:cxnSpLocks/>
            <a:stCxn id="98" idx="2"/>
          </p:cNvCxnSpPr>
          <p:nvPr/>
        </p:nvCxnSpPr>
        <p:spPr>
          <a:xfrm>
            <a:off x="6521979" y="3333028"/>
            <a:ext cx="3187" cy="24307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152A493C-EC86-0852-F79D-924F3974D085}"/>
              </a:ext>
            </a:extLst>
          </p:cNvPr>
          <p:cNvSpPr txBox="1"/>
          <p:nvPr/>
        </p:nvSpPr>
        <p:spPr>
          <a:xfrm>
            <a:off x="6549130" y="3302197"/>
            <a:ext cx="356188" cy="246221"/>
          </a:xfrm>
          <a:prstGeom prst="rect">
            <a:avLst/>
          </a:prstGeom>
          <a:noFill/>
          <a:ln>
            <a:noFill/>
          </a:ln>
        </p:spPr>
        <p:txBody>
          <a:bodyPr wrap="none" rtlCol="0">
            <a:spAutoFit/>
          </a:bodyPr>
          <a:lstStyle/>
          <a:p>
            <a:r>
              <a:rPr lang="en-US" sz="1000" dirty="0"/>
              <a:t>yes</a:t>
            </a:r>
          </a:p>
        </p:txBody>
      </p:sp>
      <p:sp>
        <p:nvSpPr>
          <p:cNvPr id="113" name="TextBox 112">
            <a:extLst>
              <a:ext uri="{FF2B5EF4-FFF2-40B4-BE49-F238E27FC236}">
                <a16:creationId xmlns:a16="http://schemas.microsoft.com/office/drawing/2014/main" id="{A101933C-1289-BC87-30B7-AEC0B80CDD33}"/>
              </a:ext>
            </a:extLst>
          </p:cNvPr>
          <p:cNvSpPr txBox="1"/>
          <p:nvPr/>
        </p:nvSpPr>
        <p:spPr>
          <a:xfrm>
            <a:off x="6701904" y="4281548"/>
            <a:ext cx="1508746" cy="246221"/>
          </a:xfrm>
          <a:prstGeom prst="rect">
            <a:avLst/>
          </a:prstGeom>
          <a:noFill/>
          <a:ln>
            <a:noFill/>
          </a:ln>
        </p:spPr>
        <p:txBody>
          <a:bodyPr wrap="none" rtlCol="0">
            <a:spAutoFit/>
          </a:bodyPr>
          <a:lstStyle/>
          <a:p>
            <a:r>
              <a:rPr lang="en-US" sz="1000" i="1" dirty="0"/>
              <a:t>Count digs of integer part</a:t>
            </a:r>
          </a:p>
        </p:txBody>
      </p:sp>
      <p:sp>
        <p:nvSpPr>
          <p:cNvPr id="114" name="TextBox 113">
            <a:extLst>
              <a:ext uri="{FF2B5EF4-FFF2-40B4-BE49-F238E27FC236}">
                <a16:creationId xmlns:a16="http://schemas.microsoft.com/office/drawing/2014/main" id="{9F428AF2-0EA0-516A-3195-86CA462DD8B9}"/>
              </a:ext>
            </a:extLst>
          </p:cNvPr>
          <p:cNvSpPr txBox="1"/>
          <p:nvPr/>
        </p:nvSpPr>
        <p:spPr>
          <a:xfrm>
            <a:off x="6144628" y="4527769"/>
            <a:ext cx="691215" cy="246221"/>
          </a:xfrm>
          <a:prstGeom prst="rect">
            <a:avLst/>
          </a:prstGeom>
          <a:noFill/>
          <a:ln>
            <a:solidFill>
              <a:schemeClr val="tx1"/>
            </a:solidFill>
          </a:ln>
        </p:spPr>
        <p:txBody>
          <a:bodyPr wrap="none" rtlCol="0">
            <a:spAutoFit/>
          </a:bodyPr>
          <a:lstStyle/>
          <a:p>
            <a:r>
              <a:rPr lang="en-US" sz="1000" dirty="0" err="1"/>
              <a:t>Decr</a:t>
            </a:r>
            <a:r>
              <a:rPr lang="en-US" sz="1000" dirty="0"/>
              <a:t> </a:t>
            </a:r>
            <a:r>
              <a:rPr lang="en-US" sz="1000" dirty="0" err="1"/>
              <a:t>XDig</a:t>
            </a:r>
            <a:endParaRPr lang="en-US" sz="1000" dirty="0"/>
          </a:p>
        </p:txBody>
      </p:sp>
      <p:sp>
        <p:nvSpPr>
          <p:cNvPr id="115" name="TextBox 114">
            <a:extLst>
              <a:ext uri="{FF2B5EF4-FFF2-40B4-BE49-F238E27FC236}">
                <a16:creationId xmlns:a16="http://schemas.microsoft.com/office/drawing/2014/main" id="{6A7231C0-369C-00BC-AD09-D803814EFC29}"/>
              </a:ext>
            </a:extLst>
          </p:cNvPr>
          <p:cNvSpPr txBox="1"/>
          <p:nvPr/>
        </p:nvSpPr>
        <p:spPr>
          <a:xfrm>
            <a:off x="6114710" y="4969312"/>
            <a:ext cx="745717" cy="246221"/>
          </a:xfrm>
          <a:prstGeom prst="rect">
            <a:avLst/>
          </a:prstGeom>
          <a:noFill/>
          <a:ln>
            <a:solidFill>
              <a:schemeClr val="tx1"/>
            </a:solidFill>
          </a:ln>
        </p:spPr>
        <p:txBody>
          <a:bodyPr wrap="none" rtlCol="0">
            <a:spAutoFit/>
          </a:bodyPr>
          <a:lstStyle/>
          <a:p>
            <a:r>
              <a:rPr lang="en-US" sz="1000" dirty="0" err="1"/>
              <a:t>DigEmpty</a:t>
            </a:r>
            <a:r>
              <a:rPr lang="en-US" sz="1000" dirty="0"/>
              <a:t>?</a:t>
            </a:r>
          </a:p>
        </p:txBody>
      </p:sp>
      <p:cxnSp>
        <p:nvCxnSpPr>
          <p:cNvPr id="116" name="Straight Arrow Connector 115">
            <a:extLst>
              <a:ext uri="{FF2B5EF4-FFF2-40B4-BE49-F238E27FC236}">
                <a16:creationId xmlns:a16="http://schemas.microsoft.com/office/drawing/2014/main" id="{C7D3A35B-2013-4C1B-B0A7-FACB436538F3}"/>
              </a:ext>
            </a:extLst>
          </p:cNvPr>
          <p:cNvCxnSpPr>
            <a:stCxn id="110" idx="2"/>
            <a:endCxn id="114" idx="0"/>
          </p:cNvCxnSpPr>
          <p:nvPr/>
        </p:nvCxnSpPr>
        <p:spPr>
          <a:xfrm>
            <a:off x="6487639" y="4320188"/>
            <a:ext cx="2597" cy="20758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66595C11-CFFB-F5AD-EFFA-F9DC1B0E5353}"/>
              </a:ext>
            </a:extLst>
          </p:cNvPr>
          <p:cNvCxnSpPr>
            <a:stCxn id="114" idx="2"/>
            <a:endCxn id="115" idx="0"/>
          </p:cNvCxnSpPr>
          <p:nvPr/>
        </p:nvCxnSpPr>
        <p:spPr>
          <a:xfrm flipH="1">
            <a:off x="6487569" y="4773990"/>
            <a:ext cx="2667" cy="19532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683A0B84-25A8-C105-6E51-1314A64C5896}"/>
              </a:ext>
            </a:extLst>
          </p:cNvPr>
          <p:cNvCxnSpPr>
            <a:cxnSpLocks/>
            <a:endCxn id="110" idx="1"/>
          </p:cNvCxnSpPr>
          <p:nvPr/>
        </p:nvCxnSpPr>
        <p:spPr>
          <a:xfrm>
            <a:off x="5724133" y="4191057"/>
            <a:ext cx="412288" cy="602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58DCAA5F-D8EF-D13F-6639-4314493B5FAA}"/>
              </a:ext>
            </a:extLst>
          </p:cNvPr>
          <p:cNvCxnSpPr>
            <a:cxnSpLocks/>
            <a:stCxn id="115" idx="1"/>
          </p:cNvCxnSpPr>
          <p:nvPr/>
        </p:nvCxnSpPr>
        <p:spPr>
          <a:xfrm flipH="1">
            <a:off x="5724133" y="5092423"/>
            <a:ext cx="390577"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E7915136-4E05-2C8A-7BB1-6BC2D469253E}"/>
              </a:ext>
            </a:extLst>
          </p:cNvPr>
          <p:cNvSpPr txBox="1"/>
          <p:nvPr/>
        </p:nvSpPr>
        <p:spPr>
          <a:xfrm>
            <a:off x="5775257" y="4835619"/>
            <a:ext cx="319318" cy="246221"/>
          </a:xfrm>
          <a:prstGeom prst="rect">
            <a:avLst/>
          </a:prstGeom>
          <a:noFill/>
          <a:ln>
            <a:noFill/>
          </a:ln>
        </p:spPr>
        <p:txBody>
          <a:bodyPr wrap="none" rtlCol="0">
            <a:spAutoFit/>
          </a:bodyPr>
          <a:lstStyle/>
          <a:p>
            <a:r>
              <a:rPr lang="en-US" sz="1000" dirty="0"/>
              <a:t>no</a:t>
            </a:r>
          </a:p>
        </p:txBody>
      </p:sp>
      <p:cxnSp>
        <p:nvCxnSpPr>
          <p:cNvPr id="121" name="Straight Arrow Connector 120">
            <a:extLst>
              <a:ext uri="{FF2B5EF4-FFF2-40B4-BE49-F238E27FC236}">
                <a16:creationId xmlns:a16="http://schemas.microsoft.com/office/drawing/2014/main" id="{6439359A-F4C0-834B-7694-422D6A6096A0}"/>
              </a:ext>
            </a:extLst>
          </p:cNvPr>
          <p:cNvCxnSpPr>
            <a:cxnSpLocks/>
            <a:stCxn id="115" idx="2"/>
            <a:endCxn id="129" idx="0"/>
          </p:cNvCxnSpPr>
          <p:nvPr/>
        </p:nvCxnSpPr>
        <p:spPr>
          <a:xfrm>
            <a:off x="6487569" y="5215533"/>
            <a:ext cx="1756082" cy="586675"/>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22" name="TextBox 121">
            <a:extLst>
              <a:ext uri="{FF2B5EF4-FFF2-40B4-BE49-F238E27FC236}">
                <a16:creationId xmlns:a16="http://schemas.microsoft.com/office/drawing/2014/main" id="{FF442EBE-F50D-86D6-9C8D-1DDCBAEEF690}"/>
              </a:ext>
            </a:extLst>
          </p:cNvPr>
          <p:cNvSpPr txBox="1"/>
          <p:nvPr/>
        </p:nvSpPr>
        <p:spPr>
          <a:xfrm>
            <a:off x="6531408" y="5287744"/>
            <a:ext cx="356188" cy="246221"/>
          </a:xfrm>
          <a:prstGeom prst="rect">
            <a:avLst/>
          </a:prstGeom>
          <a:noFill/>
          <a:ln>
            <a:noFill/>
          </a:ln>
        </p:spPr>
        <p:txBody>
          <a:bodyPr wrap="none" rtlCol="0">
            <a:spAutoFit/>
          </a:bodyPr>
          <a:lstStyle/>
          <a:p>
            <a:r>
              <a:rPr lang="en-US" sz="1000" dirty="0"/>
              <a:t>yes</a:t>
            </a:r>
          </a:p>
        </p:txBody>
      </p:sp>
      <p:cxnSp>
        <p:nvCxnSpPr>
          <p:cNvPr id="123" name="Straight Connector 122">
            <a:extLst>
              <a:ext uri="{FF2B5EF4-FFF2-40B4-BE49-F238E27FC236}">
                <a16:creationId xmlns:a16="http://schemas.microsoft.com/office/drawing/2014/main" id="{F215D7A2-1886-E311-4CC1-C6E5C92826BE}"/>
              </a:ext>
            </a:extLst>
          </p:cNvPr>
          <p:cNvCxnSpPr>
            <a:cxnSpLocks/>
          </p:cNvCxnSpPr>
          <p:nvPr/>
        </p:nvCxnSpPr>
        <p:spPr>
          <a:xfrm flipV="1">
            <a:off x="5724133" y="4191057"/>
            <a:ext cx="0" cy="90136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4" name="TextBox 123">
            <a:extLst>
              <a:ext uri="{FF2B5EF4-FFF2-40B4-BE49-F238E27FC236}">
                <a16:creationId xmlns:a16="http://schemas.microsoft.com/office/drawing/2014/main" id="{18481243-4CF6-14FD-5F8F-E62F861BE442}"/>
              </a:ext>
            </a:extLst>
          </p:cNvPr>
          <p:cNvSpPr txBox="1"/>
          <p:nvPr/>
        </p:nvSpPr>
        <p:spPr>
          <a:xfrm>
            <a:off x="7230878" y="3564140"/>
            <a:ext cx="702436" cy="246221"/>
          </a:xfrm>
          <a:prstGeom prst="rect">
            <a:avLst/>
          </a:prstGeom>
          <a:noFill/>
          <a:ln>
            <a:solidFill>
              <a:schemeClr val="tx1"/>
            </a:solidFill>
          </a:ln>
        </p:spPr>
        <p:txBody>
          <a:bodyPr wrap="none" rtlCol="0">
            <a:spAutoFit/>
          </a:bodyPr>
          <a:lstStyle/>
          <a:p>
            <a:r>
              <a:rPr lang="en-US" sz="1000" dirty="0" err="1"/>
              <a:t>Decr</a:t>
            </a:r>
            <a:r>
              <a:rPr lang="en-US" sz="1000" dirty="0"/>
              <a:t> Sexp</a:t>
            </a:r>
          </a:p>
        </p:txBody>
      </p:sp>
      <p:cxnSp>
        <p:nvCxnSpPr>
          <p:cNvPr id="125" name="Straight Arrow Connector 124">
            <a:extLst>
              <a:ext uri="{FF2B5EF4-FFF2-40B4-BE49-F238E27FC236}">
                <a16:creationId xmlns:a16="http://schemas.microsoft.com/office/drawing/2014/main" id="{5FD578D2-A757-35DF-FD4A-99A94BB6B953}"/>
              </a:ext>
            </a:extLst>
          </p:cNvPr>
          <p:cNvCxnSpPr>
            <a:stCxn id="124" idx="2"/>
            <a:endCxn id="110" idx="0"/>
          </p:cNvCxnSpPr>
          <p:nvPr/>
        </p:nvCxnSpPr>
        <p:spPr>
          <a:xfrm flipH="1">
            <a:off x="6487639" y="3810361"/>
            <a:ext cx="1094457" cy="26360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EBD33EC0-FCC1-2CE2-08E9-42C4BC65E92D}"/>
              </a:ext>
            </a:extLst>
          </p:cNvPr>
          <p:cNvCxnSpPr>
            <a:cxnSpLocks/>
            <a:stCxn id="154" idx="2"/>
            <a:endCxn id="129" idx="0"/>
          </p:cNvCxnSpPr>
          <p:nvPr/>
        </p:nvCxnSpPr>
        <p:spPr>
          <a:xfrm flipH="1">
            <a:off x="8243651" y="5620032"/>
            <a:ext cx="978819" cy="18217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939E40A0-441C-8D62-4ED9-1DAC0FB62E37}"/>
              </a:ext>
            </a:extLst>
          </p:cNvPr>
          <p:cNvCxnSpPr>
            <a:cxnSpLocks/>
            <a:stCxn id="94" idx="2"/>
            <a:endCxn id="137" idx="0"/>
          </p:cNvCxnSpPr>
          <p:nvPr/>
        </p:nvCxnSpPr>
        <p:spPr>
          <a:xfrm>
            <a:off x="7669877" y="1860171"/>
            <a:ext cx="1552594" cy="195643"/>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28" name="TextBox 127">
            <a:extLst>
              <a:ext uri="{FF2B5EF4-FFF2-40B4-BE49-F238E27FC236}">
                <a16:creationId xmlns:a16="http://schemas.microsoft.com/office/drawing/2014/main" id="{3F565FDA-F554-C419-34FC-A6EC549C0F09}"/>
              </a:ext>
            </a:extLst>
          </p:cNvPr>
          <p:cNvSpPr txBox="1"/>
          <p:nvPr/>
        </p:nvSpPr>
        <p:spPr>
          <a:xfrm>
            <a:off x="8259173" y="1756162"/>
            <a:ext cx="356188" cy="246221"/>
          </a:xfrm>
          <a:prstGeom prst="rect">
            <a:avLst/>
          </a:prstGeom>
          <a:noFill/>
          <a:ln>
            <a:noFill/>
          </a:ln>
        </p:spPr>
        <p:txBody>
          <a:bodyPr wrap="none" rtlCol="0">
            <a:spAutoFit/>
          </a:bodyPr>
          <a:lstStyle/>
          <a:p>
            <a:r>
              <a:rPr lang="en-US" sz="1000" dirty="0"/>
              <a:t>yes</a:t>
            </a:r>
          </a:p>
        </p:txBody>
      </p:sp>
      <p:sp>
        <p:nvSpPr>
          <p:cNvPr id="129" name="TextBox 128">
            <a:extLst>
              <a:ext uri="{FF2B5EF4-FFF2-40B4-BE49-F238E27FC236}">
                <a16:creationId xmlns:a16="http://schemas.microsoft.com/office/drawing/2014/main" id="{6B4CD0D9-EDB6-2EA6-E758-F80B046EB5E1}"/>
              </a:ext>
            </a:extLst>
          </p:cNvPr>
          <p:cNvSpPr txBox="1"/>
          <p:nvPr/>
        </p:nvSpPr>
        <p:spPr>
          <a:xfrm>
            <a:off x="7825106" y="5802208"/>
            <a:ext cx="837089" cy="246221"/>
          </a:xfrm>
          <a:prstGeom prst="rect">
            <a:avLst/>
          </a:prstGeom>
          <a:noFill/>
          <a:ln>
            <a:solidFill>
              <a:schemeClr val="tx1"/>
            </a:solidFill>
          </a:ln>
        </p:spPr>
        <p:txBody>
          <a:bodyPr wrap="none" rtlCol="0">
            <a:spAutoFit/>
          </a:bodyPr>
          <a:lstStyle/>
          <a:p>
            <a:r>
              <a:rPr lang="en-US" sz="1000" dirty="0" err="1"/>
              <a:t>SHSexpDexp</a:t>
            </a:r>
            <a:endParaRPr lang="en-US" sz="1000" dirty="0"/>
          </a:p>
        </p:txBody>
      </p:sp>
      <p:sp>
        <p:nvSpPr>
          <p:cNvPr id="130" name="TextBox 129">
            <a:extLst>
              <a:ext uri="{FF2B5EF4-FFF2-40B4-BE49-F238E27FC236}">
                <a16:creationId xmlns:a16="http://schemas.microsoft.com/office/drawing/2014/main" id="{0824E70C-7C64-8E80-9C34-8D799FED95AD}"/>
              </a:ext>
            </a:extLst>
          </p:cNvPr>
          <p:cNvSpPr txBox="1"/>
          <p:nvPr/>
        </p:nvSpPr>
        <p:spPr>
          <a:xfrm>
            <a:off x="9546851" y="2479015"/>
            <a:ext cx="1287532" cy="246221"/>
          </a:xfrm>
          <a:prstGeom prst="rect">
            <a:avLst/>
          </a:prstGeom>
          <a:noFill/>
          <a:ln>
            <a:noFill/>
          </a:ln>
        </p:spPr>
        <p:txBody>
          <a:bodyPr wrap="none" rtlCol="0">
            <a:spAutoFit/>
          </a:bodyPr>
          <a:lstStyle/>
          <a:p>
            <a:r>
              <a:rPr lang="en-US" sz="1000" i="1" dirty="0"/>
              <a:t>Ignore nonzero digits</a:t>
            </a:r>
          </a:p>
        </p:txBody>
      </p:sp>
      <p:sp>
        <p:nvSpPr>
          <p:cNvPr id="131" name="TextBox 130">
            <a:extLst>
              <a:ext uri="{FF2B5EF4-FFF2-40B4-BE49-F238E27FC236}">
                <a16:creationId xmlns:a16="http://schemas.microsoft.com/office/drawing/2014/main" id="{A74A3480-4D6B-514A-9638-EDAD591FB2CB}"/>
              </a:ext>
            </a:extLst>
          </p:cNvPr>
          <p:cNvSpPr txBox="1"/>
          <p:nvPr/>
        </p:nvSpPr>
        <p:spPr>
          <a:xfrm>
            <a:off x="9546851" y="3761306"/>
            <a:ext cx="1661032" cy="246221"/>
          </a:xfrm>
          <a:prstGeom prst="rect">
            <a:avLst/>
          </a:prstGeom>
          <a:noFill/>
          <a:ln>
            <a:noFill/>
          </a:ln>
        </p:spPr>
        <p:txBody>
          <a:bodyPr wrap="none" rtlCol="0">
            <a:spAutoFit/>
          </a:bodyPr>
          <a:lstStyle/>
          <a:p>
            <a:r>
              <a:rPr lang="en-US" sz="1000" i="1" dirty="0"/>
              <a:t>Count digs of consecutive 0s</a:t>
            </a:r>
          </a:p>
        </p:txBody>
      </p:sp>
      <p:sp>
        <p:nvSpPr>
          <p:cNvPr id="132" name="TextBox 131">
            <a:extLst>
              <a:ext uri="{FF2B5EF4-FFF2-40B4-BE49-F238E27FC236}">
                <a16:creationId xmlns:a16="http://schemas.microsoft.com/office/drawing/2014/main" id="{52AA0CB6-1366-17CD-687A-2FBE5698421D}"/>
              </a:ext>
            </a:extLst>
          </p:cNvPr>
          <p:cNvSpPr txBox="1"/>
          <p:nvPr/>
        </p:nvSpPr>
        <p:spPr>
          <a:xfrm>
            <a:off x="6176526" y="3563341"/>
            <a:ext cx="622286" cy="246221"/>
          </a:xfrm>
          <a:prstGeom prst="rect">
            <a:avLst/>
          </a:prstGeom>
          <a:noFill/>
          <a:ln>
            <a:solidFill>
              <a:schemeClr val="tx1"/>
            </a:solidFill>
          </a:ln>
        </p:spPr>
        <p:txBody>
          <a:bodyPr wrap="none" rtlCol="0">
            <a:spAutoFit/>
          </a:bodyPr>
          <a:lstStyle/>
          <a:p>
            <a:r>
              <a:rPr lang="en-US" sz="1000" dirty="0" err="1"/>
              <a:t>DpFree</a:t>
            </a:r>
            <a:r>
              <a:rPr lang="en-US" sz="1000" dirty="0"/>
              <a:t>?</a:t>
            </a:r>
          </a:p>
        </p:txBody>
      </p:sp>
      <p:cxnSp>
        <p:nvCxnSpPr>
          <p:cNvPr id="133" name="Straight Arrow Connector 132">
            <a:extLst>
              <a:ext uri="{FF2B5EF4-FFF2-40B4-BE49-F238E27FC236}">
                <a16:creationId xmlns:a16="http://schemas.microsoft.com/office/drawing/2014/main" id="{1E2FA9AB-F585-A4DB-C912-C82769350103}"/>
              </a:ext>
            </a:extLst>
          </p:cNvPr>
          <p:cNvCxnSpPr>
            <a:stCxn id="132" idx="3"/>
            <a:endCxn id="124" idx="1"/>
          </p:cNvCxnSpPr>
          <p:nvPr/>
        </p:nvCxnSpPr>
        <p:spPr>
          <a:xfrm>
            <a:off x="6798812" y="3686452"/>
            <a:ext cx="432066" cy="799"/>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34" name="TextBox 133">
            <a:extLst>
              <a:ext uri="{FF2B5EF4-FFF2-40B4-BE49-F238E27FC236}">
                <a16:creationId xmlns:a16="http://schemas.microsoft.com/office/drawing/2014/main" id="{C3EB4E66-8EB7-8739-3526-5BCDBF9489F0}"/>
              </a:ext>
            </a:extLst>
          </p:cNvPr>
          <p:cNvSpPr txBox="1"/>
          <p:nvPr/>
        </p:nvSpPr>
        <p:spPr>
          <a:xfrm>
            <a:off x="6794802" y="3491918"/>
            <a:ext cx="356188" cy="246221"/>
          </a:xfrm>
          <a:prstGeom prst="rect">
            <a:avLst/>
          </a:prstGeom>
          <a:noFill/>
          <a:ln>
            <a:noFill/>
          </a:ln>
        </p:spPr>
        <p:txBody>
          <a:bodyPr wrap="none" rtlCol="0">
            <a:spAutoFit/>
          </a:bodyPr>
          <a:lstStyle/>
          <a:p>
            <a:r>
              <a:rPr lang="en-US" sz="1000" dirty="0"/>
              <a:t>yes</a:t>
            </a:r>
          </a:p>
        </p:txBody>
      </p:sp>
      <p:sp>
        <p:nvSpPr>
          <p:cNvPr id="135" name="TextBox 134">
            <a:extLst>
              <a:ext uri="{FF2B5EF4-FFF2-40B4-BE49-F238E27FC236}">
                <a16:creationId xmlns:a16="http://schemas.microsoft.com/office/drawing/2014/main" id="{395EC1E7-3DAA-C119-41D8-1C2B88C5DF30}"/>
              </a:ext>
            </a:extLst>
          </p:cNvPr>
          <p:cNvSpPr txBox="1"/>
          <p:nvPr/>
        </p:nvSpPr>
        <p:spPr>
          <a:xfrm>
            <a:off x="6198087" y="3812167"/>
            <a:ext cx="319318" cy="246221"/>
          </a:xfrm>
          <a:prstGeom prst="rect">
            <a:avLst/>
          </a:prstGeom>
          <a:noFill/>
          <a:ln>
            <a:noFill/>
          </a:ln>
        </p:spPr>
        <p:txBody>
          <a:bodyPr wrap="none" rtlCol="0">
            <a:spAutoFit/>
          </a:bodyPr>
          <a:lstStyle/>
          <a:p>
            <a:r>
              <a:rPr lang="en-US" sz="1000" dirty="0"/>
              <a:t>no</a:t>
            </a:r>
          </a:p>
        </p:txBody>
      </p:sp>
      <p:cxnSp>
        <p:nvCxnSpPr>
          <p:cNvPr id="136" name="Straight Arrow Connector 135">
            <a:extLst>
              <a:ext uri="{FF2B5EF4-FFF2-40B4-BE49-F238E27FC236}">
                <a16:creationId xmlns:a16="http://schemas.microsoft.com/office/drawing/2014/main" id="{B6AD1EF7-1697-1779-8C19-48D8E89AC844}"/>
              </a:ext>
            </a:extLst>
          </p:cNvPr>
          <p:cNvCxnSpPr>
            <a:stCxn id="132" idx="2"/>
            <a:endCxn id="110" idx="0"/>
          </p:cNvCxnSpPr>
          <p:nvPr/>
        </p:nvCxnSpPr>
        <p:spPr>
          <a:xfrm flipH="1">
            <a:off x="6487639" y="3809562"/>
            <a:ext cx="30" cy="264405"/>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37" name="TextBox 136">
            <a:extLst>
              <a:ext uri="{FF2B5EF4-FFF2-40B4-BE49-F238E27FC236}">
                <a16:creationId xmlns:a16="http://schemas.microsoft.com/office/drawing/2014/main" id="{19AE0B1E-85D3-532F-614C-9A4E85BFBDD9}"/>
              </a:ext>
            </a:extLst>
          </p:cNvPr>
          <p:cNvSpPr txBox="1"/>
          <p:nvPr/>
        </p:nvSpPr>
        <p:spPr>
          <a:xfrm>
            <a:off x="8841597" y="2055814"/>
            <a:ext cx="761747" cy="400110"/>
          </a:xfrm>
          <a:prstGeom prst="rect">
            <a:avLst/>
          </a:prstGeom>
          <a:noFill/>
          <a:ln>
            <a:solidFill>
              <a:schemeClr val="tx1"/>
            </a:solidFill>
          </a:ln>
        </p:spPr>
        <p:txBody>
          <a:bodyPr wrap="none" rtlCol="0">
            <a:spAutoFit/>
          </a:bodyPr>
          <a:lstStyle/>
          <a:p>
            <a:r>
              <a:rPr lang="en-US" sz="1000" dirty="0"/>
              <a:t>LoadX9, X8</a:t>
            </a:r>
          </a:p>
          <a:p>
            <a:r>
              <a:rPr lang="en-US" sz="1000" dirty="0" err="1"/>
              <a:t>ShlX</a:t>
            </a:r>
            <a:endParaRPr lang="en-US" sz="1000" dirty="0"/>
          </a:p>
        </p:txBody>
      </p:sp>
      <p:sp>
        <p:nvSpPr>
          <p:cNvPr id="138" name="TextBox 137">
            <a:extLst>
              <a:ext uri="{FF2B5EF4-FFF2-40B4-BE49-F238E27FC236}">
                <a16:creationId xmlns:a16="http://schemas.microsoft.com/office/drawing/2014/main" id="{9397540A-53FC-EDFE-844F-230063B44591}"/>
              </a:ext>
            </a:extLst>
          </p:cNvPr>
          <p:cNvSpPr txBox="1"/>
          <p:nvPr/>
        </p:nvSpPr>
        <p:spPr>
          <a:xfrm>
            <a:off x="8936975" y="2756287"/>
            <a:ext cx="570990" cy="246221"/>
          </a:xfrm>
          <a:prstGeom prst="rect">
            <a:avLst/>
          </a:prstGeom>
          <a:noFill/>
          <a:ln>
            <a:solidFill>
              <a:schemeClr val="tx1"/>
            </a:solidFill>
          </a:ln>
        </p:spPr>
        <p:txBody>
          <a:bodyPr wrap="none" rtlCol="0">
            <a:spAutoFit/>
          </a:bodyPr>
          <a:lstStyle/>
          <a:p>
            <a:r>
              <a:rPr lang="en-US" sz="1000" dirty="0"/>
              <a:t>X9==0?</a:t>
            </a:r>
          </a:p>
        </p:txBody>
      </p:sp>
      <p:cxnSp>
        <p:nvCxnSpPr>
          <p:cNvPr id="139" name="Straight Arrow Connector 138">
            <a:extLst>
              <a:ext uri="{FF2B5EF4-FFF2-40B4-BE49-F238E27FC236}">
                <a16:creationId xmlns:a16="http://schemas.microsoft.com/office/drawing/2014/main" id="{BBE36AB1-8807-1E12-01C2-981ED29B5BCC}"/>
              </a:ext>
            </a:extLst>
          </p:cNvPr>
          <p:cNvCxnSpPr>
            <a:stCxn id="137" idx="2"/>
            <a:endCxn id="138" idx="0"/>
          </p:cNvCxnSpPr>
          <p:nvPr/>
        </p:nvCxnSpPr>
        <p:spPr>
          <a:xfrm flipH="1">
            <a:off x="9222470" y="2455924"/>
            <a:ext cx="1" cy="300363"/>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33C072CB-7CD7-9717-0CBE-1A8175235D4D}"/>
              </a:ext>
            </a:extLst>
          </p:cNvPr>
          <p:cNvCxnSpPr>
            <a:cxnSpLocks/>
            <a:endCxn id="137" idx="1"/>
          </p:cNvCxnSpPr>
          <p:nvPr/>
        </p:nvCxnSpPr>
        <p:spPr>
          <a:xfrm>
            <a:off x="8532128" y="2255869"/>
            <a:ext cx="309469"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AEBD5BEC-1F73-B121-BCED-E06B8984BE47}"/>
              </a:ext>
            </a:extLst>
          </p:cNvPr>
          <p:cNvCxnSpPr>
            <a:cxnSpLocks/>
            <a:stCxn id="138" idx="1"/>
          </p:cNvCxnSpPr>
          <p:nvPr/>
        </p:nvCxnSpPr>
        <p:spPr>
          <a:xfrm flipH="1">
            <a:off x="8532128" y="2879398"/>
            <a:ext cx="404847"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B9271A7-0FC5-B66D-6E14-9652A26AA02A}"/>
              </a:ext>
            </a:extLst>
          </p:cNvPr>
          <p:cNvCxnSpPr>
            <a:cxnSpLocks/>
          </p:cNvCxnSpPr>
          <p:nvPr/>
        </p:nvCxnSpPr>
        <p:spPr>
          <a:xfrm>
            <a:off x="8532128" y="2255869"/>
            <a:ext cx="2334" cy="62352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3" name="TextBox 142">
            <a:extLst>
              <a:ext uri="{FF2B5EF4-FFF2-40B4-BE49-F238E27FC236}">
                <a16:creationId xmlns:a16="http://schemas.microsoft.com/office/drawing/2014/main" id="{C843A2B2-30EB-83C9-E634-F2B94123560F}"/>
              </a:ext>
            </a:extLst>
          </p:cNvPr>
          <p:cNvSpPr txBox="1"/>
          <p:nvPr/>
        </p:nvSpPr>
        <p:spPr>
          <a:xfrm>
            <a:off x="8556102" y="2655866"/>
            <a:ext cx="319318" cy="246221"/>
          </a:xfrm>
          <a:prstGeom prst="rect">
            <a:avLst/>
          </a:prstGeom>
          <a:noFill/>
          <a:ln>
            <a:noFill/>
          </a:ln>
        </p:spPr>
        <p:txBody>
          <a:bodyPr wrap="none" rtlCol="0">
            <a:spAutoFit/>
          </a:bodyPr>
          <a:lstStyle/>
          <a:p>
            <a:r>
              <a:rPr lang="en-US" sz="1000" dirty="0"/>
              <a:t>no</a:t>
            </a:r>
          </a:p>
        </p:txBody>
      </p:sp>
      <p:sp>
        <p:nvSpPr>
          <p:cNvPr id="144" name="TextBox 143">
            <a:extLst>
              <a:ext uri="{FF2B5EF4-FFF2-40B4-BE49-F238E27FC236}">
                <a16:creationId xmlns:a16="http://schemas.microsoft.com/office/drawing/2014/main" id="{C23F84A0-9790-7556-5351-FC33993090A8}"/>
              </a:ext>
            </a:extLst>
          </p:cNvPr>
          <p:cNvSpPr txBox="1"/>
          <p:nvPr/>
        </p:nvSpPr>
        <p:spPr>
          <a:xfrm>
            <a:off x="8834077" y="3230248"/>
            <a:ext cx="761747" cy="553998"/>
          </a:xfrm>
          <a:prstGeom prst="rect">
            <a:avLst/>
          </a:prstGeom>
          <a:noFill/>
          <a:ln>
            <a:solidFill>
              <a:schemeClr val="tx1"/>
            </a:solidFill>
          </a:ln>
        </p:spPr>
        <p:txBody>
          <a:bodyPr wrap="none" rtlCol="0">
            <a:spAutoFit/>
          </a:bodyPr>
          <a:lstStyle/>
          <a:p>
            <a:r>
              <a:rPr lang="en-US" sz="1000" dirty="0"/>
              <a:t>LoadX9, X8</a:t>
            </a:r>
          </a:p>
          <a:p>
            <a:r>
              <a:rPr lang="en-US" sz="1000" dirty="0" err="1"/>
              <a:t>ShlX</a:t>
            </a:r>
            <a:endParaRPr lang="en-US" sz="1000" dirty="0"/>
          </a:p>
          <a:p>
            <a:r>
              <a:rPr lang="en-US" sz="1000" dirty="0" err="1"/>
              <a:t>Decr</a:t>
            </a:r>
            <a:r>
              <a:rPr lang="en-US" sz="1000" dirty="0"/>
              <a:t> </a:t>
            </a:r>
            <a:r>
              <a:rPr lang="en-US" sz="1000" dirty="0" err="1"/>
              <a:t>Xdig</a:t>
            </a:r>
            <a:endParaRPr lang="en-US" sz="1000" dirty="0"/>
          </a:p>
        </p:txBody>
      </p:sp>
      <p:sp>
        <p:nvSpPr>
          <p:cNvPr id="145" name="TextBox 144">
            <a:extLst>
              <a:ext uri="{FF2B5EF4-FFF2-40B4-BE49-F238E27FC236}">
                <a16:creationId xmlns:a16="http://schemas.microsoft.com/office/drawing/2014/main" id="{252F98DF-40CA-8F28-5963-411C50C66046}"/>
              </a:ext>
            </a:extLst>
          </p:cNvPr>
          <p:cNvSpPr txBox="1"/>
          <p:nvPr/>
        </p:nvSpPr>
        <p:spPr>
          <a:xfrm>
            <a:off x="8929181" y="4004819"/>
            <a:ext cx="570990" cy="246221"/>
          </a:xfrm>
          <a:prstGeom prst="rect">
            <a:avLst/>
          </a:prstGeom>
          <a:noFill/>
          <a:ln>
            <a:solidFill>
              <a:schemeClr val="tx1"/>
            </a:solidFill>
          </a:ln>
        </p:spPr>
        <p:txBody>
          <a:bodyPr wrap="none" rtlCol="0">
            <a:spAutoFit/>
          </a:bodyPr>
          <a:lstStyle/>
          <a:p>
            <a:r>
              <a:rPr lang="en-US" sz="1000" dirty="0"/>
              <a:t>X9==0?</a:t>
            </a:r>
          </a:p>
        </p:txBody>
      </p:sp>
      <p:cxnSp>
        <p:nvCxnSpPr>
          <p:cNvPr id="146" name="Straight Arrow Connector 145">
            <a:extLst>
              <a:ext uri="{FF2B5EF4-FFF2-40B4-BE49-F238E27FC236}">
                <a16:creationId xmlns:a16="http://schemas.microsoft.com/office/drawing/2014/main" id="{604772EB-F01A-101D-73ED-A25EB9787637}"/>
              </a:ext>
            </a:extLst>
          </p:cNvPr>
          <p:cNvCxnSpPr>
            <a:stCxn id="138" idx="2"/>
            <a:endCxn id="144" idx="0"/>
          </p:cNvCxnSpPr>
          <p:nvPr/>
        </p:nvCxnSpPr>
        <p:spPr>
          <a:xfrm flipH="1">
            <a:off x="9214951" y="3002508"/>
            <a:ext cx="7519" cy="22774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47" name="Straight Arrow Connector 146">
            <a:extLst>
              <a:ext uri="{FF2B5EF4-FFF2-40B4-BE49-F238E27FC236}">
                <a16:creationId xmlns:a16="http://schemas.microsoft.com/office/drawing/2014/main" id="{23FA4F99-A19E-0A12-3C34-FD67AB10E7B2}"/>
              </a:ext>
            </a:extLst>
          </p:cNvPr>
          <p:cNvCxnSpPr>
            <a:stCxn id="144" idx="2"/>
            <a:endCxn id="145" idx="0"/>
          </p:cNvCxnSpPr>
          <p:nvPr/>
        </p:nvCxnSpPr>
        <p:spPr>
          <a:xfrm flipH="1">
            <a:off x="9214676" y="3784246"/>
            <a:ext cx="275" cy="220573"/>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48" name="Straight Arrow Connector 147">
            <a:extLst>
              <a:ext uri="{FF2B5EF4-FFF2-40B4-BE49-F238E27FC236}">
                <a16:creationId xmlns:a16="http://schemas.microsoft.com/office/drawing/2014/main" id="{86161F7D-2C27-BC81-9E60-3A7F13DD6F14}"/>
              </a:ext>
            </a:extLst>
          </p:cNvPr>
          <p:cNvCxnSpPr>
            <a:cxnSpLocks/>
          </p:cNvCxnSpPr>
          <p:nvPr/>
        </p:nvCxnSpPr>
        <p:spPr>
          <a:xfrm>
            <a:off x="8556102" y="3512839"/>
            <a:ext cx="285495"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3658FB62-6AA1-198A-87C5-84C9B19DC53F}"/>
              </a:ext>
            </a:extLst>
          </p:cNvPr>
          <p:cNvCxnSpPr>
            <a:cxnSpLocks/>
            <a:stCxn id="151" idx="1"/>
          </p:cNvCxnSpPr>
          <p:nvPr/>
        </p:nvCxnSpPr>
        <p:spPr>
          <a:xfrm flipH="1">
            <a:off x="8556102" y="5058685"/>
            <a:ext cx="331594"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928899AE-9562-FCBA-D0F4-AC535934ED61}"/>
              </a:ext>
            </a:extLst>
          </p:cNvPr>
          <p:cNvCxnSpPr>
            <a:cxnSpLocks/>
          </p:cNvCxnSpPr>
          <p:nvPr/>
        </p:nvCxnSpPr>
        <p:spPr>
          <a:xfrm flipV="1">
            <a:off x="8558787" y="3516675"/>
            <a:ext cx="0" cy="1542009"/>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1" name="TextBox 150">
            <a:extLst>
              <a:ext uri="{FF2B5EF4-FFF2-40B4-BE49-F238E27FC236}">
                <a16:creationId xmlns:a16="http://schemas.microsoft.com/office/drawing/2014/main" id="{3C7581C9-F2D2-9308-4E52-97516AC01D13}"/>
              </a:ext>
            </a:extLst>
          </p:cNvPr>
          <p:cNvSpPr txBox="1"/>
          <p:nvPr/>
        </p:nvSpPr>
        <p:spPr>
          <a:xfrm>
            <a:off x="8887696" y="4935574"/>
            <a:ext cx="659155" cy="246221"/>
          </a:xfrm>
          <a:prstGeom prst="rect">
            <a:avLst/>
          </a:prstGeom>
          <a:noFill/>
          <a:ln>
            <a:solidFill>
              <a:schemeClr val="tx1"/>
            </a:solidFill>
          </a:ln>
        </p:spPr>
        <p:txBody>
          <a:bodyPr wrap="none" rtlCol="0">
            <a:spAutoFit/>
          </a:bodyPr>
          <a:lstStyle/>
          <a:p>
            <a:r>
              <a:rPr lang="en-US" sz="1000" dirty="0" err="1"/>
              <a:t>Incr</a:t>
            </a:r>
            <a:r>
              <a:rPr lang="en-US" sz="1000" dirty="0"/>
              <a:t> Sexp</a:t>
            </a:r>
          </a:p>
        </p:txBody>
      </p:sp>
      <p:cxnSp>
        <p:nvCxnSpPr>
          <p:cNvPr id="152" name="Straight Arrow Connector 151">
            <a:extLst>
              <a:ext uri="{FF2B5EF4-FFF2-40B4-BE49-F238E27FC236}">
                <a16:creationId xmlns:a16="http://schemas.microsoft.com/office/drawing/2014/main" id="{650C42A7-811D-3D28-C431-0F8D13BF15CE}"/>
              </a:ext>
            </a:extLst>
          </p:cNvPr>
          <p:cNvCxnSpPr>
            <a:cxnSpLocks/>
            <a:stCxn id="145" idx="2"/>
            <a:endCxn id="158" idx="0"/>
          </p:cNvCxnSpPr>
          <p:nvPr/>
        </p:nvCxnSpPr>
        <p:spPr>
          <a:xfrm flipH="1">
            <a:off x="9214456" y="4251040"/>
            <a:ext cx="220" cy="211123"/>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53" name="TextBox 152">
            <a:extLst>
              <a:ext uri="{FF2B5EF4-FFF2-40B4-BE49-F238E27FC236}">
                <a16:creationId xmlns:a16="http://schemas.microsoft.com/office/drawing/2014/main" id="{A50425B8-E771-094A-9A08-B06F97264430}"/>
              </a:ext>
            </a:extLst>
          </p:cNvPr>
          <p:cNvSpPr txBox="1"/>
          <p:nvPr/>
        </p:nvSpPr>
        <p:spPr>
          <a:xfrm>
            <a:off x="9151777" y="4184891"/>
            <a:ext cx="356188" cy="246221"/>
          </a:xfrm>
          <a:prstGeom prst="rect">
            <a:avLst/>
          </a:prstGeom>
          <a:noFill/>
          <a:ln>
            <a:noFill/>
          </a:ln>
        </p:spPr>
        <p:txBody>
          <a:bodyPr wrap="none" rtlCol="0">
            <a:spAutoFit/>
          </a:bodyPr>
          <a:lstStyle/>
          <a:p>
            <a:r>
              <a:rPr lang="en-US" sz="1000" dirty="0"/>
              <a:t>yes</a:t>
            </a:r>
          </a:p>
        </p:txBody>
      </p:sp>
      <p:sp>
        <p:nvSpPr>
          <p:cNvPr id="154" name="TextBox 153">
            <a:extLst>
              <a:ext uri="{FF2B5EF4-FFF2-40B4-BE49-F238E27FC236}">
                <a16:creationId xmlns:a16="http://schemas.microsoft.com/office/drawing/2014/main" id="{F5CF5697-4549-828D-CB1C-E800ABD50402}"/>
              </a:ext>
            </a:extLst>
          </p:cNvPr>
          <p:cNvSpPr txBox="1"/>
          <p:nvPr/>
        </p:nvSpPr>
        <p:spPr>
          <a:xfrm>
            <a:off x="8892892" y="5373811"/>
            <a:ext cx="659155" cy="246221"/>
          </a:xfrm>
          <a:prstGeom prst="rect">
            <a:avLst/>
          </a:prstGeom>
          <a:noFill/>
          <a:ln>
            <a:solidFill>
              <a:schemeClr val="tx1"/>
            </a:solidFill>
          </a:ln>
        </p:spPr>
        <p:txBody>
          <a:bodyPr wrap="square" rtlCol="0">
            <a:spAutoFit/>
          </a:bodyPr>
          <a:lstStyle/>
          <a:p>
            <a:r>
              <a:rPr lang="en-US" sz="1000" dirty="0" err="1"/>
              <a:t>Incr</a:t>
            </a:r>
            <a:r>
              <a:rPr lang="en-US" sz="1000" dirty="0"/>
              <a:t> Sexp</a:t>
            </a:r>
          </a:p>
        </p:txBody>
      </p:sp>
      <p:cxnSp>
        <p:nvCxnSpPr>
          <p:cNvPr id="155" name="Straight Arrow Connector 154">
            <a:extLst>
              <a:ext uri="{FF2B5EF4-FFF2-40B4-BE49-F238E27FC236}">
                <a16:creationId xmlns:a16="http://schemas.microsoft.com/office/drawing/2014/main" id="{851A494E-5D05-D9BE-ADAA-8D6DD9543D18}"/>
              </a:ext>
            </a:extLst>
          </p:cNvPr>
          <p:cNvCxnSpPr>
            <a:cxnSpLocks/>
            <a:endCxn id="154" idx="3"/>
          </p:cNvCxnSpPr>
          <p:nvPr/>
        </p:nvCxnSpPr>
        <p:spPr>
          <a:xfrm flipH="1">
            <a:off x="9552047" y="5496922"/>
            <a:ext cx="378722"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FF2338EB-1445-1FCF-7FFD-A7B245631C8C}"/>
              </a:ext>
            </a:extLst>
          </p:cNvPr>
          <p:cNvCxnSpPr>
            <a:cxnSpLocks/>
          </p:cNvCxnSpPr>
          <p:nvPr/>
        </p:nvCxnSpPr>
        <p:spPr>
          <a:xfrm>
            <a:off x="9497270" y="4118650"/>
            <a:ext cx="435187"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A1A4FED3-46A7-7EF9-150C-84CAEA3FC63D}"/>
              </a:ext>
            </a:extLst>
          </p:cNvPr>
          <p:cNvSpPr txBox="1"/>
          <p:nvPr/>
        </p:nvSpPr>
        <p:spPr>
          <a:xfrm>
            <a:off x="9581749" y="3929053"/>
            <a:ext cx="319318" cy="246221"/>
          </a:xfrm>
          <a:prstGeom prst="rect">
            <a:avLst/>
          </a:prstGeom>
          <a:noFill/>
          <a:ln>
            <a:noFill/>
          </a:ln>
        </p:spPr>
        <p:txBody>
          <a:bodyPr wrap="none" rtlCol="0">
            <a:spAutoFit/>
          </a:bodyPr>
          <a:lstStyle/>
          <a:p>
            <a:r>
              <a:rPr lang="en-US" sz="1000" dirty="0"/>
              <a:t>no</a:t>
            </a:r>
          </a:p>
        </p:txBody>
      </p:sp>
      <p:sp>
        <p:nvSpPr>
          <p:cNvPr id="158" name="TextBox 157">
            <a:extLst>
              <a:ext uri="{FF2B5EF4-FFF2-40B4-BE49-F238E27FC236}">
                <a16:creationId xmlns:a16="http://schemas.microsoft.com/office/drawing/2014/main" id="{D527CD92-B5C2-9723-6B29-91E980586198}"/>
              </a:ext>
            </a:extLst>
          </p:cNvPr>
          <p:cNvSpPr txBox="1"/>
          <p:nvPr/>
        </p:nvSpPr>
        <p:spPr>
          <a:xfrm>
            <a:off x="8841597" y="4462163"/>
            <a:ext cx="745717" cy="246221"/>
          </a:xfrm>
          <a:prstGeom prst="rect">
            <a:avLst/>
          </a:prstGeom>
          <a:noFill/>
          <a:ln>
            <a:solidFill>
              <a:schemeClr val="tx1"/>
            </a:solidFill>
          </a:ln>
        </p:spPr>
        <p:txBody>
          <a:bodyPr wrap="none" rtlCol="0">
            <a:spAutoFit/>
          </a:bodyPr>
          <a:lstStyle/>
          <a:p>
            <a:r>
              <a:rPr lang="en-US" sz="1000" dirty="0" err="1"/>
              <a:t>DigEmpty</a:t>
            </a:r>
            <a:r>
              <a:rPr lang="en-US" sz="1000" dirty="0"/>
              <a:t>?</a:t>
            </a:r>
          </a:p>
        </p:txBody>
      </p:sp>
      <p:cxnSp>
        <p:nvCxnSpPr>
          <p:cNvPr id="159" name="Straight Arrow Connector 158">
            <a:extLst>
              <a:ext uri="{FF2B5EF4-FFF2-40B4-BE49-F238E27FC236}">
                <a16:creationId xmlns:a16="http://schemas.microsoft.com/office/drawing/2014/main" id="{30AB7169-19D2-8665-EF96-D112166C5735}"/>
              </a:ext>
            </a:extLst>
          </p:cNvPr>
          <p:cNvCxnSpPr>
            <a:stCxn id="158" idx="2"/>
            <a:endCxn id="151" idx="0"/>
          </p:cNvCxnSpPr>
          <p:nvPr/>
        </p:nvCxnSpPr>
        <p:spPr>
          <a:xfrm>
            <a:off x="9214456" y="4708384"/>
            <a:ext cx="2818" cy="22719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60" name="TextBox 159">
            <a:extLst>
              <a:ext uri="{FF2B5EF4-FFF2-40B4-BE49-F238E27FC236}">
                <a16:creationId xmlns:a16="http://schemas.microsoft.com/office/drawing/2014/main" id="{99454196-1484-D198-3AD2-6951B0DAFC4F}"/>
              </a:ext>
            </a:extLst>
          </p:cNvPr>
          <p:cNvSpPr txBox="1"/>
          <p:nvPr/>
        </p:nvSpPr>
        <p:spPr>
          <a:xfrm>
            <a:off x="9162723" y="4667105"/>
            <a:ext cx="319318" cy="246221"/>
          </a:xfrm>
          <a:prstGeom prst="rect">
            <a:avLst/>
          </a:prstGeom>
          <a:noFill/>
          <a:ln>
            <a:noFill/>
          </a:ln>
        </p:spPr>
        <p:txBody>
          <a:bodyPr wrap="none" rtlCol="0">
            <a:spAutoFit/>
          </a:bodyPr>
          <a:lstStyle/>
          <a:p>
            <a:r>
              <a:rPr lang="en-US" sz="1000" dirty="0"/>
              <a:t>no</a:t>
            </a:r>
          </a:p>
        </p:txBody>
      </p:sp>
      <p:sp>
        <p:nvSpPr>
          <p:cNvPr id="161" name="TextBox 160">
            <a:extLst>
              <a:ext uri="{FF2B5EF4-FFF2-40B4-BE49-F238E27FC236}">
                <a16:creationId xmlns:a16="http://schemas.microsoft.com/office/drawing/2014/main" id="{A58064F1-621F-1179-CF56-13C509EB543B}"/>
              </a:ext>
            </a:extLst>
          </p:cNvPr>
          <p:cNvSpPr txBox="1"/>
          <p:nvPr/>
        </p:nvSpPr>
        <p:spPr>
          <a:xfrm>
            <a:off x="9587314" y="4378511"/>
            <a:ext cx="356188" cy="246221"/>
          </a:xfrm>
          <a:prstGeom prst="rect">
            <a:avLst/>
          </a:prstGeom>
          <a:noFill/>
          <a:ln>
            <a:noFill/>
          </a:ln>
        </p:spPr>
        <p:txBody>
          <a:bodyPr wrap="none" rtlCol="0">
            <a:spAutoFit/>
          </a:bodyPr>
          <a:lstStyle/>
          <a:p>
            <a:r>
              <a:rPr lang="en-US" sz="1000" dirty="0"/>
              <a:t>yes</a:t>
            </a:r>
          </a:p>
        </p:txBody>
      </p:sp>
      <p:sp>
        <p:nvSpPr>
          <p:cNvPr id="162" name="TextBox 161">
            <a:extLst>
              <a:ext uri="{FF2B5EF4-FFF2-40B4-BE49-F238E27FC236}">
                <a16:creationId xmlns:a16="http://schemas.microsoft.com/office/drawing/2014/main" id="{C8B8DBA6-732D-0859-3FBF-8B564546DE86}"/>
              </a:ext>
            </a:extLst>
          </p:cNvPr>
          <p:cNvSpPr txBox="1"/>
          <p:nvPr/>
        </p:nvSpPr>
        <p:spPr>
          <a:xfrm>
            <a:off x="9175711" y="2966930"/>
            <a:ext cx="356188" cy="246221"/>
          </a:xfrm>
          <a:prstGeom prst="rect">
            <a:avLst/>
          </a:prstGeom>
          <a:noFill/>
          <a:ln>
            <a:noFill/>
          </a:ln>
        </p:spPr>
        <p:txBody>
          <a:bodyPr wrap="none" rtlCol="0">
            <a:spAutoFit/>
          </a:bodyPr>
          <a:lstStyle/>
          <a:p>
            <a:r>
              <a:rPr lang="en-US" sz="1000" dirty="0"/>
              <a:t>yes</a:t>
            </a:r>
          </a:p>
        </p:txBody>
      </p:sp>
      <p:cxnSp>
        <p:nvCxnSpPr>
          <p:cNvPr id="163" name="Straight Connector 162">
            <a:extLst>
              <a:ext uri="{FF2B5EF4-FFF2-40B4-BE49-F238E27FC236}">
                <a16:creationId xmlns:a16="http://schemas.microsoft.com/office/drawing/2014/main" id="{3F125A26-9DD7-1659-CE61-163391945E2A}"/>
              </a:ext>
            </a:extLst>
          </p:cNvPr>
          <p:cNvCxnSpPr>
            <a:cxnSpLocks/>
          </p:cNvCxnSpPr>
          <p:nvPr/>
        </p:nvCxnSpPr>
        <p:spPr>
          <a:xfrm>
            <a:off x="9930769" y="4121843"/>
            <a:ext cx="0" cy="137507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4" name="TextBox 163">
            <a:extLst>
              <a:ext uri="{FF2B5EF4-FFF2-40B4-BE49-F238E27FC236}">
                <a16:creationId xmlns:a16="http://schemas.microsoft.com/office/drawing/2014/main" id="{F165BECF-E1AC-7FB1-E9D0-EDA34FC15A46}"/>
              </a:ext>
            </a:extLst>
          </p:cNvPr>
          <p:cNvSpPr txBox="1"/>
          <p:nvPr/>
        </p:nvSpPr>
        <p:spPr>
          <a:xfrm>
            <a:off x="7301803" y="1327010"/>
            <a:ext cx="356188" cy="246221"/>
          </a:xfrm>
          <a:prstGeom prst="rect">
            <a:avLst/>
          </a:prstGeom>
          <a:noFill/>
          <a:ln>
            <a:noFill/>
          </a:ln>
        </p:spPr>
        <p:txBody>
          <a:bodyPr wrap="none" rtlCol="0">
            <a:spAutoFit/>
          </a:bodyPr>
          <a:lstStyle/>
          <a:p>
            <a:r>
              <a:rPr lang="en-US" sz="1000" dirty="0"/>
              <a:t>yes</a:t>
            </a:r>
          </a:p>
        </p:txBody>
      </p:sp>
      <p:sp>
        <p:nvSpPr>
          <p:cNvPr id="165" name="TextBox 164">
            <a:extLst>
              <a:ext uri="{FF2B5EF4-FFF2-40B4-BE49-F238E27FC236}">
                <a16:creationId xmlns:a16="http://schemas.microsoft.com/office/drawing/2014/main" id="{C5E953BF-37D0-1EE0-0647-0EBD243A87ED}"/>
              </a:ext>
            </a:extLst>
          </p:cNvPr>
          <p:cNvSpPr txBox="1"/>
          <p:nvPr/>
        </p:nvSpPr>
        <p:spPr>
          <a:xfrm>
            <a:off x="6947586" y="859252"/>
            <a:ext cx="319318" cy="246221"/>
          </a:xfrm>
          <a:prstGeom prst="rect">
            <a:avLst/>
          </a:prstGeom>
          <a:noFill/>
          <a:ln>
            <a:noFill/>
          </a:ln>
        </p:spPr>
        <p:txBody>
          <a:bodyPr wrap="none" rtlCol="0">
            <a:spAutoFit/>
          </a:bodyPr>
          <a:lstStyle/>
          <a:p>
            <a:r>
              <a:rPr lang="en-US" sz="1000" dirty="0"/>
              <a:t>no</a:t>
            </a:r>
          </a:p>
        </p:txBody>
      </p:sp>
      <p:cxnSp>
        <p:nvCxnSpPr>
          <p:cNvPr id="166" name="Straight Connector 165">
            <a:extLst>
              <a:ext uri="{FF2B5EF4-FFF2-40B4-BE49-F238E27FC236}">
                <a16:creationId xmlns:a16="http://schemas.microsoft.com/office/drawing/2014/main" id="{A36F92CA-3295-9B40-88D9-BBBF130FCB93}"/>
              </a:ext>
            </a:extLst>
          </p:cNvPr>
          <p:cNvCxnSpPr>
            <a:cxnSpLocks/>
          </p:cNvCxnSpPr>
          <p:nvPr/>
        </p:nvCxnSpPr>
        <p:spPr>
          <a:xfrm>
            <a:off x="9587302" y="4587378"/>
            <a:ext cx="343467"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id="{4D0FDC1E-B620-B2BA-20DE-8025F558F6ED}"/>
              </a:ext>
            </a:extLst>
          </p:cNvPr>
          <p:cNvSpPr txBox="1"/>
          <p:nvPr/>
        </p:nvSpPr>
        <p:spPr>
          <a:xfrm>
            <a:off x="6114710" y="280005"/>
            <a:ext cx="1737270" cy="338554"/>
          </a:xfrm>
          <a:prstGeom prst="rect">
            <a:avLst/>
          </a:prstGeom>
          <a:noFill/>
          <a:ln>
            <a:noFill/>
          </a:ln>
        </p:spPr>
        <p:txBody>
          <a:bodyPr wrap="none" rtlCol="0">
            <a:spAutoFit/>
          </a:bodyPr>
          <a:lstStyle/>
          <a:p>
            <a:r>
              <a:rPr lang="en-US" sz="1600" dirty="0"/>
              <a:t>CE Service Routine</a:t>
            </a:r>
          </a:p>
        </p:txBody>
      </p:sp>
      <p:sp>
        <p:nvSpPr>
          <p:cNvPr id="176" name="TextBox 175">
            <a:extLst>
              <a:ext uri="{FF2B5EF4-FFF2-40B4-BE49-F238E27FC236}">
                <a16:creationId xmlns:a16="http://schemas.microsoft.com/office/drawing/2014/main" id="{BB3AC3EE-493F-8996-C1BD-E746E3148A12}"/>
              </a:ext>
            </a:extLst>
          </p:cNvPr>
          <p:cNvSpPr txBox="1"/>
          <p:nvPr/>
        </p:nvSpPr>
        <p:spPr>
          <a:xfrm>
            <a:off x="8012657" y="6268715"/>
            <a:ext cx="452368" cy="246221"/>
          </a:xfrm>
          <a:prstGeom prst="rect">
            <a:avLst/>
          </a:prstGeom>
          <a:noFill/>
          <a:ln>
            <a:solidFill>
              <a:schemeClr val="tx1"/>
            </a:solidFill>
          </a:ln>
        </p:spPr>
        <p:txBody>
          <a:bodyPr wrap="none" rtlCol="0">
            <a:spAutoFit/>
          </a:bodyPr>
          <a:lstStyle/>
          <a:p>
            <a:r>
              <a:rPr lang="en-US" sz="1000" dirty="0"/>
              <a:t>DSKY</a:t>
            </a:r>
          </a:p>
        </p:txBody>
      </p:sp>
      <p:cxnSp>
        <p:nvCxnSpPr>
          <p:cNvPr id="178" name="Straight Arrow Connector 177">
            <a:extLst>
              <a:ext uri="{FF2B5EF4-FFF2-40B4-BE49-F238E27FC236}">
                <a16:creationId xmlns:a16="http://schemas.microsoft.com/office/drawing/2014/main" id="{8F0B5786-F67E-5500-90A4-F54CB33DFF88}"/>
              </a:ext>
            </a:extLst>
          </p:cNvPr>
          <p:cNvCxnSpPr>
            <a:stCxn id="129" idx="2"/>
            <a:endCxn id="176" idx="0"/>
          </p:cNvCxnSpPr>
          <p:nvPr/>
        </p:nvCxnSpPr>
        <p:spPr>
          <a:xfrm flipH="1">
            <a:off x="8238841" y="6048429"/>
            <a:ext cx="4810" cy="22028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1376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 name="TextBox 358">
            <a:extLst>
              <a:ext uri="{FF2B5EF4-FFF2-40B4-BE49-F238E27FC236}">
                <a16:creationId xmlns:a16="http://schemas.microsoft.com/office/drawing/2014/main" id="{5F2BA352-AF17-B8BB-616D-16E432D17631}"/>
              </a:ext>
            </a:extLst>
          </p:cNvPr>
          <p:cNvSpPr txBox="1"/>
          <p:nvPr/>
        </p:nvSpPr>
        <p:spPr>
          <a:xfrm>
            <a:off x="573578" y="731835"/>
            <a:ext cx="2326278" cy="1631216"/>
          </a:xfrm>
          <a:prstGeom prst="rect">
            <a:avLst/>
          </a:prstGeom>
          <a:noFill/>
          <a:ln>
            <a:noFill/>
          </a:ln>
        </p:spPr>
        <p:txBody>
          <a:bodyPr wrap="none" rtlCol="0">
            <a:spAutoFit/>
          </a:bodyPr>
          <a:lstStyle/>
          <a:p>
            <a:r>
              <a:rPr lang="en-US" sz="1000" dirty="0" err="1"/>
              <a:t>Xreg</a:t>
            </a:r>
            <a:r>
              <a:rPr lang="en-US" sz="1000" dirty="0"/>
              <a:t>                     : 	Array[8:1] of BCD digits</a:t>
            </a:r>
          </a:p>
          <a:p>
            <a:r>
              <a:rPr lang="en-US" sz="1000" dirty="0"/>
              <a:t>X9                         :	BCD digit</a:t>
            </a:r>
          </a:p>
          <a:p>
            <a:r>
              <a:rPr lang="en-US" sz="1000" dirty="0" err="1"/>
              <a:t>Yreg</a:t>
            </a:r>
            <a:r>
              <a:rPr lang="en-US" sz="1000" dirty="0"/>
              <a:t>                      :	Array[8:1] of BCD digits</a:t>
            </a:r>
          </a:p>
          <a:p>
            <a:r>
              <a:rPr lang="en-US" sz="1000" dirty="0" err="1"/>
              <a:t>Qreg</a:t>
            </a:r>
            <a:r>
              <a:rPr lang="en-US" sz="1000" dirty="0"/>
              <a:t>                     : Array[8:1] of BCD digits</a:t>
            </a:r>
          </a:p>
          <a:p>
            <a:r>
              <a:rPr lang="en-US" sz="1000" dirty="0"/>
              <a:t>QL                         :  BCD digit</a:t>
            </a:r>
          </a:p>
          <a:p>
            <a:r>
              <a:rPr lang="en-US" sz="1000" dirty="0" err="1"/>
              <a:t>Xdp</a:t>
            </a:r>
            <a:r>
              <a:rPr lang="en-US" sz="1000" dirty="0"/>
              <a:t>                       :	Integer[2:0]</a:t>
            </a:r>
          </a:p>
          <a:p>
            <a:r>
              <a:rPr lang="en-US" sz="1000" dirty="0" err="1"/>
              <a:t>DpFixed</a:t>
            </a:r>
            <a:r>
              <a:rPr lang="en-US" sz="1000" dirty="0"/>
              <a:t>               :	Boolean</a:t>
            </a:r>
          </a:p>
          <a:p>
            <a:r>
              <a:rPr lang="en-US" sz="1000" dirty="0"/>
              <a:t>Sexp                     :	Integer[3:0]</a:t>
            </a:r>
          </a:p>
          <a:p>
            <a:r>
              <a:rPr lang="en-US" sz="1000" dirty="0" err="1"/>
              <a:t>Dexp</a:t>
            </a:r>
            <a:r>
              <a:rPr lang="en-US" sz="1000" dirty="0"/>
              <a:t>                    :	Integer[3:0]</a:t>
            </a:r>
          </a:p>
          <a:p>
            <a:r>
              <a:rPr lang="en-US" sz="1000" dirty="0" err="1"/>
              <a:t>NegExpDPFixed</a:t>
            </a:r>
            <a:r>
              <a:rPr lang="en-US" sz="1000" dirty="0"/>
              <a:t> : 	Boolean</a:t>
            </a:r>
          </a:p>
        </p:txBody>
      </p:sp>
      <p:sp>
        <p:nvSpPr>
          <p:cNvPr id="360" name="TextBox 359">
            <a:extLst>
              <a:ext uri="{FF2B5EF4-FFF2-40B4-BE49-F238E27FC236}">
                <a16:creationId xmlns:a16="http://schemas.microsoft.com/office/drawing/2014/main" id="{349A5744-39B2-3354-0C0E-4FE6456D3843}"/>
              </a:ext>
            </a:extLst>
          </p:cNvPr>
          <p:cNvSpPr txBox="1"/>
          <p:nvPr/>
        </p:nvSpPr>
        <p:spPr>
          <a:xfrm>
            <a:off x="572547" y="501002"/>
            <a:ext cx="1483419" cy="276999"/>
          </a:xfrm>
          <a:prstGeom prst="rect">
            <a:avLst/>
          </a:prstGeom>
          <a:noFill/>
          <a:ln>
            <a:noFill/>
          </a:ln>
        </p:spPr>
        <p:txBody>
          <a:bodyPr wrap="none" rtlCol="0">
            <a:spAutoFit/>
          </a:bodyPr>
          <a:lstStyle/>
          <a:p>
            <a:r>
              <a:rPr lang="en-US" sz="1200" u="sng" dirty="0"/>
              <a:t>Basic Register Model</a:t>
            </a:r>
          </a:p>
        </p:txBody>
      </p:sp>
      <p:grpSp>
        <p:nvGrpSpPr>
          <p:cNvPr id="11" name="Group 10">
            <a:extLst>
              <a:ext uri="{FF2B5EF4-FFF2-40B4-BE49-F238E27FC236}">
                <a16:creationId xmlns:a16="http://schemas.microsoft.com/office/drawing/2014/main" id="{0C0BEBCE-1268-E23F-34AE-D52E6DCB136C}"/>
              </a:ext>
            </a:extLst>
          </p:cNvPr>
          <p:cNvGrpSpPr/>
          <p:nvPr/>
        </p:nvGrpSpPr>
        <p:grpSpPr>
          <a:xfrm>
            <a:off x="6381270" y="495401"/>
            <a:ext cx="2039919" cy="5430213"/>
            <a:chOff x="6381270" y="495401"/>
            <a:chExt cx="2039919" cy="5430213"/>
          </a:xfrm>
        </p:grpSpPr>
        <p:sp>
          <p:nvSpPr>
            <p:cNvPr id="6" name="TextBox 5">
              <a:extLst>
                <a:ext uri="{FF2B5EF4-FFF2-40B4-BE49-F238E27FC236}">
                  <a16:creationId xmlns:a16="http://schemas.microsoft.com/office/drawing/2014/main" id="{35BC4EF3-9FFB-E535-1926-A3B29FB09842}"/>
                </a:ext>
              </a:extLst>
            </p:cNvPr>
            <p:cNvSpPr txBox="1"/>
            <p:nvPr/>
          </p:nvSpPr>
          <p:spPr>
            <a:xfrm>
              <a:off x="6793224" y="878885"/>
              <a:ext cx="795411" cy="553998"/>
            </a:xfrm>
            <a:prstGeom prst="rect">
              <a:avLst/>
            </a:prstGeom>
            <a:noFill/>
            <a:ln>
              <a:solidFill>
                <a:schemeClr val="tx1"/>
              </a:solidFill>
            </a:ln>
          </p:spPr>
          <p:txBody>
            <a:bodyPr wrap="none" rtlCol="0">
              <a:spAutoFit/>
            </a:bodyPr>
            <a:lstStyle/>
            <a:p>
              <a:pPr algn="ctr"/>
              <a:r>
                <a:rPr lang="en-US" sz="1000" dirty="0" err="1"/>
                <a:t>Qreg</a:t>
              </a:r>
              <a:r>
                <a:rPr lang="en-US" sz="1000" dirty="0"/>
                <a:t> = </a:t>
              </a:r>
              <a:r>
                <a:rPr lang="en-US" sz="1000" dirty="0" err="1"/>
                <a:t>Yreg</a:t>
              </a:r>
              <a:endParaRPr lang="en-US" sz="1000" dirty="0"/>
            </a:p>
            <a:p>
              <a:pPr algn="ctr"/>
              <a:r>
                <a:rPr lang="en-US" sz="1000" dirty="0" err="1"/>
                <a:t>Yreg</a:t>
              </a:r>
              <a:r>
                <a:rPr lang="en-US" sz="1000" dirty="0"/>
                <a:t> = </a:t>
              </a:r>
              <a:r>
                <a:rPr lang="en-US" sz="1000" dirty="0" err="1"/>
                <a:t>Xreg</a:t>
              </a:r>
              <a:endParaRPr lang="en-US" sz="1000" dirty="0"/>
            </a:p>
            <a:p>
              <a:pPr algn="ctr"/>
              <a:r>
                <a:rPr lang="en-US" sz="1000" dirty="0" err="1"/>
                <a:t>Xreg</a:t>
              </a:r>
              <a:r>
                <a:rPr lang="en-US" sz="1000" dirty="0"/>
                <a:t> = 0</a:t>
              </a:r>
            </a:p>
          </p:txBody>
        </p:sp>
        <p:sp>
          <p:nvSpPr>
            <p:cNvPr id="8" name="TextBox 7">
              <a:extLst>
                <a:ext uri="{FF2B5EF4-FFF2-40B4-BE49-F238E27FC236}">
                  <a16:creationId xmlns:a16="http://schemas.microsoft.com/office/drawing/2014/main" id="{0E9AAC34-4E3A-635D-06DB-58ECDBF97F19}"/>
                </a:ext>
              </a:extLst>
            </p:cNvPr>
            <p:cNvSpPr txBox="1"/>
            <p:nvPr/>
          </p:nvSpPr>
          <p:spPr>
            <a:xfrm>
              <a:off x="6623308" y="1769196"/>
              <a:ext cx="1135247" cy="246221"/>
            </a:xfrm>
            <a:prstGeom prst="rect">
              <a:avLst/>
            </a:prstGeom>
            <a:noFill/>
            <a:ln>
              <a:solidFill>
                <a:schemeClr val="tx1"/>
              </a:solidFill>
            </a:ln>
          </p:spPr>
          <p:txBody>
            <a:bodyPr wrap="none" rtlCol="0">
              <a:spAutoFit/>
            </a:bodyPr>
            <a:lstStyle/>
            <a:p>
              <a:r>
                <a:rPr lang="en-US" sz="1000" dirty="0" err="1"/>
                <a:t>Xreg</a:t>
              </a:r>
              <a:r>
                <a:rPr lang="en-US" sz="1000" dirty="0"/>
                <a:t> = </a:t>
              </a:r>
              <a:r>
                <a:rPr lang="en-US" sz="1000" dirty="0" err="1"/>
                <a:t>Xreg</a:t>
              </a:r>
              <a:r>
                <a:rPr lang="en-US" sz="1000" dirty="0"/>
                <a:t> + </a:t>
              </a:r>
              <a:r>
                <a:rPr lang="en-US" sz="1000" dirty="0" err="1"/>
                <a:t>Yreg</a:t>
              </a:r>
              <a:endParaRPr lang="en-US" sz="1000" dirty="0"/>
            </a:p>
          </p:txBody>
        </p:sp>
        <p:sp>
          <p:nvSpPr>
            <p:cNvPr id="9" name="TextBox 8">
              <a:extLst>
                <a:ext uri="{FF2B5EF4-FFF2-40B4-BE49-F238E27FC236}">
                  <a16:creationId xmlns:a16="http://schemas.microsoft.com/office/drawing/2014/main" id="{3CB61CC4-055D-A91B-4919-5E41B92689C5}"/>
                </a:ext>
              </a:extLst>
            </p:cNvPr>
            <p:cNvSpPr txBox="1"/>
            <p:nvPr/>
          </p:nvSpPr>
          <p:spPr>
            <a:xfrm>
              <a:off x="6960739" y="3006426"/>
              <a:ext cx="460382" cy="246221"/>
            </a:xfrm>
            <a:prstGeom prst="rect">
              <a:avLst/>
            </a:prstGeom>
            <a:noFill/>
            <a:ln>
              <a:solidFill>
                <a:schemeClr val="tx1"/>
              </a:solidFill>
            </a:ln>
          </p:spPr>
          <p:txBody>
            <a:bodyPr wrap="none" rtlCol="0">
              <a:spAutoFit/>
            </a:bodyPr>
            <a:lstStyle/>
            <a:p>
              <a:r>
                <a:rPr lang="en-US" sz="1000" dirty="0"/>
                <a:t>QL - -</a:t>
              </a:r>
            </a:p>
          </p:txBody>
        </p:sp>
        <p:sp>
          <p:nvSpPr>
            <p:cNvPr id="10" name="TextBox 9">
              <a:extLst>
                <a:ext uri="{FF2B5EF4-FFF2-40B4-BE49-F238E27FC236}">
                  <a16:creationId xmlns:a16="http://schemas.microsoft.com/office/drawing/2014/main" id="{710AEF55-02A0-6BBD-77F3-2BABC3334B40}"/>
                </a:ext>
              </a:extLst>
            </p:cNvPr>
            <p:cNvSpPr txBox="1"/>
            <p:nvPr/>
          </p:nvSpPr>
          <p:spPr>
            <a:xfrm>
              <a:off x="6861070" y="3642804"/>
              <a:ext cx="636713" cy="246221"/>
            </a:xfrm>
            <a:prstGeom prst="rect">
              <a:avLst/>
            </a:prstGeom>
            <a:noFill/>
            <a:ln>
              <a:solidFill>
                <a:schemeClr val="tx1"/>
              </a:solidFill>
            </a:ln>
          </p:spPr>
          <p:txBody>
            <a:bodyPr wrap="none" rtlCol="0">
              <a:spAutoFit/>
            </a:bodyPr>
            <a:lstStyle/>
            <a:p>
              <a:r>
                <a:rPr lang="en-US" sz="1000" dirty="0"/>
                <a:t>QL == 0?</a:t>
              </a:r>
            </a:p>
          </p:txBody>
        </p:sp>
        <p:cxnSp>
          <p:nvCxnSpPr>
            <p:cNvPr id="12" name="Straight Arrow Connector 11">
              <a:extLst>
                <a:ext uri="{FF2B5EF4-FFF2-40B4-BE49-F238E27FC236}">
                  <a16:creationId xmlns:a16="http://schemas.microsoft.com/office/drawing/2014/main" id="{335D1707-F5AC-AC31-8EF3-693352BDEA6D}"/>
                </a:ext>
              </a:extLst>
            </p:cNvPr>
            <p:cNvCxnSpPr>
              <a:stCxn id="8" idx="2"/>
              <a:endCxn id="9" idx="0"/>
            </p:cNvCxnSpPr>
            <p:nvPr/>
          </p:nvCxnSpPr>
          <p:spPr>
            <a:xfrm flipH="1">
              <a:off x="7190930" y="2015417"/>
              <a:ext cx="2" cy="991009"/>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1685624-4767-8B52-95B3-81B4E7E55CFE}"/>
                </a:ext>
              </a:extLst>
            </p:cNvPr>
            <p:cNvCxnSpPr>
              <a:stCxn id="9" idx="2"/>
              <a:endCxn id="10" idx="0"/>
            </p:cNvCxnSpPr>
            <p:nvPr/>
          </p:nvCxnSpPr>
          <p:spPr>
            <a:xfrm flipH="1">
              <a:off x="7179427" y="3252647"/>
              <a:ext cx="11503" cy="390157"/>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68EA34B-9BA7-07C4-0E9B-2FCC4B7EA0FD}"/>
                </a:ext>
              </a:extLst>
            </p:cNvPr>
            <p:cNvCxnSpPr>
              <a:cxnSpLocks/>
              <a:stCxn id="10" idx="3"/>
            </p:cNvCxnSpPr>
            <p:nvPr/>
          </p:nvCxnSpPr>
          <p:spPr>
            <a:xfrm>
              <a:off x="7497783" y="3765915"/>
              <a:ext cx="56690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F58C3CD-D165-DA4C-BF90-83DA848C91C1}"/>
                </a:ext>
              </a:extLst>
            </p:cNvPr>
            <p:cNvCxnSpPr>
              <a:cxnSpLocks/>
            </p:cNvCxnSpPr>
            <p:nvPr/>
          </p:nvCxnSpPr>
          <p:spPr>
            <a:xfrm flipV="1">
              <a:off x="8063601" y="1892304"/>
              <a:ext cx="0" cy="187361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F6E14175-3426-475D-A334-1405A6E9DBA2}"/>
                </a:ext>
              </a:extLst>
            </p:cNvPr>
            <p:cNvCxnSpPr>
              <a:cxnSpLocks/>
              <a:endCxn id="8" idx="3"/>
            </p:cNvCxnSpPr>
            <p:nvPr/>
          </p:nvCxnSpPr>
          <p:spPr>
            <a:xfrm flipH="1">
              <a:off x="7758555" y="1892305"/>
              <a:ext cx="321019" cy="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4312B56-42F3-F34B-93D9-E9DEDEB60A83}"/>
                </a:ext>
              </a:extLst>
            </p:cNvPr>
            <p:cNvSpPr txBox="1"/>
            <p:nvPr/>
          </p:nvSpPr>
          <p:spPr>
            <a:xfrm>
              <a:off x="7536508" y="3551045"/>
              <a:ext cx="335348" cy="246221"/>
            </a:xfrm>
            <a:prstGeom prst="rect">
              <a:avLst/>
            </a:prstGeom>
            <a:noFill/>
            <a:ln>
              <a:noFill/>
            </a:ln>
          </p:spPr>
          <p:txBody>
            <a:bodyPr wrap="none" rtlCol="0">
              <a:spAutoFit/>
            </a:bodyPr>
            <a:lstStyle/>
            <a:p>
              <a:r>
                <a:rPr lang="en-US" sz="1000" dirty="0"/>
                <a:t>No</a:t>
              </a:r>
            </a:p>
          </p:txBody>
        </p:sp>
        <p:sp>
          <p:nvSpPr>
            <p:cNvPr id="24" name="TextBox 23">
              <a:extLst>
                <a:ext uri="{FF2B5EF4-FFF2-40B4-BE49-F238E27FC236}">
                  <a16:creationId xmlns:a16="http://schemas.microsoft.com/office/drawing/2014/main" id="{19801EE3-4E3F-0569-E4E6-1E5673D0336F}"/>
                </a:ext>
              </a:extLst>
            </p:cNvPr>
            <p:cNvSpPr txBox="1"/>
            <p:nvPr/>
          </p:nvSpPr>
          <p:spPr>
            <a:xfrm>
              <a:off x="6739774" y="4251716"/>
              <a:ext cx="898003" cy="400110"/>
            </a:xfrm>
            <a:prstGeom prst="rect">
              <a:avLst/>
            </a:prstGeom>
            <a:noFill/>
            <a:ln>
              <a:solidFill>
                <a:schemeClr val="tx1"/>
              </a:solidFill>
            </a:ln>
          </p:spPr>
          <p:txBody>
            <a:bodyPr wrap="none" rtlCol="0">
              <a:spAutoFit/>
            </a:bodyPr>
            <a:lstStyle/>
            <a:p>
              <a:r>
                <a:rPr lang="en-US" sz="1000" dirty="0" err="1"/>
                <a:t>Xreg.SHR</a:t>
              </a:r>
              <a:r>
                <a:rPr lang="en-US" sz="1000" dirty="0"/>
                <a:t>&lt;-X9</a:t>
              </a:r>
            </a:p>
            <a:p>
              <a:r>
                <a:rPr lang="en-US" sz="1000" dirty="0" err="1"/>
                <a:t>Qreg.SHR</a:t>
              </a:r>
              <a:r>
                <a:rPr lang="en-US" sz="1000" dirty="0"/>
                <a:t>&lt;-0</a:t>
              </a:r>
            </a:p>
          </p:txBody>
        </p:sp>
        <p:cxnSp>
          <p:nvCxnSpPr>
            <p:cNvPr id="26" name="Straight Arrow Connector 25">
              <a:extLst>
                <a:ext uri="{FF2B5EF4-FFF2-40B4-BE49-F238E27FC236}">
                  <a16:creationId xmlns:a16="http://schemas.microsoft.com/office/drawing/2014/main" id="{A82E70BE-68FD-A6EF-AC36-43969FBD69EB}"/>
                </a:ext>
              </a:extLst>
            </p:cNvPr>
            <p:cNvCxnSpPr>
              <a:cxnSpLocks/>
              <a:stCxn id="10" idx="2"/>
              <a:endCxn id="24" idx="0"/>
            </p:cNvCxnSpPr>
            <p:nvPr/>
          </p:nvCxnSpPr>
          <p:spPr>
            <a:xfrm>
              <a:off x="7179427" y="3889025"/>
              <a:ext cx="9349" cy="36269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3F0B123B-A60E-4931-1892-5A73DB9EFF2D}"/>
                </a:ext>
              </a:extLst>
            </p:cNvPr>
            <p:cNvCxnSpPr>
              <a:cxnSpLocks/>
              <a:stCxn id="24" idx="2"/>
              <a:endCxn id="275" idx="0"/>
            </p:cNvCxnSpPr>
            <p:nvPr/>
          </p:nvCxnSpPr>
          <p:spPr>
            <a:xfrm flipH="1">
              <a:off x="7175703" y="4651826"/>
              <a:ext cx="13073" cy="29784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AE706B7-237A-A01C-A5BF-6E4B0227243C}"/>
                </a:ext>
              </a:extLst>
            </p:cNvPr>
            <p:cNvCxnSpPr>
              <a:cxnSpLocks/>
            </p:cNvCxnSpPr>
            <p:nvPr/>
          </p:nvCxnSpPr>
          <p:spPr>
            <a:xfrm>
              <a:off x="7484319" y="5062541"/>
              <a:ext cx="89818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DCCBE92-9E5E-6E61-D982-B68416B4E584}"/>
                </a:ext>
              </a:extLst>
            </p:cNvPr>
            <p:cNvCxnSpPr>
              <a:cxnSpLocks/>
            </p:cNvCxnSpPr>
            <p:nvPr/>
          </p:nvCxnSpPr>
          <p:spPr>
            <a:xfrm flipV="1">
              <a:off x="8382501" y="1892304"/>
              <a:ext cx="0" cy="3170237"/>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2CC3766-8C80-0C0C-5F10-17B12D7AA05E}"/>
                </a:ext>
              </a:extLst>
            </p:cNvPr>
            <p:cNvCxnSpPr>
              <a:cxnSpLocks/>
            </p:cNvCxnSpPr>
            <p:nvPr/>
          </p:nvCxnSpPr>
          <p:spPr>
            <a:xfrm flipH="1">
              <a:off x="8079574" y="1892305"/>
              <a:ext cx="302927"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FFB6C024-098D-CE49-5EF3-D1103D0227A9}"/>
                </a:ext>
              </a:extLst>
            </p:cNvPr>
            <p:cNvSpPr txBox="1"/>
            <p:nvPr/>
          </p:nvSpPr>
          <p:spPr>
            <a:xfrm>
              <a:off x="7136787" y="3879064"/>
              <a:ext cx="360996" cy="246221"/>
            </a:xfrm>
            <a:prstGeom prst="rect">
              <a:avLst/>
            </a:prstGeom>
            <a:noFill/>
            <a:ln>
              <a:noFill/>
            </a:ln>
          </p:spPr>
          <p:txBody>
            <a:bodyPr wrap="none" rtlCol="0">
              <a:spAutoFit/>
            </a:bodyPr>
            <a:lstStyle/>
            <a:p>
              <a:r>
                <a:rPr lang="en-US" sz="1000" dirty="0"/>
                <a:t>Yes</a:t>
              </a:r>
            </a:p>
          </p:txBody>
        </p:sp>
        <p:cxnSp>
          <p:nvCxnSpPr>
            <p:cNvPr id="52" name="Straight Arrow Connector 51">
              <a:extLst>
                <a:ext uri="{FF2B5EF4-FFF2-40B4-BE49-F238E27FC236}">
                  <a16:creationId xmlns:a16="http://schemas.microsoft.com/office/drawing/2014/main" id="{1D8BEBC5-EB8D-F184-AE3C-9C929A216B12}"/>
                </a:ext>
              </a:extLst>
            </p:cNvPr>
            <p:cNvCxnSpPr>
              <a:stCxn id="6" idx="2"/>
              <a:endCxn id="8" idx="0"/>
            </p:cNvCxnSpPr>
            <p:nvPr/>
          </p:nvCxnSpPr>
          <p:spPr>
            <a:xfrm>
              <a:off x="7190930" y="1432883"/>
              <a:ext cx="2" cy="336313"/>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E841C381-8B8F-2E9C-54F9-5BA918DD6151}"/>
                </a:ext>
              </a:extLst>
            </p:cNvPr>
            <p:cNvSpPr txBox="1"/>
            <p:nvPr/>
          </p:nvSpPr>
          <p:spPr>
            <a:xfrm>
              <a:off x="6820370" y="5525504"/>
              <a:ext cx="711200" cy="400110"/>
            </a:xfrm>
            <a:prstGeom prst="rect">
              <a:avLst/>
            </a:prstGeom>
            <a:noFill/>
            <a:ln>
              <a:solidFill>
                <a:schemeClr val="tx1"/>
              </a:solidFill>
            </a:ln>
          </p:spPr>
          <p:txBody>
            <a:bodyPr wrap="square" rtlCol="0">
              <a:spAutoFit/>
            </a:bodyPr>
            <a:lstStyle/>
            <a:p>
              <a:r>
                <a:rPr lang="en-US" sz="1000" dirty="0"/>
                <a:t>INVXDP</a:t>
              </a:r>
            </a:p>
            <a:p>
              <a:r>
                <a:rPr lang="en-US" sz="1000" dirty="0"/>
                <a:t>OPCHAIN</a:t>
              </a:r>
            </a:p>
          </p:txBody>
        </p:sp>
        <p:sp>
          <p:nvSpPr>
            <p:cNvPr id="254" name="TextBox 253">
              <a:extLst>
                <a:ext uri="{FF2B5EF4-FFF2-40B4-BE49-F238E27FC236}">
                  <a16:creationId xmlns:a16="http://schemas.microsoft.com/office/drawing/2014/main" id="{43F204F3-A773-F753-7827-C484BE0F0D6E}"/>
                </a:ext>
              </a:extLst>
            </p:cNvPr>
            <p:cNvSpPr txBox="1"/>
            <p:nvPr/>
          </p:nvSpPr>
          <p:spPr>
            <a:xfrm>
              <a:off x="6381270" y="2473796"/>
              <a:ext cx="474810" cy="246221"/>
            </a:xfrm>
            <a:prstGeom prst="rect">
              <a:avLst/>
            </a:prstGeom>
            <a:noFill/>
            <a:ln>
              <a:solidFill>
                <a:schemeClr val="tx1"/>
              </a:solidFill>
            </a:ln>
          </p:spPr>
          <p:txBody>
            <a:bodyPr wrap="none" rtlCol="0">
              <a:spAutoFit/>
            </a:bodyPr>
            <a:lstStyle/>
            <a:p>
              <a:r>
                <a:rPr lang="en-US" sz="1000" dirty="0"/>
                <a:t>X9 ++</a:t>
              </a:r>
            </a:p>
          </p:txBody>
        </p:sp>
        <p:cxnSp>
          <p:nvCxnSpPr>
            <p:cNvPr id="259" name="Straight Arrow Connector 258">
              <a:extLst>
                <a:ext uri="{FF2B5EF4-FFF2-40B4-BE49-F238E27FC236}">
                  <a16:creationId xmlns:a16="http://schemas.microsoft.com/office/drawing/2014/main" id="{8898E432-6FFE-A958-D8E3-5590701C54E7}"/>
                </a:ext>
              </a:extLst>
            </p:cNvPr>
            <p:cNvCxnSpPr>
              <a:cxnSpLocks/>
              <a:stCxn id="8" idx="2"/>
              <a:endCxn id="254" idx="0"/>
            </p:cNvCxnSpPr>
            <p:nvPr/>
          </p:nvCxnSpPr>
          <p:spPr>
            <a:xfrm flipH="1">
              <a:off x="6618675" y="2015417"/>
              <a:ext cx="572257" cy="458379"/>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62" name="Straight Arrow Connector 261">
              <a:extLst>
                <a:ext uri="{FF2B5EF4-FFF2-40B4-BE49-F238E27FC236}">
                  <a16:creationId xmlns:a16="http://schemas.microsoft.com/office/drawing/2014/main" id="{6B4DDDE1-0978-DC33-0970-24D9F412A60C}"/>
                </a:ext>
              </a:extLst>
            </p:cNvPr>
            <p:cNvCxnSpPr>
              <a:cxnSpLocks/>
              <a:stCxn id="254" idx="2"/>
              <a:endCxn id="9" idx="0"/>
            </p:cNvCxnSpPr>
            <p:nvPr/>
          </p:nvCxnSpPr>
          <p:spPr>
            <a:xfrm>
              <a:off x="6618675" y="2720017"/>
              <a:ext cx="572255" cy="286409"/>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65" name="TextBox 264">
              <a:extLst>
                <a:ext uri="{FF2B5EF4-FFF2-40B4-BE49-F238E27FC236}">
                  <a16:creationId xmlns:a16="http://schemas.microsoft.com/office/drawing/2014/main" id="{A6531063-A60E-69F6-D03C-4E907FB60FEE}"/>
                </a:ext>
              </a:extLst>
            </p:cNvPr>
            <p:cNvSpPr txBox="1"/>
            <p:nvPr/>
          </p:nvSpPr>
          <p:spPr>
            <a:xfrm>
              <a:off x="6384258" y="2083639"/>
              <a:ext cx="546945" cy="246221"/>
            </a:xfrm>
            <a:prstGeom prst="rect">
              <a:avLst/>
            </a:prstGeom>
            <a:noFill/>
            <a:ln>
              <a:noFill/>
            </a:ln>
          </p:spPr>
          <p:txBody>
            <a:bodyPr wrap="none" rtlCol="0">
              <a:spAutoFit/>
            </a:bodyPr>
            <a:lstStyle/>
            <a:p>
              <a:r>
                <a:rPr lang="en-US" sz="1000" dirty="0" err="1"/>
                <a:t>CarryO</a:t>
              </a:r>
              <a:endParaRPr lang="en-US" sz="1000" dirty="0"/>
            </a:p>
          </p:txBody>
        </p:sp>
        <p:sp>
          <p:nvSpPr>
            <p:cNvPr id="266" name="TextBox 265">
              <a:extLst>
                <a:ext uri="{FF2B5EF4-FFF2-40B4-BE49-F238E27FC236}">
                  <a16:creationId xmlns:a16="http://schemas.microsoft.com/office/drawing/2014/main" id="{161C0F21-2710-7B0B-DF82-5A6B1E6D12B1}"/>
                </a:ext>
              </a:extLst>
            </p:cNvPr>
            <p:cNvSpPr txBox="1"/>
            <p:nvPr/>
          </p:nvSpPr>
          <p:spPr>
            <a:xfrm>
              <a:off x="7135494" y="2080334"/>
              <a:ext cx="588623" cy="246221"/>
            </a:xfrm>
            <a:prstGeom prst="rect">
              <a:avLst/>
            </a:prstGeom>
            <a:noFill/>
            <a:ln>
              <a:noFill/>
            </a:ln>
          </p:spPr>
          <p:txBody>
            <a:bodyPr wrap="none" rtlCol="0">
              <a:spAutoFit/>
            </a:bodyPr>
            <a:lstStyle/>
            <a:p>
              <a:r>
                <a:rPr lang="en-US" sz="1000" dirty="0"/>
                <a:t>!</a:t>
              </a:r>
              <a:r>
                <a:rPr lang="en-US" sz="1000" dirty="0" err="1"/>
                <a:t>CarryO</a:t>
              </a:r>
              <a:endParaRPr lang="en-US" sz="1000" dirty="0"/>
            </a:p>
          </p:txBody>
        </p:sp>
        <p:sp>
          <p:nvSpPr>
            <p:cNvPr id="275" name="TextBox 274">
              <a:extLst>
                <a:ext uri="{FF2B5EF4-FFF2-40B4-BE49-F238E27FC236}">
                  <a16:creationId xmlns:a16="http://schemas.microsoft.com/office/drawing/2014/main" id="{C12F235C-D8CB-62A1-3E84-CC72A129A910}"/>
                </a:ext>
              </a:extLst>
            </p:cNvPr>
            <p:cNvSpPr txBox="1"/>
            <p:nvPr/>
          </p:nvSpPr>
          <p:spPr>
            <a:xfrm>
              <a:off x="6875781" y="4949667"/>
              <a:ext cx="599844" cy="246221"/>
            </a:xfrm>
            <a:prstGeom prst="rect">
              <a:avLst/>
            </a:prstGeom>
            <a:noFill/>
            <a:ln>
              <a:solidFill>
                <a:schemeClr val="tx1"/>
              </a:solidFill>
            </a:ln>
          </p:spPr>
          <p:txBody>
            <a:bodyPr wrap="none" rtlCol="0">
              <a:spAutoFit/>
            </a:bodyPr>
            <a:lstStyle/>
            <a:p>
              <a:r>
                <a:rPr lang="en-US" sz="1000" dirty="0"/>
                <a:t>QL = Q0</a:t>
              </a:r>
            </a:p>
          </p:txBody>
        </p:sp>
        <p:cxnSp>
          <p:nvCxnSpPr>
            <p:cNvPr id="279" name="Straight Arrow Connector 278">
              <a:extLst>
                <a:ext uri="{FF2B5EF4-FFF2-40B4-BE49-F238E27FC236}">
                  <a16:creationId xmlns:a16="http://schemas.microsoft.com/office/drawing/2014/main" id="{0B7C8CA9-C635-6FCC-8919-74CA22CEC5B4}"/>
                </a:ext>
              </a:extLst>
            </p:cNvPr>
            <p:cNvCxnSpPr>
              <a:cxnSpLocks/>
              <a:stCxn id="275" idx="2"/>
              <a:endCxn id="67" idx="0"/>
            </p:cNvCxnSpPr>
            <p:nvPr/>
          </p:nvCxnSpPr>
          <p:spPr>
            <a:xfrm>
              <a:off x="7175703" y="5195888"/>
              <a:ext cx="267" cy="32961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93" name="TextBox 292">
              <a:extLst>
                <a:ext uri="{FF2B5EF4-FFF2-40B4-BE49-F238E27FC236}">
                  <a16:creationId xmlns:a16="http://schemas.microsoft.com/office/drawing/2014/main" id="{2FBF64CE-973D-CA3D-F579-86432F3AF2E9}"/>
                </a:ext>
              </a:extLst>
            </p:cNvPr>
            <p:cNvSpPr txBox="1"/>
            <p:nvPr/>
          </p:nvSpPr>
          <p:spPr>
            <a:xfrm>
              <a:off x="6902108" y="495401"/>
              <a:ext cx="684803" cy="400110"/>
            </a:xfrm>
            <a:prstGeom prst="rect">
              <a:avLst/>
            </a:prstGeom>
            <a:noFill/>
            <a:ln>
              <a:noFill/>
            </a:ln>
          </p:spPr>
          <p:txBody>
            <a:bodyPr wrap="none" rtlCol="0">
              <a:spAutoFit/>
            </a:bodyPr>
            <a:lstStyle/>
            <a:p>
              <a:r>
                <a:rPr lang="en-US" sz="2000" dirty="0"/>
                <a:t>Mult</a:t>
              </a:r>
            </a:p>
          </p:txBody>
        </p:sp>
        <p:sp>
          <p:nvSpPr>
            <p:cNvPr id="421" name="TextBox 420">
              <a:extLst>
                <a:ext uri="{FF2B5EF4-FFF2-40B4-BE49-F238E27FC236}">
                  <a16:creationId xmlns:a16="http://schemas.microsoft.com/office/drawing/2014/main" id="{AF58B44B-0AEA-E4E1-30C5-E27FB7EE9580}"/>
                </a:ext>
              </a:extLst>
            </p:cNvPr>
            <p:cNvSpPr txBox="1"/>
            <p:nvPr/>
          </p:nvSpPr>
          <p:spPr>
            <a:xfrm>
              <a:off x="7135494" y="5205274"/>
              <a:ext cx="1042273" cy="246221"/>
            </a:xfrm>
            <a:prstGeom prst="rect">
              <a:avLst/>
            </a:prstGeom>
            <a:noFill/>
            <a:ln>
              <a:noFill/>
            </a:ln>
          </p:spPr>
          <p:txBody>
            <a:bodyPr wrap="none" rtlCol="0">
              <a:spAutoFit/>
            </a:bodyPr>
            <a:lstStyle/>
            <a:p>
              <a:r>
                <a:rPr lang="en-US" sz="1000" i="1" dirty="0"/>
                <a:t>Finished 8</a:t>
              </a:r>
              <a:r>
                <a:rPr lang="en-US" sz="1000" i="1" baseline="30000" dirty="0"/>
                <a:t>th</a:t>
              </a:r>
              <a:r>
                <a:rPr lang="en-US" sz="1000" i="1" dirty="0"/>
                <a:t> pass</a:t>
              </a:r>
            </a:p>
          </p:txBody>
        </p:sp>
        <p:sp>
          <p:nvSpPr>
            <p:cNvPr id="422" name="TextBox 421">
              <a:extLst>
                <a:ext uri="{FF2B5EF4-FFF2-40B4-BE49-F238E27FC236}">
                  <a16:creationId xmlns:a16="http://schemas.microsoft.com/office/drawing/2014/main" id="{D58D6E1D-02B6-FDDA-DFA1-A0C0D0200730}"/>
                </a:ext>
              </a:extLst>
            </p:cNvPr>
            <p:cNvSpPr txBox="1"/>
            <p:nvPr/>
          </p:nvSpPr>
          <p:spPr>
            <a:xfrm>
              <a:off x="7811727" y="4641159"/>
              <a:ext cx="609462" cy="246221"/>
            </a:xfrm>
            <a:prstGeom prst="rect">
              <a:avLst/>
            </a:prstGeom>
            <a:noFill/>
            <a:ln>
              <a:noFill/>
            </a:ln>
          </p:spPr>
          <p:txBody>
            <a:bodyPr wrap="none" rtlCol="0">
              <a:spAutoFit/>
            </a:bodyPr>
            <a:lstStyle/>
            <a:p>
              <a:r>
                <a:rPr lang="en-US" sz="1000" i="1" dirty="0"/>
                <a:t>Pass 1-8</a:t>
              </a:r>
            </a:p>
          </p:txBody>
        </p:sp>
      </p:grpSp>
      <p:grpSp>
        <p:nvGrpSpPr>
          <p:cNvPr id="13" name="Group 12">
            <a:extLst>
              <a:ext uri="{FF2B5EF4-FFF2-40B4-BE49-F238E27FC236}">
                <a16:creationId xmlns:a16="http://schemas.microsoft.com/office/drawing/2014/main" id="{94D491C0-3DCF-93DE-9B88-173389F5B572}"/>
              </a:ext>
            </a:extLst>
          </p:cNvPr>
          <p:cNvGrpSpPr/>
          <p:nvPr/>
        </p:nvGrpSpPr>
        <p:grpSpPr>
          <a:xfrm>
            <a:off x="2822519" y="505681"/>
            <a:ext cx="2925134" cy="5746278"/>
            <a:chOff x="2822519" y="505681"/>
            <a:chExt cx="2925134" cy="5746278"/>
          </a:xfrm>
        </p:grpSpPr>
        <p:sp>
          <p:nvSpPr>
            <p:cNvPr id="295" name="TextBox 294">
              <a:extLst>
                <a:ext uri="{FF2B5EF4-FFF2-40B4-BE49-F238E27FC236}">
                  <a16:creationId xmlns:a16="http://schemas.microsoft.com/office/drawing/2014/main" id="{BA257DCC-76AF-C7AA-8121-694BB2FF6D67}"/>
                </a:ext>
              </a:extLst>
            </p:cNvPr>
            <p:cNvSpPr txBox="1"/>
            <p:nvPr/>
          </p:nvSpPr>
          <p:spPr>
            <a:xfrm>
              <a:off x="3964757" y="902426"/>
              <a:ext cx="1233030" cy="246221"/>
            </a:xfrm>
            <a:prstGeom prst="rect">
              <a:avLst/>
            </a:prstGeom>
            <a:noFill/>
            <a:ln>
              <a:solidFill>
                <a:schemeClr val="tx1"/>
              </a:solidFill>
            </a:ln>
          </p:spPr>
          <p:txBody>
            <a:bodyPr wrap="none" rtlCol="0">
              <a:spAutoFit/>
            </a:bodyPr>
            <a:lstStyle/>
            <a:p>
              <a:r>
                <a:rPr lang="en-US" sz="1000" dirty="0"/>
                <a:t>Align decimal points</a:t>
              </a:r>
            </a:p>
          </p:txBody>
        </p:sp>
        <p:sp>
          <p:nvSpPr>
            <p:cNvPr id="296" name="TextBox 295">
              <a:extLst>
                <a:ext uri="{FF2B5EF4-FFF2-40B4-BE49-F238E27FC236}">
                  <a16:creationId xmlns:a16="http://schemas.microsoft.com/office/drawing/2014/main" id="{E7529DF0-8B18-2B7F-647F-7CF4988A33F7}"/>
                </a:ext>
              </a:extLst>
            </p:cNvPr>
            <p:cNvSpPr txBox="1"/>
            <p:nvPr/>
          </p:nvSpPr>
          <p:spPr>
            <a:xfrm>
              <a:off x="4203251" y="1441808"/>
              <a:ext cx="752129" cy="246221"/>
            </a:xfrm>
            <a:prstGeom prst="rect">
              <a:avLst/>
            </a:prstGeom>
            <a:noFill/>
            <a:ln>
              <a:solidFill>
                <a:schemeClr val="tx1"/>
              </a:solidFill>
            </a:ln>
          </p:spPr>
          <p:txBody>
            <a:bodyPr wrap="none" rtlCol="0">
              <a:spAutoFit/>
            </a:bodyPr>
            <a:lstStyle/>
            <a:p>
              <a:r>
                <a:rPr lang="en-US" sz="1000" dirty="0" err="1"/>
                <a:t>Opr</a:t>
              </a:r>
              <a:r>
                <a:rPr lang="en-US" sz="1000" dirty="0"/>
                <a:t> </a:t>
              </a:r>
              <a:r>
                <a:rPr lang="en-US" sz="1000" dirty="0" err="1"/>
                <a:t>Subtr</a:t>
              </a:r>
              <a:r>
                <a:rPr lang="en-US" sz="1000" dirty="0"/>
                <a:t>?</a:t>
              </a:r>
            </a:p>
          </p:txBody>
        </p:sp>
        <p:sp>
          <p:nvSpPr>
            <p:cNvPr id="297" name="TextBox 296">
              <a:extLst>
                <a:ext uri="{FF2B5EF4-FFF2-40B4-BE49-F238E27FC236}">
                  <a16:creationId xmlns:a16="http://schemas.microsoft.com/office/drawing/2014/main" id="{61A6F9EF-EF46-E90F-1086-0A6967452AC7}"/>
                </a:ext>
              </a:extLst>
            </p:cNvPr>
            <p:cNvSpPr txBox="1"/>
            <p:nvPr/>
          </p:nvSpPr>
          <p:spPr>
            <a:xfrm>
              <a:off x="4676628" y="1928283"/>
              <a:ext cx="806631" cy="246221"/>
            </a:xfrm>
            <a:prstGeom prst="rect">
              <a:avLst/>
            </a:prstGeom>
            <a:noFill/>
            <a:ln>
              <a:solidFill>
                <a:schemeClr val="tx1"/>
              </a:solidFill>
            </a:ln>
          </p:spPr>
          <p:txBody>
            <a:bodyPr wrap="none" rtlCol="0">
              <a:spAutoFit/>
            </a:bodyPr>
            <a:lstStyle/>
            <a:p>
              <a:r>
                <a:rPr lang="en-US" sz="1000" dirty="0"/>
                <a:t>Invert </a:t>
              </a:r>
              <a:r>
                <a:rPr lang="en-US" sz="1000" dirty="0" err="1"/>
                <a:t>SignX</a:t>
              </a:r>
              <a:endParaRPr lang="en-US" sz="1000" dirty="0"/>
            </a:p>
          </p:txBody>
        </p:sp>
        <p:sp>
          <p:nvSpPr>
            <p:cNvPr id="298" name="TextBox 297">
              <a:extLst>
                <a:ext uri="{FF2B5EF4-FFF2-40B4-BE49-F238E27FC236}">
                  <a16:creationId xmlns:a16="http://schemas.microsoft.com/office/drawing/2014/main" id="{D04DD0AE-4CAA-CDBD-F311-C27487F27674}"/>
                </a:ext>
              </a:extLst>
            </p:cNvPr>
            <p:cNvSpPr txBox="1"/>
            <p:nvPr/>
          </p:nvSpPr>
          <p:spPr>
            <a:xfrm>
              <a:off x="3873176" y="2476320"/>
              <a:ext cx="992579" cy="246221"/>
            </a:xfrm>
            <a:prstGeom prst="rect">
              <a:avLst/>
            </a:prstGeom>
            <a:noFill/>
            <a:ln>
              <a:solidFill>
                <a:schemeClr val="tx1"/>
              </a:solidFill>
            </a:ln>
          </p:spPr>
          <p:txBody>
            <a:bodyPr wrap="none" rtlCol="0">
              <a:spAutoFit/>
            </a:bodyPr>
            <a:lstStyle/>
            <a:p>
              <a:r>
                <a:rPr lang="en-US" sz="1000" dirty="0" err="1"/>
                <a:t>SignX</a:t>
              </a:r>
              <a:r>
                <a:rPr lang="en-US" sz="1000" dirty="0"/>
                <a:t> == </a:t>
              </a:r>
              <a:r>
                <a:rPr lang="en-US" sz="1000" dirty="0" err="1"/>
                <a:t>SignY</a:t>
              </a:r>
              <a:r>
                <a:rPr lang="en-US" sz="1000" dirty="0"/>
                <a:t>?</a:t>
              </a:r>
            </a:p>
          </p:txBody>
        </p:sp>
        <p:sp>
          <p:nvSpPr>
            <p:cNvPr id="299" name="TextBox 298">
              <a:extLst>
                <a:ext uri="{FF2B5EF4-FFF2-40B4-BE49-F238E27FC236}">
                  <a16:creationId xmlns:a16="http://schemas.microsoft.com/office/drawing/2014/main" id="{EDAE1328-FEBE-1158-C4E1-3EEE28B3F7A6}"/>
                </a:ext>
              </a:extLst>
            </p:cNvPr>
            <p:cNvSpPr txBox="1"/>
            <p:nvPr/>
          </p:nvSpPr>
          <p:spPr>
            <a:xfrm>
              <a:off x="4597535" y="3127970"/>
              <a:ext cx="596638" cy="246221"/>
            </a:xfrm>
            <a:prstGeom prst="rect">
              <a:avLst/>
            </a:prstGeom>
            <a:noFill/>
            <a:ln>
              <a:solidFill>
                <a:schemeClr val="tx1"/>
              </a:solidFill>
            </a:ln>
          </p:spPr>
          <p:txBody>
            <a:bodyPr wrap="none" rtlCol="0">
              <a:spAutoFit/>
            </a:bodyPr>
            <a:lstStyle/>
            <a:p>
              <a:r>
                <a:rPr lang="en-US" sz="1000" dirty="0"/>
                <a:t>X = X+ Y</a:t>
              </a:r>
            </a:p>
          </p:txBody>
        </p:sp>
        <p:sp>
          <p:nvSpPr>
            <p:cNvPr id="300" name="TextBox 299">
              <a:extLst>
                <a:ext uri="{FF2B5EF4-FFF2-40B4-BE49-F238E27FC236}">
                  <a16:creationId xmlns:a16="http://schemas.microsoft.com/office/drawing/2014/main" id="{52A9A2C7-22EF-9610-D0D2-B0506E164294}"/>
                </a:ext>
              </a:extLst>
            </p:cNvPr>
            <p:cNvSpPr txBox="1"/>
            <p:nvPr/>
          </p:nvSpPr>
          <p:spPr>
            <a:xfrm>
              <a:off x="3413487" y="3111637"/>
              <a:ext cx="951511" cy="400110"/>
            </a:xfrm>
            <a:prstGeom prst="rect">
              <a:avLst/>
            </a:prstGeom>
            <a:noFill/>
            <a:ln>
              <a:solidFill>
                <a:schemeClr val="tx1"/>
              </a:solidFill>
            </a:ln>
          </p:spPr>
          <p:txBody>
            <a:bodyPr wrap="square" rtlCol="0">
              <a:spAutoFit/>
            </a:bodyPr>
            <a:lstStyle/>
            <a:p>
              <a:r>
                <a:rPr lang="en-US" sz="1000" dirty="0" err="1"/>
                <a:t>SignX</a:t>
              </a:r>
              <a:r>
                <a:rPr lang="en-US" sz="1000" dirty="0"/>
                <a:t> == 1 And</a:t>
              </a:r>
            </a:p>
            <a:p>
              <a:r>
                <a:rPr lang="en-US" sz="1000" dirty="0" err="1"/>
                <a:t>SignY</a:t>
              </a:r>
              <a:r>
                <a:rPr lang="en-US" sz="1000" dirty="0"/>
                <a:t> == 0?</a:t>
              </a:r>
            </a:p>
          </p:txBody>
        </p:sp>
        <p:sp>
          <p:nvSpPr>
            <p:cNvPr id="301" name="TextBox 300">
              <a:extLst>
                <a:ext uri="{FF2B5EF4-FFF2-40B4-BE49-F238E27FC236}">
                  <a16:creationId xmlns:a16="http://schemas.microsoft.com/office/drawing/2014/main" id="{49F2F823-4299-1D53-1F98-570DDB1948AB}"/>
                </a:ext>
              </a:extLst>
            </p:cNvPr>
            <p:cNvSpPr txBox="1"/>
            <p:nvPr/>
          </p:nvSpPr>
          <p:spPr>
            <a:xfrm>
              <a:off x="3691618" y="3960683"/>
              <a:ext cx="583814" cy="246221"/>
            </a:xfrm>
            <a:prstGeom prst="rect">
              <a:avLst/>
            </a:prstGeom>
            <a:noFill/>
            <a:ln>
              <a:solidFill>
                <a:schemeClr val="tx1"/>
              </a:solidFill>
            </a:ln>
          </p:spPr>
          <p:txBody>
            <a:bodyPr wrap="none" rtlCol="0">
              <a:spAutoFit/>
            </a:bodyPr>
            <a:lstStyle/>
            <a:p>
              <a:r>
                <a:rPr lang="en-US" sz="1000" dirty="0"/>
                <a:t>Exch XY</a:t>
              </a:r>
            </a:p>
          </p:txBody>
        </p:sp>
        <p:sp>
          <p:nvSpPr>
            <p:cNvPr id="302" name="TextBox 301">
              <a:extLst>
                <a:ext uri="{FF2B5EF4-FFF2-40B4-BE49-F238E27FC236}">
                  <a16:creationId xmlns:a16="http://schemas.microsoft.com/office/drawing/2014/main" id="{E6015AA6-0522-9E3A-78D1-CD4867E9DC2F}"/>
                </a:ext>
              </a:extLst>
            </p:cNvPr>
            <p:cNvSpPr txBox="1"/>
            <p:nvPr/>
          </p:nvSpPr>
          <p:spPr>
            <a:xfrm>
              <a:off x="3086314" y="4391503"/>
              <a:ext cx="654346" cy="246221"/>
            </a:xfrm>
            <a:prstGeom prst="rect">
              <a:avLst/>
            </a:prstGeom>
            <a:noFill/>
            <a:ln>
              <a:solidFill>
                <a:schemeClr val="tx1"/>
              </a:solidFill>
            </a:ln>
          </p:spPr>
          <p:txBody>
            <a:bodyPr wrap="none" rtlCol="0">
              <a:spAutoFit/>
            </a:bodyPr>
            <a:lstStyle/>
            <a:p>
              <a:r>
                <a:rPr lang="en-US" sz="1000" dirty="0"/>
                <a:t>X = X – Y </a:t>
              </a:r>
            </a:p>
          </p:txBody>
        </p:sp>
        <p:cxnSp>
          <p:nvCxnSpPr>
            <p:cNvPr id="303" name="Straight Arrow Connector 302">
              <a:extLst>
                <a:ext uri="{FF2B5EF4-FFF2-40B4-BE49-F238E27FC236}">
                  <a16:creationId xmlns:a16="http://schemas.microsoft.com/office/drawing/2014/main" id="{46F5B41B-4DEE-B825-0104-BCFA63290A70}"/>
                </a:ext>
              </a:extLst>
            </p:cNvPr>
            <p:cNvCxnSpPr>
              <a:stCxn id="295" idx="2"/>
              <a:endCxn id="296" idx="0"/>
            </p:cNvCxnSpPr>
            <p:nvPr/>
          </p:nvCxnSpPr>
          <p:spPr>
            <a:xfrm flipH="1">
              <a:off x="4579316" y="1148647"/>
              <a:ext cx="1956" cy="29316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04" name="Straight Arrow Connector 303">
              <a:extLst>
                <a:ext uri="{FF2B5EF4-FFF2-40B4-BE49-F238E27FC236}">
                  <a16:creationId xmlns:a16="http://schemas.microsoft.com/office/drawing/2014/main" id="{C85B00F7-8523-1E6F-D323-F411BC16C321}"/>
                </a:ext>
              </a:extLst>
            </p:cNvPr>
            <p:cNvCxnSpPr>
              <a:cxnSpLocks/>
              <a:stCxn id="296" idx="2"/>
              <a:endCxn id="297" idx="0"/>
            </p:cNvCxnSpPr>
            <p:nvPr/>
          </p:nvCxnSpPr>
          <p:spPr>
            <a:xfrm>
              <a:off x="4579316" y="1688029"/>
              <a:ext cx="500628" cy="240254"/>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05" name="Straight Arrow Connector 304">
              <a:extLst>
                <a:ext uri="{FF2B5EF4-FFF2-40B4-BE49-F238E27FC236}">
                  <a16:creationId xmlns:a16="http://schemas.microsoft.com/office/drawing/2014/main" id="{54105AA7-7188-DB4F-5C44-597B73FD3560}"/>
                </a:ext>
              </a:extLst>
            </p:cNvPr>
            <p:cNvCxnSpPr>
              <a:cxnSpLocks/>
              <a:stCxn id="297" idx="2"/>
              <a:endCxn id="298" idx="0"/>
            </p:cNvCxnSpPr>
            <p:nvPr/>
          </p:nvCxnSpPr>
          <p:spPr>
            <a:xfrm flipH="1">
              <a:off x="4369466" y="2174504"/>
              <a:ext cx="710478" cy="30181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06" name="Straight Arrow Connector 305">
              <a:extLst>
                <a:ext uri="{FF2B5EF4-FFF2-40B4-BE49-F238E27FC236}">
                  <a16:creationId xmlns:a16="http://schemas.microsoft.com/office/drawing/2014/main" id="{D9E5122A-D68A-89EF-34C0-58228EFAF875}"/>
                </a:ext>
              </a:extLst>
            </p:cNvPr>
            <p:cNvCxnSpPr>
              <a:stCxn id="298" idx="2"/>
              <a:endCxn id="299" idx="0"/>
            </p:cNvCxnSpPr>
            <p:nvPr/>
          </p:nvCxnSpPr>
          <p:spPr>
            <a:xfrm>
              <a:off x="4369466" y="2722541"/>
              <a:ext cx="526388" cy="405429"/>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07" name="Straight Arrow Connector 306">
              <a:extLst>
                <a:ext uri="{FF2B5EF4-FFF2-40B4-BE49-F238E27FC236}">
                  <a16:creationId xmlns:a16="http://schemas.microsoft.com/office/drawing/2014/main" id="{063AF8FA-1C25-48AE-996F-C60713200DD0}"/>
                </a:ext>
              </a:extLst>
            </p:cNvPr>
            <p:cNvCxnSpPr>
              <a:cxnSpLocks/>
              <a:stCxn id="298" idx="2"/>
              <a:endCxn id="300" idx="0"/>
            </p:cNvCxnSpPr>
            <p:nvPr/>
          </p:nvCxnSpPr>
          <p:spPr>
            <a:xfrm flipH="1">
              <a:off x="3889243" y="2722541"/>
              <a:ext cx="480223" cy="38909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08" name="Straight Arrow Connector 307">
              <a:extLst>
                <a:ext uri="{FF2B5EF4-FFF2-40B4-BE49-F238E27FC236}">
                  <a16:creationId xmlns:a16="http://schemas.microsoft.com/office/drawing/2014/main" id="{747C761F-F872-22B2-E895-E0D4175FBBC4}"/>
                </a:ext>
              </a:extLst>
            </p:cNvPr>
            <p:cNvCxnSpPr>
              <a:cxnSpLocks/>
              <a:stCxn id="300" idx="2"/>
              <a:endCxn id="301" idx="0"/>
            </p:cNvCxnSpPr>
            <p:nvPr/>
          </p:nvCxnSpPr>
          <p:spPr>
            <a:xfrm>
              <a:off x="3889243" y="3511747"/>
              <a:ext cx="94282" cy="44893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09" name="Straight Arrow Connector 308">
              <a:extLst>
                <a:ext uri="{FF2B5EF4-FFF2-40B4-BE49-F238E27FC236}">
                  <a16:creationId xmlns:a16="http://schemas.microsoft.com/office/drawing/2014/main" id="{4255F790-2CD8-4283-73DC-95439C3405B1}"/>
                </a:ext>
              </a:extLst>
            </p:cNvPr>
            <p:cNvCxnSpPr>
              <a:cxnSpLocks/>
              <a:stCxn id="300" idx="2"/>
              <a:endCxn id="302" idx="0"/>
            </p:cNvCxnSpPr>
            <p:nvPr/>
          </p:nvCxnSpPr>
          <p:spPr>
            <a:xfrm flipH="1">
              <a:off x="3413487" y="3511747"/>
              <a:ext cx="475756" cy="87975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10" name="Straight Arrow Connector 309">
              <a:extLst>
                <a:ext uri="{FF2B5EF4-FFF2-40B4-BE49-F238E27FC236}">
                  <a16:creationId xmlns:a16="http://schemas.microsoft.com/office/drawing/2014/main" id="{D9052AF5-B353-DCD5-8BBD-1C0F5178FFE8}"/>
                </a:ext>
              </a:extLst>
            </p:cNvPr>
            <p:cNvCxnSpPr>
              <a:stCxn id="301" idx="2"/>
              <a:endCxn id="302" idx="0"/>
            </p:cNvCxnSpPr>
            <p:nvPr/>
          </p:nvCxnSpPr>
          <p:spPr>
            <a:xfrm flipH="1">
              <a:off x="3413487" y="4206904"/>
              <a:ext cx="570038" cy="184599"/>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11" name="Straight Arrow Connector 310">
              <a:extLst>
                <a:ext uri="{FF2B5EF4-FFF2-40B4-BE49-F238E27FC236}">
                  <a16:creationId xmlns:a16="http://schemas.microsoft.com/office/drawing/2014/main" id="{73D7B763-D4EB-ABD0-65AD-657169CFA62E}"/>
                </a:ext>
              </a:extLst>
            </p:cNvPr>
            <p:cNvCxnSpPr>
              <a:stCxn id="296" idx="2"/>
              <a:endCxn id="298" idx="0"/>
            </p:cNvCxnSpPr>
            <p:nvPr/>
          </p:nvCxnSpPr>
          <p:spPr>
            <a:xfrm flipH="1">
              <a:off x="4369466" y="1688029"/>
              <a:ext cx="209850" cy="78829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12" name="TextBox 311">
              <a:extLst>
                <a:ext uri="{FF2B5EF4-FFF2-40B4-BE49-F238E27FC236}">
                  <a16:creationId xmlns:a16="http://schemas.microsoft.com/office/drawing/2014/main" id="{9F6AE734-112C-FF72-2D9C-B9A7F223743E}"/>
                </a:ext>
              </a:extLst>
            </p:cNvPr>
            <p:cNvSpPr txBox="1"/>
            <p:nvPr/>
          </p:nvSpPr>
          <p:spPr>
            <a:xfrm>
              <a:off x="3685210" y="6005738"/>
              <a:ext cx="673582" cy="246221"/>
            </a:xfrm>
            <a:prstGeom prst="rect">
              <a:avLst/>
            </a:prstGeom>
            <a:noFill/>
            <a:ln>
              <a:solidFill>
                <a:schemeClr val="tx1"/>
              </a:solidFill>
            </a:ln>
          </p:spPr>
          <p:txBody>
            <a:bodyPr wrap="none" rtlCol="0">
              <a:spAutoFit/>
            </a:bodyPr>
            <a:lstStyle/>
            <a:p>
              <a:r>
                <a:rPr lang="en-US" sz="1000" dirty="0"/>
                <a:t>OPCHAIN</a:t>
              </a:r>
            </a:p>
          </p:txBody>
        </p:sp>
        <p:cxnSp>
          <p:nvCxnSpPr>
            <p:cNvPr id="313" name="Straight Arrow Connector 312">
              <a:extLst>
                <a:ext uri="{FF2B5EF4-FFF2-40B4-BE49-F238E27FC236}">
                  <a16:creationId xmlns:a16="http://schemas.microsoft.com/office/drawing/2014/main" id="{2B2F724F-BFBD-1C58-63FF-28652E13D920}"/>
                </a:ext>
              </a:extLst>
            </p:cNvPr>
            <p:cNvCxnSpPr>
              <a:cxnSpLocks/>
              <a:stCxn id="302" idx="2"/>
              <a:endCxn id="50" idx="0"/>
            </p:cNvCxnSpPr>
            <p:nvPr/>
          </p:nvCxnSpPr>
          <p:spPr>
            <a:xfrm flipH="1">
              <a:off x="3135265" y="4637724"/>
              <a:ext cx="278222" cy="367549"/>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14" name="TextBox 313">
              <a:extLst>
                <a:ext uri="{FF2B5EF4-FFF2-40B4-BE49-F238E27FC236}">
                  <a16:creationId xmlns:a16="http://schemas.microsoft.com/office/drawing/2014/main" id="{0AFA9179-721E-D43C-22FB-02EFC59277F2}"/>
                </a:ext>
              </a:extLst>
            </p:cNvPr>
            <p:cNvSpPr txBox="1"/>
            <p:nvPr/>
          </p:nvSpPr>
          <p:spPr>
            <a:xfrm>
              <a:off x="4020652" y="505681"/>
              <a:ext cx="1330814" cy="400110"/>
            </a:xfrm>
            <a:prstGeom prst="rect">
              <a:avLst/>
            </a:prstGeom>
            <a:noFill/>
            <a:ln>
              <a:noFill/>
            </a:ln>
          </p:spPr>
          <p:txBody>
            <a:bodyPr wrap="none" rtlCol="0">
              <a:spAutoFit/>
            </a:bodyPr>
            <a:lstStyle/>
            <a:p>
              <a:r>
                <a:rPr lang="en-US" sz="2000" dirty="0"/>
                <a:t>Add or Sub</a:t>
              </a:r>
            </a:p>
          </p:txBody>
        </p:sp>
        <p:cxnSp>
          <p:nvCxnSpPr>
            <p:cNvPr id="315" name="Straight Arrow Connector 314">
              <a:extLst>
                <a:ext uri="{FF2B5EF4-FFF2-40B4-BE49-F238E27FC236}">
                  <a16:creationId xmlns:a16="http://schemas.microsoft.com/office/drawing/2014/main" id="{50DAE100-263E-4549-A981-3B9127598499}"/>
                </a:ext>
              </a:extLst>
            </p:cNvPr>
            <p:cNvCxnSpPr>
              <a:stCxn id="299" idx="2"/>
              <a:endCxn id="312" idx="0"/>
            </p:cNvCxnSpPr>
            <p:nvPr/>
          </p:nvCxnSpPr>
          <p:spPr>
            <a:xfrm flipH="1">
              <a:off x="4022001" y="3374191"/>
              <a:ext cx="873853" cy="2631547"/>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21" name="TextBox 320">
              <a:extLst>
                <a:ext uri="{FF2B5EF4-FFF2-40B4-BE49-F238E27FC236}">
                  <a16:creationId xmlns:a16="http://schemas.microsoft.com/office/drawing/2014/main" id="{E8922B3D-F9D8-51FD-9D85-C3090424706E}"/>
                </a:ext>
              </a:extLst>
            </p:cNvPr>
            <p:cNvSpPr txBox="1"/>
            <p:nvPr/>
          </p:nvSpPr>
          <p:spPr>
            <a:xfrm>
              <a:off x="4906357" y="1649983"/>
              <a:ext cx="360996" cy="246221"/>
            </a:xfrm>
            <a:prstGeom prst="rect">
              <a:avLst/>
            </a:prstGeom>
            <a:noFill/>
            <a:ln>
              <a:noFill/>
            </a:ln>
          </p:spPr>
          <p:txBody>
            <a:bodyPr wrap="none" rtlCol="0">
              <a:spAutoFit/>
            </a:bodyPr>
            <a:lstStyle/>
            <a:p>
              <a:r>
                <a:rPr lang="en-US" sz="1000" dirty="0"/>
                <a:t>Yes</a:t>
              </a:r>
            </a:p>
          </p:txBody>
        </p:sp>
        <p:sp>
          <p:nvSpPr>
            <p:cNvPr id="336" name="TextBox 335">
              <a:extLst>
                <a:ext uri="{FF2B5EF4-FFF2-40B4-BE49-F238E27FC236}">
                  <a16:creationId xmlns:a16="http://schemas.microsoft.com/office/drawing/2014/main" id="{16635605-088F-5E46-8EE5-8161CF635289}"/>
                </a:ext>
              </a:extLst>
            </p:cNvPr>
            <p:cNvSpPr txBox="1"/>
            <p:nvPr/>
          </p:nvSpPr>
          <p:spPr>
            <a:xfrm>
              <a:off x="4254652" y="1827540"/>
              <a:ext cx="335348" cy="246221"/>
            </a:xfrm>
            <a:prstGeom prst="rect">
              <a:avLst/>
            </a:prstGeom>
            <a:noFill/>
            <a:ln>
              <a:noFill/>
            </a:ln>
          </p:spPr>
          <p:txBody>
            <a:bodyPr wrap="none" rtlCol="0">
              <a:spAutoFit/>
            </a:bodyPr>
            <a:lstStyle/>
            <a:p>
              <a:r>
                <a:rPr lang="en-US" sz="1000" dirty="0"/>
                <a:t>No</a:t>
              </a:r>
            </a:p>
          </p:txBody>
        </p:sp>
        <p:cxnSp>
          <p:nvCxnSpPr>
            <p:cNvPr id="338" name="Straight Arrow Connector 337">
              <a:extLst>
                <a:ext uri="{FF2B5EF4-FFF2-40B4-BE49-F238E27FC236}">
                  <a16:creationId xmlns:a16="http://schemas.microsoft.com/office/drawing/2014/main" id="{FA3C6474-F8DE-A8A4-4997-2A3337A51E9D}"/>
                </a:ext>
              </a:extLst>
            </p:cNvPr>
            <p:cNvCxnSpPr>
              <a:cxnSpLocks/>
              <a:stCxn id="299" idx="2"/>
              <a:endCxn id="339" idx="0"/>
            </p:cNvCxnSpPr>
            <p:nvPr/>
          </p:nvCxnSpPr>
          <p:spPr>
            <a:xfrm>
              <a:off x="4895854" y="3374191"/>
              <a:ext cx="465315" cy="882767"/>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39" name="TextBox 338">
              <a:extLst>
                <a:ext uri="{FF2B5EF4-FFF2-40B4-BE49-F238E27FC236}">
                  <a16:creationId xmlns:a16="http://schemas.microsoft.com/office/drawing/2014/main" id="{3048FDCE-3391-3F85-E776-780E3535994D}"/>
                </a:ext>
              </a:extLst>
            </p:cNvPr>
            <p:cNvSpPr txBox="1"/>
            <p:nvPr/>
          </p:nvSpPr>
          <p:spPr>
            <a:xfrm>
              <a:off x="4974684" y="4256958"/>
              <a:ext cx="772969" cy="246221"/>
            </a:xfrm>
            <a:prstGeom prst="rect">
              <a:avLst/>
            </a:prstGeom>
            <a:noFill/>
            <a:ln>
              <a:solidFill>
                <a:schemeClr val="tx1"/>
              </a:solidFill>
            </a:ln>
          </p:spPr>
          <p:txBody>
            <a:bodyPr wrap="none" rtlCol="0">
              <a:spAutoFit/>
            </a:bodyPr>
            <a:lstStyle/>
            <a:p>
              <a:r>
                <a:rPr lang="en-US" sz="1000" dirty="0"/>
                <a:t>SHRX&lt;(“1”)</a:t>
              </a:r>
            </a:p>
          </p:txBody>
        </p:sp>
        <p:sp>
          <p:nvSpPr>
            <p:cNvPr id="341" name="TextBox 340">
              <a:extLst>
                <a:ext uri="{FF2B5EF4-FFF2-40B4-BE49-F238E27FC236}">
                  <a16:creationId xmlns:a16="http://schemas.microsoft.com/office/drawing/2014/main" id="{5FC63C92-272E-FDCF-71CB-79726D235B93}"/>
                </a:ext>
              </a:extLst>
            </p:cNvPr>
            <p:cNvSpPr txBox="1"/>
            <p:nvPr/>
          </p:nvSpPr>
          <p:spPr>
            <a:xfrm>
              <a:off x="5086855" y="3567595"/>
              <a:ext cx="546945" cy="246221"/>
            </a:xfrm>
            <a:prstGeom prst="rect">
              <a:avLst/>
            </a:prstGeom>
            <a:noFill/>
            <a:ln>
              <a:noFill/>
            </a:ln>
          </p:spPr>
          <p:txBody>
            <a:bodyPr wrap="none" rtlCol="0">
              <a:spAutoFit/>
            </a:bodyPr>
            <a:lstStyle/>
            <a:p>
              <a:r>
                <a:rPr lang="en-US" sz="1000" dirty="0" err="1"/>
                <a:t>CarryO</a:t>
              </a:r>
              <a:endParaRPr lang="en-US" sz="1000" dirty="0"/>
            </a:p>
          </p:txBody>
        </p:sp>
        <p:sp>
          <p:nvSpPr>
            <p:cNvPr id="342" name="TextBox 341">
              <a:extLst>
                <a:ext uri="{FF2B5EF4-FFF2-40B4-BE49-F238E27FC236}">
                  <a16:creationId xmlns:a16="http://schemas.microsoft.com/office/drawing/2014/main" id="{A62B53E1-7320-7049-B8A9-0F11A97A13B1}"/>
                </a:ext>
              </a:extLst>
            </p:cNvPr>
            <p:cNvSpPr txBox="1"/>
            <p:nvPr/>
          </p:nvSpPr>
          <p:spPr>
            <a:xfrm>
              <a:off x="4301778" y="3575171"/>
              <a:ext cx="588623" cy="246221"/>
            </a:xfrm>
            <a:prstGeom prst="rect">
              <a:avLst/>
            </a:prstGeom>
            <a:noFill/>
            <a:ln>
              <a:noFill/>
            </a:ln>
          </p:spPr>
          <p:txBody>
            <a:bodyPr wrap="none" rtlCol="0">
              <a:spAutoFit/>
            </a:bodyPr>
            <a:lstStyle/>
            <a:p>
              <a:r>
                <a:rPr lang="en-US" sz="1000" dirty="0"/>
                <a:t>!</a:t>
              </a:r>
              <a:r>
                <a:rPr lang="en-US" sz="1000" dirty="0" err="1"/>
                <a:t>CarryO</a:t>
              </a:r>
              <a:endParaRPr lang="en-US" sz="1000" dirty="0"/>
            </a:p>
          </p:txBody>
        </p:sp>
        <p:cxnSp>
          <p:nvCxnSpPr>
            <p:cNvPr id="345" name="Straight Arrow Connector 344">
              <a:extLst>
                <a:ext uri="{FF2B5EF4-FFF2-40B4-BE49-F238E27FC236}">
                  <a16:creationId xmlns:a16="http://schemas.microsoft.com/office/drawing/2014/main" id="{3BE87520-854B-4AB5-979D-26D28AF57184}"/>
                </a:ext>
              </a:extLst>
            </p:cNvPr>
            <p:cNvCxnSpPr>
              <a:stCxn id="339" idx="2"/>
              <a:endCxn id="312" idx="0"/>
            </p:cNvCxnSpPr>
            <p:nvPr/>
          </p:nvCxnSpPr>
          <p:spPr>
            <a:xfrm flipH="1">
              <a:off x="4022001" y="4503179"/>
              <a:ext cx="1339168" cy="1502559"/>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46" name="TextBox 345">
              <a:extLst>
                <a:ext uri="{FF2B5EF4-FFF2-40B4-BE49-F238E27FC236}">
                  <a16:creationId xmlns:a16="http://schemas.microsoft.com/office/drawing/2014/main" id="{A3B5918F-6B46-BA7B-5252-6FCB918EF754}"/>
                </a:ext>
              </a:extLst>
            </p:cNvPr>
            <p:cNvSpPr txBox="1"/>
            <p:nvPr/>
          </p:nvSpPr>
          <p:spPr>
            <a:xfrm>
              <a:off x="3881572" y="3584590"/>
              <a:ext cx="360996" cy="246221"/>
            </a:xfrm>
            <a:prstGeom prst="rect">
              <a:avLst/>
            </a:prstGeom>
            <a:noFill/>
            <a:ln>
              <a:noFill/>
            </a:ln>
          </p:spPr>
          <p:txBody>
            <a:bodyPr wrap="none" rtlCol="0">
              <a:spAutoFit/>
            </a:bodyPr>
            <a:lstStyle/>
            <a:p>
              <a:r>
                <a:rPr lang="en-US" sz="1000" dirty="0"/>
                <a:t>Yes</a:t>
              </a:r>
            </a:p>
          </p:txBody>
        </p:sp>
        <p:sp>
          <p:nvSpPr>
            <p:cNvPr id="347" name="TextBox 346">
              <a:extLst>
                <a:ext uri="{FF2B5EF4-FFF2-40B4-BE49-F238E27FC236}">
                  <a16:creationId xmlns:a16="http://schemas.microsoft.com/office/drawing/2014/main" id="{F9EBD0C6-5D95-376C-C01A-A07FA90BE89F}"/>
                </a:ext>
              </a:extLst>
            </p:cNvPr>
            <p:cNvSpPr txBox="1"/>
            <p:nvPr/>
          </p:nvSpPr>
          <p:spPr>
            <a:xfrm>
              <a:off x="3444551" y="3593134"/>
              <a:ext cx="335348" cy="246221"/>
            </a:xfrm>
            <a:prstGeom prst="rect">
              <a:avLst/>
            </a:prstGeom>
            <a:noFill/>
            <a:ln>
              <a:noFill/>
            </a:ln>
          </p:spPr>
          <p:txBody>
            <a:bodyPr wrap="none" rtlCol="0">
              <a:spAutoFit/>
            </a:bodyPr>
            <a:lstStyle/>
            <a:p>
              <a:r>
                <a:rPr lang="en-US" sz="1000" dirty="0"/>
                <a:t>No</a:t>
              </a:r>
            </a:p>
          </p:txBody>
        </p:sp>
        <p:sp>
          <p:nvSpPr>
            <p:cNvPr id="348" name="TextBox 347">
              <a:extLst>
                <a:ext uri="{FF2B5EF4-FFF2-40B4-BE49-F238E27FC236}">
                  <a16:creationId xmlns:a16="http://schemas.microsoft.com/office/drawing/2014/main" id="{9A7B5535-B15A-B1E5-4476-1A6DBB09C4D5}"/>
                </a:ext>
              </a:extLst>
            </p:cNvPr>
            <p:cNvSpPr txBox="1"/>
            <p:nvPr/>
          </p:nvSpPr>
          <p:spPr>
            <a:xfrm>
              <a:off x="4613688" y="2755614"/>
              <a:ext cx="360996" cy="246221"/>
            </a:xfrm>
            <a:prstGeom prst="rect">
              <a:avLst/>
            </a:prstGeom>
            <a:noFill/>
            <a:ln>
              <a:noFill/>
            </a:ln>
          </p:spPr>
          <p:txBody>
            <a:bodyPr wrap="none" rtlCol="0">
              <a:spAutoFit/>
            </a:bodyPr>
            <a:lstStyle/>
            <a:p>
              <a:r>
                <a:rPr lang="en-US" sz="1000" dirty="0"/>
                <a:t>Yes</a:t>
              </a:r>
            </a:p>
          </p:txBody>
        </p:sp>
        <p:sp>
          <p:nvSpPr>
            <p:cNvPr id="349" name="TextBox 348">
              <a:extLst>
                <a:ext uri="{FF2B5EF4-FFF2-40B4-BE49-F238E27FC236}">
                  <a16:creationId xmlns:a16="http://schemas.microsoft.com/office/drawing/2014/main" id="{2A14E4DF-8ACE-DC6A-DC55-2F8B88ACD078}"/>
                </a:ext>
              </a:extLst>
            </p:cNvPr>
            <p:cNvSpPr txBox="1"/>
            <p:nvPr/>
          </p:nvSpPr>
          <p:spPr>
            <a:xfrm>
              <a:off x="3811848" y="2770608"/>
              <a:ext cx="335348" cy="246221"/>
            </a:xfrm>
            <a:prstGeom prst="rect">
              <a:avLst/>
            </a:prstGeom>
            <a:noFill/>
            <a:ln>
              <a:noFill/>
            </a:ln>
          </p:spPr>
          <p:txBody>
            <a:bodyPr wrap="none" rtlCol="0">
              <a:spAutoFit/>
            </a:bodyPr>
            <a:lstStyle/>
            <a:p>
              <a:r>
                <a:rPr lang="en-US" sz="1000" dirty="0"/>
                <a:t>No</a:t>
              </a:r>
            </a:p>
          </p:txBody>
        </p:sp>
        <p:sp>
          <p:nvSpPr>
            <p:cNvPr id="47" name="TextBox 46">
              <a:extLst>
                <a:ext uri="{FF2B5EF4-FFF2-40B4-BE49-F238E27FC236}">
                  <a16:creationId xmlns:a16="http://schemas.microsoft.com/office/drawing/2014/main" id="{4076376D-2BB0-7749-9EAE-10F2579EB043}"/>
                </a:ext>
              </a:extLst>
            </p:cNvPr>
            <p:cNvSpPr txBox="1"/>
            <p:nvPr/>
          </p:nvSpPr>
          <p:spPr>
            <a:xfrm>
              <a:off x="2826449" y="4651915"/>
              <a:ext cx="471604" cy="246221"/>
            </a:xfrm>
            <a:prstGeom prst="rect">
              <a:avLst/>
            </a:prstGeom>
            <a:noFill/>
            <a:ln>
              <a:noFill/>
            </a:ln>
          </p:spPr>
          <p:txBody>
            <a:bodyPr wrap="none" rtlCol="0">
              <a:spAutoFit/>
            </a:bodyPr>
            <a:lstStyle/>
            <a:p>
              <a:r>
                <a:rPr lang="en-US" sz="1000" dirty="0" err="1"/>
                <a:t>isNeg</a:t>
              </a:r>
              <a:endParaRPr lang="en-US" sz="1000" dirty="0"/>
            </a:p>
          </p:txBody>
        </p:sp>
        <p:sp>
          <p:nvSpPr>
            <p:cNvPr id="50" name="TextBox 49">
              <a:extLst>
                <a:ext uri="{FF2B5EF4-FFF2-40B4-BE49-F238E27FC236}">
                  <a16:creationId xmlns:a16="http://schemas.microsoft.com/office/drawing/2014/main" id="{F55A1A9E-FB9E-BE94-DBFE-7DA0CE3362D6}"/>
                </a:ext>
              </a:extLst>
            </p:cNvPr>
            <p:cNvSpPr txBox="1"/>
            <p:nvPr/>
          </p:nvSpPr>
          <p:spPr>
            <a:xfrm>
              <a:off x="2843358" y="5005273"/>
              <a:ext cx="583814" cy="246221"/>
            </a:xfrm>
            <a:prstGeom prst="rect">
              <a:avLst/>
            </a:prstGeom>
            <a:noFill/>
            <a:ln>
              <a:solidFill>
                <a:schemeClr val="tx1"/>
              </a:solidFill>
            </a:ln>
          </p:spPr>
          <p:txBody>
            <a:bodyPr wrap="none" rtlCol="0">
              <a:spAutoFit/>
            </a:bodyPr>
            <a:lstStyle/>
            <a:p>
              <a:r>
                <a:rPr lang="en-US" sz="1000" dirty="0"/>
                <a:t>Exch XY</a:t>
              </a:r>
            </a:p>
          </p:txBody>
        </p:sp>
        <p:sp>
          <p:nvSpPr>
            <p:cNvPr id="54" name="TextBox 53">
              <a:extLst>
                <a:ext uri="{FF2B5EF4-FFF2-40B4-BE49-F238E27FC236}">
                  <a16:creationId xmlns:a16="http://schemas.microsoft.com/office/drawing/2014/main" id="{6C0D468D-288B-B7D0-B348-74AACC66AAC4}"/>
                </a:ext>
              </a:extLst>
            </p:cNvPr>
            <p:cNvSpPr txBox="1"/>
            <p:nvPr/>
          </p:nvSpPr>
          <p:spPr>
            <a:xfrm>
              <a:off x="3709533" y="4394826"/>
              <a:ext cx="729687" cy="246221"/>
            </a:xfrm>
            <a:prstGeom prst="rect">
              <a:avLst/>
            </a:prstGeom>
            <a:noFill/>
            <a:ln>
              <a:noFill/>
            </a:ln>
          </p:spPr>
          <p:txBody>
            <a:bodyPr wrap="none" rtlCol="0">
              <a:spAutoFit/>
            </a:bodyPr>
            <a:lstStyle/>
            <a:p>
              <a:r>
                <a:rPr lang="en-US" sz="1000" i="1" dirty="0"/>
                <a:t>leaves Y=0</a:t>
              </a:r>
            </a:p>
          </p:txBody>
        </p:sp>
        <p:cxnSp>
          <p:nvCxnSpPr>
            <p:cNvPr id="56" name="Straight Arrow Connector 55">
              <a:extLst>
                <a:ext uri="{FF2B5EF4-FFF2-40B4-BE49-F238E27FC236}">
                  <a16:creationId xmlns:a16="http://schemas.microsoft.com/office/drawing/2014/main" id="{59FB42B9-AB1A-FD48-4ACE-2F4E39F26FAD}"/>
                </a:ext>
              </a:extLst>
            </p:cNvPr>
            <p:cNvCxnSpPr>
              <a:cxnSpLocks/>
              <a:stCxn id="302" idx="2"/>
              <a:endCxn id="312" idx="0"/>
            </p:cNvCxnSpPr>
            <p:nvPr/>
          </p:nvCxnSpPr>
          <p:spPr>
            <a:xfrm>
              <a:off x="3413487" y="4637724"/>
              <a:ext cx="608514" cy="1368014"/>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5EBE5096-A8BF-53E1-2558-3AB1F7AEF31C}"/>
                </a:ext>
              </a:extLst>
            </p:cNvPr>
            <p:cNvSpPr txBox="1"/>
            <p:nvPr/>
          </p:nvSpPr>
          <p:spPr>
            <a:xfrm>
              <a:off x="2822519" y="5515117"/>
              <a:ext cx="625492" cy="246221"/>
            </a:xfrm>
            <a:prstGeom prst="rect">
              <a:avLst/>
            </a:prstGeom>
            <a:noFill/>
            <a:ln>
              <a:solidFill>
                <a:schemeClr val="tx1"/>
              </a:solidFill>
            </a:ln>
          </p:spPr>
          <p:txBody>
            <a:bodyPr wrap="none" rtlCol="0">
              <a:spAutoFit/>
            </a:bodyPr>
            <a:lstStyle/>
            <a:p>
              <a:r>
                <a:rPr lang="en-US" sz="1000" dirty="0"/>
                <a:t>X = X – Y</a:t>
              </a:r>
            </a:p>
          </p:txBody>
        </p:sp>
        <p:cxnSp>
          <p:nvCxnSpPr>
            <p:cNvPr id="59" name="Straight Arrow Connector 58">
              <a:extLst>
                <a:ext uri="{FF2B5EF4-FFF2-40B4-BE49-F238E27FC236}">
                  <a16:creationId xmlns:a16="http://schemas.microsoft.com/office/drawing/2014/main" id="{894C6153-D961-F132-4DCC-342AE7C23892}"/>
                </a:ext>
              </a:extLst>
            </p:cNvPr>
            <p:cNvCxnSpPr>
              <a:stCxn id="50" idx="2"/>
              <a:endCxn id="57" idx="0"/>
            </p:cNvCxnSpPr>
            <p:nvPr/>
          </p:nvCxnSpPr>
          <p:spPr>
            <a:xfrm>
              <a:off x="3135265" y="5251494"/>
              <a:ext cx="0" cy="263623"/>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CF2D2141-9570-A5EB-F1F6-495F8CB8E664}"/>
                </a:ext>
              </a:extLst>
            </p:cNvPr>
            <p:cNvCxnSpPr>
              <a:stCxn id="57" idx="2"/>
              <a:endCxn id="312" idx="0"/>
            </p:cNvCxnSpPr>
            <p:nvPr/>
          </p:nvCxnSpPr>
          <p:spPr>
            <a:xfrm>
              <a:off x="3135265" y="5761338"/>
              <a:ext cx="886736" cy="24440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C0F9479E-8D09-D9A7-F80D-12651FCE64F4}"/>
                </a:ext>
              </a:extLst>
            </p:cNvPr>
            <p:cNvSpPr txBox="1"/>
            <p:nvPr/>
          </p:nvSpPr>
          <p:spPr>
            <a:xfrm>
              <a:off x="3439361" y="4658136"/>
              <a:ext cx="513282" cy="246221"/>
            </a:xfrm>
            <a:prstGeom prst="rect">
              <a:avLst/>
            </a:prstGeom>
            <a:noFill/>
            <a:ln>
              <a:noFill/>
            </a:ln>
          </p:spPr>
          <p:txBody>
            <a:bodyPr wrap="none" rtlCol="0">
              <a:spAutoFit/>
            </a:bodyPr>
            <a:lstStyle/>
            <a:p>
              <a:r>
                <a:rPr lang="en-US" sz="1000" dirty="0"/>
                <a:t>!</a:t>
              </a:r>
              <a:r>
                <a:rPr lang="en-US" sz="1000" dirty="0" err="1"/>
                <a:t>isNeg</a:t>
              </a:r>
              <a:endParaRPr lang="en-US" sz="1000" dirty="0"/>
            </a:p>
          </p:txBody>
        </p:sp>
      </p:grpSp>
      <p:grpSp>
        <p:nvGrpSpPr>
          <p:cNvPr id="5" name="Group 4">
            <a:extLst>
              <a:ext uri="{FF2B5EF4-FFF2-40B4-BE49-F238E27FC236}">
                <a16:creationId xmlns:a16="http://schemas.microsoft.com/office/drawing/2014/main" id="{6950F591-49D6-AD11-95DA-3AC2F4E98506}"/>
              </a:ext>
            </a:extLst>
          </p:cNvPr>
          <p:cNvGrpSpPr/>
          <p:nvPr/>
        </p:nvGrpSpPr>
        <p:grpSpPr>
          <a:xfrm>
            <a:off x="8913751" y="495401"/>
            <a:ext cx="2518749" cy="5998656"/>
            <a:chOff x="8910939" y="486647"/>
            <a:chExt cx="2518749" cy="5998656"/>
          </a:xfrm>
        </p:grpSpPr>
        <p:sp>
          <p:nvSpPr>
            <p:cNvPr id="365" name="TextBox 364">
              <a:extLst>
                <a:ext uri="{FF2B5EF4-FFF2-40B4-BE49-F238E27FC236}">
                  <a16:creationId xmlns:a16="http://schemas.microsoft.com/office/drawing/2014/main" id="{1B31BCEB-4D73-82AD-0B27-015573DF4003}"/>
                </a:ext>
              </a:extLst>
            </p:cNvPr>
            <p:cNvSpPr txBox="1"/>
            <p:nvPr/>
          </p:nvSpPr>
          <p:spPr>
            <a:xfrm>
              <a:off x="8913597" y="4314494"/>
              <a:ext cx="707245" cy="246221"/>
            </a:xfrm>
            <a:prstGeom prst="rect">
              <a:avLst/>
            </a:prstGeom>
            <a:noFill/>
            <a:ln>
              <a:noFill/>
            </a:ln>
          </p:spPr>
          <p:txBody>
            <a:bodyPr wrap="none" rtlCol="0">
              <a:spAutoFit/>
            </a:bodyPr>
            <a:lstStyle/>
            <a:p>
              <a:r>
                <a:rPr lang="en-US" sz="1000" i="1" dirty="0"/>
                <a:t>Inner loop</a:t>
              </a:r>
            </a:p>
          </p:txBody>
        </p:sp>
        <p:sp>
          <p:nvSpPr>
            <p:cNvPr id="366" name="TextBox 365">
              <a:extLst>
                <a:ext uri="{FF2B5EF4-FFF2-40B4-BE49-F238E27FC236}">
                  <a16:creationId xmlns:a16="http://schemas.microsoft.com/office/drawing/2014/main" id="{1D33081F-325D-4423-9DA7-6D37FB08557F}"/>
                </a:ext>
              </a:extLst>
            </p:cNvPr>
            <p:cNvSpPr txBox="1"/>
            <p:nvPr/>
          </p:nvSpPr>
          <p:spPr>
            <a:xfrm>
              <a:off x="9475183" y="3757807"/>
              <a:ext cx="891591" cy="400110"/>
            </a:xfrm>
            <a:prstGeom prst="rect">
              <a:avLst/>
            </a:prstGeom>
            <a:noFill/>
            <a:ln>
              <a:solidFill>
                <a:schemeClr val="tx1"/>
              </a:solidFill>
            </a:ln>
          </p:spPr>
          <p:txBody>
            <a:bodyPr wrap="none" rtlCol="0">
              <a:spAutoFit/>
            </a:bodyPr>
            <a:lstStyle/>
            <a:p>
              <a:r>
                <a:rPr lang="en-US" sz="1000" dirty="0" err="1"/>
                <a:t>AppendDivdn</a:t>
              </a:r>
              <a:endParaRPr lang="en-US" sz="1000" dirty="0"/>
            </a:p>
            <a:p>
              <a:r>
                <a:rPr lang="en-US" sz="1000" dirty="0"/>
                <a:t>Q0=Ql; QL=0</a:t>
              </a:r>
            </a:p>
          </p:txBody>
        </p:sp>
        <p:sp>
          <p:nvSpPr>
            <p:cNvPr id="367" name="TextBox 366">
              <a:extLst>
                <a:ext uri="{FF2B5EF4-FFF2-40B4-BE49-F238E27FC236}">
                  <a16:creationId xmlns:a16="http://schemas.microsoft.com/office/drawing/2014/main" id="{635F541F-721B-61F1-7452-40709F3FA03D}"/>
                </a:ext>
              </a:extLst>
            </p:cNvPr>
            <p:cNvSpPr txBox="1"/>
            <p:nvPr/>
          </p:nvSpPr>
          <p:spPr>
            <a:xfrm>
              <a:off x="9678765" y="4382131"/>
              <a:ext cx="484428" cy="246221"/>
            </a:xfrm>
            <a:prstGeom prst="rect">
              <a:avLst/>
            </a:prstGeom>
            <a:noFill/>
            <a:ln>
              <a:solidFill>
                <a:schemeClr val="tx1"/>
              </a:solidFill>
            </a:ln>
          </p:spPr>
          <p:txBody>
            <a:bodyPr wrap="none" rtlCol="0">
              <a:spAutoFit/>
            </a:bodyPr>
            <a:lstStyle/>
            <a:p>
              <a:r>
                <a:rPr lang="en-US" sz="1000" dirty="0"/>
                <a:t>X=X-Y</a:t>
              </a:r>
            </a:p>
          </p:txBody>
        </p:sp>
        <p:cxnSp>
          <p:nvCxnSpPr>
            <p:cNvPr id="368" name="Straight Arrow Connector 367">
              <a:extLst>
                <a:ext uri="{FF2B5EF4-FFF2-40B4-BE49-F238E27FC236}">
                  <a16:creationId xmlns:a16="http://schemas.microsoft.com/office/drawing/2014/main" id="{49F51EC4-3C43-0C56-3DCD-DBEAFFD0F0D4}"/>
                </a:ext>
              </a:extLst>
            </p:cNvPr>
            <p:cNvCxnSpPr>
              <a:stCxn id="366" idx="2"/>
              <a:endCxn id="367" idx="0"/>
            </p:cNvCxnSpPr>
            <p:nvPr/>
          </p:nvCxnSpPr>
          <p:spPr>
            <a:xfrm>
              <a:off x="9920979" y="4157917"/>
              <a:ext cx="0" cy="224214"/>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69" name="Straight Arrow Connector 368">
              <a:extLst>
                <a:ext uri="{FF2B5EF4-FFF2-40B4-BE49-F238E27FC236}">
                  <a16:creationId xmlns:a16="http://schemas.microsoft.com/office/drawing/2014/main" id="{BC24D056-3703-60AD-BD9D-256859C4490E}"/>
                </a:ext>
              </a:extLst>
            </p:cNvPr>
            <p:cNvCxnSpPr>
              <a:cxnSpLocks/>
              <a:stCxn id="367" idx="2"/>
              <a:endCxn id="372" idx="0"/>
            </p:cNvCxnSpPr>
            <p:nvPr/>
          </p:nvCxnSpPr>
          <p:spPr>
            <a:xfrm>
              <a:off x="9920979" y="4628352"/>
              <a:ext cx="418747" cy="250074"/>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70" name="Straight Arrow Connector 369">
              <a:extLst>
                <a:ext uri="{FF2B5EF4-FFF2-40B4-BE49-F238E27FC236}">
                  <a16:creationId xmlns:a16="http://schemas.microsoft.com/office/drawing/2014/main" id="{A7474058-ADCB-D6BF-FD30-20A5697AEEB3}"/>
                </a:ext>
              </a:extLst>
            </p:cNvPr>
            <p:cNvCxnSpPr>
              <a:cxnSpLocks/>
              <a:stCxn id="367" idx="2"/>
              <a:endCxn id="375" idx="0"/>
            </p:cNvCxnSpPr>
            <p:nvPr/>
          </p:nvCxnSpPr>
          <p:spPr>
            <a:xfrm flipH="1">
              <a:off x="9470007" y="4628352"/>
              <a:ext cx="450972" cy="258387"/>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71" name="TextBox 370">
              <a:extLst>
                <a:ext uri="{FF2B5EF4-FFF2-40B4-BE49-F238E27FC236}">
                  <a16:creationId xmlns:a16="http://schemas.microsoft.com/office/drawing/2014/main" id="{17D3380E-6A3A-410F-507A-30A6BC8E84DC}"/>
                </a:ext>
              </a:extLst>
            </p:cNvPr>
            <p:cNvSpPr txBox="1"/>
            <p:nvPr/>
          </p:nvSpPr>
          <p:spPr>
            <a:xfrm>
              <a:off x="10044614" y="4578112"/>
              <a:ext cx="471604" cy="246221"/>
            </a:xfrm>
            <a:prstGeom prst="rect">
              <a:avLst/>
            </a:prstGeom>
            <a:noFill/>
            <a:ln>
              <a:noFill/>
            </a:ln>
          </p:spPr>
          <p:txBody>
            <a:bodyPr wrap="none" rtlCol="0">
              <a:spAutoFit/>
            </a:bodyPr>
            <a:lstStyle/>
            <a:p>
              <a:r>
                <a:rPr lang="en-US" sz="1000" dirty="0" err="1"/>
                <a:t>isNeg</a:t>
              </a:r>
              <a:endParaRPr lang="en-US" sz="1000" dirty="0"/>
            </a:p>
          </p:txBody>
        </p:sp>
        <p:sp>
          <p:nvSpPr>
            <p:cNvPr id="372" name="TextBox 371">
              <a:extLst>
                <a:ext uri="{FF2B5EF4-FFF2-40B4-BE49-F238E27FC236}">
                  <a16:creationId xmlns:a16="http://schemas.microsoft.com/office/drawing/2014/main" id="{F85BA1CA-1705-9C40-7D1C-7E82660E0146}"/>
                </a:ext>
              </a:extLst>
            </p:cNvPr>
            <p:cNvSpPr txBox="1"/>
            <p:nvPr/>
          </p:nvSpPr>
          <p:spPr>
            <a:xfrm>
              <a:off x="10084688" y="4878426"/>
              <a:ext cx="510076" cy="246221"/>
            </a:xfrm>
            <a:prstGeom prst="rect">
              <a:avLst/>
            </a:prstGeom>
            <a:noFill/>
            <a:ln>
              <a:solidFill>
                <a:schemeClr val="tx1"/>
              </a:solidFill>
            </a:ln>
          </p:spPr>
          <p:txBody>
            <a:bodyPr wrap="none" rtlCol="0">
              <a:spAutoFit/>
            </a:bodyPr>
            <a:lstStyle/>
            <a:p>
              <a:r>
                <a:rPr lang="en-US" sz="1000" dirty="0"/>
                <a:t>X=X+Y</a:t>
              </a:r>
            </a:p>
          </p:txBody>
        </p:sp>
        <p:cxnSp>
          <p:nvCxnSpPr>
            <p:cNvPr id="373" name="Straight Connector 372">
              <a:extLst>
                <a:ext uri="{FF2B5EF4-FFF2-40B4-BE49-F238E27FC236}">
                  <a16:creationId xmlns:a16="http://schemas.microsoft.com/office/drawing/2014/main" id="{2D283C24-C35D-F4CC-CD16-83ACE6D42D4E}"/>
                </a:ext>
              </a:extLst>
            </p:cNvPr>
            <p:cNvCxnSpPr>
              <a:cxnSpLocks/>
            </p:cNvCxnSpPr>
            <p:nvPr/>
          </p:nvCxnSpPr>
          <p:spPr>
            <a:xfrm flipV="1">
              <a:off x="10823068" y="3956608"/>
              <a:ext cx="0" cy="103729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4" name="Straight Arrow Connector 373">
              <a:extLst>
                <a:ext uri="{FF2B5EF4-FFF2-40B4-BE49-F238E27FC236}">
                  <a16:creationId xmlns:a16="http://schemas.microsoft.com/office/drawing/2014/main" id="{E7FC5EE3-BD78-EE02-2F33-A2DF0B231366}"/>
                </a:ext>
              </a:extLst>
            </p:cNvPr>
            <p:cNvCxnSpPr>
              <a:cxnSpLocks/>
              <a:endCxn id="366" idx="3"/>
            </p:cNvCxnSpPr>
            <p:nvPr/>
          </p:nvCxnSpPr>
          <p:spPr>
            <a:xfrm flipH="1">
              <a:off x="10366774" y="3957862"/>
              <a:ext cx="453452"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75" name="TextBox 374">
              <a:extLst>
                <a:ext uri="{FF2B5EF4-FFF2-40B4-BE49-F238E27FC236}">
                  <a16:creationId xmlns:a16="http://schemas.microsoft.com/office/drawing/2014/main" id="{8B7810E9-4CC9-0D25-F7B1-C830AE972089}"/>
                </a:ext>
              </a:extLst>
            </p:cNvPr>
            <p:cNvSpPr txBox="1"/>
            <p:nvPr/>
          </p:nvSpPr>
          <p:spPr>
            <a:xfrm>
              <a:off x="9227793" y="4886739"/>
              <a:ext cx="484428" cy="246221"/>
            </a:xfrm>
            <a:prstGeom prst="rect">
              <a:avLst/>
            </a:prstGeom>
            <a:noFill/>
            <a:ln>
              <a:solidFill>
                <a:schemeClr val="tx1"/>
              </a:solidFill>
            </a:ln>
          </p:spPr>
          <p:txBody>
            <a:bodyPr wrap="square" rtlCol="0">
              <a:spAutoFit/>
            </a:bodyPr>
            <a:lstStyle/>
            <a:p>
              <a:r>
                <a:rPr lang="en-US" sz="1000" dirty="0"/>
                <a:t>QL ++</a:t>
              </a:r>
            </a:p>
          </p:txBody>
        </p:sp>
        <p:cxnSp>
          <p:nvCxnSpPr>
            <p:cNvPr id="376" name="Straight Connector 375">
              <a:extLst>
                <a:ext uri="{FF2B5EF4-FFF2-40B4-BE49-F238E27FC236}">
                  <a16:creationId xmlns:a16="http://schemas.microsoft.com/office/drawing/2014/main" id="{1A4DFA74-569A-D31B-F05C-9789EDA28F28}"/>
                </a:ext>
              </a:extLst>
            </p:cNvPr>
            <p:cNvCxnSpPr>
              <a:cxnSpLocks/>
              <a:stCxn id="375" idx="1"/>
            </p:cNvCxnSpPr>
            <p:nvPr/>
          </p:nvCxnSpPr>
          <p:spPr>
            <a:xfrm flipH="1">
              <a:off x="9003005" y="5009850"/>
              <a:ext cx="22478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7" name="Straight Connector 376">
              <a:extLst>
                <a:ext uri="{FF2B5EF4-FFF2-40B4-BE49-F238E27FC236}">
                  <a16:creationId xmlns:a16="http://schemas.microsoft.com/office/drawing/2014/main" id="{9EA7324E-C686-6E16-BFE1-D5E52477036F}"/>
                </a:ext>
              </a:extLst>
            </p:cNvPr>
            <p:cNvCxnSpPr>
              <a:cxnSpLocks/>
            </p:cNvCxnSpPr>
            <p:nvPr/>
          </p:nvCxnSpPr>
          <p:spPr>
            <a:xfrm flipV="1">
              <a:off x="9003005" y="4505241"/>
              <a:ext cx="0" cy="500032"/>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8" name="Straight Arrow Connector 377">
              <a:extLst>
                <a:ext uri="{FF2B5EF4-FFF2-40B4-BE49-F238E27FC236}">
                  <a16:creationId xmlns:a16="http://schemas.microsoft.com/office/drawing/2014/main" id="{2A26ED78-E8B6-C8C7-7274-45D9CDF60356}"/>
                </a:ext>
              </a:extLst>
            </p:cNvPr>
            <p:cNvCxnSpPr>
              <a:cxnSpLocks/>
              <a:endCxn id="367" idx="1"/>
            </p:cNvCxnSpPr>
            <p:nvPr/>
          </p:nvCxnSpPr>
          <p:spPr>
            <a:xfrm>
              <a:off x="9003005" y="4505242"/>
              <a:ext cx="675760"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79" name="Straight Arrow Connector 378">
              <a:extLst>
                <a:ext uri="{FF2B5EF4-FFF2-40B4-BE49-F238E27FC236}">
                  <a16:creationId xmlns:a16="http://schemas.microsoft.com/office/drawing/2014/main" id="{053C0F6F-E828-789F-08C1-2D976329000B}"/>
                </a:ext>
              </a:extLst>
            </p:cNvPr>
            <p:cNvCxnSpPr>
              <a:cxnSpLocks/>
            </p:cNvCxnSpPr>
            <p:nvPr/>
          </p:nvCxnSpPr>
          <p:spPr>
            <a:xfrm>
              <a:off x="10594764" y="4993223"/>
              <a:ext cx="225462"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0" name="Straight Arrow Connector 379">
              <a:extLst>
                <a:ext uri="{FF2B5EF4-FFF2-40B4-BE49-F238E27FC236}">
                  <a16:creationId xmlns:a16="http://schemas.microsoft.com/office/drawing/2014/main" id="{8CAFCE01-CF70-E772-CD80-084A1AB1ABA5}"/>
                </a:ext>
              </a:extLst>
            </p:cNvPr>
            <p:cNvCxnSpPr>
              <a:cxnSpLocks/>
              <a:stCxn id="372" idx="2"/>
              <a:endCxn id="382" idx="0"/>
            </p:cNvCxnSpPr>
            <p:nvPr/>
          </p:nvCxnSpPr>
          <p:spPr>
            <a:xfrm>
              <a:off x="10339726" y="5124647"/>
              <a:ext cx="0" cy="319935"/>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81" name="TextBox 380">
              <a:extLst>
                <a:ext uri="{FF2B5EF4-FFF2-40B4-BE49-F238E27FC236}">
                  <a16:creationId xmlns:a16="http://schemas.microsoft.com/office/drawing/2014/main" id="{A1C13A76-B902-1314-C9E3-10AC535ACFB1}"/>
                </a:ext>
              </a:extLst>
            </p:cNvPr>
            <p:cNvSpPr txBox="1"/>
            <p:nvPr/>
          </p:nvSpPr>
          <p:spPr>
            <a:xfrm>
              <a:off x="10299089" y="5124647"/>
              <a:ext cx="1042273" cy="246221"/>
            </a:xfrm>
            <a:prstGeom prst="rect">
              <a:avLst/>
            </a:prstGeom>
            <a:noFill/>
            <a:ln>
              <a:noFill/>
            </a:ln>
          </p:spPr>
          <p:txBody>
            <a:bodyPr wrap="none" rtlCol="0">
              <a:spAutoFit/>
            </a:bodyPr>
            <a:lstStyle/>
            <a:p>
              <a:r>
                <a:rPr lang="en-US" sz="1000" i="1" dirty="0"/>
                <a:t>Finished 8</a:t>
              </a:r>
              <a:r>
                <a:rPr lang="en-US" sz="1000" i="1" baseline="30000" dirty="0"/>
                <a:t>th</a:t>
              </a:r>
              <a:r>
                <a:rPr lang="en-US" sz="1000" i="1" dirty="0"/>
                <a:t> pass</a:t>
              </a:r>
            </a:p>
          </p:txBody>
        </p:sp>
        <p:sp>
          <p:nvSpPr>
            <p:cNvPr id="382" name="TextBox 381">
              <a:extLst>
                <a:ext uri="{FF2B5EF4-FFF2-40B4-BE49-F238E27FC236}">
                  <a16:creationId xmlns:a16="http://schemas.microsoft.com/office/drawing/2014/main" id="{E11F3FE0-FF52-D555-6502-2FD3B96ABAF2}"/>
                </a:ext>
              </a:extLst>
            </p:cNvPr>
            <p:cNvSpPr txBox="1"/>
            <p:nvPr/>
          </p:nvSpPr>
          <p:spPr>
            <a:xfrm>
              <a:off x="9889121" y="5444582"/>
              <a:ext cx="901209" cy="400110"/>
            </a:xfrm>
            <a:prstGeom prst="rect">
              <a:avLst/>
            </a:prstGeom>
            <a:noFill/>
            <a:ln>
              <a:solidFill>
                <a:schemeClr val="tx1"/>
              </a:solidFill>
            </a:ln>
          </p:spPr>
          <p:txBody>
            <a:bodyPr wrap="none" rtlCol="0">
              <a:spAutoFit/>
            </a:bodyPr>
            <a:lstStyle/>
            <a:p>
              <a:r>
                <a:rPr lang="en-US" sz="1000" dirty="0" err="1"/>
                <a:t>AppendDindn</a:t>
              </a:r>
              <a:endParaRPr lang="en-US" sz="1000" dirty="0"/>
            </a:p>
            <a:p>
              <a:r>
                <a:rPr lang="en-US" sz="1000" dirty="0"/>
                <a:t>Q0=Ql; QL=0</a:t>
              </a:r>
            </a:p>
          </p:txBody>
        </p:sp>
        <p:sp>
          <p:nvSpPr>
            <p:cNvPr id="383" name="TextBox 382">
              <a:extLst>
                <a:ext uri="{FF2B5EF4-FFF2-40B4-BE49-F238E27FC236}">
                  <a16:creationId xmlns:a16="http://schemas.microsoft.com/office/drawing/2014/main" id="{DB371559-03D4-250B-2C25-652941067E27}"/>
                </a:ext>
              </a:extLst>
            </p:cNvPr>
            <p:cNvSpPr txBox="1"/>
            <p:nvPr/>
          </p:nvSpPr>
          <p:spPr>
            <a:xfrm>
              <a:off x="10007133" y="6085193"/>
              <a:ext cx="673582" cy="400110"/>
            </a:xfrm>
            <a:prstGeom prst="rect">
              <a:avLst/>
            </a:prstGeom>
            <a:noFill/>
            <a:ln>
              <a:solidFill>
                <a:schemeClr val="tx1"/>
              </a:solidFill>
            </a:ln>
          </p:spPr>
          <p:txBody>
            <a:bodyPr wrap="none" rtlCol="0">
              <a:spAutoFit/>
            </a:bodyPr>
            <a:lstStyle/>
            <a:p>
              <a:r>
                <a:rPr lang="en-US" sz="1000" dirty="0"/>
                <a:t>INVXDP</a:t>
              </a:r>
            </a:p>
            <a:p>
              <a:r>
                <a:rPr lang="en-US" sz="1000" dirty="0"/>
                <a:t>OPCHAIN</a:t>
              </a:r>
            </a:p>
          </p:txBody>
        </p:sp>
        <p:cxnSp>
          <p:nvCxnSpPr>
            <p:cNvPr id="384" name="Straight Arrow Connector 383">
              <a:extLst>
                <a:ext uri="{FF2B5EF4-FFF2-40B4-BE49-F238E27FC236}">
                  <a16:creationId xmlns:a16="http://schemas.microsoft.com/office/drawing/2014/main" id="{C33D48C2-796F-D4C7-4EAE-6E9B19B4CEBE}"/>
                </a:ext>
              </a:extLst>
            </p:cNvPr>
            <p:cNvCxnSpPr>
              <a:stCxn id="382" idx="2"/>
              <a:endCxn id="383" idx="0"/>
            </p:cNvCxnSpPr>
            <p:nvPr/>
          </p:nvCxnSpPr>
          <p:spPr>
            <a:xfrm>
              <a:off x="10339726" y="5844692"/>
              <a:ext cx="4198" cy="24050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85" name="TextBox 384">
              <a:extLst>
                <a:ext uri="{FF2B5EF4-FFF2-40B4-BE49-F238E27FC236}">
                  <a16:creationId xmlns:a16="http://schemas.microsoft.com/office/drawing/2014/main" id="{59EBDE2D-ADFE-F4A1-26CA-EB5F95B9B6C2}"/>
                </a:ext>
              </a:extLst>
            </p:cNvPr>
            <p:cNvSpPr txBox="1"/>
            <p:nvPr/>
          </p:nvSpPr>
          <p:spPr>
            <a:xfrm>
              <a:off x="9526783" y="1700672"/>
              <a:ext cx="655949" cy="246221"/>
            </a:xfrm>
            <a:prstGeom prst="rect">
              <a:avLst/>
            </a:prstGeom>
            <a:noFill/>
            <a:ln>
              <a:solidFill>
                <a:schemeClr val="tx1"/>
              </a:solidFill>
            </a:ln>
          </p:spPr>
          <p:txBody>
            <a:bodyPr wrap="none" rtlCol="0">
              <a:spAutoFit/>
            </a:bodyPr>
            <a:lstStyle/>
            <a:p>
              <a:r>
                <a:rPr lang="en-US" sz="1000" dirty="0" err="1"/>
                <a:t>InitDivdn</a:t>
              </a:r>
              <a:endParaRPr lang="en-US" sz="1000" dirty="0"/>
            </a:p>
          </p:txBody>
        </p:sp>
        <p:sp>
          <p:nvSpPr>
            <p:cNvPr id="386" name="TextBox 385">
              <a:extLst>
                <a:ext uri="{FF2B5EF4-FFF2-40B4-BE49-F238E27FC236}">
                  <a16:creationId xmlns:a16="http://schemas.microsoft.com/office/drawing/2014/main" id="{1FAE645B-F762-C121-506E-FCC968F4BE49}"/>
                </a:ext>
              </a:extLst>
            </p:cNvPr>
            <p:cNvSpPr txBox="1"/>
            <p:nvPr/>
          </p:nvSpPr>
          <p:spPr>
            <a:xfrm>
              <a:off x="9617417" y="2183253"/>
              <a:ext cx="484428" cy="246221"/>
            </a:xfrm>
            <a:prstGeom prst="rect">
              <a:avLst/>
            </a:prstGeom>
            <a:noFill/>
            <a:ln>
              <a:solidFill>
                <a:schemeClr val="tx1"/>
              </a:solidFill>
            </a:ln>
          </p:spPr>
          <p:txBody>
            <a:bodyPr wrap="none" rtlCol="0">
              <a:spAutoFit/>
            </a:bodyPr>
            <a:lstStyle/>
            <a:p>
              <a:r>
                <a:rPr lang="en-US" sz="1000" dirty="0"/>
                <a:t>X=X-Y</a:t>
              </a:r>
            </a:p>
          </p:txBody>
        </p:sp>
        <p:sp>
          <p:nvSpPr>
            <p:cNvPr id="387" name="TextBox 386">
              <a:extLst>
                <a:ext uri="{FF2B5EF4-FFF2-40B4-BE49-F238E27FC236}">
                  <a16:creationId xmlns:a16="http://schemas.microsoft.com/office/drawing/2014/main" id="{08FC2DD7-B18F-04B0-0D3A-43FE9FC78B1B}"/>
                </a:ext>
              </a:extLst>
            </p:cNvPr>
            <p:cNvSpPr txBox="1"/>
            <p:nvPr/>
          </p:nvSpPr>
          <p:spPr>
            <a:xfrm>
              <a:off x="8910939" y="3152763"/>
              <a:ext cx="862737" cy="400110"/>
            </a:xfrm>
            <a:prstGeom prst="rect">
              <a:avLst/>
            </a:prstGeom>
            <a:noFill/>
            <a:ln>
              <a:solidFill>
                <a:schemeClr val="tx1"/>
              </a:solidFill>
            </a:ln>
          </p:spPr>
          <p:txBody>
            <a:bodyPr wrap="none" rtlCol="0">
              <a:spAutoFit/>
            </a:bodyPr>
            <a:lstStyle/>
            <a:p>
              <a:r>
                <a:rPr lang="en-US" sz="1000" dirty="0" err="1"/>
                <a:t>AppendDvdn</a:t>
              </a:r>
              <a:endParaRPr lang="en-US" sz="1000" dirty="0"/>
            </a:p>
            <a:p>
              <a:r>
                <a:rPr lang="en-US" sz="1000" dirty="0" err="1"/>
                <a:t>XDPCnt</a:t>
              </a:r>
              <a:r>
                <a:rPr lang="en-US" sz="1000" dirty="0"/>
                <a:t> - -</a:t>
              </a:r>
            </a:p>
          </p:txBody>
        </p:sp>
        <p:sp>
          <p:nvSpPr>
            <p:cNvPr id="388" name="TextBox 387">
              <a:extLst>
                <a:ext uri="{FF2B5EF4-FFF2-40B4-BE49-F238E27FC236}">
                  <a16:creationId xmlns:a16="http://schemas.microsoft.com/office/drawing/2014/main" id="{758095E7-E790-ED08-5F97-E5AB182188DF}"/>
                </a:ext>
              </a:extLst>
            </p:cNvPr>
            <p:cNvSpPr txBox="1"/>
            <p:nvPr/>
          </p:nvSpPr>
          <p:spPr>
            <a:xfrm>
              <a:off x="9087531" y="2700491"/>
              <a:ext cx="510076" cy="246221"/>
            </a:xfrm>
            <a:prstGeom prst="rect">
              <a:avLst/>
            </a:prstGeom>
            <a:noFill/>
            <a:ln>
              <a:solidFill>
                <a:schemeClr val="tx1"/>
              </a:solidFill>
            </a:ln>
          </p:spPr>
          <p:txBody>
            <a:bodyPr wrap="none" rtlCol="0">
              <a:spAutoFit/>
            </a:bodyPr>
            <a:lstStyle/>
            <a:p>
              <a:r>
                <a:rPr lang="en-US" sz="1000" dirty="0"/>
                <a:t>X=X+Y</a:t>
              </a:r>
            </a:p>
          </p:txBody>
        </p:sp>
        <p:cxnSp>
          <p:nvCxnSpPr>
            <p:cNvPr id="389" name="Straight Arrow Connector 388">
              <a:extLst>
                <a:ext uri="{FF2B5EF4-FFF2-40B4-BE49-F238E27FC236}">
                  <a16:creationId xmlns:a16="http://schemas.microsoft.com/office/drawing/2014/main" id="{C9685963-AFAB-6F61-014F-4D9BA7B27B46}"/>
                </a:ext>
              </a:extLst>
            </p:cNvPr>
            <p:cNvCxnSpPr>
              <a:stCxn id="385" idx="2"/>
              <a:endCxn id="386" idx="0"/>
            </p:cNvCxnSpPr>
            <p:nvPr/>
          </p:nvCxnSpPr>
          <p:spPr>
            <a:xfrm>
              <a:off x="9854758" y="1946893"/>
              <a:ext cx="4873" cy="23636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90" name="Straight Arrow Connector 389">
              <a:extLst>
                <a:ext uri="{FF2B5EF4-FFF2-40B4-BE49-F238E27FC236}">
                  <a16:creationId xmlns:a16="http://schemas.microsoft.com/office/drawing/2014/main" id="{FD6E4693-E875-EDEB-290A-2E0CD1B40BA2}"/>
                </a:ext>
              </a:extLst>
            </p:cNvPr>
            <p:cNvCxnSpPr>
              <a:cxnSpLocks/>
              <a:stCxn id="386" idx="2"/>
              <a:endCxn id="395" idx="0"/>
            </p:cNvCxnSpPr>
            <p:nvPr/>
          </p:nvCxnSpPr>
          <p:spPr>
            <a:xfrm>
              <a:off x="9859631" y="2429474"/>
              <a:ext cx="534690" cy="276524"/>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91" name="Straight Arrow Connector 390">
              <a:extLst>
                <a:ext uri="{FF2B5EF4-FFF2-40B4-BE49-F238E27FC236}">
                  <a16:creationId xmlns:a16="http://schemas.microsoft.com/office/drawing/2014/main" id="{F459B34E-5B11-B107-0BBB-93FB93A6CAA0}"/>
                </a:ext>
              </a:extLst>
            </p:cNvPr>
            <p:cNvCxnSpPr>
              <a:cxnSpLocks/>
              <a:stCxn id="386" idx="2"/>
              <a:endCxn id="388" idx="0"/>
            </p:cNvCxnSpPr>
            <p:nvPr/>
          </p:nvCxnSpPr>
          <p:spPr>
            <a:xfrm flipH="1">
              <a:off x="9342569" y="2429474"/>
              <a:ext cx="517062" cy="271017"/>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92" name="TextBox 391">
              <a:extLst>
                <a:ext uri="{FF2B5EF4-FFF2-40B4-BE49-F238E27FC236}">
                  <a16:creationId xmlns:a16="http://schemas.microsoft.com/office/drawing/2014/main" id="{B50E2280-B480-237C-27F2-03683FC224F5}"/>
                </a:ext>
              </a:extLst>
            </p:cNvPr>
            <p:cNvSpPr txBox="1"/>
            <p:nvPr/>
          </p:nvSpPr>
          <p:spPr>
            <a:xfrm>
              <a:off x="9227793" y="2371890"/>
              <a:ext cx="578536" cy="246221"/>
            </a:xfrm>
            <a:prstGeom prst="rect">
              <a:avLst/>
            </a:prstGeom>
            <a:noFill/>
            <a:ln>
              <a:noFill/>
            </a:ln>
          </p:spPr>
          <p:txBody>
            <a:bodyPr wrap="square" rtlCol="0">
              <a:spAutoFit/>
            </a:bodyPr>
            <a:lstStyle/>
            <a:p>
              <a:r>
                <a:rPr lang="en-US" sz="1000" dirty="0" err="1"/>
                <a:t>isNeg</a:t>
              </a:r>
              <a:endParaRPr lang="en-US" sz="1000" dirty="0"/>
            </a:p>
          </p:txBody>
        </p:sp>
        <p:cxnSp>
          <p:nvCxnSpPr>
            <p:cNvPr id="393" name="Straight Arrow Connector 392">
              <a:extLst>
                <a:ext uri="{FF2B5EF4-FFF2-40B4-BE49-F238E27FC236}">
                  <a16:creationId xmlns:a16="http://schemas.microsoft.com/office/drawing/2014/main" id="{8254EB77-B13B-BF75-F120-1B7D9B2E1282}"/>
                </a:ext>
              </a:extLst>
            </p:cNvPr>
            <p:cNvCxnSpPr>
              <a:cxnSpLocks/>
              <a:stCxn id="387" idx="2"/>
              <a:endCxn id="366" idx="0"/>
            </p:cNvCxnSpPr>
            <p:nvPr/>
          </p:nvCxnSpPr>
          <p:spPr>
            <a:xfrm>
              <a:off x="9342308" y="3552873"/>
              <a:ext cx="578671" cy="204934"/>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4" name="Straight Arrow Connector 393">
              <a:extLst>
                <a:ext uri="{FF2B5EF4-FFF2-40B4-BE49-F238E27FC236}">
                  <a16:creationId xmlns:a16="http://schemas.microsoft.com/office/drawing/2014/main" id="{F57A04D6-4B42-1A1E-B78A-167FA29689B3}"/>
                </a:ext>
              </a:extLst>
            </p:cNvPr>
            <p:cNvCxnSpPr>
              <a:cxnSpLocks/>
              <a:stCxn id="395" idx="2"/>
              <a:endCxn id="366" idx="0"/>
            </p:cNvCxnSpPr>
            <p:nvPr/>
          </p:nvCxnSpPr>
          <p:spPr>
            <a:xfrm flipH="1">
              <a:off x="9920979" y="2952219"/>
              <a:ext cx="473342" cy="805588"/>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5" name="TextBox 394">
              <a:extLst>
                <a:ext uri="{FF2B5EF4-FFF2-40B4-BE49-F238E27FC236}">
                  <a16:creationId xmlns:a16="http://schemas.microsoft.com/office/drawing/2014/main" id="{39044101-CD61-3B1B-895E-31C6F2720CD8}"/>
                </a:ext>
              </a:extLst>
            </p:cNvPr>
            <p:cNvSpPr txBox="1"/>
            <p:nvPr/>
          </p:nvSpPr>
          <p:spPr>
            <a:xfrm>
              <a:off x="10139283" y="2705998"/>
              <a:ext cx="510076" cy="246221"/>
            </a:xfrm>
            <a:prstGeom prst="rect">
              <a:avLst/>
            </a:prstGeom>
            <a:noFill/>
            <a:ln>
              <a:solidFill>
                <a:schemeClr val="tx1"/>
              </a:solidFill>
            </a:ln>
          </p:spPr>
          <p:txBody>
            <a:bodyPr wrap="none" rtlCol="0">
              <a:spAutoFit/>
            </a:bodyPr>
            <a:lstStyle/>
            <a:p>
              <a:r>
                <a:rPr lang="en-US" sz="1000" dirty="0"/>
                <a:t>X=X+Y</a:t>
              </a:r>
            </a:p>
          </p:txBody>
        </p:sp>
        <p:cxnSp>
          <p:nvCxnSpPr>
            <p:cNvPr id="396" name="Straight Arrow Connector 395">
              <a:extLst>
                <a:ext uri="{FF2B5EF4-FFF2-40B4-BE49-F238E27FC236}">
                  <a16:creationId xmlns:a16="http://schemas.microsoft.com/office/drawing/2014/main" id="{6CA51624-5E1C-EAE5-EC23-7B84CE522533}"/>
                </a:ext>
              </a:extLst>
            </p:cNvPr>
            <p:cNvCxnSpPr>
              <a:cxnSpLocks/>
              <a:stCxn id="388" idx="2"/>
              <a:endCxn id="387" idx="0"/>
            </p:cNvCxnSpPr>
            <p:nvPr/>
          </p:nvCxnSpPr>
          <p:spPr>
            <a:xfrm flipH="1">
              <a:off x="9342308" y="2946712"/>
              <a:ext cx="261" cy="20605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97" name="TextBox 396">
              <a:extLst>
                <a:ext uri="{FF2B5EF4-FFF2-40B4-BE49-F238E27FC236}">
                  <a16:creationId xmlns:a16="http://schemas.microsoft.com/office/drawing/2014/main" id="{1B765EDB-8C63-A165-E486-3E057C852AC3}"/>
                </a:ext>
              </a:extLst>
            </p:cNvPr>
            <p:cNvSpPr txBox="1"/>
            <p:nvPr/>
          </p:nvSpPr>
          <p:spPr>
            <a:xfrm>
              <a:off x="10042807" y="2181727"/>
              <a:ext cx="647934" cy="246221"/>
            </a:xfrm>
            <a:prstGeom prst="rect">
              <a:avLst/>
            </a:prstGeom>
            <a:noFill/>
            <a:ln>
              <a:noFill/>
            </a:ln>
          </p:spPr>
          <p:txBody>
            <a:bodyPr wrap="none" rtlCol="0">
              <a:spAutoFit/>
            </a:bodyPr>
            <a:lstStyle/>
            <a:p>
              <a:r>
                <a:rPr lang="en-US" sz="1000" i="1" dirty="0" err="1"/>
                <a:t>tstdvdnd</a:t>
              </a:r>
              <a:endParaRPr lang="en-US" sz="1000" i="1" dirty="0"/>
            </a:p>
          </p:txBody>
        </p:sp>
        <p:sp>
          <p:nvSpPr>
            <p:cNvPr id="398" name="TextBox 397">
              <a:extLst>
                <a:ext uri="{FF2B5EF4-FFF2-40B4-BE49-F238E27FC236}">
                  <a16:creationId xmlns:a16="http://schemas.microsoft.com/office/drawing/2014/main" id="{1259AB4D-B779-C397-D0A4-762DAA61820C}"/>
                </a:ext>
              </a:extLst>
            </p:cNvPr>
            <p:cNvSpPr txBox="1"/>
            <p:nvPr/>
          </p:nvSpPr>
          <p:spPr>
            <a:xfrm>
              <a:off x="9563333" y="2721023"/>
              <a:ext cx="619080" cy="246221"/>
            </a:xfrm>
            <a:prstGeom prst="rect">
              <a:avLst/>
            </a:prstGeom>
            <a:noFill/>
            <a:ln>
              <a:noFill/>
            </a:ln>
          </p:spPr>
          <p:txBody>
            <a:bodyPr wrap="none" rtlCol="0">
              <a:spAutoFit/>
            </a:bodyPr>
            <a:lstStyle/>
            <a:p>
              <a:r>
                <a:rPr lang="en-US" sz="1000" i="1" dirty="0" err="1"/>
                <a:t>restorex</a:t>
              </a:r>
              <a:endParaRPr lang="en-US" sz="1000" i="1" dirty="0"/>
            </a:p>
          </p:txBody>
        </p:sp>
        <p:sp>
          <p:nvSpPr>
            <p:cNvPr id="399" name="TextBox 398">
              <a:extLst>
                <a:ext uri="{FF2B5EF4-FFF2-40B4-BE49-F238E27FC236}">
                  <a16:creationId xmlns:a16="http://schemas.microsoft.com/office/drawing/2014/main" id="{0A2822CF-0456-324D-2658-4A9189084FA5}"/>
                </a:ext>
              </a:extLst>
            </p:cNvPr>
            <p:cNvSpPr txBox="1"/>
            <p:nvPr/>
          </p:nvSpPr>
          <p:spPr>
            <a:xfrm>
              <a:off x="9459755" y="870781"/>
              <a:ext cx="795411" cy="553998"/>
            </a:xfrm>
            <a:prstGeom prst="rect">
              <a:avLst/>
            </a:prstGeom>
            <a:noFill/>
            <a:ln>
              <a:solidFill>
                <a:schemeClr val="tx1"/>
              </a:solidFill>
            </a:ln>
          </p:spPr>
          <p:txBody>
            <a:bodyPr wrap="none" rtlCol="0">
              <a:spAutoFit/>
            </a:bodyPr>
            <a:lstStyle/>
            <a:p>
              <a:pPr algn="ctr"/>
              <a:r>
                <a:rPr lang="en-US" sz="1000" dirty="0" err="1"/>
                <a:t>Qreg</a:t>
              </a:r>
              <a:r>
                <a:rPr lang="en-US" sz="1000" dirty="0"/>
                <a:t> = </a:t>
              </a:r>
              <a:r>
                <a:rPr lang="en-US" sz="1000" dirty="0" err="1"/>
                <a:t>Yreg</a:t>
              </a:r>
              <a:endParaRPr lang="en-US" sz="1000" dirty="0"/>
            </a:p>
            <a:p>
              <a:pPr algn="ctr"/>
              <a:r>
                <a:rPr lang="en-US" sz="1000" dirty="0" err="1"/>
                <a:t>Yreg</a:t>
              </a:r>
              <a:r>
                <a:rPr lang="en-US" sz="1000" dirty="0"/>
                <a:t> = </a:t>
              </a:r>
              <a:r>
                <a:rPr lang="en-US" sz="1000" dirty="0" err="1"/>
                <a:t>Xreg</a:t>
              </a:r>
              <a:endParaRPr lang="en-US" sz="1000" dirty="0"/>
            </a:p>
            <a:p>
              <a:pPr algn="ctr"/>
              <a:r>
                <a:rPr lang="en-US" sz="1000" dirty="0" err="1"/>
                <a:t>Xreg</a:t>
              </a:r>
              <a:r>
                <a:rPr lang="en-US" sz="1000" dirty="0"/>
                <a:t> = 0</a:t>
              </a:r>
            </a:p>
          </p:txBody>
        </p:sp>
        <p:cxnSp>
          <p:nvCxnSpPr>
            <p:cNvPr id="401" name="Straight Arrow Connector 400">
              <a:extLst>
                <a:ext uri="{FF2B5EF4-FFF2-40B4-BE49-F238E27FC236}">
                  <a16:creationId xmlns:a16="http://schemas.microsoft.com/office/drawing/2014/main" id="{EA5629EB-5A42-2391-C056-AE1B2C59F4CC}"/>
                </a:ext>
              </a:extLst>
            </p:cNvPr>
            <p:cNvCxnSpPr>
              <a:cxnSpLocks/>
              <a:stCxn id="399" idx="2"/>
              <a:endCxn id="385" idx="0"/>
            </p:cNvCxnSpPr>
            <p:nvPr/>
          </p:nvCxnSpPr>
          <p:spPr>
            <a:xfrm flipH="1">
              <a:off x="9854758" y="1424779"/>
              <a:ext cx="2703" cy="275893"/>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06" name="TextBox 405">
              <a:extLst>
                <a:ext uri="{FF2B5EF4-FFF2-40B4-BE49-F238E27FC236}">
                  <a16:creationId xmlns:a16="http://schemas.microsoft.com/office/drawing/2014/main" id="{FEEE7D8A-9E4A-5496-279F-82BE26234F65}"/>
                </a:ext>
              </a:extLst>
            </p:cNvPr>
            <p:cNvSpPr txBox="1"/>
            <p:nvPr/>
          </p:nvSpPr>
          <p:spPr>
            <a:xfrm>
              <a:off x="9593850" y="486647"/>
              <a:ext cx="516488" cy="400110"/>
            </a:xfrm>
            <a:prstGeom prst="rect">
              <a:avLst/>
            </a:prstGeom>
            <a:noFill/>
            <a:ln>
              <a:noFill/>
            </a:ln>
          </p:spPr>
          <p:txBody>
            <a:bodyPr wrap="none" rtlCol="0">
              <a:spAutoFit/>
            </a:bodyPr>
            <a:lstStyle/>
            <a:p>
              <a:r>
                <a:rPr lang="en-US" sz="2000" dirty="0"/>
                <a:t>Div</a:t>
              </a:r>
            </a:p>
          </p:txBody>
        </p:sp>
        <p:sp>
          <p:nvSpPr>
            <p:cNvPr id="410" name="TextBox 409">
              <a:extLst>
                <a:ext uri="{FF2B5EF4-FFF2-40B4-BE49-F238E27FC236}">
                  <a16:creationId xmlns:a16="http://schemas.microsoft.com/office/drawing/2014/main" id="{96F7CBC2-0B88-A365-2C78-83A3C7120AB6}"/>
                </a:ext>
              </a:extLst>
            </p:cNvPr>
            <p:cNvSpPr txBox="1"/>
            <p:nvPr/>
          </p:nvSpPr>
          <p:spPr>
            <a:xfrm>
              <a:off x="10820226" y="4299203"/>
              <a:ext cx="609462" cy="246221"/>
            </a:xfrm>
            <a:prstGeom prst="rect">
              <a:avLst/>
            </a:prstGeom>
            <a:noFill/>
            <a:ln>
              <a:noFill/>
            </a:ln>
          </p:spPr>
          <p:txBody>
            <a:bodyPr wrap="none" rtlCol="0">
              <a:spAutoFit/>
            </a:bodyPr>
            <a:lstStyle/>
            <a:p>
              <a:r>
                <a:rPr lang="en-US" sz="1000" i="1" dirty="0"/>
                <a:t>Pass 1-8</a:t>
              </a:r>
            </a:p>
          </p:txBody>
        </p:sp>
        <p:sp>
          <p:nvSpPr>
            <p:cNvPr id="411" name="TextBox 410">
              <a:extLst>
                <a:ext uri="{FF2B5EF4-FFF2-40B4-BE49-F238E27FC236}">
                  <a16:creationId xmlns:a16="http://schemas.microsoft.com/office/drawing/2014/main" id="{E31E76B1-41AB-F9C1-14E0-E39DA34F39AE}"/>
                </a:ext>
              </a:extLst>
            </p:cNvPr>
            <p:cNvSpPr txBox="1"/>
            <p:nvPr/>
          </p:nvSpPr>
          <p:spPr>
            <a:xfrm>
              <a:off x="10366774" y="3736215"/>
              <a:ext cx="748923" cy="246221"/>
            </a:xfrm>
            <a:prstGeom prst="rect">
              <a:avLst/>
            </a:prstGeom>
            <a:noFill/>
            <a:ln>
              <a:noFill/>
            </a:ln>
          </p:spPr>
          <p:txBody>
            <a:bodyPr wrap="none" rtlCol="0">
              <a:spAutoFit/>
            </a:bodyPr>
            <a:lstStyle/>
            <a:p>
              <a:r>
                <a:rPr lang="en-US" sz="1000" i="1" dirty="0"/>
                <a:t>Outer loop</a:t>
              </a:r>
            </a:p>
          </p:txBody>
        </p:sp>
        <p:sp>
          <p:nvSpPr>
            <p:cNvPr id="3" name="TextBox 2">
              <a:extLst>
                <a:ext uri="{FF2B5EF4-FFF2-40B4-BE49-F238E27FC236}">
                  <a16:creationId xmlns:a16="http://schemas.microsoft.com/office/drawing/2014/main" id="{C7304F56-340D-2690-19E9-CD5C934E15E1}"/>
                </a:ext>
              </a:extLst>
            </p:cNvPr>
            <p:cNvSpPr txBox="1"/>
            <p:nvPr/>
          </p:nvSpPr>
          <p:spPr>
            <a:xfrm>
              <a:off x="9245730" y="4572880"/>
              <a:ext cx="513282" cy="246221"/>
            </a:xfrm>
            <a:prstGeom prst="rect">
              <a:avLst/>
            </a:prstGeom>
            <a:noFill/>
            <a:ln>
              <a:noFill/>
            </a:ln>
          </p:spPr>
          <p:txBody>
            <a:bodyPr wrap="none" rtlCol="0">
              <a:spAutoFit/>
            </a:bodyPr>
            <a:lstStyle/>
            <a:p>
              <a:r>
                <a:rPr lang="en-US" sz="1000" dirty="0"/>
                <a:t>!</a:t>
              </a:r>
              <a:r>
                <a:rPr lang="en-US" sz="1000" dirty="0" err="1"/>
                <a:t>isNeg</a:t>
              </a:r>
              <a:endParaRPr lang="en-US" sz="1000" dirty="0"/>
            </a:p>
          </p:txBody>
        </p:sp>
        <p:sp>
          <p:nvSpPr>
            <p:cNvPr id="4" name="TextBox 3">
              <a:extLst>
                <a:ext uri="{FF2B5EF4-FFF2-40B4-BE49-F238E27FC236}">
                  <a16:creationId xmlns:a16="http://schemas.microsoft.com/office/drawing/2014/main" id="{3C4F01E5-7DF9-BEB1-6814-DC15A7783869}"/>
                </a:ext>
              </a:extLst>
            </p:cNvPr>
            <p:cNvSpPr txBox="1"/>
            <p:nvPr/>
          </p:nvSpPr>
          <p:spPr>
            <a:xfrm>
              <a:off x="10044614" y="2387810"/>
              <a:ext cx="513282" cy="246221"/>
            </a:xfrm>
            <a:prstGeom prst="rect">
              <a:avLst/>
            </a:prstGeom>
            <a:noFill/>
            <a:ln>
              <a:noFill/>
            </a:ln>
          </p:spPr>
          <p:txBody>
            <a:bodyPr wrap="none" rtlCol="0">
              <a:spAutoFit/>
            </a:bodyPr>
            <a:lstStyle/>
            <a:p>
              <a:r>
                <a:rPr lang="en-US" sz="1000" dirty="0"/>
                <a:t>!</a:t>
              </a:r>
              <a:r>
                <a:rPr lang="en-US" sz="1000" dirty="0" err="1"/>
                <a:t>isNeg</a:t>
              </a:r>
              <a:endParaRPr lang="en-US" sz="1000" dirty="0"/>
            </a:p>
          </p:txBody>
        </p:sp>
      </p:grpSp>
    </p:spTree>
    <p:extLst>
      <p:ext uri="{BB962C8B-B14F-4D97-AF65-F5344CB8AC3E}">
        <p14:creationId xmlns:p14="http://schemas.microsoft.com/office/powerpoint/2010/main" val="31675098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 name="TextBox 329">
            <a:extLst>
              <a:ext uri="{FF2B5EF4-FFF2-40B4-BE49-F238E27FC236}">
                <a16:creationId xmlns:a16="http://schemas.microsoft.com/office/drawing/2014/main" id="{08363CEC-E307-3D30-2C0D-51FC36870637}"/>
              </a:ext>
            </a:extLst>
          </p:cNvPr>
          <p:cNvSpPr txBox="1"/>
          <p:nvPr/>
        </p:nvSpPr>
        <p:spPr>
          <a:xfrm>
            <a:off x="3460620" y="5026732"/>
            <a:ext cx="3945441" cy="1015663"/>
          </a:xfrm>
          <a:prstGeom prst="rect">
            <a:avLst/>
          </a:prstGeom>
          <a:noFill/>
          <a:ln>
            <a:noFill/>
          </a:ln>
        </p:spPr>
        <p:txBody>
          <a:bodyPr wrap="square" rtlCol="0">
            <a:spAutoFit/>
          </a:bodyPr>
          <a:lstStyle/>
          <a:p>
            <a:r>
              <a:rPr lang="en-US" sz="1000" dirty="0"/>
              <a:t>Mult  </a:t>
            </a:r>
          </a:p>
          <a:p>
            <a:r>
              <a:rPr lang="en-US" sz="1000" dirty="0"/>
              <a:t>Pos Exp:  </a:t>
            </a:r>
            <a:r>
              <a:rPr lang="en-US" sz="1000" dirty="0" err="1"/>
              <a:t>XDp</a:t>
            </a:r>
            <a:r>
              <a:rPr lang="en-US" sz="1000" dirty="0"/>
              <a:t> placement is initialized by </a:t>
            </a:r>
            <a:r>
              <a:rPr lang="en-US" sz="1000" dirty="0" err="1"/>
              <a:t>Sexp</a:t>
            </a:r>
            <a:r>
              <a:rPr lang="en-US" sz="1000" dirty="0"/>
              <a:t>.  Incremented once (</a:t>
            </a:r>
            <a:r>
              <a:rPr lang="en-US" sz="1000" dirty="0" err="1"/>
              <a:t>XDp</a:t>
            </a:r>
            <a:r>
              <a:rPr lang="en-US" sz="1000" dirty="0"/>
              <a:t> shifted right one digit) if the final Mult loop leaves a non-zero accumulation of </a:t>
            </a:r>
            <a:r>
              <a:rPr lang="en-US" sz="1000" dirty="0" err="1"/>
              <a:t>CarryOs</a:t>
            </a:r>
            <a:r>
              <a:rPr lang="en-US" sz="1000" dirty="0"/>
              <a:t> in X9.</a:t>
            </a:r>
          </a:p>
          <a:p>
            <a:r>
              <a:rPr lang="en-US" sz="1000" dirty="0"/>
              <a:t>Neg Exp:  </a:t>
            </a:r>
            <a:r>
              <a:rPr lang="en-US" sz="1000" dirty="0" err="1"/>
              <a:t>XDp</a:t>
            </a:r>
            <a:r>
              <a:rPr lang="en-US" sz="1000" dirty="0"/>
              <a:t> placed in left most position.  </a:t>
            </a:r>
            <a:r>
              <a:rPr lang="en-US" sz="1000" dirty="0" err="1"/>
              <a:t>Sexp</a:t>
            </a:r>
            <a:r>
              <a:rPr lang="en-US" sz="1000" dirty="0"/>
              <a:t> number of leading zeros right shifted into MSD of product, losing right most digits for each shift.</a:t>
            </a:r>
          </a:p>
        </p:txBody>
      </p:sp>
      <p:sp>
        <p:nvSpPr>
          <p:cNvPr id="331" name="TextBox 330">
            <a:extLst>
              <a:ext uri="{FF2B5EF4-FFF2-40B4-BE49-F238E27FC236}">
                <a16:creationId xmlns:a16="http://schemas.microsoft.com/office/drawing/2014/main" id="{157D2940-ECF1-9C01-DC61-CDEF7752D169}"/>
              </a:ext>
            </a:extLst>
          </p:cNvPr>
          <p:cNvSpPr txBox="1"/>
          <p:nvPr/>
        </p:nvSpPr>
        <p:spPr>
          <a:xfrm>
            <a:off x="7715979" y="5023412"/>
            <a:ext cx="3918941" cy="1169551"/>
          </a:xfrm>
          <a:prstGeom prst="rect">
            <a:avLst/>
          </a:prstGeom>
          <a:noFill/>
          <a:ln>
            <a:noFill/>
          </a:ln>
        </p:spPr>
        <p:txBody>
          <a:bodyPr wrap="square" rtlCol="0">
            <a:spAutoFit/>
          </a:bodyPr>
          <a:lstStyle/>
          <a:p>
            <a:r>
              <a:rPr lang="en-US" sz="1000" dirty="0"/>
              <a:t>Div:  </a:t>
            </a:r>
          </a:p>
          <a:p>
            <a:r>
              <a:rPr lang="en-US" sz="1000" dirty="0"/>
              <a:t>Pos Exp:  </a:t>
            </a:r>
            <a:r>
              <a:rPr lang="en-US" sz="1000" dirty="0" err="1"/>
              <a:t>XDp</a:t>
            </a:r>
            <a:r>
              <a:rPr lang="en-US" sz="1000" dirty="0"/>
              <a:t> placement is initialized by </a:t>
            </a:r>
            <a:r>
              <a:rPr lang="en-US" sz="1000" dirty="0" err="1"/>
              <a:t>Dexp</a:t>
            </a:r>
            <a:r>
              <a:rPr lang="en-US" sz="1000" dirty="0"/>
              <a:t>.  Decremented once (</a:t>
            </a:r>
            <a:r>
              <a:rPr lang="en-US" sz="1000" dirty="0" err="1"/>
              <a:t>XDp</a:t>
            </a:r>
            <a:r>
              <a:rPr lang="en-US" sz="1000" dirty="0"/>
              <a:t> shifted left one digit) if the minimum number of dividend digits needed to subtract the divisor with a positive result is one more than the divisor digits.</a:t>
            </a:r>
          </a:p>
          <a:p>
            <a:r>
              <a:rPr lang="en-US" sz="1000" dirty="0" err="1"/>
              <a:t>NegExp</a:t>
            </a:r>
            <a:r>
              <a:rPr lang="en-US" sz="1000" dirty="0"/>
              <a:t>:  </a:t>
            </a:r>
            <a:r>
              <a:rPr lang="en-US" sz="1000" dirty="0" err="1"/>
              <a:t>XDp</a:t>
            </a:r>
            <a:r>
              <a:rPr lang="en-US" sz="1000" dirty="0"/>
              <a:t> placed in left most position.  </a:t>
            </a:r>
            <a:r>
              <a:rPr lang="en-US" sz="1000" dirty="0" err="1"/>
              <a:t>Dexp</a:t>
            </a:r>
            <a:r>
              <a:rPr lang="en-US" sz="1000" dirty="0"/>
              <a:t> number of leading zeros right shifted into MSD, losing rightmost digits for each shift.</a:t>
            </a:r>
          </a:p>
        </p:txBody>
      </p:sp>
      <p:sp>
        <p:nvSpPr>
          <p:cNvPr id="339" name="TextBox 338">
            <a:extLst>
              <a:ext uri="{FF2B5EF4-FFF2-40B4-BE49-F238E27FC236}">
                <a16:creationId xmlns:a16="http://schemas.microsoft.com/office/drawing/2014/main" id="{2C833C3A-D7CF-D34D-2D24-7B179535A805}"/>
              </a:ext>
            </a:extLst>
          </p:cNvPr>
          <p:cNvSpPr txBox="1"/>
          <p:nvPr/>
        </p:nvSpPr>
        <p:spPr>
          <a:xfrm>
            <a:off x="410812" y="5033864"/>
            <a:ext cx="3012642" cy="553998"/>
          </a:xfrm>
          <a:prstGeom prst="rect">
            <a:avLst/>
          </a:prstGeom>
          <a:noFill/>
          <a:ln>
            <a:noFill/>
          </a:ln>
        </p:spPr>
        <p:txBody>
          <a:bodyPr wrap="square" rtlCol="0">
            <a:spAutoFit/>
          </a:bodyPr>
          <a:lstStyle/>
          <a:p>
            <a:r>
              <a:rPr lang="en-US" sz="1000" dirty="0"/>
              <a:t>Add/Sub:</a:t>
            </a:r>
          </a:p>
          <a:p>
            <a:r>
              <a:rPr lang="en-US" sz="1000" dirty="0"/>
              <a:t>If </a:t>
            </a:r>
            <a:r>
              <a:rPr lang="en-US" sz="1000" dirty="0" err="1"/>
              <a:t>Dexp</a:t>
            </a:r>
            <a:r>
              <a:rPr lang="en-US" sz="1000" dirty="0"/>
              <a:t> &lt;= 0, then </a:t>
            </a:r>
            <a:r>
              <a:rPr lang="en-US" sz="1000" dirty="0" err="1"/>
              <a:t>XDp</a:t>
            </a:r>
            <a:r>
              <a:rPr lang="en-US" sz="1000" dirty="0"/>
              <a:t> = </a:t>
            </a:r>
            <a:r>
              <a:rPr lang="en-US" sz="1000" dirty="0" err="1"/>
              <a:t>XDp</a:t>
            </a:r>
            <a:r>
              <a:rPr lang="en-US" sz="1000" dirty="0"/>
              <a:t>(Op2) else </a:t>
            </a:r>
            <a:r>
              <a:rPr lang="en-US" sz="1000" dirty="0" err="1"/>
              <a:t>XDp</a:t>
            </a:r>
            <a:r>
              <a:rPr lang="en-US" sz="1000" dirty="0"/>
              <a:t> =  </a:t>
            </a:r>
            <a:r>
              <a:rPr lang="en-US" sz="1000" dirty="0" err="1"/>
              <a:t>XDp</a:t>
            </a:r>
            <a:r>
              <a:rPr lang="en-US" sz="1000" dirty="0"/>
              <a:t>(Op2) + </a:t>
            </a:r>
            <a:r>
              <a:rPr lang="en-US" sz="1000" dirty="0" err="1"/>
              <a:t>Dexp</a:t>
            </a:r>
            <a:r>
              <a:rPr lang="en-US" sz="1000" dirty="0"/>
              <a:t>.</a:t>
            </a:r>
          </a:p>
        </p:txBody>
      </p:sp>
      <p:sp>
        <p:nvSpPr>
          <p:cNvPr id="340" name="TextBox 339">
            <a:extLst>
              <a:ext uri="{FF2B5EF4-FFF2-40B4-BE49-F238E27FC236}">
                <a16:creationId xmlns:a16="http://schemas.microsoft.com/office/drawing/2014/main" id="{CD7B56D0-AC60-4B68-F773-9CD6B9FFB4A6}"/>
              </a:ext>
            </a:extLst>
          </p:cNvPr>
          <p:cNvSpPr txBox="1"/>
          <p:nvPr/>
        </p:nvSpPr>
        <p:spPr>
          <a:xfrm>
            <a:off x="457200" y="324196"/>
            <a:ext cx="2594108" cy="707886"/>
          </a:xfrm>
          <a:prstGeom prst="rect">
            <a:avLst/>
          </a:prstGeom>
          <a:noFill/>
          <a:ln>
            <a:noFill/>
          </a:ln>
        </p:spPr>
        <p:txBody>
          <a:bodyPr wrap="none" rtlCol="0">
            <a:spAutoFit/>
          </a:bodyPr>
          <a:lstStyle/>
          <a:p>
            <a:r>
              <a:rPr lang="en-US" sz="2000" dirty="0"/>
              <a:t>Exponent Computation</a:t>
            </a:r>
          </a:p>
          <a:p>
            <a:r>
              <a:rPr lang="en-US" sz="2000" dirty="0"/>
              <a:t>(</a:t>
            </a:r>
            <a:r>
              <a:rPr lang="en-US" sz="2000" dirty="0" err="1"/>
              <a:t>XDp</a:t>
            </a:r>
            <a:r>
              <a:rPr lang="en-US" sz="2000" dirty="0"/>
              <a:t> Placement)</a:t>
            </a:r>
          </a:p>
        </p:txBody>
      </p:sp>
      <p:grpSp>
        <p:nvGrpSpPr>
          <p:cNvPr id="26" name="Group 25">
            <a:extLst>
              <a:ext uri="{FF2B5EF4-FFF2-40B4-BE49-F238E27FC236}">
                <a16:creationId xmlns:a16="http://schemas.microsoft.com/office/drawing/2014/main" id="{A7FD1D42-BF33-6085-F53A-9198B5405C76}"/>
              </a:ext>
            </a:extLst>
          </p:cNvPr>
          <p:cNvGrpSpPr/>
          <p:nvPr/>
        </p:nvGrpSpPr>
        <p:grpSpPr>
          <a:xfrm>
            <a:off x="3175975" y="936481"/>
            <a:ext cx="8437461" cy="3533568"/>
            <a:chOff x="3175975" y="936481"/>
            <a:chExt cx="8437461" cy="3533568"/>
          </a:xfrm>
        </p:grpSpPr>
        <p:cxnSp>
          <p:nvCxnSpPr>
            <p:cNvPr id="69" name="Straight Arrow Connector 68">
              <a:extLst>
                <a:ext uri="{FF2B5EF4-FFF2-40B4-BE49-F238E27FC236}">
                  <a16:creationId xmlns:a16="http://schemas.microsoft.com/office/drawing/2014/main" id="{1B03D582-BFF8-DF6B-2F49-109E6FCD9A12}"/>
                </a:ext>
              </a:extLst>
            </p:cNvPr>
            <p:cNvCxnSpPr>
              <a:cxnSpLocks/>
              <a:stCxn id="111" idx="2"/>
              <a:endCxn id="74" idx="0"/>
            </p:cNvCxnSpPr>
            <p:nvPr/>
          </p:nvCxnSpPr>
          <p:spPr>
            <a:xfrm>
              <a:off x="4203052" y="1191329"/>
              <a:ext cx="928412" cy="50313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F6A20067-14B1-BDFF-1FEA-2202976860E6}"/>
                </a:ext>
              </a:extLst>
            </p:cNvPr>
            <p:cNvCxnSpPr>
              <a:cxnSpLocks/>
              <a:stCxn id="111" idx="2"/>
              <a:endCxn id="81" idx="0"/>
            </p:cNvCxnSpPr>
            <p:nvPr/>
          </p:nvCxnSpPr>
          <p:spPr>
            <a:xfrm flipH="1">
              <a:off x="3509872" y="1191329"/>
              <a:ext cx="693180" cy="50313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41998F71-F8C6-9085-07E5-82F87E59AF5B}"/>
                </a:ext>
              </a:extLst>
            </p:cNvPr>
            <p:cNvSpPr txBox="1"/>
            <p:nvPr/>
          </p:nvSpPr>
          <p:spPr>
            <a:xfrm>
              <a:off x="4894059" y="1694460"/>
              <a:ext cx="474810" cy="246221"/>
            </a:xfrm>
            <a:prstGeom prst="rect">
              <a:avLst/>
            </a:prstGeom>
            <a:noFill/>
            <a:ln>
              <a:solidFill>
                <a:schemeClr val="tx1"/>
              </a:solidFill>
            </a:ln>
          </p:spPr>
          <p:txBody>
            <a:bodyPr wrap="none" rtlCol="0">
              <a:spAutoFit/>
            </a:bodyPr>
            <a:lstStyle/>
            <a:p>
              <a:r>
                <a:rPr lang="en-US" sz="1000" dirty="0" err="1"/>
                <a:t>FixDp</a:t>
              </a:r>
              <a:endParaRPr lang="en-US" sz="1000" dirty="0"/>
            </a:p>
          </p:txBody>
        </p:sp>
        <p:sp>
          <p:nvSpPr>
            <p:cNvPr id="81" name="TextBox 80">
              <a:extLst>
                <a:ext uri="{FF2B5EF4-FFF2-40B4-BE49-F238E27FC236}">
                  <a16:creationId xmlns:a16="http://schemas.microsoft.com/office/drawing/2014/main" id="{01C2430B-68C8-116A-D263-1AFA55E27591}"/>
                </a:ext>
              </a:extLst>
            </p:cNvPr>
            <p:cNvSpPr txBox="1"/>
            <p:nvPr/>
          </p:nvSpPr>
          <p:spPr>
            <a:xfrm>
              <a:off x="3186205" y="1694460"/>
              <a:ext cx="647333" cy="400110"/>
            </a:xfrm>
            <a:prstGeom prst="rect">
              <a:avLst/>
            </a:prstGeom>
            <a:noFill/>
            <a:ln>
              <a:solidFill>
                <a:schemeClr val="tx1"/>
              </a:solidFill>
            </a:ln>
          </p:spPr>
          <p:txBody>
            <a:bodyPr wrap="square" rtlCol="0">
              <a:spAutoFit/>
            </a:bodyPr>
            <a:lstStyle/>
            <a:p>
              <a:r>
                <a:rPr lang="en-US" sz="1000" dirty="0" err="1"/>
                <a:t>Sexp</a:t>
              </a:r>
              <a:r>
                <a:rPr lang="en-US" sz="1000" dirty="0"/>
                <a:t> + +</a:t>
              </a:r>
            </a:p>
            <a:p>
              <a:r>
                <a:rPr lang="en-US" sz="1000" dirty="0" err="1"/>
                <a:t>Dexp</a:t>
              </a:r>
              <a:r>
                <a:rPr lang="en-US" sz="1000" dirty="0"/>
                <a:t> + +</a:t>
              </a:r>
            </a:p>
          </p:txBody>
        </p:sp>
        <p:sp>
          <p:nvSpPr>
            <p:cNvPr id="84" name="TextBox 83">
              <a:extLst>
                <a:ext uri="{FF2B5EF4-FFF2-40B4-BE49-F238E27FC236}">
                  <a16:creationId xmlns:a16="http://schemas.microsoft.com/office/drawing/2014/main" id="{F5AADCC0-3FBD-40C8-0D80-8AAFAEFE63FB}"/>
                </a:ext>
              </a:extLst>
            </p:cNvPr>
            <p:cNvSpPr txBox="1"/>
            <p:nvPr/>
          </p:nvSpPr>
          <p:spPr>
            <a:xfrm>
              <a:off x="3815107" y="1409320"/>
              <a:ext cx="349776" cy="246221"/>
            </a:xfrm>
            <a:prstGeom prst="rect">
              <a:avLst/>
            </a:prstGeom>
            <a:noFill/>
            <a:ln>
              <a:noFill/>
            </a:ln>
          </p:spPr>
          <p:txBody>
            <a:bodyPr wrap="none" rtlCol="0">
              <a:spAutoFit/>
            </a:bodyPr>
            <a:lstStyle/>
            <a:p>
              <a:r>
                <a:rPr lang="en-US" sz="1000" dirty="0"/>
                <a:t>1:9</a:t>
              </a:r>
            </a:p>
          </p:txBody>
        </p:sp>
        <p:sp>
          <p:nvSpPr>
            <p:cNvPr id="85" name="TextBox 84">
              <a:extLst>
                <a:ext uri="{FF2B5EF4-FFF2-40B4-BE49-F238E27FC236}">
                  <a16:creationId xmlns:a16="http://schemas.microsoft.com/office/drawing/2014/main" id="{2A505C86-2FD2-F023-543D-37A054A6CE7D}"/>
                </a:ext>
              </a:extLst>
            </p:cNvPr>
            <p:cNvSpPr txBox="1"/>
            <p:nvPr/>
          </p:nvSpPr>
          <p:spPr>
            <a:xfrm>
              <a:off x="4615575" y="1042640"/>
              <a:ext cx="250390" cy="246221"/>
            </a:xfrm>
            <a:prstGeom prst="rect">
              <a:avLst/>
            </a:prstGeom>
            <a:noFill/>
            <a:ln>
              <a:noFill/>
            </a:ln>
          </p:spPr>
          <p:txBody>
            <a:bodyPr wrap="none" rtlCol="0">
              <a:spAutoFit/>
            </a:bodyPr>
            <a:lstStyle/>
            <a:p>
              <a:r>
                <a:rPr lang="en-US" sz="1000" dirty="0"/>
                <a:t>0</a:t>
              </a:r>
            </a:p>
          </p:txBody>
        </p:sp>
        <p:sp>
          <p:nvSpPr>
            <p:cNvPr id="86" name="TextBox 85">
              <a:extLst>
                <a:ext uri="{FF2B5EF4-FFF2-40B4-BE49-F238E27FC236}">
                  <a16:creationId xmlns:a16="http://schemas.microsoft.com/office/drawing/2014/main" id="{B3AA20AC-649E-84AB-78EF-4B53C8DF6BBC}"/>
                </a:ext>
              </a:extLst>
            </p:cNvPr>
            <p:cNvSpPr txBox="1"/>
            <p:nvPr/>
          </p:nvSpPr>
          <p:spPr>
            <a:xfrm>
              <a:off x="4267325" y="1403332"/>
              <a:ext cx="330540" cy="246221"/>
            </a:xfrm>
            <a:prstGeom prst="rect">
              <a:avLst/>
            </a:prstGeom>
            <a:noFill/>
            <a:ln>
              <a:noFill/>
            </a:ln>
          </p:spPr>
          <p:txBody>
            <a:bodyPr wrap="none" rtlCol="0">
              <a:spAutoFit/>
            </a:bodyPr>
            <a:lstStyle/>
            <a:p>
              <a:r>
                <a:rPr lang="en-US" sz="1000" dirty="0" err="1"/>
                <a:t>Dp</a:t>
              </a:r>
              <a:endParaRPr lang="en-US" sz="1000" dirty="0"/>
            </a:p>
          </p:txBody>
        </p:sp>
        <p:cxnSp>
          <p:nvCxnSpPr>
            <p:cNvPr id="89" name="Straight Arrow Connector 88">
              <a:extLst>
                <a:ext uri="{FF2B5EF4-FFF2-40B4-BE49-F238E27FC236}">
                  <a16:creationId xmlns:a16="http://schemas.microsoft.com/office/drawing/2014/main" id="{B818E377-3110-B19D-36CF-A6874F27FFE5}"/>
                </a:ext>
              </a:extLst>
            </p:cNvPr>
            <p:cNvCxnSpPr>
              <a:cxnSpLocks/>
              <a:stCxn id="81" idx="2"/>
              <a:endCxn id="107" idx="0"/>
            </p:cNvCxnSpPr>
            <p:nvPr/>
          </p:nvCxnSpPr>
          <p:spPr>
            <a:xfrm flipH="1">
              <a:off x="3507571" y="2094570"/>
              <a:ext cx="2301" cy="205495"/>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CA2A50EF-646E-30C8-8EA6-8AB93979B9B2}"/>
                </a:ext>
              </a:extLst>
            </p:cNvPr>
            <p:cNvCxnSpPr>
              <a:cxnSpLocks/>
            </p:cNvCxnSpPr>
            <p:nvPr/>
          </p:nvCxnSpPr>
          <p:spPr>
            <a:xfrm flipV="1">
              <a:off x="3809516" y="2421988"/>
              <a:ext cx="222471" cy="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821E989-707D-96EE-6EE9-D7BA9CD67349}"/>
                </a:ext>
              </a:extLst>
            </p:cNvPr>
            <p:cNvCxnSpPr>
              <a:cxnSpLocks/>
            </p:cNvCxnSpPr>
            <p:nvPr/>
          </p:nvCxnSpPr>
          <p:spPr>
            <a:xfrm flipV="1">
              <a:off x="4030619" y="1894515"/>
              <a:ext cx="0" cy="52137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21808235-7914-FFC1-5847-48C7B7F8099D}"/>
                </a:ext>
              </a:extLst>
            </p:cNvPr>
            <p:cNvCxnSpPr>
              <a:cxnSpLocks/>
              <a:endCxn id="81" idx="3"/>
            </p:cNvCxnSpPr>
            <p:nvPr/>
          </p:nvCxnSpPr>
          <p:spPr>
            <a:xfrm flipH="1">
              <a:off x="3833538" y="1894515"/>
              <a:ext cx="197081"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D70E08AE-A30E-0AC9-11E5-91039A438544}"/>
                </a:ext>
              </a:extLst>
            </p:cNvPr>
            <p:cNvSpPr txBox="1"/>
            <p:nvPr/>
          </p:nvSpPr>
          <p:spPr>
            <a:xfrm>
              <a:off x="3965581" y="2092742"/>
              <a:ext cx="349776" cy="246221"/>
            </a:xfrm>
            <a:prstGeom prst="rect">
              <a:avLst/>
            </a:prstGeom>
            <a:noFill/>
            <a:ln>
              <a:noFill/>
            </a:ln>
          </p:spPr>
          <p:txBody>
            <a:bodyPr wrap="none" rtlCol="0">
              <a:spAutoFit/>
            </a:bodyPr>
            <a:lstStyle/>
            <a:p>
              <a:r>
                <a:rPr lang="en-US" sz="1000" dirty="0"/>
                <a:t>0:9</a:t>
              </a:r>
            </a:p>
          </p:txBody>
        </p:sp>
        <p:sp>
          <p:nvSpPr>
            <p:cNvPr id="101" name="TextBox 100">
              <a:extLst>
                <a:ext uri="{FF2B5EF4-FFF2-40B4-BE49-F238E27FC236}">
                  <a16:creationId xmlns:a16="http://schemas.microsoft.com/office/drawing/2014/main" id="{640AB952-2836-23B5-BF8E-44A6B7B17933}"/>
                </a:ext>
              </a:extLst>
            </p:cNvPr>
            <p:cNvSpPr txBox="1"/>
            <p:nvPr/>
          </p:nvSpPr>
          <p:spPr>
            <a:xfrm>
              <a:off x="3208174" y="2902737"/>
              <a:ext cx="610969" cy="553998"/>
            </a:xfrm>
            <a:prstGeom prst="rect">
              <a:avLst/>
            </a:prstGeom>
            <a:noFill/>
            <a:ln>
              <a:solidFill>
                <a:schemeClr val="tx1"/>
              </a:solidFill>
            </a:ln>
          </p:spPr>
          <p:txBody>
            <a:bodyPr wrap="square" rtlCol="0">
              <a:spAutoFit/>
            </a:bodyPr>
            <a:lstStyle/>
            <a:p>
              <a:r>
                <a:rPr lang="en-US" sz="1000" dirty="0" err="1"/>
                <a:t>FixDp</a:t>
              </a:r>
              <a:endParaRPr lang="en-US" sz="1000" dirty="0"/>
            </a:p>
            <a:p>
              <a:r>
                <a:rPr lang="en-US" sz="1000" dirty="0" err="1"/>
                <a:t>Sexp</a:t>
              </a:r>
              <a:r>
                <a:rPr lang="en-US" sz="1000" dirty="0"/>
                <a:t> - -</a:t>
              </a:r>
            </a:p>
            <a:p>
              <a:r>
                <a:rPr lang="en-US" sz="1000" dirty="0" err="1"/>
                <a:t>Dexp</a:t>
              </a:r>
              <a:r>
                <a:rPr lang="en-US" sz="1000" dirty="0"/>
                <a:t> - -</a:t>
              </a:r>
            </a:p>
          </p:txBody>
        </p:sp>
        <p:cxnSp>
          <p:nvCxnSpPr>
            <p:cNvPr id="103" name="Straight Arrow Connector 102">
              <a:extLst>
                <a:ext uri="{FF2B5EF4-FFF2-40B4-BE49-F238E27FC236}">
                  <a16:creationId xmlns:a16="http://schemas.microsoft.com/office/drawing/2014/main" id="{FB1C86CC-B63D-5718-38E1-DE6CD5BF559D}"/>
                </a:ext>
              </a:extLst>
            </p:cNvPr>
            <p:cNvCxnSpPr>
              <a:cxnSpLocks/>
              <a:stCxn id="107" idx="2"/>
              <a:endCxn id="101" idx="0"/>
            </p:cNvCxnSpPr>
            <p:nvPr/>
          </p:nvCxnSpPr>
          <p:spPr>
            <a:xfrm>
              <a:off x="3507571" y="2546286"/>
              <a:ext cx="6088" cy="35645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A1614D3F-428D-8AE4-20CC-259B9DE5F2C4}"/>
                </a:ext>
              </a:extLst>
            </p:cNvPr>
            <p:cNvSpPr txBox="1"/>
            <p:nvPr/>
          </p:nvSpPr>
          <p:spPr>
            <a:xfrm>
              <a:off x="3476035" y="2576795"/>
              <a:ext cx="330540" cy="246221"/>
            </a:xfrm>
            <a:prstGeom prst="rect">
              <a:avLst/>
            </a:prstGeom>
            <a:noFill/>
            <a:ln>
              <a:noFill/>
            </a:ln>
          </p:spPr>
          <p:txBody>
            <a:bodyPr wrap="none" rtlCol="0">
              <a:spAutoFit/>
            </a:bodyPr>
            <a:lstStyle/>
            <a:p>
              <a:r>
                <a:rPr lang="en-US" sz="1000" dirty="0" err="1"/>
                <a:t>Dp</a:t>
              </a:r>
              <a:endParaRPr lang="en-US" sz="1000" dirty="0"/>
            </a:p>
          </p:txBody>
        </p:sp>
        <p:grpSp>
          <p:nvGrpSpPr>
            <p:cNvPr id="108" name="Group 107">
              <a:extLst>
                <a:ext uri="{FF2B5EF4-FFF2-40B4-BE49-F238E27FC236}">
                  <a16:creationId xmlns:a16="http://schemas.microsoft.com/office/drawing/2014/main" id="{1111CF35-6E99-4875-ADFE-A5C32A7C2900}"/>
                </a:ext>
              </a:extLst>
            </p:cNvPr>
            <p:cNvGrpSpPr/>
            <p:nvPr/>
          </p:nvGrpSpPr>
          <p:grpSpPr>
            <a:xfrm>
              <a:off x="3175975" y="2300065"/>
              <a:ext cx="622208" cy="254848"/>
              <a:chOff x="1866990" y="2552013"/>
              <a:chExt cx="622208" cy="254848"/>
            </a:xfrm>
          </p:grpSpPr>
          <p:sp>
            <p:nvSpPr>
              <p:cNvPr id="106" name="Oval 105">
                <a:extLst>
                  <a:ext uri="{FF2B5EF4-FFF2-40B4-BE49-F238E27FC236}">
                    <a16:creationId xmlns:a16="http://schemas.microsoft.com/office/drawing/2014/main" id="{ABC0AA87-CA73-CC47-5D6F-458F24622F90}"/>
                  </a:ext>
                </a:extLst>
              </p:cNvPr>
              <p:cNvSpPr/>
              <p:nvPr/>
            </p:nvSpPr>
            <p:spPr>
              <a:xfrm>
                <a:off x="1866990" y="2560662"/>
                <a:ext cx="622208" cy="246199"/>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7" name="TextBox 106">
                <a:extLst>
                  <a:ext uri="{FF2B5EF4-FFF2-40B4-BE49-F238E27FC236}">
                    <a16:creationId xmlns:a16="http://schemas.microsoft.com/office/drawing/2014/main" id="{7D6208C0-6C9C-41A8-5584-D36947A972A2}"/>
                  </a:ext>
                </a:extLst>
              </p:cNvPr>
              <p:cNvSpPr txBox="1"/>
              <p:nvPr/>
            </p:nvSpPr>
            <p:spPr>
              <a:xfrm>
                <a:off x="2011676" y="2552013"/>
                <a:ext cx="373820" cy="246221"/>
              </a:xfrm>
              <a:prstGeom prst="rect">
                <a:avLst/>
              </a:prstGeom>
              <a:noFill/>
              <a:ln w="9525">
                <a:noFill/>
              </a:ln>
            </p:spPr>
            <p:txBody>
              <a:bodyPr wrap="none" rtlCol="0">
                <a:spAutoFit/>
              </a:bodyPr>
              <a:lstStyle/>
              <a:p>
                <a:r>
                  <a:rPr lang="en-US" sz="1000" dirty="0"/>
                  <a:t>Key</a:t>
                </a:r>
              </a:p>
            </p:txBody>
          </p:sp>
        </p:grpSp>
        <p:sp>
          <p:nvSpPr>
            <p:cNvPr id="110" name="Oval 109">
              <a:extLst>
                <a:ext uri="{FF2B5EF4-FFF2-40B4-BE49-F238E27FC236}">
                  <a16:creationId xmlns:a16="http://schemas.microsoft.com/office/drawing/2014/main" id="{C3C4FAAE-4A99-1A3A-4E33-8123F503E107}"/>
                </a:ext>
              </a:extLst>
            </p:cNvPr>
            <p:cNvSpPr/>
            <p:nvPr/>
          </p:nvSpPr>
          <p:spPr>
            <a:xfrm>
              <a:off x="3904117" y="953757"/>
              <a:ext cx="622208" cy="246199"/>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1" name="TextBox 110">
              <a:extLst>
                <a:ext uri="{FF2B5EF4-FFF2-40B4-BE49-F238E27FC236}">
                  <a16:creationId xmlns:a16="http://schemas.microsoft.com/office/drawing/2014/main" id="{01A56F23-7017-7AB2-67AA-B66C048B537E}"/>
                </a:ext>
              </a:extLst>
            </p:cNvPr>
            <p:cNvSpPr txBox="1"/>
            <p:nvPr/>
          </p:nvSpPr>
          <p:spPr>
            <a:xfrm>
              <a:off x="3937594" y="945108"/>
              <a:ext cx="530915" cy="246221"/>
            </a:xfrm>
            <a:prstGeom prst="rect">
              <a:avLst/>
            </a:prstGeom>
            <a:noFill/>
            <a:ln w="9525">
              <a:noFill/>
            </a:ln>
          </p:spPr>
          <p:txBody>
            <a:bodyPr wrap="none" rtlCol="0">
              <a:spAutoFit/>
            </a:bodyPr>
            <a:lstStyle/>
            <a:p>
              <a:r>
                <a:rPr lang="en-US" sz="1000" dirty="0"/>
                <a:t>1</a:t>
              </a:r>
              <a:r>
                <a:rPr lang="en-US" sz="1000" baseline="30000" dirty="0"/>
                <a:t>st</a:t>
              </a:r>
              <a:r>
                <a:rPr lang="en-US" sz="1000" dirty="0"/>
                <a:t> Key</a:t>
              </a:r>
            </a:p>
          </p:txBody>
        </p:sp>
        <p:grpSp>
          <p:nvGrpSpPr>
            <p:cNvPr id="123" name="Group 122">
              <a:extLst>
                <a:ext uri="{FF2B5EF4-FFF2-40B4-BE49-F238E27FC236}">
                  <a16:creationId xmlns:a16="http://schemas.microsoft.com/office/drawing/2014/main" id="{B6613911-6218-EE88-4308-3A88BDE097D4}"/>
                </a:ext>
              </a:extLst>
            </p:cNvPr>
            <p:cNvGrpSpPr/>
            <p:nvPr/>
          </p:nvGrpSpPr>
          <p:grpSpPr>
            <a:xfrm>
              <a:off x="3190809" y="3708084"/>
              <a:ext cx="622208" cy="254848"/>
              <a:chOff x="1866990" y="2552013"/>
              <a:chExt cx="622208" cy="254848"/>
            </a:xfrm>
          </p:grpSpPr>
          <p:sp>
            <p:nvSpPr>
              <p:cNvPr id="124" name="Oval 123">
                <a:extLst>
                  <a:ext uri="{FF2B5EF4-FFF2-40B4-BE49-F238E27FC236}">
                    <a16:creationId xmlns:a16="http://schemas.microsoft.com/office/drawing/2014/main" id="{12A38221-897C-567D-C5F7-14A3111384C7}"/>
                  </a:ext>
                </a:extLst>
              </p:cNvPr>
              <p:cNvSpPr/>
              <p:nvPr/>
            </p:nvSpPr>
            <p:spPr>
              <a:xfrm>
                <a:off x="1866990" y="2560662"/>
                <a:ext cx="622208" cy="246199"/>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5" name="TextBox 124">
                <a:extLst>
                  <a:ext uri="{FF2B5EF4-FFF2-40B4-BE49-F238E27FC236}">
                    <a16:creationId xmlns:a16="http://schemas.microsoft.com/office/drawing/2014/main" id="{D8BE8AEA-E5FB-0248-B7EB-D3C42B6F0A67}"/>
                  </a:ext>
                </a:extLst>
              </p:cNvPr>
              <p:cNvSpPr txBox="1"/>
              <p:nvPr/>
            </p:nvSpPr>
            <p:spPr>
              <a:xfrm>
                <a:off x="2003363" y="2552013"/>
                <a:ext cx="373820" cy="246221"/>
              </a:xfrm>
              <a:prstGeom prst="rect">
                <a:avLst/>
              </a:prstGeom>
              <a:noFill/>
              <a:ln w="9525">
                <a:noFill/>
              </a:ln>
            </p:spPr>
            <p:txBody>
              <a:bodyPr wrap="none" rtlCol="0">
                <a:spAutoFit/>
              </a:bodyPr>
              <a:lstStyle/>
              <a:p>
                <a:r>
                  <a:rPr lang="en-US" sz="1000" dirty="0"/>
                  <a:t>Key</a:t>
                </a:r>
              </a:p>
            </p:txBody>
          </p:sp>
        </p:grpSp>
        <p:cxnSp>
          <p:nvCxnSpPr>
            <p:cNvPr id="127" name="Straight Arrow Connector 126">
              <a:extLst>
                <a:ext uri="{FF2B5EF4-FFF2-40B4-BE49-F238E27FC236}">
                  <a16:creationId xmlns:a16="http://schemas.microsoft.com/office/drawing/2014/main" id="{635E5D9C-88BC-6BBA-B4CF-C068C040D8FC}"/>
                </a:ext>
              </a:extLst>
            </p:cNvPr>
            <p:cNvCxnSpPr>
              <a:cxnSpLocks/>
              <a:stCxn id="101" idx="2"/>
              <a:endCxn id="125" idx="0"/>
            </p:cNvCxnSpPr>
            <p:nvPr/>
          </p:nvCxnSpPr>
          <p:spPr>
            <a:xfrm>
              <a:off x="3513659" y="3456735"/>
              <a:ext cx="433" cy="251349"/>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29" name="TextBox 128">
              <a:extLst>
                <a:ext uri="{FF2B5EF4-FFF2-40B4-BE49-F238E27FC236}">
                  <a16:creationId xmlns:a16="http://schemas.microsoft.com/office/drawing/2014/main" id="{CB6E53EE-56AF-E48B-CAF7-E037A0709C1F}"/>
                </a:ext>
              </a:extLst>
            </p:cNvPr>
            <p:cNvSpPr txBox="1"/>
            <p:nvPr/>
          </p:nvSpPr>
          <p:spPr>
            <a:xfrm>
              <a:off x="3514834" y="3954305"/>
              <a:ext cx="349776" cy="246221"/>
            </a:xfrm>
            <a:prstGeom prst="rect">
              <a:avLst/>
            </a:prstGeom>
            <a:noFill/>
            <a:ln>
              <a:noFill/>
            </a:ln>
          </p:spPr>
          <p:txBody>
            <a:bodyPr wrap="none" rtlCol="0">
              <a:spAutoFit/>
            </a:bodyPr>
            <a:lstStyle/>
            <a:p>
              <a:r>
                <a:rPr lang="en-US" sz="1000" dirty="0"/>
                <a:t>0:9</a:t>
              </a:r>
            </a:p>
          </p:txBody>
        </p:sp>
        <p:grpSp>
          <p:nvGrpSpPr>
            <p:cNvPr id="159" name="Group 158">
              <a:extLst>
                <a:ext uri="{FF2B5EF4-FFF2-40B4-BE49-F238E27FC236}">
                  <a16:creationId xmlns:a16="http://schemas.microsoft.com/office/drawing/2014/main" id="{A1800621-75E1-F7D1-1193-3DBD8BD96F60}"/>
                </a:ext>
              </a:extLst>
            </p:cNvPr>
            <p:cNvGrpSpPr/>
            <p:nvPr/>
          </p:nvGrpSpPr>
          <p:grpSpPr>
            <a:xfrm>
              <a:off x="4820360" y="2301201"/>
              <a:ext cx="622208" cy="258199"/>
              <a:chOff x="1866990" y="2548662"/>
              <a:chExt cx="622208" cy="258199"/>
            </a:xfrm>
          </p:grpSpPr>
          <p:sp>
            <p:nvSpPr>
              <p:cNvPr id="160" name="Oval 159">
                <a:extLst>
                  <a:ext uri="{FF2B5EF4-FFF2-40B4-BE49-F238E27FC236}">
                    <a16:creationId xmlns:a16="http://schemas.microsoft.com/office/drawing/2014/main" id="{2A22FCCF-A846-7781-5668-CE6358AA6249}"/>
                  </a:ext>
                </a:extLst>
              </p:cNvPr>
              <p:cNvSpPr/>
              <p:nvPr/>
            </p:nvSpPr>
            <p:spPr>
              <a:xfrm>
                <a:off x="1866990" y="2560662"/>
                <a:ext cx="622208" cy="246199"/>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1" name="TextBox 160">
                <a:extLst>
                  <a:ext uri="{FF2B5EF4-FFF2-40B4-BE49-F238E27FC236}">
                    <a16:creationId xmlns:a16="http://schemas.microsoft.com/office/drawing/2014/main" id="{3B9EC6CE-B69C-9392-9E79-6C0A2DFAF0CA}"/>
                  </a:ext>
                </a:extLst>
              </p:cNvPr>
              <p:cNvSpPr txBox="1"/>
              <p:nvPr/>
            </p:nvSpPr>
            <p:spPr>
              <a:xfrm>
                <a:off x="1990860" y="2548662"/>
                <a:ext cx="373820" cy="246221"/>
              </a:xfrm>
              <a:prstGeom prst="rect">
                <a:avLst/>
              </a:prstGeom>
              <a:noFill/>
              <a:ln w="9525">
                <a:noFill/>
              </a:ln>
            </p:spPr>
            <p:txBody>
              <a:bodyPr wrap="none" rtlCol="0">
                <a:spAutoFit/>
              </a:bodyPr>
              <a:lstStyle/>
              <a:p>
                <a:r>
                  <a:rPr lang="en-US" sz="1000" dirty="0"/>
                  <a:t>Key</a:t>
                </a:r>
              </a:p>
            </p:txBody>
          </p:sp>
        </p:grpSp>
        <p:cxnSp>
          <p:nvCxnSpPr>
            <p:cNvPr id="164" name="Straight Arrow Connector 163">
              <a:extLst>
                <a:ext uri="{FF2B5EF4-FFF2-40B4-BE49-F238E27FC236}">
                  <a16:creationId xmlns:a16="http://schemas.microsoft.com/office/drawing/2014/main" id="{0260E19D-D8B5-756D-BEAF-11A0C4FF61ED}"/>
                </a:ext>
              </a:extLst>
            </p:cNvPr>
            <p:cNvCxnSpPr>
              <a:stCxn id="74" idx="2"/>
              <a:endCxn id="161" idx="0"/>
            </p:cNvCxnSpPr>
            <p:nvPr/>
          </p:nvCxnSpPr>
          <p:spPr>
            <a:xfrm flipH="1">
              <a:off x="5131140" y="1940681"/>
              <a:ext cx="324" cy="36052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65" name="TextBox 164">
              <a:extLst>
                <a:ext uri="{FF2B5EF4-FFF2-40B4-BE49-F238E27FC236}">
                  <a16:creationId xmlns:a16="http://schemas.microsoft.com/office/drawing/2014/main" id="{AA08EFEF-DE7D-ABEC-9279-65FA96CF2C27}"/>
                </a:ext>
              </a:extLst>
            </p:cNvPr>
            <p:cNvSpPr txBox="1"/>
            <p:nvPr/>
          </p:nvSpPr>
          <p:spPr>
            <a:xfrm>
              <a:off x="4213212" y="2905806"/>
              <a:ext cx="863208" cy="553998"/>
            </a:xfrm>
            <a:prstGeom prst="rect">
              <a:avLst/>
            </a:prstGeom>
            <a:noFill/>
            <a:ln>
              <a:solidFill>
                <a:schemeClr val="tx1"/>
              </a:solidFill>
            </a:ln>
          </p:spPr>
          <p:txBody>
            <a:bodyPr wrap="square" rtlCol="0">
              <a:spAutoFit/>
            </a:bodyPr>
            <a:lstStyle/>
            <a:p>
              <a:r>
                <a:rPr lang="en-US" sz="1000" dirty="0" err="1"/>
                <a:t>NegExpFixed</a:t>
              </a:r>
              <a:endParaRPr lang="en-US" sz="1000" dirty="0"/>
            </a:p>
            <a:p>
              <a:r>
                <a:rPr lang="en-US" sz="1000" dirty="0" err="1"/>
                <a:t>Sexp</a:t>
              </a:r>
              <a:r>
                <a:rPr lang="en-US" sz="1000" dirty="0"/>
                <a:t> - -</a:t>
              </a:r>
            </a:p>
            <a:p>
              <a:r>
                <a:rPr lang="en-US" sz="1000" dirty="0" err="1"/>
                <a:t>Dexp</a:t>
              </a:r>
              <a:r>
                <a:rPr lang="en-US" sz="1000" dirty="0"/>
                <a:t> - -</a:t>
              </a:r>
            </a:p>
          </p:txBody>
        </p:sp>
        <p:cxnSp>
          <p:nvCxnSpPr>
            <p:cNvPr id="167" name="Straight Arrow Connector 166">
              <a:extLst>
                <a:ext uri="{FF2B5EF4-FFF2-40B4-BE49-F238E27FC236}">
                  <a16:creationId xmlns:a16="http://schemas.microsoft.com/office/drawing/2014/main" id="{2F8139BC-EF33-4637-BCA2-83A020C94F3A}"/>
                </a:ext>
              </a:extLst>
            </p:cNvPr>
            <p:cNvCxnSpPr>
              <a:stCxn id="160" idx="4"/>
              <a:endCxn id="165" idx="0"/>
            </p:cNvCxnSpPr>
            <p:nvPr/>
          </p:nvCxnSpPr>
          <p:spPr>
            <a:xfrm flipH="1">
              <a:off x="4644816" y="2559400"/>
              <a:ext cx="486648" cy="34640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70" name="TextBox 169">
              <a:extLst>
                <a:ext uri="{FF2B5EF4-FFF2-40B4-BE49-F238E27FC236}">
                  <a16:creationId xmlns:a16="http://schemas.microsoft.com/office/drawing/2014/main" id="{4205E447-301F-4F91-E4CE-207995C6B951}"/>
                </a:ext>
              </a:extLst>
            </p:cNvPr>
            <p:cNvSpPr txBox="1"/>
            <p:nvPr/>
          </p:nvSpPr>
          <p:spPr>
            <a:xfrm>
              <a:off x="4587815" y="2525544"/>
              <a:ext cx="349776" cy="246221"/>
            </a:xfrm>
            <a:prstGeom prst="rect">
              <a:avLst/>
            </a:prstGeom>
            <a:noFill/>
            <a:ln>
              <a:noFill/>
            </a:ln>
          </p:spPr>
          <p:txBody>
            <a:bodyPr wrap="none" rtlCol="0">
              <a:spAutoFit/>
            </a:bodyPr>
            <a:lstStyle/>
            <a:p>
              <a:r>
                <a:rPr lang="en-US" sz="1000" dirty="0"/>
                <a:t>1:9</a:t>
              </a:r>
            </a:p>
          </p:txBody>
        </p:sp>
        <p:sp>
          <p:nvSpPr>
            <p:cNvPr id="171" name="TextBox 170">
              <a:extLst>
                <a:ext uri="{FF2B5EF4-FFF2-40B4-BE49-F238E27FC236}">
                  <a16:creationId xmlns:a16="http://schemas.microsoft.com/office/drawing/2014/main" id="{910A2E3E-6C37-F091-182A-31B0779520F2}"/>
                </a:ext>
              </a:extLst>
            </p:cNvPr>
            <p:cNvSpPr txBox="1"/>
            <p:nvPr/>
          </p:nvSpPr>
          <p:spPr>
            <a:xfrm>
              <a:off x="5294184" y="2917749"/>
              <a:ext cx="582833" cy="400110"/>
            </a:xfrm>
            <a:prstGeom prst="rect">
              <a:avLst/>
            </a:prstGeom>
            <a:noFill/>
            <a:ln>
              <a:solidFill>
                <a:schemeClr val="tx1"/>
              </a:solidFill>
            </a:ln>
          </p:spPr>
          <p:txBody>
            <a:bodyPr wrap="square" rtlCol="0">
              <a:spAutoFit/>
            </a:bodyPr>
            <a:lstStyle/>
            <a:p>
              <a:r>
                <a:rPr lang="en-US" sz="1000" dirty="0" err="1"/>
                <a:t>Sexp</a:t>
              </a:r>
              <a:r>
                <a:rPr lang="en-US" sz="1000" dirty="0"/>
                <a:t> - -</a:t>
              </a:r>
            </a:p>
            <a:p>
              <a:r>
                <a:rPr lang="en-US" sz="1000" dirty="0" err="1"/>
                <a:t>Dexp</a:t>
              </a:r>
              <a:r>
                <a:rPr lang="en-US" sz="1000" dirty="0"/>
                <a:t> - -</a:t>
              </a:r>
            </a:p>
          </p:txBody>
        </p:sp>
        <p:cxnSp>
          <p:nvCxnSpPr>
            <p:cNvPr id="173" name="Straight Arrow Connector 172">
              <a:extLst>
                <a:ext uri="{FF2B5EF4-FFF2-40B4-BE49-F238E27FC236}">
                  <a16:creationId xmlns:a16="http://schemas.microsoft.com/office/drawing/2014/main" id="{854F3446-D8F3-A557-1EEC-D58FF7049146}"/>
                </a:ext>
              </a:extLst>
            </p:cNvPr>
            <p:cNvCxnSpPr>
              <a:cxnSpLocks/>
              <a:stCxn id="160" idx="4"/>
              <a:endCxn id="171" idx="0"/>
            </p:cNvCxnSpPr>
            <p:nvPr/>
          </p:nvCxnSpPr>
          <p:spPr>
            <a:xfrm>
              <a:off x="5131464" y="2559400"/>
              <a:ext cx="454137" cy="358349"/>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74" name="TextBox 173">
              <a:extLst>
                <a:ext uri="{FF2B5EF4-FFF2-40B4-BE49-F238E27FC236}">
                  <a16:creationId xmlns:a16="http://schemas.microsoft.com/office/drawing/2014/main" id="{895A374C-BDEE-00A3-D48D-63DB2977175B}"/>
                </a:ext>
              </a:extLst>
            </p:cNvPr>
            <p:cNvSpPr txBox="1"/>
            <p:nvPr/>
          </p:nvSpPr>
          <p:spPr>
            <a:xfrm>
              <a:off x="5346007" y="2544972"/>
              <a:ext cx="250390" cy="246221"/>
            </a:xfrm>
            <a:prstGeom prst="rect">
              <a:avLst/>
            </a:prstGeom>
            <a:noFill/>
            <a:ln>
              <a:noFill/>
            </a:ln>
          </p:spPr>
          <p:txBody>
            <a:bodyPr wrap="none" rtlCol="0">
              <a:spAutoFit/>
            </a:bodyPr>
            <a:lstStyle/>
            <a:p>
              <a:r>
                <a:rPr lang="en-US" sz="1000" dirty="0"/>
                <a:t>0</a:t>
              </a:r>
            </a:p>
          </p:txBody>
        </p:sp>
        <p:cxnSp>
          <p:nvCxnSpPr>
            <p:cNvPr id="176" name="Straight Connector 175">
              <a:extLst>
                <a:ext uri="{FF2B5EF4-FFF2-40B4-BE49-F238E27FC236}">
                  <a16:creationId xmlns:a16="http://schemas.microsoft.com/office/drawing/2014/main" id="{923E2602-C0C4-146E-CB02-BCB257AAEA26}"/>
                </a:ext>
              </a:extLst>
            </p:cNvPr>
            <p:cNvCxnSpPr>
              <a:cxnSpLocks/>
              <a:stCxn id="171" idx="3"/>
            </p:cNvCxnSpPr>
            <p:nvPr/>
          </p:nvCxnSpPr>
          <p:spPr>
            <a:xfrm>
              <a:off x="5877017" y="3117804"/>
              <a:ext cx="28817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0C75F3A4-61F6-ED61-4EE2-0FC5679CC7D3}"/>
                </a:ext>
              </a:extLst>
            </p:cNvPr>
            <p:cNvCxnSpPr>
              <a:cxnSpLocks/>
            </p:cNvCxnSpPr>
            <p:nvPr/>
          </p:nvCxnSpPr>
          <p:spPr>
            <a:xfrm flipV="1">
              <a:off x="6165187" y="2789850"/>
              <a:ext cx="0" cy="33032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7FADEA4E-B9CB-FA06-05A3-FA5CE9CDE4F0}"/>
                </a:ext>
              </a:extLst>
            </p:cNvPr>
            <p:cNvCxnSpPr>
              <a:cxnSpLocks/>
              <a:endCxn id="160" idx="5"/>
            </p:cNvCxnSpPr>
            <p:nvPr/>
          </p:nvCxnSpPr>
          <p:spPr>
            <a:xfrm flipH="1" flipV="1">
              <a:off x="5351448" y="2523345"/>
              <a:ext cx="813739" cy="26766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75ED2CEF-3B96-0E09-BEFD-5E4BD4902D50}"/>
                </a:ext>
              </a:extLst>
            </p:cNvPr>
            <p:cNvCxnSpPr>
              <a:cxnSpLocks/>
              <a:stCxn id="124" idx="6"/>
            </p:cNvCxnSpPr>
            <p:nvPr/>
          </p:nvCxnSpPr>
          <p:spPr>
            <a:xfrm>
              <a:off x="3813017" y="3839833"/>
              <a:ext cx="3426157" cy="0"/>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D224BA38-35B0-CAE1-6859-0DCB8EF71BE9}"/>
                </a:ext>
              </a:extLst>
            </p:cNvPr>
            <p:cNvCxnSpPr>
              <a:cxnSpLocks/>
              <a:stCxn id="160" idx="6"/>
            </p:cNvCxnSpPr>
            <p:nvPr/>
          </p:nvCxnSpPr>
          <p:spPr>
            <a:xfrm>
              <a:off x="5442568" y="2436301"/>
              <a:ext cx="1796606" cy="0"/>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2" name="TextBox 191">
              <a:extLst>
                <a:ext uri="{FF2B5EF4-FFF2-40B4-BE49-F238E27FC236}">
                  <a16:creationId xmlns:a16="http://schemas.microsoft.com/office/drawing/2014/main" id="{FD6FE88E-DD87-EAE9-BD35-E5C2F849769F}"/>
                </a:ext>
              </a:extLst>
            </p:cNvPr>
            <p:cNvSpPr txBox="1"/>
            <p:nvPr/>
          </p:nvSpPr>
          <p:spPr>
            <a:xfrm>
              <a:off x="5492319" y="2249901"/>
              <a:ext cx="357790" cy="246221"/>
            </a:xfrm>
            <a:prstGeom prst="rect">
              <a:avLst/>
            </a:prstGeom>
            <a:noFill/>
            <a:ln>
              <a:noFill/>
            </a:ln>
          </p:spPr>
          <p:txBody>
            <a:bodyPr wrap="none" rtlCol="0">
              <a:spAutoFit/>
            </a:bodyPr>
            <a:lstStyle/>
            <a:p>
              <a:r>
                <a:rPr lang="en-US" sz="1000" dirty="0"/>
                <a:t>Ent</a:t>
              </a:r>
            </a:p>
          </p:txBody>
        </p:sp>
        <p:sp>
          <p:nvSpPr>
            <p:cNvPr id="193" name="TextBox 192">
              <a:extLst>
                <a:ext uri="{FF2B5EF4-FFF2-40B4-BE49-F238E27FC236}">
                  <a16:creationId xmlns:a16="http://schemas.microsoft.com/office/drawing/2014/main" id="{832B202D-9236-D7AE-A584-99695BF8633F}"/>
                </a:ext>
              </a:extLst>
            </p:cNvPr>
            <p:cNvSpPr txBox="1"/>
            <p:nvPr/>
          </p:nvSpPr>
          <p:spPr>
            <a:xfrm>
              <a:off x="5517478" y="3650285"/>
              <a:ext cx="357790" cy="246221"/>
            </a:xfrm>
            <a:prstGeom prst="rect">
              <a:avLst/>
            </a:prstGeom>
            <a:noFill/>
            <a:ln>
              <a:noFill/>
            </a:ln>
          </p:spPr>
          <p:txBody>
            <a:bodyPr wrap="none" rtlCol="0">
              <a:spAutoFit/>
            </a:bodyPr>
            <a:lstStyle/>
            <a:p>
              <a:r>
                <a:rPr lang="en-US" sz="1000" dirty="0"/>
                <a:t>Ent</a:t>
              </a:r>
            </a:p>
          </p:txBody>
        </p:sp>
        <p:cxnSp>
          <p:nvCxnSpPr>
            <p:cNvPr id="195" name="Straight Arrow Connector 194">
              <a:extLst>
                <a:ext uri="{FF2B5EF4-FFF2-40B4-BE49-F238E27FC236}">
                  <a16:creationId xmlns:a16="http://schemas.microsoft.com/office/drawing/2014/main" id="{58334604-613B-BB5F-3418-9B1670AD223C}"/>
                </a:ext>
              </a:extLst>
            </p:cNvPr>
            <p:cNvCxnSpPr>
              <a:cxnSpLocks/>
              <a:stCxn id="215" idx="2"/>
              <a:endCxn id="197" idx="0"/>
            </p:cNvCxnSpPr>
            <p:nvPr/>
          </p:nvCxnSpPr>
          <p:spPr>
            <a:xfrm>
              <a:off x="8893746" y="1201278"/>
              <a:ext cx="765900" cy="47587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96" name="Straight Arrow Connector 195">
              <a:extLst>
                <a:ext uri="{FF2B5EF4-FFF2-40B4-BE49-F238E27FC236}">
                  <a16:creationId xmlns:a16="http://schemas.microsoft.com/office/drawing/2014/main" id="{57839373-2F95-24B8-5B30-0E038FECAA21}"/>
                </a:ext>
              </a:extLst>
            </p:cNvPr>
            <p:cNvCxnSpPr>
              <a:cxnSpLocks/>
              <a:stCxn id="215" idx="2"/>
              <a:endCxn id="198" idx="0"/>
            </p:cNvCxnSpPr>
            <p:nvPr/>
          </p:nvCxnSpPr>
          <p:spPr>
            <a:xfrm flipH="1">
              <a:off x="8047888" y="1201278"/>
              <a:ext cx="845858" cy="47587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97" name="TextBox 196">
              <a:extLst>
                <a:ext uri="{FF2B5EF4-FFF2-40B4-BE49-F238E27FC236}">
                  <a16:creationId xmlns:a16="http://schemas.microsoft.com/office/drawing/2014/main" id="{8C9DF7AE-5CDA-90C7-F02F-C9F9D2F6602D}"/>
                </a:ext>
              </a:extLst>
            </p:cNvPr>
            <p:cNvSpPr txBox="1"/>
            <p:nvPr/>
          </p:nvSpPr>
          <p:spPr>
            <a:xfrm>
              <a:off x="9422241" y="1677154"/>
              <a:ext cx="474810" cy="246221"/>
            </a:xfrm>
            <a:prstGeom prst="rect">
              <a:avLst/>
            </a:prstGeom>
            <a:noFill/>
            <a:ln>
              <a:solidFill>
                <a:schemeClr val="tx1"/>
              </a:solidFill>
            </a:ln>
          </p:spPr>
          <p:txBody>
            <a:bodyPr wrap="none" rtlCol="0">
              <a:spAutoFit/>
            </a:bodyPr>
            <a:lstStyle/>
            <a:p>
              <a:r>
                <a:rPr lang="en-US" sz="1000" dirty="0" err="1"/>
                <a:t>FixDp</a:t>
              </a:r>
              <a:endParaRPr lang="en-US" sz="1000" dirty="0"/>
            </a:p>
          </p:txBody>
        </p:sp>
        <p:sp>
          <p:nvSpPr>
            <p:cNvPr id="198" name="TextBox 197">
              <a:extLst>
                <a:ext uri="{FF2B5EF4-FFF2-40B4-BE49-F238E27FC236}">
                  <a16:creationId xmlns:a16="http://schemas.microsoft.com/office/drawing/2014/main" id="{3CD37405-73A5-C5E0-67E4-3DD0AA1175C9}"/>
                </a:ext>
              </a:extLst>
            </p:cNvPr>
            <p:cNvSpPr txBox="1"/>
            <p:nvPr/>
          </p:nvSpPr>
          <p:spPr>
            <a:xfrm>
              <a:off x="7724221" y="1677154"/>
              <a:ext cx="647333" cy="400110"/>
            </a:xfrm>
            <a:prstGeom prst="rect">
              <a:avLst/>
            </a:prstGeom>
            <a:noFill/>
            <a:ln>
              <a:solidFill>
                <a:schemeClr val="tx1"/>
              </a:solidFill>
            </a:ln>
          </p:spPr>
          <p:txBody>
            <a:bodyPr wrap="square" rtlCol="0">
              <a:spAutoFit/>
            </a:bodyPr>
            <a:lstStyle/>
            <a:p>
              <a:r>
                <a:rPr lang="en-US" sz="1000" dirty="0" err="1"/>
                <a:t>Sexp</a:t>
              </a:r>
              <a:r>
                <a:rPr lang="en-US" sz="1000" dirty="0"/>
                <a:t> + +</a:t>
              </a:r>
            </a:p>
            <a:p>
              <a:r>
                <a:rPr lang="en-US" sz="1000" dirty="0" err="1"/>
                <a:t>Dexp</a:t>
              </a:r>
              <a:r>
                <a:rPr lang="en-US" sz="1000" dirty="0"/>
                <a:t> - -</a:t>
              </a:r>
            </a:p>
          </p:txBody>
        </p:sp>
        <p:sp>
          <p:nvSpPr>
            <p:cNvPr id="200" name="TextBox 199">
              <a:extLst>
                <a:ext uri="{FF2B5EF4-FFF2-40B4-BE49-F238E27FC236}">
                  <a16:creationId xmlns:a16="http://schemas.microsoft.com/office/drawing/2014/main" id="{35C81D4F-A7CD-9AB5-A23D-EC267990ED9D}"/>
                </a:ext>
              </a:extLst>
            </p:cNvPr>
            <p:cNvSpPr txBox="1"/>
            <p:nvPr/>
          </p:nvSpPr>
          <p:spPr>
            <a:xfrm>
              <a:off x="8329525" y="1404444"/>
              <a:ext cx="349776" cy="246221"/>
            </a:xfrm>
            <a:prstGeom prst="rect">
              <a:avLst/>
            </a:prstGeom>
            <a:noFill/>
            <a:ln>
              <a:noFill/>
            </a:ln>
          </p:spPr>
          <p:txBody>
            <a:bodyPr wrap="none" rtlCol="0">
              <a:spAutoFit/>
            </a:bodyPr>
            <a:lstStyle/>
            <a:p>
              <a:r>
                <a:rPr lang="en-US" sz="1000" dirty="0"/>
                <a:t>1:9</a:t>
              </a:r>
            </a:p>
          </p:txBody>
        </p:sp>
        <p:sp>
          <p:nvSpPr>
            <p:cNvPr id="202" name="TextBox 201">
              <a:extLst>
                <a:ext uri="{FF2B5EF4-FFF2-40B4-BE49-F238E27FC236}">
                  <a16:creationId xmlns:a16="http://schemas.microsoft.com/office/drawing/2014/main" id="{BF72E1DC-E4B4-5296-6C60-B8A959CCA0EB}"/>
                </a:ext>
              </a:extLst>
            </p:cNvPr>
            <p:cNvSpPr txBox="1"/>
            <p:nvPr/>
          </p:nvSpPr>
          <p:spPr>
            <a:xfrm>
              <a:off x="9097437" y="1405096"/>
              <a:ext cx="330540" cy="246221"/>
            </a:xfrm>
            <a:prstGeom prst="rect">
              <a:avLst/>
            </a:prstGeom>
            <a:noFill/>
            <a:ln>
              <a:noFill/>
            </a:ln>
          </p:spPr>
          <p:txBody>
            <a:bodyPr wrap="none" rtlCol="0">
              <a:spAutoFit/>
            </a:bodyPr>
            <a:lstStyle/>
            <a:p>
              <a:r>
                <a:rPr lang="en-US" sz="1000" dirty="0" err="1"/>
                <a:t>Dp</a:t>
              </a:r>
              <a:endParaRPr lang="en-US" sz="1000" dirty="0"/>
            </a:p>
          </p:txBody>
        </p:sp>
        <p:cxnSp>
          <p:nvCxnSpPr>
            <p:cNvPr id="203" name="Straight Arrow Connector 202">
              <a:extLst>
                <a:ext uri="{FF2B5EF4-FFF2-40B4-BE49-F238E27FC236}">
                  <a16:creationId xmlns:a16="http://schemas.microsoft.com/office/drawing/2014/main" id="{AEA17B66-2B39-77F1-E29A-F1905D3649A2}"/>
                </a:ext>
              </a:extLst>
            </p:cNvPr>
            <p:cNvCxnSpPr>
              <a:cxnSpLocks/>
              <a:stCxn id="198" idx="2"/>
              <a:endCxn id="213" idx="0"/>
            </p:cNvCxnSpPr>
            <p:nvPr/>
          </p:nvCxnSpPr>
          <p:spPr>
            <a:xfrm flipH="1">
              <a:off x="8042714" y="2077264"/>
              <a:ext cx="5174" cy="213305"/>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64695EF3-DEBF-5A0A-83A3-7139F0FA0EA4}"/>
                </a:ext>
              </a:extLst>
            </p:cNvPr>
            <p:cNvCxnSpPr>
              <a:cxnSpLocks/>
            </p:cNvCxnSpPr>
            <p:nvPr/>
          </p:nvCxnSpPr>
          <p:spPr>
            <a:xfrm flipV="1">
              <a:off x="8338910" y="2421308"/>
              <a:ext cx="222471" cy="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A6A6E645-E3E5-DC8C-8207-216E86676B39}"/>
                </a:ext>
              </a:extLst>
            </p:cNvPr>
            <p:cNvCxnSpPr>
              <a:cxnSpLocks/>
            </p:cNvCxnSpPr>
            <p:nvPr/>
          </p:nvCxnSpPr>
          <p:spPr>
            <a:xfrm flipV="1">
              <a:off x="8561381" y="1873989"/>
              <a:ext cx="1735" cy="547999"/>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6" name="Straight Arrow Connector 205">
              <a:extLst>
                <a:ext uri="{FF2B5EF4-FFF2-40B4-BE49-F238E27FC236}">
                  <a16:creationId xmlns:a16="http://schemas.microsoft.com/office/drawing/2014/main" id="{EA22A978-D251-DA81-3FB4-D4235011BF92}"/>
                </a:ext>
              </a:extLst>
            </p:cNvPr>
            <p:cNvCxnSpPr>
              <a:cxnSpLocks/>
              <a:endCxn id="198" idx="3"/>
            </p:cNvCxnSpPr>
            <p:nvPr/>
          </p:nvCxnSpPr>
          <p:spPr>
            <a:xfrm flipH="1">
              <a:off x="8371554" y="1877209"/>
              <a:ext cx="192813"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07" name="TextBox 206">
              <a:extLst>
                <a:ext uri="{FF2B5EF4-FFF2-40B4-BE49-F238E27FC236}">
                  <a16:creationId xmlns:a16="http://schemas.microsoft.com/office/drawing/2014/main" id="{FA1FE45F-3459-4DAC-97FE-C3B6BCE4A6F1}"/>
                </a:ext>
              </a:extLst>
            </p:cNvPr>
            <p:cNvSpPr txBox="1"/>
            <p:nvPr/>
          </p:nvSpPr>
          <p:spPr>
            <a:xfrm>
              <a:off x="8498423" y="2075436"/>
              <a:ext cx="349776" cy="246221"/>
            </a:xfrm>
            <a:prstGeom prst="rect">
              <a:avLst/>
            </a:prstGeom>
            <a:noFill/>
            <a:ln>
              <a:noFill/>
            </a:ln>
          </p:spPr>
          <p:txBody>
            <a:bodyPr wrap="none" rtlCol="0">
              <a:spAutoFit/>
            </a:bodyPr>
            <a:lstStyle/>
            <a:p>
              <a:r>
                <a:rPr lang="en-US" sz="1000" dirty="0"/>
                <a:t>0:9</a:t>
              </a:r>
            </a:p>
          </p:txBody>
        </p:sp>
        <p:sp>
          <p:nvSpPr>
            <p:cNvPr id="208" name="TextBox 207">
              <a:extLst>
                <a:ext uri="{FF2B5EF4-FFF2-40B4-BE49-F238E27FC236}">
                  <a16:creationId xmlns:a16="http://schemas.microsoft.com/office/drawing/2014/main" id="{5D09FE2E-DA84-DECA-4E54-FA345B7C55CC}"/>
                </a:ext>
              </a:extLst>
            </p:cNvPr>
            <p:cNvSpPr txBox="1"/>
            <p:nvPr/>
          </p:nvSpPr>
          <p:spPr>
            <a:xfrm>
              <a:off x="7726634" y="2891679"/>
              <a:ext cx="637214" cy="553998"/>
            </a:xfrm>
            <a:prstGeom prst="rect">
              <a:avLst/>
            </a:prstGeom>
            <a:noFill/>
            <a:ln>
              <a:solidFill>
                <a:schemeClr val="tx1"/>
              </a:solidFill>
            </a:ln>
          </p:spPr>
          <p:txBody>
            <a:bodyPr wrap="square" rtlCol="0">
              <a:spAutoFit/>
            </a:bodyPr>
            <a:lstStyle/>
            <a:p>
              <a:r>
                <a:rPr lang="en-US" sz="1000" dirty="0" err="1"/>
                <a:t>FixDp</a:t>
              </a:r>
              <a:endParaRPr lang="en-US" sz="1000" dirty="0"/>
            </a:p>
            <a:p>
              <a:r>
                <a:rPr lang="en-US" sz="1000" dirty="0" err="1"/>
                <a:t>Sexp</a:t>
              </a:r>
              <a:r>
                <a:rPr lang="en-US" sz="1000" dirty="0"/>
                <a:t> - -</a:t>
              </a:r>
            </a:p>
            <a:p>
              <a:r>
                <a:rPr lang="en-US" sz="1000" dirty="0" err="1"/>
                <a:t>Dexp</a:t>
              </a:r>
              <a:r>
                <a:rPr lang="en-US" sz="1000" dirty="0"/>
                <a:t> + +</a:t>
              </a:r>
            </a:p>
          </p:txBody>
        </p:sp>
        <p:cxnSp>
          <p:nvCxnSpPr>
            <p:cNvPr id="209" name="Straight Arrow Connector 208">
              <a:extLst>
                <a:ext uri="{FF2B5EF4-FFF2-40B4-BE49-F238E27FC236}">
                  <a16:creationId xmlns:a16="http://schemas.microsoft.com/office/drawing/2014/main" id="{2A5A3EBA-268F-F09F-C021-09D396F8B7F6}"/>
                </a:ext>
              </a:extLst>
            </p:cNvPr>
            <p:cNvCxnSpPr>
              <a:cxnSpLocks/>
              <a:stCxn id="213" idx="2"/>
              <a:endCxn id="208" idx="0"/>
            </p:cNvCxnSpPr>
            <p:nvPr/>
          </p:nvCxnSpPr>
          <p:spPr>
            <a:xfrm>
              <a:off x="8042714" y="2536790"/>
              <a:ext cx="2527" cy="354889"/>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10" name="TextBox 209">
              <a:extLst>
                <a:ext uri="{FF2B5EF4-FFF2-40B4-BE49-F238E27FC236}">
                  <a16:creationId xmlns:a16="http://schemas.microsoft.com/office/drawing/2014/main" id="{FB8FD856-527A-0627-EE41-29B638586386}"/>
                </a:ext>
              </a:extLst>
            </p:cNvPr>
            <p:cNvSpPr txBox="1"/>
            <p:nvPr/>
          </p:nvSpPr>
          <p:spPr>
            <a:xfrm>
              <a:off x="7979880" y="2598544"/>
              <a:ext cx="330540" cy="246221"/>
            </a:xfrm>
            <a:prstGeom prst="rect">
              <a:avLst/>
            </a:prstGeom>
            <a:noFill/>
            <a:ln>
              <a:noFill/>
            </a:ln>
          </p:spPr>
          <p:txBody>
            <a:bodyPr wrap="none" rtlCol="0">
              <a:spAutoFit/>
            </a:bodyPr>
            <a:lstStyle/>
            <a:p>
              <a:r>
                <a:rPr lang="en-US" sz="1000" dirty="0" err="1"/>
                <a:t>Dp</a:t>
              </a:r>
              <a:endParaRPr lang="en-US" sz="1000" dirty="0"/>
            </a:p>
          </p:txBody>
        </p:sp>
        <p:grpSp>
          <p:nvGrpSpPr>
            <p:cNvPr id="211" name="Group 210">
              <a:extLst>
                <a:ext uri="{FF2B5EF4-FFF2-40B4-BE49-F238E27FC236}">
                  <a16:creationId xmlns:a16="http://schemas.microsoft.com/office/drawing/2014/main" id="{3F29BEB7-877C-CC37-7416-981847D4329E}"/>
                </a:ext>
              </a:extLst>
            </p:cNvPr>
            <p:cNvGrpSpPr/>
            <p:nvPr/>
          </p:nvGrpSpPr>
          <p:grpSpPr>
            <a:xfrm>
              <a:off x="7719431" y="2290569"/>
              <a:ext cx="622208" cy="254848"/>
              <a:chOff x="1866990" y="2552013"/>
              <a:chExt cx="622208" cy="254848"/>
            </a:xfrm>
          </p:grpSpPr>
          <p:sp>
            <p:nvSpPr>
              <p:cNvPr id="212" name="Oval 211">
                <a:extLst>
                  <a:ext uri="{FF2B5EF4-FFF2-40B4-BE49-F238E27FC236}">
                    <a16:creationId xmlns:a16="http://schemas.microsoft.com/office/drawing/2014/main" id="{74BAC1DC-F09E-8BD6-5A6E-FE1060456FCB}"/>
                  </a:ext>
                </a:extLst>
              </p:cNvPr>
              <p:cNvSpPr/>
              <p:nvPr/>
            </p:nvSpPr>
            <p:spPr>
              <a:xfrm>
                <a:off x="1866990" y="2560662"/>
                <a:ext cx="622208" cy="246199"/>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3" name="TextBox 212">
                <a:extLst>
                  <a:ext uri="{FF2B5EF4-FFF2-40B4-BE49-F238E27FC236}">
                    <a16:creationId xmlns:a16="http://schemas.microsoft.com/office/drawing/2014/main" id="{F002E42D-A383-4706-1207-39B795B4E101}"/>
                  </a:ext>
                </a:extLst>
              </p:cNvPr>
              <p:cNvSpPr txBox="1"/>
              <p:nvPr/>
            </p:nvSpPr>
            <p:spPr>
              <a:xfrm>
                <a:off x="2003363" y="2552013"/>
                <a:ext cx="373820" cy="246221"/>
              </a:xfrm>
              <a:prstGeom prst="rect">
                <a:avLst/>
              </a:prstGeom>
              <a:noFill/>
              <a:ln w="9525">
                <a:noFill/>
              </a:ln>
            </p:spPr>
            <p:txBody>
              <a:bodyPr wrap="none" rtlCol="0">
                <a:spAutoFit/>
              </a:bodyPr>
              <a:lstStyle/>
              <a:p>
                <a:r>
                  <a:rPr lang="en-US" sz="1000" dirty="0"/>
                  <a:t>Key</a:t>
                </a:r>
              </a:p>
            </p:txBody>
          </p:sp>
        </p:grpSp>
        <p:sp>
          <p:nvSpPr>
            <p:cNvPr id="214" name="Oval 213">
              <a:extLst>
                <a:ext uri="{FF2B5EF4-FFF2-40B4-BE49-F238E27FC236}">
                  <a16:creationId xmlns:a16="http://schemas.microsoft.com/office/drawing/2014/main" id="{830A3AC9-5EA9-8A28-2A3F-8439574E2933}"/>
                </a:ext>
              </a:extLst>
            </p:cNvPr>
            <p:cNvSpPr/>
            <p:nvPr/>
          </p:nvSpPr>
          <p:spPr>
            <a:xfrm>
              <a:off x="8594811" y="963706"/>
              <a:ext cx="622208" cy="246199"/>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5" name="TextBox 214">
              <a:extLst>
                <a:ext uri="{FF2B5EF4-FFF2-40B4-BE49-F238E27FC236}">
                  <a16:creationId xmlns:a16="http://schemas.microsoft.com/office/drawing/2014/main" id="{8FB42622-AFC8-F773-756E-DE8DB5CEACBD}"/>
                </a:ext>
              </a:extLst>
            </p:cNvPr>
            <p:cNvSpPr txBox="1"/>
            <p:nvPr/>
          </p:nvSpPr>
          <p:spPr>
            <a:xfrm>
              <a:off x="8628288" y="955057"/>
              <a:ext cx="530915" cy="246221"/>
            </a:xfrm>
            <a:prstGeom prst="rect">
              <a:avLst/>
            </a:prstGeom>
            <a:noFill/>
            <a:ln w="9525">
              <a:noFill/>
            </a:ln>
          </p:spPr>
          <p:txBody>
            <a:bodyPr wrap="none" rtlCol="0">
              <a:spAutoFit/>
            </a:bodyPr>
            <a:lstStyle/>
            <a:p>
              <a:r>
                <a:rPr lang="en-US" sz="1000" dirty="0"/>
                <a:t>1</a:t>
              </a:r>
              <a:r>
                <a:rPr lang="en-US" sz="1000" baseline="30000" dirty="0"/>
                <a:t>st</a:t>
              </a:r>
              <a:r>
                <a:rPr lang="en-US" sz="1000" dirty="0"/>
                <a:t> Key</a:t>
              </a:r>
            </a:p>
          </p:txBody>
        </p:sp>
        <p:grpSp>
          <p:nvGrpSpPr>
            <p:cNvPr id="247" name="Group 246">
              <a:extLst>
                <a:ext uri="{FF2B5EF4-FFF2-40B4-BE49-F238E27FC236}">
                  <a16:creationId xmlns:a16="http://schemas.microsoft.com/office/drawing/2014/main" id="{724F619D-94EC-353E-CB57-7D3CBCE96A31}"/>
                </a:ext>
              </a:extLst>
            </p:cNvPr>
            <p:cNvGrpSpPr/>
            <p:nvPr/>
          </p:nvGrpSpPr>
          <p:grpSpPr>
            <a:xfrm>
              <a:off x="7733292" y="3692249"/>
              <a:ext cx="622208" cy="254848"/>
              <a:chOff x="6736039" y="4116655"/>
              <a:chExt cx="622208" cy="254848"/>
            </a:xfrm>
          </p:grpSpPr>
          <p:sp>
            <p:nvSpPr>
              <p:cNvPr id="217" name="Oval 216">
                <a:extLst>
                  <a:ext uri="{FF2B5EF4-FFF2-40B4-BE49-F238E27FC236}">
                    <a16:creationId xmlns:a16="http://schemas.microsoft.com/office/drawing/2014/main" id="{818ABFCA-1219-CCB1-6807-42F43E2571CF}"/>
                  </a:ext>
                </a:extLst>
              </p:cNvPr>
              <p:cNvSpPr/>
              <p:nvPr/>
            </p:nvSpPr>
            <p:spPr>
              <a:xfrm>
                <a:off x="6736039" y="4125304"/>
                <a:ext cx="622208" cy="246199"/>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8" name="TextBox 217">
                <a:extLst>
                  <a:ext uri="{FF2B5EF4-FFF2-40B4-BE49-F238E27FC236}">
                    <a16:creationId xmlns:a16="http://schemas.microsoft.com/office/drawing/2014/main" id="{36D21B51-0251-02A7-D0BC-0630D7083AC9}"/>
                  </a:ext>
                </a:extLst>
              </p:cNvPr>
              <p:cNvSpPr txBox="1"/>
              <p:nvPr/>
            </p:nvSpPr>
            <p:spPr>
              <a:xfrm>
                <a:off x="6859532" y="4116655"/>
                <a:ext cx="373820" cy="246221"/>
              </a:xfrm>
              <a:prstGeom prst="rect">
                <a:avLst/>
              </a:prstGeom>
              <a:noFill/>
              <a:ln w="9525">
                <a:noFill/>
              </a:ln>
            </p:spPr>
            <p:txBody>
              <a:bodyPr wrap="none" rtlCol="0">
                <a:spAutoFit/>
              </a:bodyPr>
              <a:lstStyle/>
              <a:p>
                <a:r>
                  <a:rPr lang="en-US" sz="1000" dirty="0"/>
                  <a:t>Key</a:t>
                </a:r>
              </a:p>
            </p:txBody>
          </p:sp>
        </p:grpSp>
        <p:cxnSp>
          <p:nvCxnSpPr>
            <p:cNvPr id="219" name="Straight Arrow Connector 218">
              <a:extLst>
                <a:ext uri="{FF2B5EF4-FFF2-40B4-BE49-F238E27FC236}">
                  <a16:creationId xmlns:a16="http://schemas.microsoft.com/office/drawing/2014/main" id="{FD70DA80-3D81-4863-11C1-8EDD2025AF10}"/>
                </a:ext>
              </a:extLst>
            </p:cNvPr>
            <p:cNvCxnSpPr>
              <a:cxnSpLocks/>
              <a:stCxn id="208" idx="2"/>
              <a:endCxn id="218" idx="0"/>
            </p:cNvCxnSpPr>
            <p:nvPr/>
          </p:nvCxnSpPr>
          <p:spPr>
            <a:xfrm flipH="1">
              <a:off x="8043695" y="3445677"/>
              <a:ext cx="1546" cy="24657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21" name="TextBox 220">
              <a:extLst>
                <a:ext uri="{FF2B5EF4-FFF2-40B4-BE49-F238E27FC236}">
                  <a16:creationId xmlns:a16="http://schemas.microsoft.com/office/drawing/2014/main" id="{CC20DEC7-A7BF-419C-FB8D-E68FB6354D28}"/>
                </a:ext>
              </a:extLst>
            </p:cNvPr>
            <p:cNvSpPr txBox="1"/>
            <p:nvPr/>
          </p:nvSpPr>
          <p:spPr>
            <a:xfrm>
              <a:off x="8051539" y="3938470"/>
              <a:ext cx="349776" cy="246221"/>
            </a:xfrm>
            <a:prstGeom prst="rect">
              <a:avLst/>
            </a:prstGeom>
            <a:noFill/>
            <a:ln>
              <a:noFill/>
            </a:ln>
          </p:spPr>
          <p:txBody>
            <a:bodyPr wrap="none" rtlCol="0">
              <a:spAutoFit/>
            </a:bodyPr>
            <a:lstStyle/>
            <a:p>
              <a:r>
                <a:rPr lang="en-US" sz="1000" dirty="0"/>
                <a:t>0:9</a:t>
              </a:r>
            </a:p>
          </p:txBody>
        </p:sp>
        <p:grpSp>
          <p:nvGrpSpPr>
            <p:cNvPr id="222" name="Group 221">
              <a:extLst>
                <a:ext uri="{FF2B5EF4-FFF2-40B4-BE49-F238E27FC236}">
                  <a16:creationId xmlns:a16="http://schemas.microsoft.com/office/drawing/2014/main" id="{4A04463C-4E1F-430C-453F-7F53FC1AD958}"/>
                </a:ext>
              </a:extLst>
            </p:cNvPr>
            <p:cNvGrpSpPr/>
            <p:nvPr/>
          </p:nvGrpSpPr>
          <p:grpSpPr>
            <a:xfrm>
              <a:off x="9340229" y="2263935"/>
              <a:ext cx="622208" cy="254848"/>
              <a:chOff x="1866990" y="2552013"/>
              <a:chExt cx="622208" cy="254848"/>
            </a:xfrm>
          </p:grpSpPr>
          <p:sp>
            <p:nvSpPr>
              <p:cNvPr id="223" name="Oval 222">
                <a:extLst>
                  <a:ext uri="{FF2B5EF4-FFF2-40B4-BE49-F238E27FC236}">
                    <a16:creationId xmlns:a16="http://schemas.microsoft.com/office/drawing/2014/main" id="{73F6CC05-6B7A-B4A3-DD86-CC35D639B295}"/>
                  </a:ext>
                </a:extLst>
              </p:cNvPr>
              <p:cNvSpPr/>
              <p:nvPr/>
            </p:nvSpPr>
            <p:spPr>
              <a:xfrm>
                <a:off x="1866990" y="2560662"/>
                <a:ext cx="622208" cy="246199"/>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24" name="TextBox 223">
                <a:extLst>
                  <a:ext uri="{FF2B5EF4-FFF2-40B4-BE49-F238E27FC236}">
                    <a16:creationId xmlns:a16="http://schemas.microsoft.com/office/drawing/2014/main" id="{CEA9AC7C-2ED6-E7D5-85C5-1A409A7C13FD}"/>
                  </a:ext>
                </a:extLst>
              </p:cNvPr>
              <p:cNvSpPr txBox="1"/>
              <p:nvPr/>
            </p:nvSpPr>
            <p:spPr>
              <a:xfrm>
                <a:off x="2003363" y="2552013"/>
                <a:ext cx="373820" cy="246221"/>
              </a:xfrm>
              <a:prstGeom prst="rect">
                <a:avLst/>
              </a:prstGeom>
              <a:noFill/>
              <a:ln w="9525">
                <a:noFill/>
              </a:ln>
            </p:spPr>
            <p:txBody>
              <a:bodyPr wrap="none" rtlCol="0">
                <a:spAutoFit/>
              </a:bodyPr>
              <a:lstStyle/>
              <a:p>
                <a:r>
                  <a:rPr lang="en-US" sz="1000" dirty="0"/>
                  <a:t>Key</a:t>
                </a:r>
              </a:p>
            </p:txBody>
          </p:sp>
        </p:grpSp>
        <p:cxnSp>
          <p:nvCxnSpPr>
            <p:cNvPr id="225" name="Straight Arrow Connector 224">
              <a:extLst>
                <a:ext uri="{FF2B5EF4-FFF2-40B4-BE49-F238E27FC236}">
                  <a16:creationId xmlns:a16="http://schemas.microsoft.com/office/drawing/2014/main" id="{AD496E26-3670-F381-2703-FF77E10B8DD0}"/>
                </a:ext>
              </a:extLst>
            </p:cNvPr>
            <p:cNvCxnSpPr>
              <a:stCxn id="197" idx="2"/>
              <a:endCxn id="224" idx="0"/>
            </p:cNvCxnSpPr>
            <p:nvPr/>
          </p:nvCxnSpPr>
          <p:spPr>
            <a:xfrm>
              <a:off x="9659646" y="1923375"/>
              <a:ext cx="3866" cy="34056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26" name="TextBox 225">
              <a:extLst>
                <a:ext uri="{FF2B5EF4-FFF2-40B4-BE49-F238E27FC236}">
                  <a16:creationId xmlns:a16="http://schemas.microsoft.com/office/drawing/2014/main" id="{F765548E-D16B-625E-C4DD-F3A08495E02E}"/>
                </a:ext>
              </a:extLst>
            </p:cNvPr>
            <p:cNvSpPr txBox="1"/>
            <p:nvPr/>
          </p:nvSpPr>
          <p:spPr>
            <a:xfrm>
              <a:off x="8824305" y="2873248"/>
              <a:ext cx="863208" cy="553998"/>
            </a:xfrm>
            <a:prstGeom prst="rect">
              <a:avLst/>
            </a:prstGeom>
            <a:noFill/>
            <a:ln>
              <a:solidFill>
                <a:schemeClr val="tx1"/>
              </a:solidFill>
            </a:ln>
          </p:spPr>
          <p:txBody>
            <a:bodyPr wrap="square" rtlCol="0">
              <a:spAutoFit/>
            </a:bodyPr>
            <a:lstStyle/>
            <a:p>
              <a:r>
                <a:rPr lang="en-US" sz="1000" dirty="0" err="1"/>
                <a:t>NegExpFixed</a:t>
              </a:r>
              <a:endParaRPr lang="en-US" sz="1000" dirty="0"/>
            </a:p>
            <a:p>
              <a:r>
                <a:rPr lang="en-US" sz="1000" dirty="0" err="1"/>
                <a:t>Sexp</a:t>
              </a:r>
              <a:r>
                <a:rPr lang="en-US" sz="1000" dirty="0"/>
                <a:t> - -</a:t>
              </a:r>
            </a:p>
            <a:p>
              <a:r>
                <a:rPr lang="en-US" sz="1000" dirty="0" err="1"/>
                <a:t>Dexp</a:t>
              </a:r>
              <a:r>
                <a:rPr lang="en-US" sz="1000" dirty="0"/>
                <a:t> - -</a:t>
              </a:r>
            </a:p>
          </p:txBody>
        </p:sp>
        <p:cxnSp>
          <p:nvCxnSpPr>
            <p:cNvPr id="227" name="Straight Arrow Connector 226">
              <a:extLst>
                <a:ext uri="{FF2B5EF4-FFF2-40B4-BE49-F238E27FC236}">
                  <a16:creationId xmlns:a16="http://schemas.microsoft.com/office/drawing/2014/main" id="{ABA92D21-9CD8-2881-69F4-E375FBC4F783}"/>
                </a:ext>
              </a:extLst>
            </p:cNvPr>
            <p:cNvCxnSpPr>
              <a:stCxn id="223" idx="4"/>
              <a:endCxn id="226" idx="0"/>
            </p:cNvCxnSpPr>
            <p:nvPr/>
          </p:nvCxnSpPr>
          <p:spPr>
            <a:xfrm flipH="1">
              <a:off x="9255909" y="2518783"/>
              <a:ext cx="395424" cy="354465"/>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28" name="TextBox 227">
              <a:extLst>
                <a:ext uri="{FF2B5EF4-FFF2-40B4-BE49-F238E27FC236}">
                  <a16:creationId xmlns:a16="http://schemas.microsoft.com/office/drawing/2014/main" id="{CD467D19-6DA4-3595-185D-2DEBEB9BCA89}"/>
                </a:ext>
              </a:extLst>
            </p:cNvPr>
            <p:cNvSpPr txBox="1"/>
            <p:nvPr/>
          </p:nvSpPr>
          <p:spPr>
            <a:xfrm>
              <a:off x="9168409" y="2539575"/>
              <a:ext cx="349776" cy="246221"/>
            </a:xfrm>
            <a:prstGeom prst="rect">
              <a:avLst/>
            </a:prstGeom>
            <a:noFill/>
            <a:ln>
              <a:noFill/>
            </a:ln>
          </p:spPr>
          <p:txBody>
            <a:bodyPr wrap="none" rtlCol="0">
              <a:spAutoFit/>
            </a:bodyPr>
            <a:lstStyle/>
            <a:p>
              <a:r>
                <a:rPr lang="en-US" sz="1000" dirty="0"/>
                <a:t>1:9</a:t>
              </a:r>
            </a:p>
          </p:txBody>
        </p:sp>
        <p:sp>
          <p:nvSpPr>
            <p:cNvPr id="229" name="TextBox 228">
              <a:extLst>
                <a:ext uri="{FF2B5EF4-FFF2-40B4-BE49-F238E27FC236}">
                  <a16:creationId xmlns:a16="http://schemas.microsoft.com/office/drawing/2014/main" id="{A249DC89-937D-3B33-8C05-B5C7C0879D55}"/>
                </a:ext>
              </a:extLst>
            </p:cNvPr>
            <p:cNvSpPr txBox="1"/>
            <p:nvPr/>
          </p:nvSpPr>
          <p:spPr>
            <a:xfrm>
              <a:off x="9972353" y="2861214"/>
              <a:ext cx="582832" cy="400110"/>
            </a:xfrm>
            <a:prstGeom prst="rect">
              <a:avLst/>
            </a:prstGeom>
            <a:noFill/>
            <a:ln>
              <a:solidFill>
                <a:schemeClr val="tx1"/>
              </a:solidFill>
            </a:ln>
          </p:spPr>
          <p:txBody>
            <a:bodyPr wrap="square" rtlCol="0">
              <a:spAutoFit/>
            </a:bodyPr>
            <a:lstStyle/>
            <a:p>
              <a:r>
                <a:rPr lang="en-US" sz="1000" dirty="0" err="1"/>
                <a:t>Sexp</a:t>
              </a:r>
              <a:r>
                <a:rPr lang="en-US" sz="1000" dirty="0"/>
                <a:t> - -</a:t>
              </a:r>
            </a:p>
            <a:p>
              <a:r>
                <a:rPr lang="en-US" sz="1000" dirty="0" err="1"/>
                <a:t>Dexp</a:t>
              </a:r>
              <a:r>
                <a:rPr lang="en-US" sz="1000" dirty="0"/>
                <a:t> - -</a:t>
              </a:r>
            </a:p>
          </p:txBody>
        </p:sp>
        <p:cxnSp>
          <p:nvCxnSpPr>
            <p:cNvPr id="230" name="Straight Arrow Connector 229">
              <a:extLst>
                <a:ext uri="{FF2B5EF4-FFF2-40B4-BE49-F238E27FC236}">
                  <a16:creationId xmlns:a16="http://schemas.microsoft.com/office/drawing/2014/main" id="{0C739F5E-D32B-C121-7607-B1EF07066261}"/>
                </a:ext>
              </a:extLst>
            </p:cNvPr>
            <p:cNvCxnSpPr>
              <a:cxnSpLocks/>
              <a:stCxn id="223" idx="4"/>
              <a:endCxn id="229" idx="0"/>
            </p:cNvCxnSpPr>
            <p:nvPr/>
          </p:nvCxnSpPr>
          <p:spPr>
            <a:xfrm>
              <a:off x="9651333" y="2518783"/>
              <a:ext cx="612436" cy="34243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31" name="TextBox 230">
              <a:extLst>
                <a:ext uri="{FF2B5EF4-FFF2-40B4-BE49-F238E27FC236}">
                  <a16:creationId xmlns:a16="http://schemas.microsoft.com/office/drawing/2014/main" id="{FD1F7325-EC86-70DA-B1DB-08EAAE40A9DE}"/>
                </a:ext>
              </a:extLst>
            </p:cNvPr>
            <p:cNvSpPr txBox="1"/>
            <p:nvPr/>
          </p:nvSpPr>
          <p:spPr>
            <a:xfrm>
              <a:off x="9972353" y="2543675"/>
              <a:ext cx="250390" cy="246221"/>
            </a:xfrm>
            <a:prstGeom prst="rect">
              <a:avLst/>
            </a:prstGeom>
            <a:noFill/>
            <a:ln>
              <a:noFill/>
            </a:ln>
          </p:spPr>
          <p:txBody>
            <a:bodyPr wrap="none" rtlCol="0">
              <a:spAutoFit/>
            </a:bodyPr>
            <a:lstStyle/>
            <a:p>
              <a:r>
                <a:rPr lang="en-US" sz="1000" dirty="0"/>
                <a:t>0</a:t>
              </a:r>
            </a:p>
          </p:txBody>
        </p:sp>
        <p:cxnSp>
          <p:nvCxnSpPr>
            <p:cNvPr id="232" name="Straight Connector 231">
              <a:extLst>
                <a:ext uri="{FF2B5EF4-FFF2-40B4-BE49-F238E27FC236}">
                  <a16:creationId xmlns:a16="http://schemas.microsoft.com/office/drawing/2014/main" id="{3B4BDC21-AEFE-67AE-55B9-0C9649E04862}"/>
                </a:ext>
              </a:extLst>
            </p:cNvPr>
            <p:cNvCxnSpPr>
              <a:cxnSpLocks/>
              <a:stCxn id="229" idx="3"/>
            </p:cNvCxnSpPr>
            <p:nvPr/>
          </p:nvCxnSpPr>
          <p:spPr>
            <a:xfrm>
              <a:off x="10555185" y="3061269"/>
              <a:ext cx="288171"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AA7A1BA7-CCDD-8CE1-B90F-69EDA4B28B63}"/>
                </a:ext>
              </a:extLst>
            </p:cNvPr>
            <p:cNvCxnSpPr>
              <a:cxnSpLocks/>
            </p:cNvCxnSpPr>
            <p:nvPr/>
          </p:nvCxnSpPr>
          <p:spPr>
            <a:xfrm flipV="1">
              <a:off x="10843356" y="2771765"/>
              <a:ext cx="0" cy="28950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4" name="Straight Arrow Connector 233">
              <a:extLst>
                <a:ext uri="{FF2B5EF4-FFF2-40B4-BE49-F238E27FC236}">
                  <a16:creationId xmlns:a16="http://schemas.microsoft.com/office/drawing/2014/main" id="{F4833641-8F56-5D0C-1C1B-6D79C8014392}"/>
                </a:ext>
              </a:extLst>
            </p:cNvPr>
            <p:cNvCxnSpPr>
              <a:cxnSpLocks/>
              <a:endCxn id="223" idx="5"/>
            </p:cNvCxnSpPr>
            <p:nvPr/>
          </p:nvCxnSpPr>
          <p:spPr>
            <a:xfrm flipH="1" flipV="1">
              <a:off x="9871317" y="2482728"/>
              <a:ext cx="972039" cy="289037"/>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2640A54B-0C07-3DED-C3D7-8F583AF4A23F}"/>
                </a:ext>
              </a:extLst>
            </p:cNvPr>
            <p:cNvCxnSpPr>
              <a:cxnSpLocks/>
              <a:endCxn id="311" idx="1"/>
            </p:cNvCxnSpPr>
            <p:nvPr/>
          </p:nvCxnSpPr>
          <p:spPr>
            <a:xfrm>
              <a:off x="8344289" y="3823436"/>
              <a:ext cx="2807161" cy="11775"/>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37" name="TextBox 236">
              <a:extLst>
                <a:ext uri="{FF2B5EF4-FFF2-40B4-BE49-F238E27FC236}">
                  <a16:creationId xmlns:a16="http://schemas.microsoft.com/office/drawing/2014/main" id="{AA4C8590-1BA1-8125-91A9-52D6305FE59A}"/>
                </a:ext>
              </a:extLst>
            </p:cNvPr>
            <p:cNvSpPr txBox="1"/>
            <p:nvPr/>
          </p:nvSpPr>
          <p:spPr>
            <a:xfrm>
              <a:off x="9824402" y="3614575"/>
              <a:ext cx="381836" cy="246221"/>
            </a:xfrm>
            <a:prstGeom prst="rect">
              <a:avLst/>
            </a:prstGeom>
            <a:noFill/>
            <a:ln>
              <a:noFill/>
            </a:ln>
          </p:spPr>
          <p:txBody>
            <a:bodyPr wrap="none" rtlCol="0">
              <a:spAutoFit/>
            </a:bodyPr>
            <a:lstStyle/>
            <a:p>
              <a:r>
                <a:rPr lang="en-US" sz="1000" dirty="0" err="1"/>
                <a:t>Opr</a:t>
              </a:r>
              <a:endParaRPr lang="en-US" sz="1000" dirty="0"/>
            </a:p>
          </p:txBody>
        </p:sp>
        <p:sp>
          <p:nvSpPr>
            <p:cNvPr id="238" name="TextBox 237">
              <a:extLst>
                <a:ext uri="{FF2B5EF4-FFF2-40B4-BE49-F238E27FC236}">
                  <a16:creationId xmlns:a16="http://schemas.microsoft.com/office/drawing/2014/main" id="{B5F6903D-A3C0-63EC-686E-A6501B6E499B}"/>
                </a:ext>
              </a:extLst>
            </p:cNvPr>
            <p:cNvSpPr txBox="1"/>
            <p:nvPr/>
          </p:nvSpPr>
          <p:spPr>
            <a:xfrm>
              <a:off x="10489946" y="2210176"/>
              <a:ext cx="381836" cy="246221"/>
            </a:xfrm>
            <a:prstGeom prst="rect">
              <a:avLst/>
            </a:prstGeom>
            <a:noFill/>
            <a:ln>
              <a:noFill/>
            </a:ln>
          </p:spPr>
          <p:txBody>
            <a:bodyPr wrap="none" rtlCol="0">
              <a:spAutoFit/>
            </a:bodyPr>
            <a:lstStyle/>
            <a:p>
              <a:r>
                <a:rPr lang="en-US" sz="1000" dirty="0" err="1"/>
                <a:t>Opr</a:t>
              </a:r>
              <a:endParaRPr lang="en-US" sz="1000" dirty="0"/>
            </a:p>
          </p:txBody>
        </p:sp>
        <p:cxnSp>
          <p:nvCxnSpPr>
            <p:cNvPr id="240" name="Straight Arrow Connector 239">
              <a:extLst>
                <a:ext uri="{FF2B5EF4-FFF2-40B4-BE49-F238E27FC236}">
                  <a16:creationId xmlns:a16="http://schemas.microsoft.com/office/drawing/2014/main" id="{DEE88EBD-9FAB-E08A-8D37-F74043FFD7C4}"/>
                </a:ext>
              </a:extLst>
            </p:cNvPr>
            <p:cNvCxnSpPr>
              <a:stCxn id="226" idx="2"/>
              <a:endCxn id="218" idx="0"/>
            </p:cNvCxnSpPr>
            <p:nvPr/>
          </p:nvCxnSpPr>
          <p:spPr>
            <a:xfrm flipH="1">
              <a:off x="8043695" y="3427246"/>
              <a:ext cx="1212214" cy="265003"/>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2" name="Straight Arrow Connector 241">
              <a:extLst>
                <a:ext uri="{FF2B5EF4-FFF2-40B4-BE49-F238E27FC236}">
                  <a16:creationId xmlns:a16="http://schemas.microsoft.com/office/drawing/2014/main" id="{914CA8AE-DF60-7B8C-C6B1-369E995B772A}"/>
                </a:ext>
              </a:extLst>
            </p:cNvPr>
            <p:cNvCxnSpPr>
              <a:stCxn id="165" idx="2"/>
              <a:endCxn id="125" idx="0"/>
            </p:cNvCxnSpPr>
            <p:nvPr/>
          </p:nvCxnSpPr>
          <p:spPr>
            <a:xfrm flipH="1">
              <a:off x="3514092" y="3459804"/>
              <a:ext cx="1130724" cy="24828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60" name="TextBox 259">
              <a:extLst>
                <a:ext uri="{FF2B5EF4-FFF2-40B4-BE49-F238E27FC236}">
                  <a16:creationId xmlns:a16="http://schemas.microsoft.com/office/drawing/2014/main" id="{CEECF64B-3494-1707-F7F5-BE99FA760BA8}"/>
                </a:ext>
              </a:extLst>
            </p:cNvPr>
            <p:cNvSpPr txBox="1"/>
            <p:nvPr/>
          </p:nvSpPr>
          <p:spPr>
            <a:xfrm>
              <a:off x="3203202" y="4223828"/>
              <a:ext cx="583814" cy="246221"/>
            </a:xfrm>
            <a:prstGeom prst="rect">
              <a:avLst/>
            </a:prstGeom>
            <a:noFill/>
            <a:ln>
              <a:solidFill>
                <a:schemeClr val="tx1"/>
              </a:solidFill>
            </a:ln>
          </p:spPr>
          <p:txBody>
            <a:bodyPr wrap="none" rtlCol="0">
              <a:spAutoFit/>
            </a:bodyPr>
            <a:lstStyle/>
            <a:p>
              <a:r>
                <a:rPr lang="en-US" sz="1000" dirty="0" err="1"/>
                <a:t>XDp</a:t>
              </a:r>
              <a:r>
                <a:rPr lang="en-US" sz="1000" dirty="0"/>
                <a:t> + +</a:t>
              </a:r>
            </a:p>
          </p:txBody>
        </p:sp>
        <p:cxnSp>
          <p:nvCxnSpPr>
            <p:cNvPr id="263" name="Straight Arrow Connector 262">
              <a:extLst>
                <a:ext uri="{FF2B5EF4-FFF2-40B4-BE49-F238E27FC236}">
                  <a16:creationId xmlns:a16="http://schemas.microsoft.com/office/drawing/2014/main" id="{2C46B5C3-6301-8A15-10A9-B59F54822E00}"/>
                </a:ext>
              </a:extLst>
            </p:cNvPr>
            <p:cNvCxnSpPr>
              <a:cxnSpLocks/>
              <a:stCxn id="125" idx="2"/>
            </p:cNvCxnSpPr>
            <p:nvPr/>
          </p:nvCxnSpPr>
          <p:spPr>
            <a:xfrm flipH="1">
              <a:off x="3513540" y="3954305"/>
              <a:ext cx="552" cy="27038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38365CEC-2BBE-0B13-26F2-E84518C532C2}"/>
                </a:ext>
              </a:extLst>
            </p:cNvPr>
            <p:cNvCxnSpPr>
              <a:cxnSpLocks/>
            </p:cNvCxnSpPr>
            <p:nvPr/>
          </p:nvCxnSpPr>
          <p:spPr>
            <a:xfrm>
              <a:off x="3805447" y="4347804"/>
              <a:ext cx="35818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7A89E09B-F09B-1B00-5FF8-405603EAA9CD}"/>
                </a:ext>
              </a:extLst>
            </p:cNvPr>
            <p:cNvCxnSpPr>
              <a:cxnSpLocks/>
            </p:cNvCxnSpPr>
            <p:nvPr/>
          </p:nvCxnSpPr>
          <p:spPr>
            <a:xfrm flipH="1" flipV="1">
              <a:off x="4163627" y="4200526"/>
              <a:ext cx="4170" cy="151957"/>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9" name="Straight Arrow Connector 268">
              <a:extLst>
                <a:ext uri="{FF2B5EF4-FFF2-40B4-BE49-F238E27FC236}">
                  <a16:creationId xmlns:a16="http://schemas.microsoft.com/office/drawing/2014/main" id="{CBA88FE7-71B0-1B6C-5E3B-B65F8778EE70}"/>
                </a:ext>
              </a:extLst>
            </p:cNvPr>
            <p:cNvCxnSpPr>
              <a:cxnSpLocks/>
              <a:endCxn id="124" idx="5"/>
            </p:cNvCxnSpPr>
            <p:nvPr/>
          </p:nvCxnSpPr>
          <p:spPr>
            <a:xfrm flipH="1" flipV="1">
              <a:off x="3721897" y="3926877"/>
              <a:ext cx="441730" cy="273649"/>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76" name="TextBox 275">
              <a:extLst>
                <a:ext uri="{FF2B5EF4-FFF2-40B4-BE49-F238E27FC236}">
                  <a16:creationId xmlns:a16="http://schemas.microsoft.com/office/drawing/2014/main" id="{24427D75-E7D5-CAA6-F086-294C4D8EE602}"/>
                </a:ext>
              </a:extLst>
            </p:cNvPr>
            <p:cNvSpPr txBox="1"/>
            <p:nvPr/>
          </p:nvSpPr>
          <p:spPr>
            <a:xfrm>
              <a:off x="7755096" y="4204714"/>
              <a:ext cx="583814" cy="246221"/>
            </a:xfrm>
            <a:prstGeom prst="rect">
              <a:avLst/>
            </a:prstGeom>
            <a:noFill/>
            <a:ln>
              <a:solidFill>
                <a:schemeClr val="tx1"/>
              </a:solidFill>
            </a:ln>
          </p:spPr>
          <p:txBody>
            <a:bodyPr wrap="none" rtlCol="0">
              <a:spAutoFit/>
            </a:bodyPr>
            <a:lstStyle/>
            <a:p>
              <a:r>
                <a:rPr lang="en-US" sz="1000" dirty="0" err="1"/>
                <a:t>XDp</a:t>
              </a:r>
              <a:r>
                <a:rPr lang="en-US" sz="1000" dirty="0"/>
                <a:t> + +</a:t>
              </a:r>
            </a:p>
          </p:txBody>
        </p:sp>
        <p:cxnSp>
          <p:nvCxnSpPr>
            <p:cNvPr id="277" name="Straight Arrow Connector 276">
              <a:extLst>
                <a:ext uri="{FF2B5EF4-FFF2-40B4-BE49-F238E27FC236}">
                  <a16:creationId xmlns:a16="http://schemas.microsoft.com/office/drawing/2014/main" id="{C627DB4E-4380-EDC9-A69A-652C4708B52E}"/>
                </a:ext>
              </a:extLst>
            </p:cNvPr>
            <p:cNvCxnSpPr>
              <a:cxnSpLocks/>
              <a:stCxn id="218" idx="2"/>
              <a:endCxn id="276" idx="0"/>
            </p:cNvCxnSpPr>
            <p:nvPr/>
          </p:nvCxnSpPr>
          <p:spPr>
            <a:xfrm>
              <a:off x="8043695" y="3938470"/>
              <a:ext cx="3308" cy="266244"/>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CD93BD45-2451-06C8-A7F4-C4ECBAD6FBF4}"/>
                </a:ext>
              </a:extLst>
            </p:cNvPr>
            <p:cNvCxnSpPr>
              <a:cxnSpLocks/>
              <a:stCxn id="276" idx="3"/>
            </p:cNvCxnSpPr>
            <p:nvPr/>
          </p:nvCxnSpPr>
          <p:spPr>
            <a:xfrm flipV="1">
              <a:off x="8338910" y="4327824"/>
              <a:ext cx="289378" cy="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7A186D3B-3358-F417-513C-E129C8AE68E2}"/>
                </a:ext>
              </a:extLst>
            </p:cNvPr>
            <p:cNvCxnSpPr>
              <a:cxnSpLocks/>
            </p:cNvCxnSpPr>
            <p:nvPr/>
          </p:nvCxnSpPr>
          <p:spPr>
            <a:xfrm flipV="1">
              <a:off x="8633748" y="4184691"/>
              <a:ext cx="0" cy="14313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0" name="Straight Arrow Connector 279">
              <a:extLst>
                <a:ext uri="{FF2B5EF4-FFF2-40B4-BE49-F238E27FC236}">
                  <a16:creationId xmlns:a16="http://schemas.microsoft.com/office/drawing/2014/main" id="{D2CC9E86-2BCD-DFF4-1CCE-D93482904423}"/>
                </a:ext>
              </a:extLst>
            </p:cNvPr>
            <p:cNvCxnSpPr>
              <a:cxnSpLocks/>
            </p:cNvCxnSpPr>
            <p:nvPr/>
          </p:nvCxnSpPr>
          <p:spPr>
            <a:xfrm flipH="1" flipV="1">
              <a:off x="8287603" y="3881146"/>
              <a:ext cx="340685" cy="303545"/>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90BFE2A8-E544-1BEF-34BA-3FE367DD12C7}"/>
                </a:ext>
              </a:extLst>
            </p:cNvPr>
            <p:cNvCxnSpPr>
              <a:cxnSpLocks/>
            </p:cNvCxnSpPr>
            <p:nvPr/>
          </p:nvCxnSpPr>
          <p:spPr>
            <a:xfrm flipV="1">
              <a:off x="7242125" y="1068218"/>
              <a:ext cx="0" cy="277161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6C545606-4896-9AEE-40FB-C80A4EBE1CCF}"/>
                </a:ext>
              </a:extLst>
            </p:cNvPr>
            <p:cNvCxnSpPr>
              <a:cxnSpLocks/>
            </p:cNvCxnSpPr>
            <p:nvPr/>
          </p:nvCxnSpPr>
          <p:spPr>
            <a:xfrm>
              <a:off x="7242117" y="1068218"/>
              <a:ext cx="1352304" cy="995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11" name="TextBox 310">
              <a:extLst>
                <a:ext uri="{FF2B5EF4-FFF2-40B4-BE49-F238E27FC236}">
                  <a16:creationId xmlns:a16="http://schemas.microsoft.com/office/drawing/2014/main" id="{77A9A5EA-18CB-B88E-2BB4-6057D734CF55}"/>
                </a:ext>
              </a:extLst>
            </p:cNvPr>
            <p:cNvSpPr txBox="1"/>
            <p:nvPr/>
          </p:nvSpPr>
          <p:spPr>
            <a:xfrm>
              <a:off x="11151450" y="3712100"/>
              <a:ext cx="461986" cy="246221"/>
            </a:xfrm>
            <a:prstGeom prst="rect">
              <a:avLst/>
            </a:prstGeom>
            <a:noFill/>
            <a:ln>
              <a:solidFill>
                <a:schemeClr val="tx1"/>
              </a:solidFill>
            </a:ln>
          </p:spPr>
          <p:txBody>
            <a:bodyPr wrap="none" rtlCol="0">
              <a:spAutoFit/>
            </a:bodyPr>
            <a:lstStyle/>
            <a:p>
              <a:r>
                <a:rPr lang="en-US" sz="1000" dirty="0"/>
                <a:t>Done</a:t>
              </a:r>
            </a:p>
          </p:txBody>
        </p:sp>
        <p:sp>
          <p:nvSpPr>
            <p:cNvPr id="337" name="TextBox 336">
              <a:extLst>
                <a:ext uri="{FF2B5EF4-FFF2-40B4-BE49-F238E27FC236}">
                  <a16:creationId xmlns:a16="http://schemas.microsoft.com/office/drawing/2014/main" id="{716F5306-85C1-04AD-8DB2-D3AB38F281A0}"/>
                </a:ext>
              </a:extLst>
            </p:cNvPr>
            <p:cNvSpPr txBox="1"/>
            <p:nvPr/>
          </p:nvSpPr>
          <p:spPr>
            <a:xfrm>
              <a:off x="3210586" y="936481"/>
              <a:ext cx="535724" cy="246221"/>
            </a:xfrm>
            <a:prstGeom prst="rect">
              <a:avLst/>
            </a:prstGeom>
            <a:noFill/>
            <a:ln>
              <a:noFill/>
            </a:ln>
          </p:spPr>
          <p:txBody>
            <a:bodyPr wrap="none" rtlCol="0">
              <a:spAutoFit/>
            </a:bodyPr>
            <a:lstStyle/>
            <a:p>
              <a:r>
                <a:rPr lang="en-US" sz="1000" dirty="0"/>
                <a:t>Op1Ph</a:t>
              </a:r>
            </a:p>
          </p:txBody>
        </p:sp>
        <p:sp>
          <p:nvSpPr>
            <p:cNvPr id="338" name="TextBox 337">
              <a:extLst>
                <a:ext uri="{FF2B5EF4-FFF2-40B4-BE49-F238E27FC236}">
                  <a16:creationId xmlns:a16="http://schemas.microsoft.com/office/drawing/2014/main" id="{6EF89098-F531-A395-097D-3F2E74C975C0}"/>
                </a:ext>
              </a:extLst>
            </p:cNvPr>
            <p:cNvSpPr txBox="1"/>
            <p:nvPr/>
          </p:nvSpPr>
          <p:spPr>
            <a:xfrm>
              <a:off x="9505408" y="943808"/>
              <a:ext cx="535724" cy="246221"/>
            </a:xfrm>
            <a:prstGeom prst="rect">
              <a:avLst/>
            </a:prstGeom>
            <a:noFill/>
            <a:ln>
              <a:noFill/>
            </a:ln>
          </p:spPr>
          <p:txBody>
            <a:bodyPr wrap="none" rtlCol="0">
              <a:spAutoFit/>
            </a:bodyPr>
            <a:lstStyle/>
            <a:p>
              <a:r>
                <a:rPr lang="en-US" sz="1000" dirty="0"/>
                <a:t>Op2Ph</a:t>
              </a:r>
            </a:p>
          </p:txBody>
        </p:sp>
        <p:cxnSp>
          <p:nvCxnSpPr>
            <p:cNvPr id="82" name="Straight Connector 81">
              <a:extLst>
                <a:ext uri="{FF2B5EF4-FFF2-40B4-BE49-F238E27FC236}">
                  <a16:creationId xmlns:a16="http://schemas.microsoft.com/office/drawing/2014/main" id="{4AA189DC-D464-FCB0-3DF4-CF8083056A43}"/>
                </a:ext>
              </a:extLst>
            </p:cNvPr>
            <p:cNvCxnSpPr>
              <a:stCxn id="223" idx="6"/>
            </p:cNvCxnSpPr>
            <p:nvPr/>
          </p:nvCxnSpPr>
          <p:spPr>
            <a:xfrm>
              <a:off x="9962437" y="2395684"/>
              <a:ext cx="1425999" cy="19580"/>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8092E335-80E7-96D8-5F9A-854E88765105}"/>
                </a:ext>
              </a:extLst>
            </p:cNvPr>
            <p:cNvCxnSpPr>
              <a:cxnSpLocks/>
              <a:endCxn id="311" idx="0"/>
            </p:cNvCxnSpPr>
            <p:nvPr/>
          </p:nvCxnSpPr>
          <p:spPr>
            <a:xfrm>
              <a:off x="11381619" y="2415061"/>
              <a:ext cx="824" cy="1297039"/>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4298B43-F90B-B9C3-F2EF-A71582684A0C}"/>
                </a:ext>
              </a:extLst>
            </p:cNvPr>
            <p:cNvCxnSpPr>
              <a:cxnSpLocks/>
            </p:cNvCxnSpPr>
            <p:nvPr/>
          </p:nvCxnSpPr>
          <p:spPr>
            <a:xfrm>
              <a:off x="4445563" y="1155052"/>
              <a:ext cx="346220" cy="159387"/>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78168C7-EB25-35F2-F0BA-482D01668A62}"/>
                </a:ext>
              </a:extLst>
            </p:cNvPr>
            <p:cNvCxnSpPr/>
            <p:nvPr/>
          </p:nvCxnSpPr>
          <p:spPr>
            <a:xfrm flipV="1">
              <a:off x="4796993" y="1082995"/>
              <a:ext cx="0" cy="23758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95078F5-BF65-8496-CD1C-8D85E56FF4D6}"/>
                </a:ext>
              </a:extLst>
            </p:cNvPr>
            <p:cNvCxnSpPr>
              <a:endCxn id="110" idx="6"/>
            </p:cNvCxnSpPr>
            <p:nvPr/>
          </p:nvCxnSpPr>
          <p:spPr>
            <a:xfrm flipH="1">
              <a:off x="4526325" y="1076856"/>
              <a:ext cx="274275" cy="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C08E986-95DB-1000-4436-5CF1E2A5AC83}"/>
                </a:ext>
              </a:extLst>
            </p:cNvPr>
            <p:cNvSpPr txBox="1"/>
            <p:nvPr/>
          </p:nvSpPr>
          <p:spPr>
            <a:xfrm>
              <a:off x="9276696" y="1064536"/>
              <a:ext cx="250390" cy="246221"/>
            </a:xfrm>
            <a:prstGeom prst="rect">
              <a:avLst/>
            </a:prstGeom>
            <a:noFill/>
            <a:ln>
              <a:noFill/>
            </a:ln>
          </p:spPr>
          <p:txBody>
            <a:bodyPr wrap="none" rtlCol="0">
              <a:spAutoFit/>
            </a:bodyPr>
            <a:lstStyle/>
            <a:p>
              <a:r>
                <a:rPr lang="en-US" sz="1000" dirty="0"/>
                <a:t>0</a:t>
              </a:r>
            </a:p>
          </p:txBody>
        </p:sp>
        <p:cxnSp>
          <p:nvCxnSpPr>
            <p:cNvPr id="14" name="Straight Connector 13">
              <a:extLst>
                <a:ext uri="{FF2B5EF4-FFF2-40B4-BE49-F238E27FC236}">
                  <a16:creationId xmlns:a16="http://schemas.microsoft.com/office/drawing/2014/main" id="{D5E81CFA-24CF-81C9-ADD6-F2B5EE181139}"/>
                </a:ext>
              </a:extLst>
            </p:cNvPr>
            <p:cNvCxnSpPr>
              <a:cxnSpLocks/>
            </p:cNvCxnSpPr>
            <p:nvPr/>
          </p:nvCxnSpPr>
          <p:spPr>
            <a:xfrm>
              <a:off x="9130347" y="1170889"/>
              <a:ext cx="357905" cy="17240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40CA44-576C-9014-2470-37159BE75E45}"/>
                </a:ext>
              </a:extLst>
            </p:cNvPr>
            <p:cNvCxnSpPr>
              <a:cxnSpLocks/>
            </p:cNvCxnSpPr>
            <p:nvPr/>
          </p:nvCxnSpPr>
          <p:spPr>
            <a:xfrm flipV="1">
              <a:off x="9487746" y="1090534"/>
              <a:ext cx="0" cy="25700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6319D19-FE53-EF91-1B7C-867B14EA19AC}"/>
                </a:ext>
              </a:extLst>
            </p:cNvPr>
            <p:cNvCxnSpPr/>
            <p:nvPr/>
          </p:nvCxnSpPr>
          <p:spPr>
            <a:xfrm flipH="1">
              <a:off x="9217078" y="1090050"/>
              <a:ext cx="274275" cy="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835229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 name="Group 81">
            <a:extLst>
              <a:ext uri="{FF2B5EF4-FFF2-40B4-BE49-F238E27FC236}">
                <a16:creationId xmlns:a16="http://schemas.microsoft.com/office/drawing/2014/main" id="{FE10E547-095D-CBC0-1A27-66B4982DA3C3}"/>
              </a:ext>
            </a:extLst>
          </p:cNvPr>
          <p:cNvGrpSpPr/>
          <p:nvPr/>
        </p:nvGrpSpPr>
        <p:grpSpPr>
          <a:xfrm>
            <a:off x="5259110" y="227661"/>
            <a:ext cx="5481425" cy="6455080"/>
            <a:chOff x="3264812" y="227661"/>
            <a:chExt cx="5481425" cy="6455080"/>
          </a:xfrm>
        </p:grpSpPr>
        <p:sp>
          <p:nvSpPr>
            <p:cNvPr id="3" name="TextBox 2">
              <a:extLst>
                <a:ext uri="{FF2B5EF4-FFF2-40B4-BE49-F238E27FC236}">
                  <a16:creationId xmlns:a16="http://schemas.microsoft.com/office/drawing/2014/main" id="{BC81B178-4D6F-C344-1418-0A71D2319EB0}"/>
                </a:ext>
              </a:extLst>
            </p:cNvPr>
            <p:cNvSpPr txBox="1"/>
            <p:nvPr/>
          </p:nvSpPr>
          <p:spPr>
            <a:xfrm>
              <a:off x="4870831" y="756472"/>
              <a:ext cx="588623" cy="246221"/>
            </a:xfrm>
            <a:prstGeom prst="rect">
              <a:avLst/>
            </a:prstGeom>
            <a:noFill/>
            <a:ln>
              <a:solidFill>
                <a:schemeClr val="tx1"/>
              </a:solidFill>
            </a:ln>
          </p:spPr>
          <p:txBody>
            <a:bodyPr wrap="none" rtlCol="0">
              <a:spAutoFit/>
            </a:bodyPr>
            <a:lstStyle/>
            <a:p>
              <a:r>
                <a:rPr lang="en-US" sz="1000" dirty="0"/>
                <a:t>ClrYPh2</a:t>
              </a:r>
            </a:p>
          </p:txBody>
        </p:sp>
        <p:sp>
          <p:nvSpPr>
            <p:cNvPr id="4" name="TextBox 3">
              <a:extLst>
                <a:ext uri="{FF2B5EF4-FFF2-40B4-BE49-F238E27FC236}">
                  <a16:creationId xmlns:a16="http://schemas.microsoft.com/office/drawing/2014/main" id="{04E52EBC-BF76-AEF5-84F2-7B05E331BEED}"/>
                </a:ext>
              </a:extLst>
            </p:cNvPr>
            <p:cNvSpPr txBox="1"/>
            <p:nvPr/>
          </p:nvSpPr>
          <p:spPr>
            <a:xfrm>
              <a:off x="4824344" y="1156580"/>
              <a:ext cx="681597" cy="246221"/>
            </a:xfrm>
            <a:prstGeom prst="rect">
              <a:avLst/>
            </a:prstGeom>
            <a:noFill/>
            <a:ln>
              <a:solidFill>
                <a:schemeClr val="tx1"/>
              </a:solidFill>
            </a:ln>
          </p:spPr>
          <p:txBody>
            <a:bodyPr wrap="none" rtlCol="0">
              <a:spAutoFit/>
            </a:bodyPr>
            <a:lstStyle/>
            <a:p>
              <a:r>
                <a:rPr lang="en-US" sz="1000" dirty="0"/>
                <a:t>Is X8==0?</a:t>
              </a:r>
            </a:p>
          </p:txBody>
        </p:sp>
        <p:cxnSp>
          <p:nvCxnSpPr>
            <p:cNvPr id="5" name="Straight Arrow Connector 4">
              <a:extLst>
                <a:ext uri="{FF2B5EF4-FFF2-40B4-BE49-F238E27FC236}">
                  <a16:creationId xmlns:a16="http://schemas.microsoft.com/office/drawing/2014/main" id="{2B791727-1E28-D494-E0EC-08826FB22B40}"/>
                </a:ext>
              </a:extLst>
            </p:cNvPr>
            <p:cNvCxnSpPr>
              <a:cxnSpLocks/>
              <a:stCxn id="4" idx="2"/>
              <a:endCxn id="52" idx="1"/>
            </p:cNvCxnSpPr>
            <p:nvPr/>
          </p:nvCxnSpPr>
          <p:spPr>
            <a:xfrm>
              <a:off x="5165143" y="1402801"/>
              <a:ext cx="1493589" cy="199717"/>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56E3A003-EFDE-CE90-5290-985D5EF1A195}"/>
                </a:ext>
              </a:extLst>
            </p:cNvPr>
            <p:cNvCxnSpPr>
              <a:cxnSpLocks/>
              <a:stCxn id="4" idx="2"/>
              <a:endCxn id="39" idx="0"/>
            </p:cNvCxnSpPr>
            <p:nvPr/>
          </p:nvCxnSpPr>
          <p:spPr>
            <a:xfrm flipH="1">
              <a:off x="3672653" y="1402801"/>
              <a:ext cx="1492490" cy="231345"/>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FC36483-2B38-499D-84FF-07144059CBEE}"/>
                </a:ext>
              </a:extLst>
            </p:cNvPr>
            <p:cNvSpPr txBox="1"/>
            <p:nvPr/>
          </p:nvSpPr>
          <p:spPr>
            <a:xfrm>
              <a:off x="5483251" y="1508457"/>
              <a:ext cx="819455" cy="246221"/>
            </a:xfrm>
            <a:prstGeom prst="rect">
              <a:avLst/>
            </a:prstGeom>
            <a:noFill/>
            <a:ln>
              <a:noFill/>
            </a:ln>
          </p:spPr>
          <p:txBody>
            <a:bodyPr wrap="none" rtlCol="0">
              <a:spAutoFit/>
            </a:bodyPr>
            <a:lstStyle/>
            <a:p>
              <a:r>
                <a:rPr lang="en-US" sz="1000" dirty="0"/>
                <a:t>Yes=</a:t>
              </a:r>
              <a:r>
                <a:rPr lang="en-US" sz="1000" dirty="0" err="1"/>
                <a:t>NegExp</a:t>
              </a:r>
              <a:endParaRPr lang="en-US" sz="1000" dirty="0"/>
            </a:p>
          </p:txBody>
        </p:sp>
        <p:sp>
          <p:nvSpPr>
            <p:cNvPr id="8" name="TextBox 7">
              <a:extLst>
                <a:ext uri="{FF2B5EF4-FFF2-40B4-BE49-F238E27FC236}">
                  <a16:creationId xmlns:a16="http://schemas.microsoft.com/office/drawing/2014/main" id="{E7074277-E7BB-BA89-E63A-168FF7745238}"/>
                </a:ext>
              </a:extLst>
            </p:cNvPr>
            <p:cNvSpPr txBox="1"/>
            <p:nvPr/>
          </p:nvSpPr>
          <p:spPr>
            <a:xfrm>
              <a:off x="4291943" y="1506913"/>
              <a:ext cx="768159" cy="246221"/>
            </a:xfrm>
            <a:prstGeom prst="rect">
              <a:avLst/>
            </a:prstGeom>
            <a:noFill/>
            <a:ln>
              <a:noFill/>
            </a:ln>
          </p:spPr>
          <p:txBody>
            <a:bodyPr wrap="none" rtlCol="0">
              <a:spAutoFit/>
            </a:bodyPr>
            <a:lstStyle/>
            <a:p>
              <a:r>
                <a:rPr lang="en-US" sz="1000" dirty="0"/>
                <a:t>No=</a:t>
              </a:r>
              <a:r>
                <a:rPr lang="en-US" sz="1000" dirty="0" err="1"/>
                <a:t>PosExp</a:t>
              </a:r>
              <a:endParaRPr lang="en-US" sz="1000" dirty="0"/>
            </a:p>
          </p:txBody>
        </p:sp>
        <p:cxnSp>
          <p:nvCxnSpPr>
            <p:cNvPr id="9" name="Straight Arrow Connector 8">
              <a:extLst>
                <a:ext uri="{FF2B5EF4-FFF2-40B4-BE49-F238E27FC236}">
                  <a16:creationId xmlns:a16="http://schemas.microsoft.com/office/drawing/2014/main" id="{C1D5F04F-BE91-E14F-1817-8A2282F94858}"/>
                </a:ext>
              </a:extLst>
            </p:cNvPr>
            <p:cNvCxnSpPr>
              <a:cxnSpLocks/>
              <a:stCxn id="3" idx="2"/>
              <a:endCxn id="4" idx="0"/>
            </p:cNvCxnSpPr>
            <p:nvPr/>
          </p:nvCxnSpPr>
          <p:spPr>
            <a:xfrm>
              <a:off x="5165143" y="1002693"/>
              <a:ext cx="0" cy="153887"/>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E71B963-E321-AE02-0C28-0AAE6B494BBF}"/>
                </a:ext>
              </a:extLst>
            </p:cNvPr>
            <p:cNvSpPr txBox="1"/>
            <p:nvPr/>
          </p:nvSpPr>
          <p:spPr>
            <a:xfrm>
              <a:off x="5834367" y="783120"/>
              <a:ext cx="2194832" cy="246221"/>
            </a:xfrm>
            <a:prstGeom prst="rect">
              <a:avLst/>
            </a:prstGeom>
            <a:noFill/>
            <a:ln>
              <a:noFill/>
            </a:ln>
          </p:spPr>
          <p:txBody>
            <a:bodyPr wrap="none" rtlCol="0">
              <a:spAutoFit/>
            </a:bodyPr>
            <a:lstStyle/>
            <a:p>
              <a:r>
                <a:rPr lang="en-US" sz="1000" dirty="0"/>
                <a:t>Y=Q=QL=</a:t>
              </a:r>
              <a:r>
                <a:rPr lang="en-US" sz="1000" dirty="0" err="1"/>
                <a:t>SignY</a:t>
              </a:r>
              <a:r>
                <a:rPr lang="en-US" sz="1000" dirty="0"/>
                <a:t>=</a:t>
              </a:r>
              <a:r>
                <a:rPr lang="en-US" sz="1000" dirty="0" err="1"/>
                <a:t>SignYExp</a:t>
              </a:r>
              <a:r>
                <a:rPr lang="en-US" sz="1000" dirty="0"/>
                <a:t>=0; State=Idle</a:t>
              </a:r>
            </a:p>
          </p:txBody>
        </p:sp>
        <p:cxnSp>
          <p:nvCxnSpPr>
            <p:cNvPr id="11" name="Straight Connector 10">
              <a:extLst>
                <a:ext uri="{FF2B5EF4-FFF2-40B4-BE49-F238E27FC236}">
                  <a16:creationId xmlns:a16="http://schemas.microsoft.com/office/drawing/2014/main" id="{D8AC5BF4-5BA0-B389-680F-0BE0C10B764B}"/>
                </a:ext>
              </a:extLst>
            </p:cNvPr>
            <p:cNvCxnSpPr>
              <a:cxnSpLocks/>
              <a:stCxn id="41" idx="3"/>
            </p:cNvCxnSpPr>
            <p:nvPr/>
          </p:nvCxnSpPr>
          <p:spPr>
            <a:xfrm>
              <a:off x="3994636" y="2313861"/>
              <a:ext cx="39384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71B7ED0-3588-9429-F878-E3C6025E5A76}"/>
                </a:ext>
              </a:extLst>
            </p:cNvPr>
            <p:cNvCxnSpPr>
              <a:cxnSpLocks/>
              <a:endCxn id="39" idx="3"/>
            </p:cNvCxnSpPr>
            <p:nvPr/>
          </p:nvCxnSpPr>
          <p:spPr>
            <a:xfrm flipH="1">
              <a:off x="4011848" y="1834201"/>
              <a:ext cx="376630"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A9BD7CB-8A4B-383A-DB08-7E1E9B76718D}"/>
                </a:ext>
              </a:extLst>
            </p:cNvPr>
            <p:cNvCxnSpPr>
              <a:cxnSpLocks/>
            </p:cNvCxnSpPr>
            <p:nvPr/>
          </p:nvCxnSpPr>
          <p:spPr>
            <a:xfrm>
              <a:off x="4391836" y="1834925"/>
              <a:ext cx="0" cy="47893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B7E41B4-3498-22E4-EF35-5BA80E00DF8F}"/>
                </a:ext>
              </a:extLst>
            </p:cNvPr>
            <p:cNvCxnSpPr>
              <a:cxnSpLocks/>
              <a:endCxn id="40" idx="3"/>
            </p:cNvCxnSpPr>
            <p:nvPr/>
          </p:nvCxnSpPr>
          <p:spPr>
            <a:xfrm flipH="1">
              <a:off x="4032513" y="2906692"/>
              <a:ext cx="349532"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369C512-D28E-7B80-DF65-5573915847A3}"/>
                </a:ext>
              </a:extLst>
            </p:cNvPr>
            <p:cNvCxnSpPr>
              <a:cxnSpLocks/>
              <a:stCxn id="42" idx="3"/>
            </p:cNvCxnSpPr>
            <p:nvPr/>
          </p:nvCxnSpPr>
          <p:spPr>
            <a:xfrm>
              <a:off x="4016056" y="3494303"/>
              <a:ext cx="37242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8D36569-7468-8BC9-FC99-0C5D9C4061EE}"/>
                </a:ext>
              </a:extLst>
            </p:cNvPr>
            <p:cNvCxnSpPr>
              <a:cxnSpLocks/>
            </p:cNvCxnSpPr>
            <p:nvPr/>
          </p:nvCxnSpPr>
          <p:spPr>
            <a:xfrm flipV="1">
              <a:off x="4382045" y="2910697"/>
              <a:ext cx="0" cy="57838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C262F998-274A-3A31-A90D-7E647BBBEAD7}"/>
                </a:ext>
              </a:extLst>
            </p:cNvPr>
            <p:cNvSpPr txBox="1"/>
            <p:nvPr/>
          </p:nvSpPr>
          <p:spPr>
            <a:xfrm>
              <a:off x="4347129" y="1813544"/>
              <a:ext cx="1047403" cy="553998"/>
            </a:xfrm>
            <a:prstGeom prst="rect">
              <a:avLst/>
            </a:prstGeom>
            <a:noFill/>
            <a:ln>
              <a:noFill/>
            </a:ln>
          </p:spPr>
          <p:txBody>
            <a:bodyPr wrap="square">
              <a:spAutoFit/>
            </a:bodyPr>
            <a:lstStyle/>
            <a:p>
              <a:r>
                <a:rPr lang="en-US" sz="1000" i="1" dirty="0" err="1"/>
                <a:t>Incr</a:t>
              </a:r>
              <a:r>
                <a:rPr lang="en-US" sz="1000" i="1" dirty="0"/>
                <a:t> </a:t>
              </a:r>
              <a:r>
                <a:rPr lang="en-US" sz="1000" i="1" dirty="0" err="1"/>
                <a:t>XDp</a:t>
              </a:r>
              <a:r>
                <a:rPr lang="en-US" sz="1000" i="1" dirty="0"/>
                <a:t> until overflow while </a:t>
              </a:r>
              <a:r>
                <a:rPr lang="en-US" sz="1000" i="1" dirty="0" err="1"/>
                <a:t>incr</a:t>
              </a:r>
              <a:r>
                <a:rPr lang="en-US" sz="1000" i="1" dirty="0"/>
                <a:t> </a:t>
              </a:r>
              <a:r>
                <a:rPr lang="en-US" sz="1000" i="1" dirty="0" err="1"/>
                <a:t>Dexp</a:t>
              </a:r>
              <a:endParaRPr lang="en-US" sz="1000" i="1" dirty="0"/>
            </a:p>
          </p:txBody>
        </p:sp>
        <p:sp>
          <p:nvSpPr>
            <p:cNvPr id="18" name="TextBox 17">
              <a:extLst>
                <a:ext uri="{FF2B5EF4-FFF2-40B4-BE49-F238E27FC236}">
                  <a16:creationId xmlns:a16="http://schemas.microsoft.com/office/drawing/2014/main" id="{16CEABCF-5B4A-E669-36E1-718046B5A76D}"/>
                </a:ext>
              </a:extLst>
            </p:cNvPr>
            <p:cNvSpPr txBox="1"/>
            <p:nvPr/>
          </p:nvSpPr>
          <p:spPr>
            <a:xfrm>
              <a:off x="4034575" y="3698343"/>
              <a:ext cx="1443778" cy="400110"/>
            </a:xfrm>
            <a:prstGeom prst="rect">
              <a:avLst/>
            </a:prstGeom>
            <a:noFill/>
            <a:ln>
              <a:noFill/>
            </a:ln>
          </p:spPr>
          <p:txBody>
            <a:bodyPr wrap="square" rtlCol="0">
              <a:spAutoFit/>
            </a:bodyPr>
            <a:lstStyle/>
            <a:p>
              <a:r>
                <a:rPr lang="en-US" sz="1000" i="1" dirty="0"/>
                <a:t>compensate for overshoot</a:t>
              </a:r>
            </a:p>
          </p:txBody>
        </p:sp>
        <p:sp>
          <p:nvSpPr>
            <p:cNvPr id="19" name="TextBox 18">
              <a:extLst>
                <a:ext uri="{FF2B5EF4-FFF2-40B4-BE49-F238E27FC236}">
                  <a16:creationId xmlns:a16="http://schemas.microsoft.com/office/drawing/2014/main" id="{4A8FEBAE-87E5-FD16-38EC-91D8A9EFD1BA}"/>
                </a:ext>
              </a:extLst>
            </p:cNvPr>
            <p:cNvSpPr txBox="1"/>
            <p:nvPr/>
          </p:nvSpPr>
          <p:spPr>
            <a:xfrm>
              <a:off x="3395458" y="4615341"/>
              <a:ext cx="575799" cy="246221"/>
            </a:xfrm>
            <a:prstGeom prst="rect">
              <a:avLst/>
            </a:prstGeom>
            <a:noFill/>
            <a:ln>
              <a:solidFill>
                <a:schemeClr val="tx1"/>
              </a:solidFill>
            </a:ln>
          </p:spPr>
          <p:txBody>
            <a:bodyPr wrap="none" rtlCol="0">
              <a:spAutoFit/>
            </a:bodyPr>
            <a:lstStyle/>
            <a:p>
              <a:r>
                <a:rPr lang="en-US" sz="1000" dirty="0" err="1"/>
                <a:t>CopyXY</a:t>
              </a:r>
              <a:endParaRPr lang="en-US" sz="1000" dirty="0"/>
            </a:p>
          </p:txBody>
        </p:sp>
        <p:cxnSp>
          <p:nvCxnSpPr>
            <p:cNvPr id="20" name="Straight Arrow Connector 19">
              <a:extLst>
                <a:ext uri="{FF2B5EF4-FFF2-40B4-BE49-F238E27FC236}">
                  <a16:creationId xmlns:a16="http://schemas.microsoft.com/office/drawing/2014/main" id="{6E022445-55AD-01FB-49C6-9470AD6B57D7}"/>
                </a:ext>
              </a:extLst>
            </p:cNvPr>
            <p:cNvCxnSpPr>
              <a:cxnSpLocks/>
              <a:endCxn id="19" idx="0"/>
            </p:cNvCxnSpPr>
            <p:nvPr/>
          </p:nvCxnSpPr>
          <p:spPr>
            <a:xfrm>
              <a:off x="3680936" y="4447028"/>
              <a:ext cx="2422" cy="168313"/>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0643379-FBD3-3C22-E132-58BC52601D77}"/>
                </a:ext>
              </a:extLst>
            </p:cNvPr>
            <p:cNvCxnSpPr>
              <a:cxnSpLocks/>
              <a:stCxn id="19" idx="2"/>
              <a:endCxn id="67" idx="1"/>
            </p:cNvCxnSpPr>
            <p:nvPr/>
          </p:nvCxnSpPr>
          <p:spPr>
            <a:xfrm>
              <a:off x="3683358" y="4861562"/>
              <a:ext cx="1312356" cy="41308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7D2C521F-9719-62B2-33A8-4ECD77D55B53}"/>
                </a:ext>
              </a:extLst>
            </p:cNvPr>
            <p:cNvSpPr txBox="1"/>
            <p:nvPr/>
          </p:nvSpPr>
          <p:spPr>
            <a:xfrm>
              <a:off x="5653116" y="6436520"/>
              <a:ext cx="780983" cy="246221"/>
            </a:xfrm>
            <a:prstGeom prst="rect">
              <a:avLst/>
            </a:prstGeom>
            <a:noFill/>
            <a:ln>
              <a:noFill/>
            </a:ln>
          </p:spPr>
          <p:txBody>
            <a:bodyPr wrap="none" rtlCol="0">
              <a:spAutoFit/>
            </a:bodyPr>
            <a:lstStyle/>
            <a:p>
              <a:r>
                <a:rPr lang="en-US" sz="1000" i="1" dirty="0" err="1"/>
                <a:t>goto</a:t>
              </a:r>
              <a:r>
                <a:rPr lang="en-US" sz="1000" i="1" dirty="0"/>
                <a:t> EoPh1</a:t>
              </a:r>
            </a:p>
          </p:txBody>
        </p:sp>
        <p:sp>
          <p:nvSpPr>
            <p:cNvPr id="23" name="TextBox 22">
              <a:extLst>
                <a:ext uri="{FF2B5EF4-FFF2-40B4-BE49-F238E27FC236}">
                  <a16:creationId xmlns:a16="http://schemas.microsoft.com/office/drawing/2014/main" id="{D04C142F-4CD8-ACD2-F579-DDE0A3D0B691}"/>
                </a:ext>
              </a:extLst>
            </p:cNvPr>
            <p:cNvSpPr txBox="1"/>
            <p:nvPr/>
          </p:nvSpPr>
          <p:spPr>
            <a:xfrm>
              <a:off x="6595414" y="2314525"/>
              <a:ext cx="702436" cy="400110"/>
            </a:xfrm>
            <a:prstGeom prst="rect">
              <a:avLst/>
            </a:prstGeom>
            <a:noFill/>
            <a:ln>
              <a:solidFill>
                <a:schemeClr val="tx1"/>
              </a:solidFill>
            </a:ln>
          </p:spPr>
          <p:txBody>
            <a:bodyPr wrap="none" rtlCol="0">
              <a:spAutoFit/>
            </a:bodyPr>
            <a:lstStyle/>
            <a:p>
              <a:r>
                <a:rPr lang="en-US" sz="1000" dirty="0" err="1"/>
                <a:t>Decr</a:t>
              </a:r>
              <a:r>
                <a:rPr lang="en-US" sz="1000" dirty="0"/>
                <a:t> Sexp</a:t>
              </a:r>
            </a:p>
            <a:p>
              <a:r>
                <a:rPr lang="en-US" sz="1000" dirty="0" err="1"/>
                <a:t>ShlX</a:t>
              </a:r>
              <a:endParaRPr lang="en-US" sz="1000" dirty="0"/>
            </a:p>
          </p:txBody>
        </p:sp>
        <p:sp>
          <p:nvSpPr>
            <p:cNvPr id="24" name="TextBox 23">
              <a:extLst>
                <a:ext uri="{FF2B5EF4-FFF2-40B4-BE49-F238E27FC236}">
                  <a16:creationId xmlns:a16="http://schemas.microsoft.com/office/drawing/2014/main" id="{7C3A7A4B-A5B2-9E74-83BE-00E4852F7B62}"/>
                </a:ext>
              </a:extLst>
            </p:cNvPr>
            <p:cNvSpPr txBox="1"/>
            <p:nvPr/>
          </p:nvSpPr>
          <p:spPr>
            <a:xfrm>
              <a:off x="6656656" y="2896326"/>
              <a:ext cx="570990" cy="246221"/>
            </a:xfrm>
            <a:prstGeom prst="rect">
              <a:avLst/>
            </a:prstGeom>
            <a:noFill/>
            <a:ln>
              <a:solidFill>
                <a:schemeClr val="tx1"/>
              </a:solidFill>
            </a:ln>
          </p:spPr>
          <p:txBody>
            <a:bodyPr wrap="none" rtlCol="0">
              <a:spAutoFit/>
            </a:bodyPr>
            <a:lstStyle/>
            <a:p>
              <a:r>
                <a:rPr lang="en-US" sz="1000" dirty="0"/>
                <a:t>X8==0?</a:t>
              </a:r>
            </a:p>
          </p:txBody>
        </p:sp>
        <p:cxnSp>
          <p:nvCxnSpPr>
            <p:cNvPr id="25" name="Straight Arrow Connector 24">
              <a:extLst>
                <a:ext uri="{FF2B5EF4-FFF2-40B4-BE49-F238E27FC236}">
                  <a16:creationId xmlns:a16="http://schemas.microsoft.com/office/drawing/2014/main" id="{54D8F8F4-544D-3D67-B403-17691ED3C3F7}"/>
                </a:ext>
              </a:extLst>
            </p:cNvPr>
            <p:cNvCxnSpPr>
              <a:cxnSpLocks/>
              <a:endCxn id="54" idx="3"/>
            </p:cNvCxnSpPr>
            <p:nvPr/>
          </p:nvCxnSpPr>
          <p:spPr>
            <a:xfrm flipH="1">
              <a:off x="7229131" y="2018597"/>
              <a:ext cx="520925"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5C07370-20F5-4CA6-1FE5-A6CADB2497F6}"/>
                </a:ext>
              </a:extLst>
            </p:cNvPr>
            <p:cNvCxnSpPr>
              <a:cxnSpLocks/>
              <a:stCxn id="56" idx="3"/>
            </p:cNvCxnSpPr>
            <p:nvPr/>
          </p:nvCxnSpPr>
          <p:spPr>
            <a:xfrm>
              <a:off x="7348989" y="3468766"/>
              <a:ext cx="39893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7BAB9F0-2012-84E3-301F-0D91240838FC}"/>
                </a:ext>
              </a:extLst>
            </p:cNvPr>
            <p:cNvCxnSpPr>
              <a:cxnSpLocks/>
            </p:cNvCxnSpPr>
            <p:nvPr/>
          </p:nvCxnSpPr>
          <p:spPr>
            <a:xfrm>
              <a:off x="7750267" y="2018596"/>
              <a:ext cx="0" cy="1450169"/>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2FD216F-5BD7-5D65-116B-DE319D112FF1}"/>
                </a:ext>
              </a:extLst>
            </p:cNvPr>
            <p:cNvCxnSpPr>
              <a:cxnSpLocks/>
              <a:stCxn id="23" idx="2"/>
              <a:endCxn id="24" idx="0"/>
            </p:cNvCxnSpPr>
            <p:nvPr/>
          </p:nvCxnSpPr>
          <p:spPr>
            <a:xfrm flipH="1">
              <a:off x="6942151" y="2714635"/>
              <a:ext cx="4481" cy="18169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ECE9A1AE-75D3-FC38-FA94-54D9903340A5}"/>
                </a:ext>
              </a:extLst>
            </p:cNvPr>
            <p:cNvSpPr txBox="1"/>
            <p:nvPr/>
          </p:nvSpPr>
          <p:spPr>
            <a:xfrm>
              <a:off x="6360405" y="2815526"/>
              <a:ext cx="319318" cy="246221"/>
            </a:xfrm>
            <a:prstGeom prst="rect">
              <a:avLst/>
            </a:prstGeom>
            <a:noFill/>
            <a:ln>
              <a:noFill/>
            </a:ln>
          </p:spPr>
          <p:txBody>
            <a:bodyPr wrap="none" rtlCol="0">
              <a:spAutoFit/>
            </a:bodyPr>
            <a:lstStyle/>
            <a:p>
              <a:r>
                <a:rPr lang="en-US" sz="1000" dirty="0"/>
                <a:t>no</a:t>
              </a:r>
            </a:p>
          </p:txBody>
        </p:sp>
        <p:sp>
          <p:nvSpPr>
            <p:cNvPr id="30" name="TextBox 29">
              <a:extLst>
                <a:ext uri="{FF2B5EF4-FFF2-40B4-BE49-F238E27FC236}">
                  <a16:creationId xmlns:a16="http://schemas.microsoft.com/office/drawing/2014/main" id="{B616FCAA-CD0B-64F1-36CC-D7D04C34950E}"/>
                </a:ext>
              </a:extLst>
            </p:cNvPr>
            <p:cNvSpPr txBox="1"/>
            <p:nvPr/>
          </p:nvSpPr>
          <p:spPr>
            <a:xfrm>
              <a:off x="6689093" y="4334087"/>
              <a:ext cx="846707" cy="707886"/>
            </a:xfrm>
            <a:prstGeom prst="rect">
              <a:avLst/>
            </a:prstGeom>
            <a:noFill/>
            <a:ln>
              <a:solidFill>
                <a:schemeClr val="tx1"/>
              </a:solidFill>
            </a:ln>
          </p:spPr>
          <p:txBody>
            <a:bodyPr wrap="none" rtlCol="0">
              <a:spAutoFit/>
            </a:bodyPr>
            <a:lstStyle/>
            <a:p>
              <a:r>
                <a:rPr lang="en-US" sz="1000" dirty="0" err="1"/>
                <a:t>ExchXY</a:t>
              </a:r>
              <a:endParaRPr lang="en-US" sz="1000" dirty="0"/>
            </a:p>
            <a:p>
              <a:r>
                <a:rPr lang="en-US" sz="1000" dirty="0" err="1"/>
                <a:t>SHSexpDexp</a:t>
              </a:r>
              <a:endParaRPr lang="en-US" sz="1000" dirty="0"/>
            </a:p>
            <a:p>
              <a:r>
                <a:rPr lang="en-US" sz="1000" dirty="0"/>
                <a:t>Set </a:t>
              </a:r>
              <a:r>
                <a:rPr lang="en-US" sz="1000" dirty="0" err="1"/>
                <a:t>SignYexp</a:t>
              </a:r>
              <a:endParaRPr lang="en-US" sz="1000" dirty="0"/>
            </a:p>
            <a:p>
              <a:r>
                <a:rPr lang="en-US" sz="1000" dirty="0" err="1"/>
                <a:t>Clr</a:t>
              </a:r>
              <a:r>
                <a:rPr lang="en-US" sz="1000" dirty="0"/>
                <a:t> X9</a:t>
              </a:r>
            </a:p>
          </p:txBody>
        </p:sp>
        <p:cxnSp>
          <p:nvCxnSpPr>
            <p:cNvPr id="31" name="Straight Arrow Connector 30">
              <a:extLst>
                <a:ext uri="{FF2B5EF4-FFF2-40B4-BE49-F238E27FC236}">
                  <a16:creationId xmlns:a16="http://schemas.microsoft.com/office/drawing/2014/main" id="{2B05078A-8DB3-0997-4547-67C2200742A2}"/>
                </a:ext>
              </a:extLst>
            </p:cNvPr>
            <p:cNvCxnSpPr>
              <a:cxnSpLocks/>
              <a:stCxn id="30" idx="2"/>
              <a:endCxn id="67" idx="3"/>
            </p:cNvCxnSpPr>
            <p:nvPr/>
          </p:nvCxnSpPr>
          <p:spPr>
            <a:xfrm flipH="1">
              <a:off x="5492966" y="5041973"/>
              <a:ext cx="1619481" cy="23267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974BF82B-88ED-1E7D-ABC5-DA6228D91957}"/>
                </a:ext>
              </a:extLst>
            </p:cNvPr>
            <p:cNvSpPr txBox="1"/>
            <p:nvPr/>
          </p:nvSpPr>
          <p:spPr>
            <a:xfrm>
              <a:off x="7281774" y="2325082"/>
              <a:ext cx="1317786" cy="400110"/>
            </a:xfrm>
            <a:prstGeom prst="rect">
              <a:avLst/>
            </a:prstGeom>
            <a:noFill/>
            <a:ln>
              <a:noFill/>
            </a:ln>
          </p:spPr>
          <p:txBody>
            <a:bodyPr wrap="square" rtlCol="0">
              <a:spAutoFit/>
            </a:bodyPr>
            <a:lstStyle/>
            <a:p>
              <a:r>
                <a:rPr lang="en-US" sz="1000" i="1" dirty="0"/>
                <a:t>Compute negative exponent in Sexp</a:t>
              </a:r>
            </a:p>
          </p:txBody>
        </p:sp>
        <p:sp>
          <p:nvSpPr>
            <p:cNvPr id="33" name="TextBox 32">
              <a:extLst>
                <a:ext uri="{FF2B5EF4-FFF2-40B4-BE49-F238E27FC236}">
                  <a16:creationId xmlns:a16="http://schemas.microsoft.com/office/drawing/2014/main" id="{2DE531B2-661B-86E5-84CB-3D23337FDA1B}"/>
                </a:ext>
              </a:extLst>
            </p:cNvPr>
            <p:cNvSpPr txBox="1"/>
            <p:nvPr/>
          </p:nvSpPr>
          <p:spPr>
            <a:xfrm>
              <a:off x="7312160" y="4003412"/>
              <a:ext cx="1434077" cy="400110"/>
            </a:xfrm>
            <a:prstGeom prst="rect">
              <a:avLst/>
            </a:prstGeom>
            <a:noFill/>
            <a:ln>
              <a:noFill/>
            </a:ln>
          </p:spPr>
          <p:txBody>
            <a:bodyPr wrap="square" rtlCol="0">
              <a:spAutoFit/>
            </a:bodyPr>
            <a:lstStyle/>
            <a:p>
              <a:r>
                <a:rPr lang="en-US" sz="1000" i="1" dirty="0"/>
                <a:t>X will be left justified here Y is copy of original</a:t>
              </a:r>
            </a:p>
          </p:txBody>
        </p:sp>
        <p:sp>
          <p:nvSpPr>
            <p:cNvPr id="34" name="TextBox 33">
              <a:extLst>
                <a:ext uri="{FF2B5EF4-FFF2-40B4-BE49-F238E27FC236}">
                  <a16:creationId xmlns:a16="http://schemas.microsoft.com/office/drawing/2014/main" id="{B4720526-960C-65E9-7014-A7CAAF23EA84}"/>
                </a:ext>
              </a:extLst>
            </p:cNvPr>
            <p:cNvSpPr txBox="1"/>
            <p:nvPr/>
          </p:nvSpPr>
          <p:spPr>
            <a:xfrm>
              <a:off x="6945674" y="3118151"/>
              <a:ext cx="356188" cy="246221"/>
            </a:xfrm>
            <a:prstGeom prst="rect">
              <a:avLst/>
            </a:prstGeom>
            <a:noFill/>
            <a:ln>
              <a:noFill/>
            </a:ln>
          </p:spPr>
          <p:txBody>
            <a:bodyPr wrap="none" rtlCol="0">
              <a:spAutoFit/>
            </a:bodyPr>
            <a:lstStyle/>
            <a:p>
              <a:r>
                <a:rPr lang="en-US" sz="1000" dirty="0"/>
                <a:t>yes</a:t>
              </a:r>
            </a:p>
          </p:txBody>
        </p:sp>
        <p:sp>
          <p:nvSpPr>
            <p:cNvPr id="35" name="TextBox 34">
              <a:extLst>
                <a:ext uri="{FF2B5EF4-FFF2-40B4-BE49-F238E27FC236}">
                  <a16:creationId xmlns:a16="http://schemas.microsoft.com/office/drawing/2014/main" id="{6ECFF027-DA60-5117-B890-7751FFD1D755}"/>
                </a:ext>
              </a:extLst>
            </p:cNvPr>
            <p:cNvSpPr txBox="1"/>
            <p:nvPr/>
          </p:nvSpPr>
          <p:spPr>
            <a:xfrm>
              <a:off x="4985239" y="6385843"/>
              <a:ext cx="520702" cy="245281"/>
            </a:xfrm>
            <a:prstGeom prst="rect">
              <a:avLst/>
            </a:prstGeom>
            <a:noFill/>
            <a:ln>
              <a:solidFill>
                <a:schemeClr val="tx1"/>
              </a:solidFill>
            </a:ln>
          </p:spPr>
          <p:txBody>
            <a:bodyPr wrap="square" rtlCol="0">
              <a:spAutoFit/>
            </a:bodyPr>
            <a:lstStyle/>
            <a:p>
              <a:r>
                <a:rPr lang="en-US" sz="1000" dirty="0" err="1"/>
                <a:t>NxtPh</a:t>
              </a:r>
              <a:endParaRPr lang="en-US" sz="1000" dirty="0"/>
            </a:p>
          </p:txBody>
        </p:sp>
        <p:cxnSp>
          <p:nvCxnSpPr>
            <p:cNvPr id="36" name="Straight Arrow Connector 35">
              <a:extLst>
                <a:ext uri="{FF2B5EF4-FFF2-40B4-BE49-F238E27FC236}">
                  <a16:creationId xmlns:a16="http://schemas.microsoft.com/office/drawing/2014/main" id="{7EBFF710-C8E6-154A-BD14-09B2BA1060BF}"/>
                </a:ext>
              </a:extLst>
            </p:cNvPr>
            <p:cNvCxnSpPr>
              <a:cxnSpLocks/>
              <a:stCxn id="69" idx="2"/>
              <a:endCxn id="35" idx="0"/>
            </p:cNvCxnSpPr>
            <p:nvPr/>
          </p:nvCxnSpPr>
          <p:spPr>
            <a:xfrm>
              <a:off x="5245590" y="6224638"/>
              <a:ext cx="0" cy="161205"/>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26561C6E-291D-5506-CF2A-7AE349D9A2CF}"/>
                </a:ext>
              </a:extLst>
            </p:cNvPr>
            <p:cNvSpPr txBox="1"/>
            <p:nvPr/>
          </p:nvSpPr>
          <p:spPr>
            <a:xfrm>
              <a:off x="4052818" y="2126113"/>
              <a:ext cx="319318" cy="246221"/>
            </a:xfrm>
            <a:prstGeom prst="rect">
              <a:avLst/>
            </a:prstGeom>
            <a:noFill/>
            <a:ln>
              <a:noFill/>
            </a:ln>
          </p:spPr>
          <p:txBody>
            <a:bodyPr wrap="none" rtlCol="0">
              <a:spAutoFit/>
            </a:bodyPr>
            <a:lstStyle/>
            <a:p>
              <a:r>
                <a:rPr lang="en-US" sz="1000" dirty="0"/>
                <a:t>no</a:t>
              </a:r>
            </a:p>
          </p:txBody>
        </p:sp>
        <p:sp>
          <p:nvSpPr>
            <p:cNvPr id="38" name="TextBox 37">
              <a:extLst>
                <a:ext uri="{FF2B5EF4-FFF2-40B4-BE49-F238E27FC236}">
                  <a16:creationId xmlns:a16="http://schemas.microsoft.com/office/drawing/2014/main" id="{F3620B87-8FA4-7BF0-587B-2742C4059DED}"/>
                </a:ext>
              </a:extLst>
            </p:cNvPr>
            <p:cNvSpPr txBox="1"/>
            <p:nvPr/>
          </p:nvSpPr>
          <p:spPr>
            <a:xfrm>
              <a:off x="4052818" y="3306890"/>
              <a:ext cx="319318" cy="246221"/>
            </a:xfrm>
            <a:prstGeom prst="rect">
              <a:avLst/>
            </a:prstGeom>
            <a:noFill/>
            <a:ln>
              <a:noFill/>
            </a:ln>
          </p:spPr>
          <p:txBody>
            <a:bodyPr wrap="none" rtlCol="0">
              <a:spAutoFit/>
            </a:bodyPr>
            <a:lstStyle/>
            <a:p>
              <a:r>
                <a:rPr lang="en-US" sz="1000" dirty="0"/>
                <a:t>no</a:t>
              </a:r>
            </a:p>
          </p:txBody>
        </p:sp>
        <p:sp>
          <p:nvSpPr>
            <p:cNvPr id="39" name="TextBox 38">
              <a:extLst>
                <a:ext uri="{FF2B5EF4-FFF2-40B4-BE49-F238E27FC236}">
                  <a16:creationId xmlns:a16="http://schemas.microsoft.com/office/drawing/2014/main" id="{4078F993-D173-8319-4BC3-7D102A9C8731}"/>
                </a:ext>
              </a:extLst>
            </p:cNvPr>
            <p:cNvSpPr txBox="1"/>
            <p:nvPr/>
          </p:nvSpPr>
          <p:spPr>
            <a:xfrm>
              <a:off x="3333457" y="1634146"/>
              <a:ext cx="678391" cy="400110"/>
            </a:xfrm>
            <a:prstGeom prst="rect">
              <a:avLst/>
            </a:prstGeom>
            <a:noFill/>
            <a:ln>
              <a:solidFill>
                <a:schemeClr val="tx1"/>
              </a:solidFill>
            </a:ln>
          </p:spPr>
          <p:txBody>
            <a:bodyPr wrap="none" rtlCol="0">
              <a:spAutoFit/>
            </a:bodyPr>
            <a:lstStyle/>
            <a:p>
              <a:r>
                <a:rPr lang="en-US" sz="1000" dirty="0" err="1"/>
                <a:t>Incr</a:t>
              </a:r>
              <a:r>
                <a:rPr lang="en-US" sz="1000" dirty="0"/>
                <a:t> </a:t>
              </a:r>
              <a:r>
                <a:rPr lang="en-US" sz="1000" dirty="0" err="1"/>
                <a:t>XDp</a:t>
              </a:r>
              <a:endParaRPr lang="en-US" sz="1000" dirty="0"/>
            </a:p>
            <a:p>
              <a:r>
                <a:rPr lang="en-US" sz="1000" dirty="0" err="1"/>
                <a:t>Incr</a:t>
              </a:r>
              <a:r>
                <a:rPr lang="en-US" sz="1000" dirty="0"/>
                <a:t> </a:t>
              </a:r>
              <a:r>
                <a:rPr lang="en-US" sz="1000" dirty="0" err="1"/>
                <a:t>Dexp</a:t>
              </a:r>
              <a:endParaRPr lang="en-US" sz="1000" dirty="0"/>
            </a:p>
          </p:txBody>
        </p:sp>
        <p:sp>
          <p:nvSpPr>
            <p:cNvPr id="40" name="TextBox 39">
              <a:extLst>
                <a:ext uri="{FF2B5EF4-FFF2-40B4-BE49-F238E27FC236}">
                  <a16:creationId xmlns:a16="http://schemas.microsoft.com/office/drawing/2014/main" id="{7D730596-1E06-9981-B625-AF21B58540B7}"/>
                </a:ext>
              </a:extLst>
            </p:cNvPr>
            <p:cNvSpPr txBox="1"/>
            <p:nvPr/>
          </p:nvSpPr>
          <p:spPr>
            <a:xfrm>
              <a:off x="3296414" y="2629693"/>
              <a:ext cx="736099" cy="553998"/>
            </a:xfrm>
            <a:prstGeom prst="rect">
              <a:avLst/>
            </a:prstGeom>
            <a:noFill/>
            <a:ln>
              <a:solidFill>
                <a:schemeClr val="tx1"/>
              </a:solidFill>
            </a:ln>
          </p:spPr>
          <p:txBody>
            <a:bodyPr wrap="none" rtlCol="0">
              <a:spAutoFit/>
            </a:bodyPr>
            <a:lstStyle/>
            <a:p>
              <a:r>
                <a:rPr lang="en-US" sz="1000" dirty="0" err="1"/>
                <a:t>Decr</a:t>
              </a:r>
              <a:r>
                <a:rPr lang="en-US" sz="1000" dirty="0"/>
                <a:t> </a:t>
              </a:r>
              <a:r>
                <a:rPr lang="en-US" sz="1000" dirty="0" err="1"/>
                <a:t>Xdp</a:t>
              </a:r>
              <a:endParaRPr lang="en-US" sz="1000" dirty="0"/>
            </a:p>
            <a:p>
              <a:r>
                <a:rPr lang="en-US" sz="1000" dirty="0" err="1"/>
                <a:t>Decr</a:t>
              </a:r>
              <a:r>
                <a:rPr lang="en-US" sz="1000" dirty="0"/>
                <a:t> </a:t>
              </a:r>
              <a:r>
                <a:rPr lang="en-US" sz="1000" dirty="0" err="1"/>
                <a:t>Dexp</a:t>
              </a:r>
              <a:endParaRPr lang="en-US" sz="1000" dirty="0"/>
            </a:p>
            <a:p>
              <a:r>
                <a:rPr lang="en-US" sz="1000" dirty="0" err="1"/>
                <a:t>Incr</a:t>
              </a:r>
              <a:r>
                <a:rPr lang="en-US" sz="1000" dirty="0"/>
                <a:t> Sexp</a:t>
              </a:r>
            </a:p>
          </p:txBody>
        </p:sp>
        <p:sp>
          <p:nvSpPr>
            <p:cNvPr id="41" name="TextBox 40">
              <a:extLst>
                <a:ext uri="{FF2B5EF4-FFF2-40B4-BE49-F238E27FC236}">
                  <a16:creationId xmlns:a16="http://schemas.microsoft.com/office/drawing/2014/main" id="{698CD53F-D79B-0769-0AB3-020CF2AF33E4}"/>
                </a:ext>
              </a:extLst>
            </p:cNvPr>
            <p:cNvSpPr txBox="1"/>
            <p:nvPr/>
          </p:nvSpPr>
          <p:spPr>
            <a:xfrm>
              <a:off x="3349908" y="2190750"/>
              <a:ext cx="644728" cy="246221"/>
            </a:xfrm>
            <a:prstGeom prst="rect">
              <a:avLst/>
            </a:prstGeom>
            <a:noFill/>
            <a:ln>
              <a:solidFill>
                <a:schemeClr val="tx1"/>
              </a:solidFill>
            </a:ln>
          </p:spPr>
          <p:txBody>
            <a:bodyPr wrap="none" rtlCol="0">
              <a:spAutoFit/>
            </a:bodyPr>
            <a:lstStyle/>
            <a:p>
              <a:r>
                <a:rPr lang="en-US" sz="1000" dirty="0" err="1"/>
                <a:t>DpOvrfl</a:t>
              </a:r>
              <a:r>
                <a:rPr lang="en-US" sz="1000" dirty="0"/>
                <a:t>?</a:t>
              </a:r>
            </a:p>
          </p:txBody>
        </p:sp>
        <p:sp>
          <p:nvSpPr>
            <p:cNvPr id="42" name="TextBox 41">
              <a:extLst>
                <a:ext uri="{FF2B5EF4-FFF2-40B4-BE49-F238E27FC236}">
                  <a16:creationId xmlns:a16="http://schemas.microsoft.com/office/drawing/2014/main" id="{3A118DE7-28B3-8721-CD06-62F788524F7C}"/>
                </a:ext>
              </a:extLst>
            </p:cNvPr>
            <p:cNvSpPr txBox="1"/>
            <p:nvPr/>
          </p:nvSpPr>
          <p:spPr>
            <a:xfrm>
              <a:off x="3323238" y="3371192"/>
              <a:ext cx="692818" cy="246221"/>
            </a:xfrm>
            <a:prstGeom prst="rect">
              <a:avLst/>
            </a:prstGeom>
            <a:noFill/>
            <a:ln>
              <a:solidFill>
                <a:schemeClr val="tx1"/>
              </a:solidFill>
            </a:ln>
          </p:spPr>
          <p:txBody>
            <a:bodyPr wrap="none" rtlCol="0">
              <a:spAutoFit/>
            </a:bodyPr>
            <a:lstStyle/>
            <a:p>
              <a:r>
                <a:rPr lang="en-US" sz="1000" dirty="0" err="1"/>
                <a:t>DecEven</a:t>
              </a:r>
              <a:r>
                <a:rPr lang="en-US" sz="1000" dirty="0"/>
                <a:t>?</a:t>
              </a:r>
            </a:p>
          </p:txBody>
        </p:sp>
        <p:sp>
          <p:nvSpPr>
            <p:cNvPr id="43" name="TextBox 42">
              <a:extLst>
                <a:ext uri="{FF2B5EF4-FFF2-40B4-BE49-F238E27FC236}">
                  <a16:creationId xmlns:a16="http://schemas.microsoft.com/office/drawing/2014/main" id="{282053A7-94B5-993D-01DA-3E53FC847BA3}"/>
                </a:ext>
              </a:extLst>
            </p:cNvPr>
            <p:cNvSpPr txBox="1"/>
            <p:nvPr/>
          </p:nvSpPr>
          <p:spPr>
            <a:xfrm>
              <a:off x="3324056" y="3774249"/>
              <a:ext cx="702436" cy="246221"/>
            </a:xfrm>
            <a:prstGeom prst="rect">
              <a:avLst/>
            </a:prstGeom>
            <a:noFill/>
            <a:ln>
              <a:solidFill>
                <a:schemeClr val="tx1"/>
              </a:solidFill>
            </a:ln>
          </p:spPr>
          <p:txBody>
            <a:bodyPr wrap="none" rtlCol="0">
              <a:spAutoFit/>
            </a:bodyPr>
            <a:lstStyle/>
            <a:p>
              <a:r>
                <a:rPr lang="en-US" sz="1000" dirty="0" err="1"/>
                <a:t>Decr</a:t>
              </a:r>
              <a:r>
                <a:rPr lang="en-US" sz="1000" dirty="0"/>
                <a:t> Sexp</a:t>
              </a:r>
            </a:p>
          </p:txBody>
        </p:sp>
        <p:sp>
          <p:nvSpPr>
            <p:cNvPr id="44" name="TextBox 43">
              <a:extLst>
                <a:ext uri="{FF2B5EF4-FFF2-40B4-BE49-F238E27FC236}">
                  <a16:creationId xmlns:a16="http://schemas.microsoft.com/office/drawing/2014/main" id="{02723133-B0EE-F1DF-0A94-7745CC917A11}"/>
                </a:ext>
              </a:extLst>
            </p:cNvPr>
            <p:cNvSpPr txBox="1"/>
            <p:nvPr/>
          </p:nvSpPr>
          <p:spPr>
            <a:xfrm>
              <a:off x="3264812" y="4203467"/>
              <a:ext cx="837089" cy="246221"/>
            </a:xfrm>
            <a:prstGeom prst="rect">
              <a:avLst/>
            </a:prstGeom>
            <a:noFill/>
            <a:ln>
              <a:solidFill>
                <a:schemeClr val="tx1"/>
              </a:solidFill>
            </a:ln>
          </p:spPr>
          <p:txBody>
            <a:bodyPr wrap="square" rtlCol="0">
              <a:spAutoFit/>
            </a:bodyPr>
            <a:lstStyle/>
            <a:p>
              <a:r>
                <a:rPr lang="en-US" sz="1000" dirty="0" err="1"/>
                <a:t>SHSexpDexp</a:t>
              </a:r>
              <a:endParaRPr lang="en-US" sz="1000" dirty="0"/>
            </a:p>
          </p:txBody>
        </p:sp>
        <p:cxnSp>
          <p:nvCxnSpPr>
            <p:cNvPr id="45" name="Straight Arrow Connector 44">
              <a:extLst>
                <a:ext uri="{FF2B5EF4-FFF2-40B4-BE49-F238E27FC236}">
                  <a16:creationId xmlns:a16="http://schemas.microsoft.com/office/drawing/2014/main" id="{02583E7A-402C-29E2-2C8F-D92A508699C8}"/>
                </a:ext>
              </a:extLst>
            </p:cNvPr>
            <p:cNvCxnSpPr>
              <a:stCxn id="39" idx="2"/>
              <a:endCxn id="41" idx="0"/>
            </p:cNvCxnSpPr>
            <p:nvPr/>
          </p:nvCxnSpPr>
          <p:spPr>
            <a:xfrm flipH="1">
              <a:off x="3672272" y="2034256"/>
              <a:ext cx="381" cy="156494"/>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C342AA84-0740-94DD-EC63-1A97E40FA1DB}"/>
                </a:ext>
              </a:extLst>
            </p:cNvPr>
            <p:cNvCxnSpPr>
              <a:stCxn id="41" idx="2"/>
              <a:endCxn id="40" idx="0"/>
            </p:cNvCxnSpPr>
            <p:nvPr/>
          </p:nvCxnSpPr>
          <p:spPr>
            <a:xfrm flipH="1">
              <a:off x="3664464" y="2436971"/>
              <a:ext cx="7808" cy="19272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7EDEAB8B-5266-37F8-8BE5-E2C47C861761}"/>
                </a:ext>
              </a:extLst>
            </p:cNvPr>
            <p:cNvCxnSpPr>
              <a:stCxn id="40" idx="2"/>
              <a:endCxn id="42" idx="0"/>
            </p:cNvCxnSpPr>
            <p:nvPr/>
          </p:nvCxnSpPr>
          <p:spPr>
            <a:xfrm>
              <a:off x="3664464" y="3183691"/>
              <a:ext cx="5183" cy="18750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1FBCCE44-E9AD-B399-8E0E-84370D876611}"/>
                </a:ext>
              </a:extLst>
            </p:cNvPr>
            <p:cNvCxnSpPr>
              <a:stCxn id="42" idx="2"/>
              <a:endCxn id="43" idx="0"/>
            </p:cNvCxnSpPr>
            <p:nvPr/>
          </p:nvCxnSpPr>
          <p:spPr>
            <a:xfrm>
              <a:off x="3669647" y="3617413"/>
              <a:ext cx="5627" cy="15683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F65675C9-884D-BDF2-AEF5-31B3232D02AF}"/>
                </a:ext>
              </a:extLst>
            </p:cNvPr>
            <p:cNvCxnSpPr>
              <a:stCxn id="43" idx="2"/>
              <a:endCxn id="44" idx="0"/>
            </p:cNvCxnSpPr>
            <p:nvPr/>
          </p:nvCxnSpPr>
          <p:spPr>
            <a:xfrm>
              <a:off x="3675274" y="4020470"/>
              <a:ext cx="8083" cy="182997"/>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2F0784E9-B54F-9248-21F6-4053ABD91C8A}"/>
                </a:ext>
              </a:extLst>
            </p:cNvPr>
            <p:cNvSpPr txBox="1"/>
            <p:nvPr/>
          </p:nvSpPr>
          <p:spPr>
            <a:xfrm>
              <a:off x="4337618" y="2917352"/>
              <a:ext cx="1197721" cy="553998"/>
            </a:xfrm>
            <a:prstGeom prst="rect">
              <a:avLst/>
            </a:prstGeom>
            <a:noFill/>
            <a:ln>
              <a:noFill/>
            </a:ln>
          </p:spPr>
          <p:txBody>
            <a:bodyPr wrap="square" rtlCol="0">
              <a:spAutoFit/>
            </a:bodyPr>
            <a:lstStyle/>
            <a:p>
              <a:r>
                <a:rPr lang="en-US" sz="1000" i="1" dirty="0"/>
                <a:t>Restore </a:t>
              </a:r>
              <a:r>
                <a:rPr lang="en-US" sz="1000" i="1" dirty="0" err="1"/>
                <a:t>XDp</a:t>
              </a:r>
              <a:r>
                <a:rPr lang="en-US" sz="1000" i="1" dirty="0"/>
                <a:t> while computing exponent in Sexp</a:t>
              </a:r>
            </a:p>
          </p:txBody>
        </p:sp>
        <p:sp>
          <p:nvSpPr>
            <p:cNvPr id="51" name="TextBox 50">
              <a:extLst>
                <a:ext uri="{FF2B5EF4-FFF2-40B4-BE49-F238E27FC236}">
                  <a16:creationId xmlns:a16="http://schemas.microsoft.com/office/drawing/2014/main" id="{AA04DAE2-41B9-F059-8A6F-83CA10453E8C}"/>
                </a:ext>
              </a:extLst>
            </p:cNvPr>
            <p:cNvSpPr txBox="1"/>
            <p:nvPr/>
          </p:nvSpPr>
          <p:spPr>
            <a:xfrm>
              <a:off x="4085349" y="227661"/>
              <a:ext cx="2198422" cy="400110"/>
            </a:xfrm>
            <a:prstGeom prst="rect">
              <a:avLst/>
            </a:prstGeom>
            <a:noFill/>
            <a:ln>
              <a:noFill/>
            </a:ln>
          </p:spPr>
          <p:txBody>
            <a:bodyPr wrap="none" rtlCol="0">
              <a:spAutoFit/>
            </a:bodyPr>
            <a:lstStyle/>
            <a:p>
              <a:r>
                <a:rPr lang="en-US" sz="2000" dirty="0"/>
                <a:t>Operation Chaining</a:t>
              </a:r>
            </a:p>
          </p:txBody>
        </p:sp>
        <p:sp>
          <p:nvSpPr>
            <p:cNvPr id="52" name="TextBox 51">
              <a:extLst>
                <a:ext uri="{FF2B5EF4-FFF2-40B4-BE49-F238E27FC236}">
                  <a16:creationId xmlns:a16="http://schemas.microsoft.com/office/drawing/2014/main" id="{1711A480-2D0D-927A-1C14-9A8034FEAE12}"/>
                </a:ext>
              </a:extLst>
            </p:cNvPr>
            <p:cNvSpPr txBox="1"/>
            <p:nvPr/>
          </p:nvSpPr>
          <p:spPr>
            <a:xfrm>
              <a:off x="6658732" y="1479407"/>
              <a:ext cx="575799" cy="246221"/>
            </a:xfrm>
            <a:prstGeom prst="rect">
              <a:avLst/>
            </a:prstGeom>
            <a:noFill/>
            <a:ln>
              <a:solidFill>
                <a:schemeClr val="tx1"/>
              </a:solidFill>
            </a:ln>
          </p:spPr>
          <p:txBody>
            <a:bodyPr wrap="none" rtlCol="0">
              <a:spAutoFit/>
            </a:bodyPr>
            <a:lstStyle/>
            <a:p>
              <a:r>
                <a:rPr lang="en-US" sz="1000" dirty="0" err="1"/>
                <a:t>CopyXY</a:t>
              </a:r>
              <a:endParaRPr lang="en-US" sz="1000" dirty="0"/>
            </a:p>
          </p:txBody>
        </p:sp>
        <p:cxnSp>
          <p:nvCxnSpPr>
            <p:cNvPr id="53" name="Straight Arrow Connector 52">
              <a:extLst>
                <a:ext uri="{FF2B5EF4-FFF2-40B4-BE49-F238E27FC236}">
                  <a16:creationId xmlns:a16="http://schemas.microsoft.com/office/drawing/2014/main" id="{C3626FFE-5B26-03D2-D52C-FEE33C8A7776}"/>
                </a:ext>
              </a:extLst>
            </p:cNvPr>
            <p:cNvCxnSpPr>
              <a:cxnSpLocks/>
              <a:stCxn id="54" idx="2"/>
              <a:endCxn id="23" idx="0"/>
            </p:cNvCxnSpPr>
            <p:nvPr/>
          </p:nvCxnSpPr>
          <p:spPr>
            <a:xfrm>
              <a:off x="6938827" y="2141707"/>
              <a:ext cx="7805" cy="17281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D37C30B9-7C1D-800E-8253-394AF154F6DE}"/>
                </a:ext>
              </a:extLst>
            </p:cNvPr>
            <p:cNvSpPr txBox="1"/>
            <p:nvPr/>
          </p:nvSpPr>
          <p:spPr>
            <a:xfrm>
              <a:off x="6648523" y="1895486"/>
              <a:ext cx="580608" cy="246221"/>
            </a:xfrm>
            <a:prstGeom prst="rect">
              <a:avLst/>
            </a:prstGeom>
            <a:noFill/>
            <a:ln>
              <a:solidFill>
                <a:schemeClr val="tx1"/>
              </a:solidFill>
            </a:ln>
          </p:spPr>
          <p:txBody>
            <a:bodyPr wrap="none" rtlCol="0">
              <a:spAutoFit/>
            </a:bodyPr>
            <a:lstStyle/>
            <a:p>
              <a:r>
                <a:rPr lang="en-US" sz="1000" dirty="0"/>
                <a:t>For 1..8</a:t>
              </a:r>
            </a:p>
          </p:txBody>
        </p:sp>
        <p:cxnSp>
          <p:nvCxnSpPr>
            <p:cNvPr id="55" name="Straight Arrow Connector 54">
              <a:extLst>
                <a:ext uri="{FF2B5EF4-FFF2-40B4-BE49-F238E27FC236}">
                  <a16:creationId xmlns:a16="http://schemas.microsoft.com/office/drawing/2014/main" id="{F247216B-1816-55A5-63A9-01732E1EA553}"/>
                </a:ext>
              </a:extLst>
            </p:cNvPr>
            <p:cNvCxnSpPr>
              <a:stCxn id="52" idx="2"/>
              <a:endCxn id="54" idx="0"/>
            </p:cNvCxnSpPr>
            <p:nvPr/>
          </p:nvCxnSpPr>
          <p:spPr>
            <a:xfrm flipH="1">
              <a:off x="6938827" y="1725628"/>
              <a:ext cx="7805" cy="16985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8CDCFD93-9F94-AFE2-8BC1-E86D80A6C375}"/>
                </a:ext>
              </a:extLst>
            </p:cNvPr>
            <p:cNvSpPr txBox="1"/>
            <p:nvPr/>
          </p:nvSpPr>
          <p:spPr>
            <a:xfrm>
              <a:off x="6542358" y="3345655"/>
              <a:ext cx="806631" cy="246221"/>
            </a:xfrm>
            <a:prstGeom prst="rect">
              <a:avLst/>
            </a:prstGeom>
            <a:noFill/>
            <a:ln>
              <a:solidFill>
                <a:schemeClr val="tx1"/>
              </a:solidFill>
            </a:ln>
          </p:spPr>
          <p:txBody>
            <a:bodyPr wrap="none" rtlCol="0">
              <a:spAutoFit/>
            </a:bodyPr>
            <a:lstStyle/>
            <a:p>
              <a:r>
                <a:rPr lang="en-US" sz="1000" dirty="0"/>
                <a:t>Loop Done?</a:t>
              </a:r>
            </a:p>
          </p:txBody>
        </p:sp>
        <p:cxnSp>
          <p:nvCxnSpPr>
            <p:cNvPr id="57" name="Straight Arrow Connector 56">
              <a:extLst>
                <a:ext uri="{FF2B5EF4-FFF2-40B4-BE49-F238E27FC236}">
                  <a16:creationId xmlns:a16="http://schemas.microsoft.com/office/drawing/2014/main" id="{FAFBC03F-96F7-12BF-C922-5EF6D2E7F917}"/>
                </a:ext>
              </a:extLst>
            </p:cNvPr>
            <p:cNvCxnSpPr>
              <a:cxnSpLocks/>
              <a:endCxn id="30" idx="1"/>
            </p:cNvCxnSpPr>
            <p:nvPr/>
          </p:nvCxnSpPr>
          <p:spPr>
            <a:xfrm flipV="1">
              <a:off x="6183474" y="4688030"/>
              <a:ext cx="505619" cy="157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95F5912F-E1E1-25A0-AFF5-946B4A48E829}"/>
                </a:ext>
              </a:extLst>
            </p:cNvPr>
            <p:cNvCxnSpPr>
              <a:cxnSpLocks/>
              <a:stCxn id="24" idx="1"/>
            </p:cNvCxnSpPr>
            <p:nvPr/>
          </p:nvCxnSpPr>
          <p:spPr>
            <a:xfrm flipH="1">
              <a:off x="6183474" y="3019437"/>
              <a:ext cx="47318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91DE4AF-D54D-12AE-3121-7FC55156EA65}"/>
                </a:ext>
              </a:extLst>
            </p:cNvPr>
            <p:cNvCxnSpPr>
              <a:cxnSpLocks/>
            </p:cNvCxnSpPr>
            <p:nvPr/>
          </p:nvCxnSpPr>
          <p:spPr>
            <a:xfrm>
              <a:off x="6183474" y="3019436"/>
              <a:ext cx="0" cy="1671722"/>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0E3575DD-9E8C-D3DB-C5EB-9915012ABF0C}"/>
                </a:ext>
              </a:extLst>
            </p:cNvPr>
            <p:cNvCxnSpPr>
              <a:stCxn id="24" idx="2"/>
              <a:endCxn id="56" idx="0"/>
            </p:cNvCxnSpPr>
            <p:nvPr/>
          </p:nvCxnSpPr>
          <p:spPr>
            <a:xfrm>
              <a:off x="6942151" y="3142547"/>
              <a:ext cx="3523" cy="20310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A9A57A60-4FF3-E443-1487-DC56DF78744A}"/>
                </a:ext>
              </a:extLst>
            </p:cNvPr>
            <p:cNvSpPr txBox="1"/>
            <p:nvPr/>
          </p:nvSpPr>
          <p:spPr>
            <a:xfrm>
              <a:off x="7350906" y="3265200"/>
              <a:ext cx="319318" cy="246221"/>
            </a:xfrm>
            <a:prstGeom prst="rect">
              <a:avLst/>
            </a:prstGeom>
            <a:noFill/>
            <a:ln>
              <a:noFill/>
            </a:ln>
          </p:spPr>
          <p:txBody>
            <a:bodyPr wrap="none" rtlCol="0">
              <a:spAutoFit/>
            </a:bodyPr>
            <a:lstStyle/>
            <a:p>
              <a:r>
                <a:rPr lang="en-US" sz="1000" dirty="0"/>
                <a:t>no</a:t>
              </a:r>
            </a:p>
          </p:txBody>
        </p:sp>
        <p:sp>
          <p:nvSpPr>
            <p:cNvPr id="62" name="TextBox 61">
              <a:extLst>
                <a:ext uri="{FF2B5EF4-FFF2-40B4-BE49-F238E27FC236}">
                  <a16:creationId xmlns:a16="http://schemas.microsoft.com/office/drawing/2014/main" id="{8FED45C5-BF4A-FE2B-77EA-A4C99EE59B14}"/>
                </a:ext>
              </a:extLst>
            </p:cNvPr>
            <p:cNvSpPr txBox="1"/>
            <p:nvPr/>
          </p:nvSpPr>
          <p:spPr>
            <a:xfrm>
              <a:off x="6631481" y="3782605"/>
              <a:ext cx="639919" cy="400110"/>
            </a:xfrm>
            <a:prstGeom prst="rect">
              <a:avLst/>
            </a:prstGeom>
            <a:noFill/>
            <a:ln>
              <a:solidFill>
                <a:schemeClr val="tx1"/>
              </a:solidFill>
            </a:ln>
          </p:spPr>
          <p:txBody>
            <a:bodyPr wrap="none" rtlCol="0">
              <a:spAutoFit/>
            </a:bodyPr>
            <a:lstStyle/>
            <a:p>
              <a:r>
                <a:rPr lang="en-US" sz="1000" dirty="0"/>
                <a:t>ClrYPh2</a:t>
              </a:r>
            </a:p>
            <a:p>
              <a:r>
                <a:rPr lang="en-US" sz="1000" dirty="0" err="1"/>
                <a:t>Clr</a:t>
              </a:r>
              <a:r>
                <a:rPr lang="en-US" sz="1000" dirty="0"/>
                <a:t> </a:t>
              </a:r>
              <a:r>
                <a:rPr lang="en-US" sz="1000" dirty="0" err="1"/>
                <a:t>SignX</a:t>
              </a:r>
              <a:endParaRPr lang="en-US" sz="1000" dirty="0"/>
            </a:p>
          </p:txBody>
        </p:sp>
        <p:cxnSp>
          <p:nvCxnSpPr>
            <p:cNvPr id="63" name="Straight Arrow Connector 62">
              <a:extLst>
                <a:ext uri="{FF2B5EF4-FFF2-40B4-BE49-F238E27FC236}">
                  <a16:creationId xmlns:a16="http://schemas.microsoft.com/office/drawing/2014/main" id="{B72CCD85-034B-5D83-A016-2D78611B46F8}"/>
                </a:ext>
              </a:extLst>
            </p:cNvPr>
            <p:cNvCxnSpPr>
              <a:stCxn id="56" idx="2"/>
              <a:endCxn id="62" idx="0"/>
            </p:cNvCxnSpPr>
            <p:nvPr/>
          </p:nvCxnSpPr>
          <p:spPr>
            <a:xfrm>
              <a:off x="6945674" y="3591876"/>
              <a:ext cx="5767" cy="190729"/>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FDA25374-EB05-BAC3-3880-E30575EDF1B2}"/>
                </a:ext>
              </a:extLst>
            </p:cNvPr>
            <p:cNvSpPr txBox="1"/>
            <p:nvPr/>
          </p:nvSpPr>
          <p:spPr>
            <a:xfrm>
              <a:off x="6946351" y="3549603"/>
              <a:ext cx="356188" cy="246221"/>
            </a:xfrm>
            <a:prstGeom prst="rect">
              <a:avLst/>
            </a:prstGeom>
            <a:noFill/>
            <a:ln>
              <a:noFill/>
            </a:ln>
          </p:spPr>
          <p:txBody>
            <a:bodyPr wrap="none" rtlCol="0">
              <a:spAutoFit/>
            </a:bodyPr>
            <a:lstStyle/>
            <a:p>
              <a:r>
                <a:rPr lang="en-US" sz="1000" dirty="0"/>
                <a:t>yes</a:t>
              </a:r>
            </a:p>
          </p:txBody>
        </p:sp>
        <p:cxnSp>
          <p:nvCxnSpPr>
            <p:cNvPr id="65" name="Straight Connector 64">
              <a:extLst>
                <a:ext uri="{FF2B5EF4-FFF2-40B4-BE49-F238E27FC236}">
                  <a16:creationId xmlns:a16="http://schemas.microsoft.com/office/drawing/2014/main" id="{0F8EE57A-8973-CD8A-4596-5AFE2E860AAF}"/>
                </a:ext>
              </a:extLst>
            </p:cNvPr>
            <p:cNvCxnSpPr>
              <a:cxnSpLocks/>
              <a:stCxn id="62" idx="3"/>
            </p:cNvCxnSpPr>
            <p:nvPr/>
          </p:nvCxnSpPr>
          <p:spPr>
            <a:xfrm>
              <a:off x="7271400" y="3982660"/>
              <a:ext cx="50272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250AA98-C5DF-6EE1-852F-6077C2632982}"/>
                </a:ext>
              </a:extLst>
            </p:cNvPr>
            <p:cNvCxnSpPr>
              <a:cxnSpLocks/>
            </p:cNvCxnSpPr>
            <p:nvPr/>
          </p:nvCxnSpPr>
          <p:spPr>
            <a:xfrm>
              <a:off x="7774120" y="3979114"/>
              <a:ext cx="0" cy="129171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320C0151-35A5-8AEF-6940-80DB349960CF}"/>
                </a:ext>
              </a:extLst>
            </p:cNvPr>
            <p:cNvSpPr txBox="1"/>
            <p:nvPr/>
          </p:nvSpPr>
          <p:spPr>
            <a:xfrm>
              <a:off x="4995714" y="5151532"/>
              <a:ext cx="497252" cy="246221"/>
            </a:xfrm>
            <a:prstGeom prst="rect">
              <a:avLst/>
            </a:prstGeom>
            <a:noFill/>
            <a:ln>
              <a:solidFill>
                <a:schemeClr val="tx1"/>
              </a:solidFill>
            </a:ln>
          </p:spPr>
          <p:txBody>
            <a:bodyPr wrap="none" rtlCol="0">
              <a:spAutoFit/>
            </a:bodyPr>
            <a:lstStyle/>
            <a:p>
              <a:r>
                <a:rPr lang="en-US" sz="1000" dirty="0" err="1"/>
                <a:t>Clr</a:t>
              </a:r>
              <a:r>
                <a:rPr lang="en-US" sz="1000" dirty="0"/>
                <a:t> QL</a:t>
              </a:r>
            </a:p>
          </p:txBody>
        </p:sp>
        <p:sp>
          <p:nvSpPr>
            <p:cNvPr id="68" name="TextBox 67">
              <a:extLst>
                <a:ext uri="{FF2B5EF4-FFF2-40B4-BE49-F238E27FC236}">
                  <a16:creationId xmlns:a16="http://schemas.microsoft.com/office/drawing/2014/main" id="{9888CFA6-1D1F-73E7-25D9-DA568B55ECA2}"/>
                </a:ext>
              </a:extLst>
            </p:cNvPr>
            <p:cNvSpPr txBox="1"/>
            <p:nvPr/>
          </p:nvSpPr>
          <p:spPr>
            <a:xfrm>
              <a:off x="4981735" y="5558651"/>
              <a:ext cx="527709" cy="246221"/>
            </a:xfrm>
            <a:prstGeom prst="rect">
              <a:avLst/>
            </a:prstGeom>
            <a:noFill/>
            <a:ln>
              <a:solidFill>
                <a:schemeClr val="tx1"/>
              </a:solidFill>
            </a:ln>
          </p:spPr>
          <p:txBody>
            <a:bodyPr wrap="none" rtlCol="0">
              <a:spAutoFit/>
            </a:bodyPr>
            <a:lstStyle/>
            <a:p>
              <a:r>
                <a:rPr lang="en-US" sz="1000" dirty="0" err="1"/>
                <a:t>SignX</a:t>
              </a:r>
              <a:r>
                <a:rPr lang="en-US" sz="1000" dirty="0"/>
                <a:t>?</a:t>
              </a:r>
            </a:p>
          </p:txBody>
        </p:sp>
        <p:sp>
          <p:nvSpPr>
            <p:cNvPr id="69" name="TextBox 68">
              <a:extLst>
                <a:ext uri="{FF2B5EF4-FFF2-40B4-BE49-F238E27FC236}">
                  <a16:creationId xmlns:a16="http://schemas.microsoft.com/office/drawing/2014/main" id="{C2B1969C-17E9-CB35-7EBB-4BE34EB40CE8}"/>
                </a:ext>
              </a:extLst>
            </p:cNvPr>
            <p:cNvSpPr txBox="1"/>
            <p:nvPr/>
          </p:nvSpPr>
          <p:spPr>
            <a:xfrm>
              <a:off x="4916012" y="5978417"/>
              <a:ext cx="659155" cy="246221"/>
            </a:xfrm>
            <a:prstGeom prst="rect">
              <a:avLst/>
            </a:prstGeom>
            <a:noFill/>
            <a:ln>
              <a:solidFill>
                <a:schemeClr val="tx1"/>
              </a:solidFill>
            </a:ln>
          </p:spPr>
          <p:txBody>
            <a:bodyPr wrap="none" rtlCol="0">
              <a:spAutoFit/>
            </a:bodyPr>
            <a:lstStyle/>
            <a:p>
              <a:r>
                <a:rPr lang="en-US" sz="1000" dirty="0"/>
                <a:t>Set </a:t>
              </a:r>
              <a:r>
                <a:rPr lang="en-US" sz="1000" dirty="0" err="1"/>
                <a:t>SignY</a:t>
              </a:r>
              <a:endParaRPr lang="en-US" sz="1000" dirty="0"/>
            </a:p>
          </p:txBody>
        </p:sp>
        <p:cxnSp>
          <p:nvCxnSpPr>
            <p:cNvPr id="70" name="Straight Arrow Connector 69">
              <a:extLst>
                <a:ext uri="{FF2B5EF4-FFF2-40B4-BE49-F238E27FC236}">
                  <a16:creationId xmlns:a16="http://schemas.microsoft.com/office/drawing/2014/main" id="{0CFCFD51-2E6A-6FAF-05F0-0270500E7E31}"/>
                </a:ext>
              </a:extLst>
            </p:cNvPr>
            <p:cNvCxnSpPr>
              <a:stCxn id="67" idx="2"/>
              <a:endCxn id="68" idx="0"/>
            </p:cNvCxnSpPr>
            <p:nvPr/>
          </p:nvCxnSpPr>
          <p:spPr>
            <a:xfrm>
              <a:off x="5244340" y="5397753"/>
              <a:ext cx="1250" cy="16089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153C974B-2843-65C1-6456-6B187C6E6C26}"/>
                </a:ext>
              </a:extLst>
            </p:cNvPr>
            <p:cNvCxnSpPr>
              <a:stCxn id="68" idx="2"/>
              <a:endCxn id="69" idx="0"/>
            </p:cNvCxnSpPr>
            <p:nvPr/>
          </p:nvCxnSpPr>
          <p:spPr>
            <a:xfrm>
              <a:off x="5245590" y="5804872"/>
              <a:ext cx="0" cy="173545"/>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DF2B5C48-869D-63B2-B6FC-2F68ABF98EF5}"/>
                </a:ext>
              </a:extLst>
            </p:cNvPr>
            <p:cNvCxnSpPr>
              <a:cxnSpLocks/>
              <a:endCxn id="35" idx="3"/>
            </p:cNvCxnSpPr>
            <p:nvPr/>
          </p:nvCxnSpPr>
          <p:spPr>
            <a:xfrm flipH="1">
              <a:off x="5505941" y="6508483"/>
              <a:ext cx="399726" cy="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01B09CB-48C0-8283-463E-65FDB735205D}"/>
                </a:ext>
              </a:extLst>
            </p:cNvPr>
            <p:cNvCxnSpPr>
              <a:cxnSpLocks/>
              <a:stCxn id="68" idx="3"/>
            </p:cNvCxnSpPr>
            <p:nvPr/>
          </p:nvCxnSpPr>
          <p:spPr>
            <a:xfrm>
              <a:off x="5509444" y="5681762"/>
              <a:ext cx="396223"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D0E8987C-8070-83D5-8532-D47AD1DE6351}"/>
                </a:ext>
              </a:extLst>
            </p:cNvPr>
            <p:cNvCxnSpPr/>
            <p:nvPr/>
          </p:nvCxnSpPr>
          <p:spPr>
            <a:xfrm>
              <a:off x="5905667" y="5681762"/>
              <a:ext cx="0" cy="82672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1CFAACB1-E5FA-61A2-0524-D7E634CAB864}"/>
                </a:ext>
              </a:extLst>
            </p:cNvPr>
            <p:cNvCxnSpPr>
              <a:cxnSpLocks/>
              <a:endCxn id="67" idx="3"/>
            </p:cNvCxnSpPr>
            <p:nvPr/>
          </p:nvCxnSpPr>
          <p:spPr>
            <a:xfrm flipH="1">
              <a:off x="5492966" y="5274643"/>
              <a:ext cx="2281154"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771AF89F-D59D-81F6-6F46-D87B47CDC6B1}"/>
                </a:ext>
              </a:extLst>
            </p:cNvPr>
            <p:cNvSpPr txBox="1"/>
            <p:nvPr/>
          </p:nvSpPr>
          <p:spPr>
            <a:xfrm>
              <a:off x="7277203" y="3688323"/>
              <a:ext cx="832279" cy="246221"/>
            </a:xfrm>
            <a:prstGeom prst="rect">
              <a:avLst/>
            </a:prstGeom>
            <a:noFill/>
            <a:ln>
              <a:noFill/>
            </a:ln>
          </p:spPr>
          <p:txBody>
            <a:bodyPr wrap="none" rtlCol="0">
              <a:spAutoFit/>
            </a:bodyPr>
            <a:lstStyle/>
            <a:p>
              <a:r>
                <a:rPr lang="en-US" sz="1000" i="1" dirty="0"/>
                <a:t>Result was 0</a:t>
              </a:r>
            </a:p>
          </p:txBody>
        </p:sp>
        <p:sp>
          <p:nvSpPr>
            <p:cNvPr id="77" name="TextBox 76">
              <a:extLst>
                <a:ext uri="{FF2B5EF4-FFF2-40B4-BE49-F238E27FC236}">
                  <a16:creationId xmlns:a16="http://schemas.microsoft.com/office/drawing/2014/main" id="{BB666BB4-DDA2-A962-FA17-CAB0682919EE}"/>
                </a:ext>
              </a:extLst>
            </p:cNvPr>
            <p:cNvSpPr txBox="1"/>
            <p:nvPr/>
          </p:nvSpPr>
          <p:spPr>
            <a:xfrm>
              <a:off x="5508506" y="5495516"/>
              <a:ext cx="319318" cy="246221"/>
            </a:xfrm>
            <a:prstGeom prst="rect">
              <a:avLst/>
            </a:prstGeom>
            <a:noFill/>
            <a:ln>
              <a:noFill/>
            </a:ln>
          </p:spPr>
          <p:txBody>
            <a:bodyPr wrap="none" rtlCol="0">
              <a:spAutoFit/>
            </a:bodyPr>
            <a:lstStyle/>
            <a:p>
              <a:r>
                <a:rPr lang="en-US" sz="1000" dirty="0"/>
                <a:t>no</a:t>
              </a:r>
            </a:p>
          </p:txBody>
        </p:sp>
        <p:sp>
          <p:nvSpPr>
            <p:cNvPr id="78" name="TextBox 77">
              <a:extLst>
                <a:ext uri="{FF2B5EF4-FFF2-40B4-BE49-F238E27FC236}">
                  <a16:creationId xmlns:a16="http://schemas.microsoft.com/office/drawing/2014/main" id="{8B0316F8-9166-D3D5-953B-6613B0E8F720}"/>
                </a:ext>
              </a:extLst>
            </p:cNvPr>
            <p:cNvSpPr txBox="1"/>
            <p:nvPr/>
          </p:nvSpPr>
          <p:spPr>
            <a:xfrm>
              <a:off x="5232212" y="5752903"/>
              <a:ext cx="396467" cy="246221"/>
            </a:xfrm>
            <a:prstGeom prst="rect">
              <a:avLst/>
            </a:prstGeom>
            <a:noFill/>
            <a:ln>
              <a:noFill/>
            </a:ln>
          </p:spPr>
          <p:txBody>
            <a:bodyPr wrap="square" rtlCol="0">
              <a:spAutoFit/>
            </a:bodyPr>
            <a:lstStyle/>
            <a:p>
              <a:r>
                <a:rPr lang="en-US" sz="1000" dirty="0"/>
                <a:t>yes</a:t>
              </a:r>
            </a:p>
          </p:txBody>
        </p:sp>
        <p:sp>
          <p:nvSpPr>
            <p:cNvPr id="79" name="TextBox 78">
              <a:extLst>
                <a:ext uri="{FF2B5EF4-FFF2-40B4-BE49-F238E27FC236}">
                  <a16:creationId xmlns:a16="http://schemas.microsoft.com/office/drawing/2014/main" id="{F6E20556-18F2-4701-F82C-2E465CAEDD29}"/>
                </a:ext>
              </a:extLst>
            </p:cNvPr>
            <p:cNvSpPr txBox="1"/>
            <p:nvPr/>
          </p:nvSpPr>
          <p:spPr>
            <a:xfrm>
              <a:off x="6122709" y="310206"/>
              <a:ext cx="1986774" cy="400110"/>
            </a:xfrm>
            <a:prstGeom prst="rect">
              <a:avLst/>
            </a:prstGeom>
            <a:noFill/>
            <a:ln>
              <a:noFill/>
            </a:ln>
          </p:spPr>
          <p:txBody>
            <a:bodyPr wrap="square" rtlCol="0">
              <a:spAutoFit/>
            </a:bodyPr>
            <a:lstStyle/>
            <a:p>
              <a:r>
                <a:rPr lang="en-US" sz="1000" dirty="0"/>
                <a:t>(Post processing the result of an operation to support chaining)</a:t>
              </a:r>
            </a:p>
          </p:txBody>
        </p:sp>
      </p:grpSp>
      <p:grpSp>
        <p:nvGrpSpPr>
          <p:cNvPr id="143" name="Group 142">
            <a:extLst>
              <a:ext uri="{FF2B5EF4-FFF2-40B4-BE49-F238E27FC236}">
                <a16:creationId xmlns:a16="http://schemas.microsoft.com/office/drawing/2014/main" id="{24BD6396-FEDC-EE4E-565C-837F74DD27AD}"/>
              </a:ext>
            </a:extLst>
          </p:cNvPr>
          <p:cNvGrpSpPr/>
          <p:nvPr/>
        </p:nvGrpSpPr>
        <p:grpSpPr>
          <a:xfrm>
            <a:off x="1248354" y="874200"/>
            <a:ext cx="2326192" cy="4559018"/>
            <a:chOff x="1248354" y="874200"/>
            <a:chExt cx="2326192" cy="4559018"/>
          </a:xfrm>
        </p:grpSpPr>
        <p:sp>
          <p:nvSpPr>
            <p:cNvPr id="87" name="TextBox 86">
              <a:extLst>
                <a:ext uri="{FF2B5EF4-FFF2-40B4-BE49-F238E27FC236}">
                  <a16:creationId xmlns:a16="http://schemas.microsoft.com/office/drawing/2014/main" id="{18F0AAC8-EE8F-CA19-B9DC-4E6A589BEED2}"/>
                </a:ext>
              </a:extLst>
            </p:cNvPr>
            <p:cNvSpPr txBox="1"/>
            <p:nvPr/>
          </p:nvSpPr>
          <p:spPr>
            <a:xfrm>
              <a:off x="1248354" y="874200"/>
              <a:ext cx="1277594" cy="400110"/>
            </a:xfrm>
            <a:prstGeom prst="rect">
              <a:avLst/>
            </a:prstGeom>
            <a:noFill/>
            <a:ln>
              <a:noFill/>
            </a:ln>
          </p:spPr>
          <p:txBody>
            <a:bodyPr wrap="none" rtlCol="0">
              <a:spAutoFit/>
            </a:bodyPr>
            <a:lstStyle/>
            <a:p>
              <a:r>
                <a:rPr lang="en-US" sz="2000" dirty="0"/>
                <a:t>Invert XDP</a:t>
              </a:r>
            </a:p>
          </p:txBody>
        </p:sp>
        <p:sp>
          <p:nvSpPr>
            <p:cNvPr id="88" name="TextBox 87">
              <a:extLst>
                <a:ext uri="{FF2B5EF4-FFF2-40B4-BE49-F238E27FC236}">
                  <a16:creationId xmlns:a16="http://schemas.microsoft.com/office/drawing/2014/main" id="{8C368B1C-3958-DF57-AE8E-4271386B70CD}"/>
                </a:ext>
              </a:extLst>
            </p:cNvPr>
            <p:cNvSpPr txBox="1"/>
            <p:nvPr/>
          </p:nvSpPr>
          <p:spPr>
            <a:xfrm>
              <a:off x="1526650" y="1407381"/>
              <a:ext cx="588623" cy="246221"/>
            </a:xfrm>
            <a:prstGeom prst="rect">
              <a:avLst/>
            </a:prstGeom>
            <a:noFill/>
            <a:ln>
              <a:solidFill>
                <a:schemeClr val="tx1"/>
              </a:solidFill>
            </a:ln>
          </p:spPr>
          <p:txBody>
            <a:bodyPr wrap="none" rtlCol="0">
              <a:spAutoFit/>
            </a:bodyPr>
            <a:lstStyle/>
            <a:p>
              <a:r>
                <a:rPr lang="en-US" sz="1000" dirty="0"/>
                <a:t>ClrYPh2</a:t>
              </a:r>
            </a:p>
          </p:txBody>
        </p:sp>
        <p:sp>
          <p:nvSpPr>
            <p:cNvPr id="89" name="TextBox 88">
              <a:extLst>
                <a:ext uri="{FF2B5EF4-FFF2-40B4-BE49-F238E27FC236}">
                  <a16:creationId xmlns:a16="http://schemas.microsoft.com/office/drawing/2014/main" id="{84A465E8-2DA1-DF96-4B48-41889598A5F7}"/>
                </a:ext>
              </a:extLst>
            </p:cNvPr>
            <p:cNvSpPr txBox="1"/>
            <p:nvPr/>
          </p:nvSpPr>
          <p:spPr>
            <a:xfrm>
              <a:off x="1460125" y="1948070"/>
              <a:ext cx="721672" cy="246221"/>
            </a:xfrm>
            <a:prstGeom prst="rect">
              <a:avLst/>
            </a:prstGeom>
            <a:noFill/>
            <a:ln>
              <a:solidFill>
                <a:schemeClr val="tx1"/>
              </a:solidFill>
            </a:ln>
          </p:spPr>
          <p:txBody>
            <a:bodyPr wrap="none" rtlCol="0">
              <a:spAutoFit/>
            </a:bodyPr>
            <a:lstStyle/>
            <a:p>
              <a:r>
                <a:rPr lang="en-US" sz="1000" dirty="0" err="1"/>
                <a:t>Decr</a:t>
              </a:r>
              <a:r>
                <a:rPr lang="en-US" sz="1000" dirty="0"/>
                <a:t> </a:t>
              </a:r>
              <a:r>
                <a:rPr lang="en-US" sz="1000" dirty="0" err="1"/>
                <a:t>Dexp</a:t>
              </a:r>
              <a:endParaRPr lang="en-US" sz="1000" dirty="0"/>
            </a:p>
          </p:txBody>
        </p:sp>
        <p:sp>
          <p:nvSpPr>
            <p:cNvPr id="90" name="TextBox 89">
              <a:extLst>
                <a:ext uri="{FF2B5EF4-FFF2-40B4-BE49-F238E27FC236}">
                  <a16:creationId xmlns:a16="http://schemas.microsoft.com/office/drawing/2014/main" id="{7E058D22-1DAD-693F-B516-2065F2D638C2}"/>
                </a:ext>
              </a:extLst>
            </p:cNvPr>
            <p:cNvSpPr txBox="1"/>
            <p:nvPr/>
          </p:nvSpPr>
          <p:spPr>
            <a:xfrm>
              <a:off x="1462749" y="2477881"/>
              <a:ext cx="716863" cy="246221"/>
            </a:xfrm>
            <a:prstGeom prst="rect">
              <a:avLst/>
            </a:prstGeom>
            <a:noFill/>
            <a:ln>
              <a:solidFill>
                <a:schemeClr val="tx1"/>
              </a:solidFill>
            </a:ln>
          </p:spPr>
          <p:txBody>
            <a:bodyPr wrap="none" rtlCol="0">
              <a:spAutoFit/>
            </a:bodyPr>
            <a:lstStyle/>
            <a:p>
              <a:r>
                <a:rPr lang="en-US" sz="1000" dirty="0" err="1"/>
                <a:t>DintOvrfl</a:t>
              </a:r>
              <a:r>
                <a:rPr lang="en-US" sz="1000" dirty="0"/>
                <a:t>?</a:t>
              </a:r>
            </a:p>
          </p:txBody>
        </p:sp>
        <p:sp>
          <p:nvSpPr>
            <p:cNvPr id="91" name="TextBox 90">
              <a:extLst>
                <a:ext uri="{FF2B5EF4-FFF2-40B4-BE49-F238E27FC236}">
                  <a16:creationId xmlns:a16="http://schemas.microsoft.com/office/drawing/2014/main" id="{79F61291-9028-BE57-406C-226466DB5662}"/>
                </a:ext>
              </a:extLst>
            </p:cNvPr>
            <p:cNvSpPr txBox="1"/>
            <p:nvPr/>
          </p:nvSpPr>
          <p:spPr>
            <a:xfrm>
              <a:off x="1481765" y="3007692"/>
              <a:ext cx="678391" cy="246221"/>
            </a:xfrm>
            <a:prstGeom prst="rect">
              <a:avLst/>
            </a:prstGeom>
            <a:noFill/>
            <a:ln>
              <a:solidFill>
                <a:schemeClr val="tx1"/>
              </a:solidFill>
            </a:ln>
          </p:spPr>
          <p:txBody>
            <a:bodyPr wrap="none" rtlCol="0">
              <a:spAutoFit/>
            </a:bodyPr>
            <a:lstStyle/>
            <a:p>
              <a:r>
                <a:rPr lang="en-US" sz="1000" dirty="0" err="1"/>
                <a:t>Incr</a:t>
              </a:r>
              <a:r>
                <a:rPr lang="en-US" sz="1000" dirty="0"/>
                <a:t> </a:t>
              </a:r>
              <a:r>
                <a:rPr lang="en-US" sz="1000" dirty="0" err="1"/>
                <a:t>Dexp</a:t>
              </a:r>
              <a:endParaRPr lang="en-US" sz="1000" dirty="0"/>
            </a:p>
          </p:txBody>
        </p:sp>
        <p:sp>
          <p:nvSpPr>
            <p:cNvPr id="92" name="TextBox 91">
              <a:extLst>
                <a:ext uri="{FF2B5EF4-FFF2-40B4-BE49-F238E27FC236}">
                  <a16:creationId xmlns:a16="http://schemas.microsoft.com/office/drawing/2014/main" id="{F43A1879-1CAF-F679-8604-B57DF255A64E}"/>
                </a:ext>
              </a:extLst>
            </p:cNvPr>
            <p:cNvSpPr txBox="1"/>
            <p:nvPr/>
          </p:nvSpPr>
          <p:spPr>
            <a:xfrm>
              <a:off x="1462564" y="3505164"/>
              <a:ext cx="721672" cy="400110"/>
            </a:xfrm>
            <a:prstGeom prst="rect">
              <a:avLst/>
            </a:prstGeom>
            <a:noFill/>
            <a:ln>
              <a:solidFill>
                <a:schemeClr val="tx1"/>
              </a:solidFill>
            </a:ln>
          </p:spPr>
          <p:txBody>
            <a:bodyPr wrap="none" rtlCol="0">
              <a:spAutoFit/>
            </a:bodyPr>
            <a:lstStyle/>
            <a:p>
              <a:r>
                <a:rPr lang="en-US" sz="1000" dirty="0" err="1"/>
                <a:t>Decr</a:t>
              </a:r>
              <a:r>
                <a:rPr lang="en-US" sz="1000" dirty="0"/>
                <a:t> </a:t>
              </a:r>
              <a:r>
                <a:rPr lang="en-US" sz="1000" dirty="0" err="1"/>
                <a:t>Dexp</a:t>
              </a:r>
              <a:endParaRPr lang="en-US" sz="1000" dirty="0"/>
            </a:p>
            <a:p>
              <a:r>
                <a:rPr lang="en-US" sz="1000" dirty="0" err="1"/>
                <a:t>Decr</a:t>
              </a:r>
              <a:r>
                <a:rPr lang="en-US" sz="1000" dirty="0"/>
                <a:t> </a:t>
              </a:r>
              <a:r>
                <a:rPr lang="en-US" sz="1000" dirty="0" err="1"/>
                <a:t>XDp</a:t>
              </a:r>
              <a:endParaRPr lang="en-US" sz="1000" dirty="0"/>
            </a:p>
          </p:txBody>
        </p:sp>
        <p:sp>
          <p:nvSpPr>
            <p:cNvPr id="93" name="TextBox 92">
              <a:extLst>
                <a:ext uri="{FF2B5EF4-FFF2-40B4-BE49-F238E27FC236}">
                  <a16:creationId xmlns:a16="http://schemas.microsoft.com/office/drawing/2014/main" id="{7CF600DC-A090-819F-B902-2FDE415BCCAF}"/>
                </a:ext>
              </a:extLst>
            </p:cNvPr>
            <p:cNvSpPr txBox="1"/>
            <p:nvPr/>
          </p:nvSpPr>
          <p:spPr>
            <a:xfrm>
              <a:off x="1532271" y="4163115"/>
              <a:ext cx="585417" cy="246221"/>
            </a:xfrm>
            <a:prstGeom prst="rect">
              <a:avLst/>
            </a:prstGeom>
            <a:noFill/>
            <a:ln>
              <a:solidFill>
                <a:schemeClr val="tx1"/>
              </a:solidFill>
            </a:ln>
          </p:spPr>
          <p:txBody>
            <a:bodyPr wrap="none" rtlCol="0">
              <a:spAutoFit/>
            </a:bodyPr>
            <a:lstStyle/>
            <a:p>
              <a:r>
                <a:rPr lang="en-US" sz="1000" dirty="0" err="1"/>
                <a:t>DpOvrfl</a:t>
              </a:r>
              <a:endParaRPr lang="en-US" sz="1000" dirty="0"/>
            </a:p>
          </p:txBody>
        </p:sp>
        <p:sp>
          <p:nvSpPr>
            <p:cNvPr id="94" name="TextBox 93">
              <a:extLst>
                <a:ext uri="{FF2B5EF4-FFF2-40B4-BE49-F238E27FC236}">
                  <a16:creationId xmlns:a16="http://schemas.microsoft.com/office/drawing/2014/main" id="{8FE533F6-D0D9-698B-6C04-955AE8958337}"/>
                </a:ext>
              </a:extLst>
            </p:cNvPr>
            <p:cNvSpPr txBox="1"/>
            <p:nvPr/>
          </p:nvSpPr>
          <p:spPr>
            <a:xfrm>
              <a:off x="1478322" y="4667177"/>
              <a:ext cx="678391" cy="246221"/>
            </a:xfrm>
            <a:prstGeom prst="rect">
              <a:avLst/>
            </a:prstGeom>
            <a:noFill/>
            <a:ln>
              <a:solidFill>
                <a:schemeClr val="tx1"/>
              </a:solidFill>
            </a:ln>
          </p:spPr>
          <p:txBody>
            <a:bodyPr wrap="none" rtlCol="0">
              <a:spAutoFit/>
            </a:bodyPr>
            <a:lstStyle/>
            <a:p>
              <a:r>
                <a:rPr lang="en-US" sz="1000" dirty="0" err="1"/>
                <a:t>Incr</a:t>
              </a:r>
              <a:r>
                <a:rPr lang="en-US" sz="1000" dirty="0"/>
                <a:t> </a:t>
              </a:r>
              <a:r>
                <a:rPr lang="en-US" sz="1000" dirty="0" err="1"/>
                <a:t>Dexp</a:t>
              </a:r>
              <a:endParaRPr lang="en-US" sz="1000" dirty="0"/>
            </a:p>
          </p:txBody>
        </p:sp>
        <p:sp>
          <p:nvSpPr>
            <p:cNvPr id="96" name="TextBox 95">
              <a:extLst>
                <a:ext uri="{FF2B5EF4-FFF2-40B4-BE49-F238E27FC236}">
                  <a16:creationId xmlns:a16="http://schemas.microsoft.com/office/drawing/2014/main" id="{5FC71E44-A41D-527E-359B-F2B8C5799F37}"/>
                </a:ext>
              </a:extLst>
            </p:cNvPr>
            <p:cNvSpPr txBox="1"/>
            <p:nvPr/>
          </p:nvSpPr>
          <p:spPr>
            <a:xfrm>
              <a:off x="1256305" y="5186997"/>
              <a:ext cx="1122423" cy="246221"/>
            </a:xfrm>
            <a:prstGeom prst="rect">
              <a:avLst/>
            </a:prstGeom>
            <a:noFill/>
            <a:ln>
              <a:solidFill>
                <a:schemeClr val="tx1"/>
              </a:solidFill>
            </a:ln>
          </p:spPr>
          <p:txBody>
            <a:bodyPr wrap="none" rtlCol="0">
              <a:spAutoFit/>
            </a:bodyPr>
            <a:lstStyle/>
            <a:p>
              <a:r>
                <a:rPr lang="en-US" sz="1000" dirty="0"/>
                <a:t>Copy </a:t>
              </a:r>
              <a:r>
                <a:rPr lang="en-US" sz="1000" dirty="0" err="1"/>
                <a:t>Dexp</a:t>
              </a:r>
              <a:r>
                <a:rPr lang="en-US" sz="1000" dirty="0"/>
                <a:t> to </a:t>
              </a:r>
              <a:r>
                <a:rPr lang="en-US" sz="1000" dirty="0" err="1"/>
                <a:t>XDp</a:t>
              </a:r>
              <a:endParaRPr lang="en-US" sz="1000" dirty="0"/>
            </a:p>
          </p:txBody>
        </p:sp>
        <p:cxnSp>
          <p:nvCxnSpPr>
            <p:cNvPr id="98" name="Straight Arrow Connector 97">
              <a:extLst>
                <a:ext uri="{FF2B5EF4-FFF2-40B4-BE49-F238E27FC236}">
                  <a16:creationId xmlns:a16="http://schemas.microsoft.com/office/drawing/2014/main" id="{2CD4CEFB-92B2-513D-41E9-64AF93B24604}"/>
                </a:ext>
              </a:extLst>
            </p:cNvPr>
            <p:cNvCxnSpPr>
              <a:stCxn id="88" idx="2"/>
              <a:endCxn id="89" idx="0"/>
            </p:cNvCxnSpPr>
            <p:nvPr/>
          </p:nvCxnSpPr>
          <p:spPr>
            <a:xfrm flipH="1">
              <a:off x="1820961" y="1653602"/>
              <a:ext cx="1" cy="29446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032D25C5-7798-A719-33CC-DEC09DED56C7}"/>
                </a:ext>
              </a:extLst>
            </p:cNvPr>
            <p:cNvCxnSpPr>
              <a:stCxn id="89" idx="2"/>
              <a:endCxn id="90" idx="0"/>
            </p:cNvCxnSpPr>
            <p:nvPr/>
          </p:nvCxnSpPr>
          <p:spPr>
            <a:xfrm>
              <a:off x="1820961" y="2194291"/>
              <a:ext cx="220" cy="28359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973783D1-0D01-34CB-8C7B-017437445273}"/>
                </a:ext>
              </a:extLst>
            </p:cNvPr>
            <p:cNvCxnSpPr>
              <a:stCxn id="90" idx="2"/>
              <a:endCxn id="91" idx="0"/>
            </p:cNvCxnSpPr>
            <p:nvPr/>
          </p:nvCxnSpPr>
          <p:spPr>
            <a:xfrm flipH="1">
              <a:off x="1820961" y="2724102"/>
              <a:ext cx="220" cy="28359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586D4161-7A1A-1E98-5DBC-FEEC2777B337}"/>
                </a:ext>
              </a:extLst>
            </p:cNvPr>
            <p:cNvCxnSpPr>
              <a:stCxn id="91" idx="2"/>
              <a:endCxn id="92" idx="0"/>
            </p:cNvCxnSpPr>
            <p:nvPr/>
          </p:nvCxnSpPr>
          <p:spPr>
            <a:xfrm>
              <a:off x="1820961" y="3253913"/>
              <a:ext cx="2439" cy="25125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B233143B-0FD9-3B54-92F2-B35D07E565AB}"/>
                </a:ext>
              </a:extLst>
            </p:cNvPr>
            <p:cNvCxnSpPr>
              <a:stCxn id="92" idx="2"/>
              <a:endCxn id="93" idx="0"/>
            </p:cNvCxnSpPr>
            <p:nvPr/>
          </p:nvCxnSpPr>
          <p:spPr>
            <a:xfrm>
              <a:off x="1823400" y="3905274"/>
              <a:ext cx="1580" cy="25784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582976A1-43D4-3E85-D9AF-A2ECB07DB793}"/>
                </a:ext>
              </a:extLst>
            </p:cNvPr>
            <p:cNvCxnSpPr>
              <a:stCxn id="93" idx="2"/>
              <a:endCxn id="94" idx="0"/>
            </p:cNvCxnSpPr>
            <p:nvPr/>
          </p:nvCxnSpPr>
          <p:spPr>
            <a:xfrm flipH="1">
              <a:off x="1817518" y="4409336"/>
              <a:ext cx="7462" cy="25784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F9784D4F-ED18-73D3-6B0E-9F47E881A205}"/>
                </a:ext>
              </a:extLst>
            </p:cNvPr>
            <p:cNvCxnSpPr>
              <a:stCxn id="94" idx="2"/>
              <a:endCxn id="96" idx="0"/>
            </p:cNvCxnSpPr>
            <p:nvPr/>
          </p:nvCxnSpPr>
          <p:spPr>
            <a:xfrm flipH="1">
              <a:off x="1817517" y="4913398"/>
              <a:ext cx="1" cy="273599"/>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DC55AC99-E426-3ADE-F284-4E9CC1C114C1}"/>
                </a:ext>
              </a:extLst>
            </p:cNvPr>
            <p:cNvCxnSpPr>
              <a:cxnSpLocks/>
              <a:endCxn id="89" idx="3"/>
            </p:cNvCxnSpPr>
            <p:nvPr/>
          </p:nvCxnSpPr>
          <p:spPr>
            <a:xfrm flipH="1">
              <a:off x="2181797" y="2071179"/>
              <a:ext cx="402377" cy="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FC64C1E6-9C02-D879-F501-72838E87BB25}"/>
                </a:ext>
              </a:extLst>
            </p:cNvPr>
            <p:cNvCxnSpPr>
              <a:endCxn id="92" idx="3"/>
            </p:cNvCxnSpPr>
            <p:nvPr/>
          </p:nvCxnSpPr>
          <p:spPr>
            <a:xfrm flipH="1">
              <a:off x="2184236" y="3705219"/>
              <a:ext cx="399938"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84BA601F-E057-A569-4560-71E80E250B0C}"/>
                </a:ext>
              </a:extLst>
            </p:cNvPr>
            <p:cNvCxnSpPr>
              <a:stCxn id="93" idx="3"/>
            </p:cNvCxnSpPr>
            <p:nvPr/>
          </p:nvCxnSpPr>
          <p:spPr>
            <a:xfrm flipV="1">
              <a:off x="2117688" y="4286225"/>
              <a:ext cx="466486" cy="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79B408F9-D9EC-AE16-133E-7B52148C2490}"/>
                </a:ext>
              </a:extLst>
            </p:cNvPr>
            <p:cNvCxnSpPr/>
            <p:nvPr/>
          </p:nvCxnSpPr>
          <p:spPr>
            <a:xfrm flipV="1">
              <a:off x="2584174" y="3705219"/>
              <a:ext cx="0" cy="58100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97D1F297-64DA-6868-FDD7-2D2C23F0D510}"/>
                </a:ext>
              </a:extLst>
            </p:cNvPr>
            <p:cNvCxnSpPr>
              <a:cxnSpLocks/>
              <a:stCxn id="90" idx="3"/>
            </p:cNvCxnSpPr>
            <p:nvPr/>
          </p:nvCxnSpPr>
          <p:spPr>
            <a:xfrm flipV="1">
              <a:off x="2179612" y="2600991"/>
              <a:ext cx="404562" cy="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A2C27D62-A39B-1028-07C9-E07DA0E8BF22}"/>
                </a:ext>
              </a:extLst>
            </p:cNvPr>
            <p:cNvCxnSpPr/>
            <p:nvPr/>
          </p:nvCxnSpPr>
          <p:spPr>
            <a:xfrm flipV="1">
              <a:off x="2584174" y="2071180"/>
              <a:ext cx="0" cy="52981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8" name="TextBox 137">
              <a:extLst>
                <a:ext uri="{FF2B5EF4-FFF2-40B4-BE49-F238E27FC236}">
                  <a16:creationId xmlns:a16="http://schemas.microsoft.com/office/drawing/2014/main" id="{0275B867-A344-BBAF-8347-7602EB744250}"/>
                </a:ext>
              </a:extLst>
            </p:cNvPr>
            <p:cNvSpPr txBox="1"/>
            <p:nvPr/>
          </p:nvSpPr>
          <p:spPr>
            <a:xfrm>
              <a:off x="2179612" y="1582847"/>
              <a:ext cx="1394934" cy="246221"/>
            </a:xfrm>
            <a:prstGeom prst="rect">
              <a:avLst/>
            </a:prstGeom>
            <a:noFill/>
            <a:ln>
              <a:noFill/>
            </a:ln>
          </p:spPr>
          <p:txBody>
            <a:bodyPr wrap="none" rtlCol="0">
              <a:spAutoFit/>
            </a:bodyPr>
            <a:lstStyle/>
            <a:p>
              <a:r>
                <a:rPr lang="en-US" sz="1000" i="1" dirty="0"/>
                <a:t>Compute </a:t>
              </a:r>
              <a:r>
                <a:rPr lang="en-US" sz="1000" i="1" dirty="0" err="1"/>
                <a:t>Dexp</a:t>
              </a:r>
              <a:r>
                <a:rPr lang="en-US" sz="1000" i="1" dirty="0"/>
                <a:t>=7-Dexp</a:t>
              </a:r>
            </a:p>
          </p:txBody>
        </p:sp>
        <p:sp>
          <p:nvSpPr>
            <p:cNvPr id="139" name="TextBox 138">
              <a:extLst>
                <a:ext uri="{FF2B5EF4-FFF2-40B4-BE49-F238E27FC236}">
                  <a16:creationId xmlns:a16="http://schemas.microsoft.com/office/drawing/2014/main" id="{63D8D0E5-8523-6155-D81C-4E9673B12AE3}"/>
                </a:ext>
              </a:extLst>
            </p:cNvPr>
            <p:cNvSpPr txBox="1"/>
            <p:nvPr/>
          </p:nvSpPr>
          <p:spPr>
            <a:xfrm>
              <a:off x="2156150" y="2612611"/>
              <a:ext cx="580608" cy="246221"/>
            </a:xfrm>
            <a:prstGeom prst="rect">
              <a:avLst/>
            </a:prstGeom>
            <a:noFill/>
            <a:ln>
              <a:noFill/>
            </a:ln>
          </p:spPr>
          <p:txBody>
            <a:bodyPr wrap="none" rtlCol="0">
              <a:spAutoFit/>
            </a:bodyPr>
            <a:lstStyle/>
            <a:p>
              <a:r>
                <a:rPr lang="en-US" sz="1000" i="1" dirty="0" err="1"/>
                <a:t>Dexp</a:t>
              </a:r>
              <a:r>
                <a:rPr lang="en-US" sz="1000" i="1" dirty="0"/>
                <a:t>=8</a:t>
              </a:r>
            </a:p>
          </p:txBody>
        </p:sp>
        <p:sp>
          <p:nvSpPr>
            <p:cNvPr id="140" name="TextBox 139">
              <a:extLst>
                <a:ext uri="{FF2B5EF4-FFF2-40B4-BE49-F238E27FC236}">
                  <a16:creationId xmlns:a16="http://schemas.microsoft.com/office/drawing/2014/main" id="{989ACBC3-34F4-44E9-9538-17EC1DAAAE46}"/>
                </a:ext>
              </a:extLst>
            </p:cNvPr>
            <p:cNvSpPr txBox="1"/>
            <p:nvPr/>
          </p:nvSpPr>
          <p:spPr>
            <a:xfrm>
              <a:off x="2187699" y="3007690"/>
              <a:ext cx="580608" cy="246221"/>
            </a:xfrm>
            <a:prstGeom prst="rect">
              <a:avLst/>
            </a:prstGeom>
            <a:noFill/>
            <a:ln>
              <a:noFill/>
            </a:ln>
          </p:spPr>
          <p:txBody>
            <a:bodyPr wrap="none" rtlCol="0">
              <a:spAutoFit/>
            </a:bodyPr>
            <a:lstStyle/>
            <a:p>
              <a:r>
                <a:rPr lang="en-US" sz="1000" i="1" dirty="0" err="1"/>
                <a:t>Dexp</a:t>
              </a:r>
              <a:r>
                <a:rPr lang="en-US" sz="1000" i="1" dirty="0"/>
                <a:t>=7</a:t>
              </a:r>
            </a:p>
          </p:txBody>
        </p:sp>
        <p:sp>
          <p:nvSpPr>
            <p:cNvPr id="141" name="TextBox 140">
              <a:extLst>
                <a:ext uri="{FF2B5EF4-FFF2-40B4-BE49-F238E27FC236}">
                  <a16:creationId xmlns:a16="http://schemas.microsoft.com/office/drawing/2014/main" id="{E34F800F-D863-CA9F-CEB0-41A326D5068A}"/>
                </a:ext>
              </a:extLst>
            </p:cNvPr>
            <p:cNvSpPr txBox="1"/>
            <p:nvPr/>
          </p:nvSpPr>
          <p:spPr>
            <a:xfrm>
              <a:off x="2156150" y="4249174"/>
              <a:ext cx="1015021" cy="246221"/>
            </a:xfrm>
            <a:prstGeom prst="rect">
              <a:avLst/>
            </a:prstGeom>
            <a:noFill/>
            <a:ln>
              <a:noFill/>
            </a:ln>
          </p:spPr>
          <p:txBody>
            <a:bodyPr wrap="none" rtlCol="0">
              <a:spAutoFit/>
            </a:bodyPr>
            <a:lstStyle/>
            <a:p>
              <a:r>
                <a:rPr lang="en-US" sz="1000" i="1" dirty="0" err="1"/>
                <a:t>Dexp</a:t>
              </a:r>
              <a:r>
                <a:rPr lang="en-US" sz="1000" i="1" dirty="0"/>
                <a:t>=7-Dexp+1</a:t>
              </a:r>
            </a:p>
          </p:txBody>
        </p:sp>
        <p:sp>
          <p:nvSpPr>
            <p:cNvPr id="142" name="TextBox 141">
              <a:extLst>
                <a:ext uri="{FF2B5EF4-FFF2-40B4-BE49-F238E27FC236}">
                  <a16:creationId xmlns:a16="http://schemas.microsoft.com/office/drawing/2014/main" id="{DE59AF88-A062-951C-BBBB-43AFA1DAE090}"/>
                </a:ext>
              </a:extLst>
            </p:cNvPr>
            <p:cNvSpPr txBox="1"/>
            <p:nvPr/>
          </p:nvSpPr>
          <p:spPr>
            <a:xfrm>
              <a:off x="2186190" y="4680866"/>
              <a:ext cx="885179" cy="246221"/>
            </a:xfrm>
            <a:prstGeom prst="rect">
              <a:avLst/>
            </a:prstGeom>
            <a:noFill/>
            <a:ln>
              <a:noFill/>
            </a:ln>
          </p:spPr>
          <p:txBody>
            <a:bodyPr wrap="none" rtlCol="0">
              <a:spAutoFit/>
            </a:bodyPr>
            <a:lstStyle/>
            <a:p>
              <a:r>
                <a:rPr lang="en-US" sz="1000" i="1" dirty="0" err="1"/>
                <a:t>Dexp</a:t>
              </a:r>
              <a:r>
                <a:rPr lang="en-US" sz="1000" i="1" dirty="0"/>
                <a:t>=7-Dexp</a:t>
              </a:r>
            </a:p>
          </p:txBody>
        </p:sp>
      </p:grpSp>
    </p:spTree>
    <p:extLst>
      <p:ext uri="{BB962C8B-B14F-4D97-AF65-F5344CB8AC3E}">
        <p14:creationId xmlns:p14="http://schemas.microsoft.com/office/powerpoint/2010/main" val="30741364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2826888-20DC-05AB-F10D-6CD4C49DF2DE}"/>
              </a:ext>
            </a:extLst>
          </p:cNvPr>
          <p:cNvGraphicFramePr>
            <a:graphicFrameLocks noGrp="1"/>
          </p:cNvGraphicFramePr>
          <p:nvPr>
            <p:extLst>
              <p:ext uri="{D42A27DB-BD31-4B8C-83A1-F6EECF244321}">
                <p14:modId xmlns:p14="http://schemas.microsoft.com/office/powerpoint/2010/main" val="1814682258"/>
              </p:ext>
            </p:extLst>
          </p:nvPr>
        </p:nvGraphicFramePr>
        <p:xfrm>
          <a:off x="1516927" y="748490"/>
          <a:ext cx="8957109" cy="3584259"/>
        </p:xfrm>
        <a:graphic>
          <a:graphicData uri="http://schemas.openxmlformats.org/drawingml/2006/table">
            <a:tbl>
              <a:tblPr/>
              <a:tblGrid>
                <a:gridCol w="731874">
                  <a:extLst>
                    <a:ext uri="{9D8B030D-6E8A-4147-A177-3AD203B41FA5}">
                      <a16:colId xmlns:a16="http://schemas.microsoft.com/office/drawing/2014/main" val="4235748792"/>
                    </a:ext>
                  </a:extLst>
                </a:gridCol>
                <a:gridCol w="406597">
                  <a:extLst>
                    <a:ext uri="{9D8B030D-6E8A-4147-A177-3AD203B41FA5}">
                      <a16:colId xmlns:a16="http://schemas.microsoft.com/office/drawing/2014/main" val="216711027"/>
                    </a:ext>
                  </a:extLst>
                </a:gridCol>
                <a:gridCol w="650554">
                  <a:extLst>
                    <a:ext uri="{9D8B030D-6E8A-4147-A177-3AD203B41FA5}">
                      <a16:colId xmlns:a16="http://schemas.microsoft.com/office/drawing/2014/main" val="3744871192"/>
                    </a:ext>
                  </a:extLst>
                </a:gridCol>
                <a:gridCol w="650554">
                  <a:extLst>
                    <a:ext uri="{9D8B030D-6E8A-4147-A177-3AD203B41FA5}">
                      <a16:colId xmlns:a16="http://schemas.microsoft.com/office/drawing/2014/main" val="2377308077"/>
                    </a:ext>
                  </a:extLst>
                </a:gridCol>
                <a:gridCol w="520443">
                  <a:extLst>
                    <a:ext uri="{9D8B030D-6E8A-4147-A177-3AD203B41FA5}">
                      <a16:colId xmlns:a16="http://schemas.microsoft.com/office/drawing/2014/main" val="1743755071"/>
                    </a:ext>
                  </a:extLst>
                </a:gridCol>
                <a:gridCol w="520531">
                  <a:extLst>
                    <a:ext uri="{9D8B030D-6E8A-4147-A177-3AD203B41FA5}">
                      <a16:colId xmlns:a16="http://schemas.microsoft.com/office/drawing/2014/main" val="1674810318"/>
                    </a:ext>
                  </a:extLst>
                </a:gridCol>
                <a:gridCol w="440574">
                  <a:extLst>
                    <a:ext uri="{9D8B030D-6E8A-4147-A177-3AD203B41FA5}">
                      <a16:colId xmlns:a16="http://schemas.microsoft.com/office/drawing/2014/main" val="1418696201"/>
                    </a:ext>
                  </a:extLst>
                </a:gridCol>
                <a:gridCol w="390698">
                  <a:extLst>
                    <a:ext uri="{9D8B030D-6E8A-4147-A177-3AD203B41FA5}">
                      <a16:colId xmlns:a16="http://schemas.microsoft.com/office/drawing/2014/main" val="2815709245"/>
                    </a:ext>
                  </a:extLst>
                </a:gridCol>
                <a:gridCol w="290946">
                  <a:extLst>
                    <a:ext uri="{9D8B030D-6E8A-4147-A177-3AD203B41FA5}">
                      <a16:colId xmlns:a16="http://schemas.microsoft.com/office/drawing/2014/main" val="4231751329"/>
                    </a:ext>
                  </a:extLst>
                </a:gridCol>
                <a:gridCol w="274320">
                  <a:extLst>
                    <a:ext uri="{9D8B030D-6E8A-4147-A177-3AD203B41FA5}">
                      <a16:colId xmlns:a16="http://schemas.microsoft.com/office/drawing/2014/main" val="1519264658"/>
                    </a:ext>
                  </a:extLst>
                </a:gridCol>
                <a:gridCol w="266007">
                  <a:extLst>
                    <a:ext uri="{9D8B030D-6E8A-4147-A177-3AD203B41FA5}">
                      <a16:colId xmlns:a16="http://schemas.microsoft.com/office/drawing/2014/main" val="3122051962"/>
                    </a:ext>
                  </a:extLst>
                </a:gridCol>
                <a:gridCol w="349135">
                  <a:extLst>
                    <a:ext uri="{9D8B030D-6E8A-4147-A177-3AD203B41FA5}">
                      <a16:colId xmlns:a16="http://schemas.microsoft.com/office/drawing/2014/main" val="2054843274"/>
                    </a:ext>
                  </a:extLst>
                </a:gridCol>
                <a:gridCol w="382385">
                  <a:extLst>
                    <a:ext uri="{9D8B030D-6E8A-4147-A177-3AD203B41FA5}">
                      <a16:colId xmlns:a16="http://schemas.microsoft.com/office/drawing/2014/main" val="2473325027"/>
                    </a:ext>
                  </a:extLst>
                </a:gridCol>
                <a:gridCol w="407324">
                  <a:extLst>
                    <a:ext uri="{9D8B030D-6E8A-4147-A177-3AD203B41FA5}">
                      <a16:colId xmlns:a16="http://schemas.microsoft.com/office/drawing/2014/main" val="422518679"/>
                    </a:ext>
                  </a:extLst>
                </a:gridCol>
                <a:gridCol w="556952">
                  <a:extLst>
                    <a:ext uri="{9D8B030D-6E8A-4147-A177-3AD203B41FA5}">
                      <a16:colId xmlns:a16="http://schemas.microsoft.com/office/drawing/2014/main" val="472858469"/>
                    </a:ext>
                  </a:extLst>
                </a:gridCol>
                <a:gridCol w="615142">
                  <a:extLst>
                    <a:ext uri="{9D8B030D-6E8A-4147-A177-3AD203B41FA5}">
                      <a16:colId xmlns:a16="http://schemas.microsoft.com/office/drawing/2014/main" val="3562548868"/>
                    </a:ext>
                  </a:extLst>
                </a:gridCol>
                <a:gridCol w="698269">
                  <a:extLst>
                    <a:ext uri="{9D8B030D-6E8A-4147-A177-3AD203B41FA5}">
                      <a16:colId xmlns:a16="http://schemas.microsoft.com/office/drawing/2014/main" val="3845379052"/>
                    </a:ext>
                  </a:extLst>
                </a:gridCol>
                <a:gridCol w="804804">
                  <a:extLst>
                    <a:ext uri="{9D8B030D-6E8A-4147-A177-3AD203B41FA5}">
                      <a16:colId xmlns:a16="http://schemas.microsoft.com/office/drawing/2014/main" val="944976228"/>
                    </a:ext>
                  </a:extLst>
                </a:gridCol>
              </a:tblGrid>
              <a:tr h="254319">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tc gridSpan="2">
                  <a:txBody>
                    <a:bodyPr/>
                    <a:lstStyle/>
                    <a:p>
                      <a:pPr algn="l" fontAlgn="b">
                        <a:buNone/>
                      </a:pPr>
                      <a:r>
                        <a:rPr lang="en-US" sz="1100" b="0" i="0" u="none" strike="noStrike" dirty="0" err="1">
                          <a:solidFill>
                            <a:srgbClr val="000000"/>
                          </a:solidFill>
                          <a:effectLst/>
                          <a:latin typeface="Calibri" panose="020F0502020204030204" pitchFamily="34" charset="0"/>
                        </a:rPr>
                        <a:t>Xexp</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Yexp</a:t>
                      </a:r>
                      <a:r>
                        <a:rPr lang="en-US" sz="1100" b="0" i="0" u="none" strike="noStrike" dirty="0">
                          <a:solidFill>
                            <a:srgbClr val="000000"/>
                          </a:solidFill>
                          <a:effectLst/>
                          <a:latin typeface="Calibri" panose="020F0502020204030204" pitchFamily="34" charset="0"/>
                        </a:rPr>
                        <a:t>(+)</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tc gridSpan="3">
                  <a:txBody>
                    <a:bodyPr/>
                    <a:lstStyle/>
                    <a:p>
                      <a:pPr algn="ctr" fontAlgn="b">
                        <a:buNone/>
                      </a:pPr>
                      <a:r>
                        <a:rPr lang="en-US" sz="1100" b="0" i="0" u="none" strike="noStrike" dirty="0">
                          <a:solidFill>
                            <a:srgbClr val="000000"/>
                          </a:solidFill>
                          <a:effectLst/>
                          <a:latin typeface="Calibri" panose="020F0502020204030204" pitchFamily="34" charset="0"/>
                        </a:rPr>
                        <a:t> </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tc gridSpan="2">
                  <a:txBody>
                    <a:bodyPr/>
                    <a:lstStyle/>
                    <a:p>
                      <a:pPr algn="l" fontAlgn="b">
                        <a:buNone/>
                      </a:pPr>
                      <a:r>
                        <a:rPr lang="en-US" sz="1100" b="0" i="0" u="none" strike="noStrike" dirty="0" err="1">
                          <a:solidFill>
                            <a:srgbClr val="000000"/>
                          </a:solidFill>
                          <a:effectLst/>
                          <a:latin typeface="Calibri" panose="020F0502020204030204" pitchFamily="34" charset="0"/>
                        </a:rPr>
                        <a:t>Xexp</a:t>
                      </a:r>
                      <a:r>
                        <a:rPr lang="en-US" sz="1100" b="0" i="0" u="none" strike="noStrike" dirty="0">
                          <a:solidFill>
                            <a:srgbClr val="000000"/>
                          </a:solidFill>
                          <a:effectLst/>
                          <a:latin typeface="Calibri" panose="020F0502020204030204" pitchFamily="34" charset="0"/>
                        </a:rPr>
                        <a:t>(-),</a:t>
                      </a:r>
                      <a:r>
                        <a:rPr lang="en-US" sz="1100" b="0" i="0" u="none" strike="noStrike" dirty="0" err="1">
                          <a:solidFill>
                            <a:srgbClr val="000000"/>
                          </a:solidFill>
                          <a:effectLst/>
                          <a:latin typeface="Calibri" panose="020F0502020204030204" pitchFamily="34" charset="0"/>
                        </a:rPr>
                        <a:t>Yexp</a:t>
                      </a:r>
                      <a:r>
                        <a:rPr lang="en-US" sz="1100" b="0" i="0" u="none" strike="noStrike" dirty="0">
                          <a:solidFill>
                            <a:srgbClr val="000000"/>
                          </a:solidFill>
                          <a:effectLst/>
                          <a:latin typeface="Calibri" panose="020F0502020204030204" pitchFamily="34" charset="0"/>
                        </a:rPr>
                        <a:t>(+)</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35445548"/>
                  </a:ext>
                </a:extLst>
              </a:tr>
              <a:tr h="158488">
                <a:tc>
                  <a:txBody>
                    <a:bodyPr/>
                    <a:lstStyle/>
                    <a:p>
                      <a:pPr algn="r" fontAlgn="b">
                        <a:buNone/>
                      </a:pPr>
                      <a:r>
                        <a:rPr lang="en-US" sz="1100" b="1" i="0" u="none" strike="noStrike" dirty="0">
                          <a:solidFill>
                            <a:srgbClr val="000000"/>
                          </a:solidFill>
                          <a:effectLst/>
                          <a:latin typeface="Calibri" panose="020F0502020204030204" pitchFamily="34" charset="0"/>
                        </a:rPr>
                        <a:t>OP2(X)</a:t>
                      </a:r>
                    </a:p>
                  </a:txBody>
                  <a:tcPr marL="7620" marR="7620" marT="762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10000000</a:t>
                      </a:r>
                    </a:p>
                  </a:txBody>
                  <a:tcPr marL="7620" marR="7620" marT="762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1000000</a:t>
                      </a:r>
                    </a:p>
                  </a:txBody>
                  <a:tcPr marL="7620" marR="7620" marT="762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100000</a:t>
                      </a:r>
                    </a:p>
                  </a:txBody>
                  <a:tcPr marL="7620" marR="7620" marT="762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10000</a:t>
                      </a:r>
                    </a:p>
                  </a:txBody>
                  <a:tcPr marL="7620" marR="7620" marT="762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1000</a:t>
                      </a:r>
                    </a:p>
                  </a:txBody>
                  <a:tcPr marL="7620" marR="7620" marT="762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b">
                        <a:buNone/>
                      </a:pPr>
                      <a:r>
                        <a:rPr lang="en-US" sz="1100" b="0" i="0" u="none" strike="noStrike" dirty="0">
                          <a:solidFill>
                            <a:srgbClr val="000000"/>
                          </a:solidFill>
                          <a:effectLst/>
                          <a:latin typeface="Calibri" panose="020F0502020204030204" pitchFamily="34" charset="0"/>
                        </a:rPr>
                        <a:t>100</a:t>
                      </a:r>
                    </a:p>
                  </a:txBody>
                  <a:tcPr marL="7620" marR="7620" marT="762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b">
                        <a:buNone/>
                      </a:pPr>
                      <a:r>
                        <a:rPr lang="en-US" sz="1100" b="0" i="0" u="none" strike="noStrike" dirty="0">
                          <a:solidFill>
                            <a:srgbClr val="000000"/>
                          </a:solidFill>
                          <a:effectLst/>
                          <a:latin typeface="Calibri" panose="020F0502020204030204" pitchFamily="34" charset="0"/>
                        </a:rPr>
                        <a:t>10</a:t>
                      </a:r>
                    </a:p>
                  </a:txBody>
                  <a:tcPr marL="7620" marR="7620" marT="762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buNone/>
                      </a:pPr>
                      <a:r>
                        <a:rPr lang="en-US" sz="1100" b="0" i="0" u="none" strike="noStrike" dirty="0">
                          <a:solidFill>
                            <a:srgbClr val="000000"/>
                          </a:solidFill>
                          <a:effectLst/>
                          <a:latin typeface="Calibri" panose="020F0502020204030204" pitchFamily="34" charset="0"/>
                        </a:rPr>
                        <a:t> </a:t>
                      </a:r>
                    </a:p>
                  </a:txBody>
                  <a:tcPr marL="7620" marR="7620" marT="762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r" fontAlgn="b">
                        <a:buNone/>
                      </a:pPr>
                      <a:r>
                        <a:rPr lang="en-US" sz="1100" b="0" i="0" u="none" strike="noStrike">
                          <a:solidFill>
                            <a:srgbClr val="000000"/>
                          </a:solidFill>
                          <a:effectLst/>
                          <a:latin typeface="Calibri" panose="020F0502020204030204" pitchFamily="34" charset="0"/>
                        </a:rPr>
                        <a:t>0.1</a:t>
                      </a:r>
                    </a:p>
                  </a:txBody>
                  <a:tcPr marL="7620" marR="7620" marT="762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0.01</a:t>
                      </a:r>
                    </a:p>
                  </a:txBody>
                  <a:tcPr marL="7620" marR="7620" marT="762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b">
                        <a:buNone/>
                      </a:pPr>
                      <a:r>
                        <a:rPr lang="en-US" sz="1100" b="0" i="0" u="none" strike="noStrike" dirty="0">
                          <a:solidFill>
                            <a:srgbClr val="000000"/>
                          </a:solidFill>
                          <a:effectLst/>
                          <a:latin typeface="Calibri" panose="020F0502020204030204" pitchFamily="34" charset="0"/>
                        </a:rPr>
                        <a:t>0.001</a:t>
                      </a:r>
                    </a:p>
                  </a:txBody>
                  <a:tcPr marL="7620" marR="7620" marT="762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b">
                        <a:buNone/>
                      </a:pPr>
                      <a:r>
                        <a:rPr lang="en-US" sz="1100" b="0" i="0" u="none" strike="noStrike" dirty="0">
                          <a:solidFill>
                            <a:srgbClr val="000000"/>
                          </a:solidFill>
                          <a:effectLst/>
                          <a:latin typeface="Calibri" panose="020F0502020204030204" pitchFamily="34" charset="0"/>
                        </a:rPr>
                        <a:t>0.0001</a:t>
                      </a:r>
                    </a:p>
                  </a:txBody>
                  <a:tcPr marL="7620" marR="7620" marT="762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b">
                        <a:buNone/>
                      </a:pPr>
                      <a:r>
                        <a:rPr lang="en-US" sz="1100" b="0" i="0" u="none" strike="noStrike" dirty="0">
                          <a:solidFill>
                            <a:srgbClr val="000000"/>
                          </a:solidFill>
                          <a:effectLst/>
                          <a:latin typeface="Calibri" panose="020F0502020204030204" pitchFamily="34" charset="0"/>
                        </a:rPr>
                        <a:t>0.00001</a:t>
                      </a:r>
                    </a:p>
                  </a:txBody>
                  <a:tcPr marL="7620" marR="7620" marT="762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0.000001</a:t>
                      </a:r>
                    </a:p>
                  </a:txBody>
                  <a:tcPr marL="7620" marR="7620" marT="762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b">
                        <a:buNone/>
                      </a:pPr>
                      <a:r>
                        <a:rPr lang="en-US" sz="1100" b="0" i="0" u="none" strike="noStrike" dirty="0">
                          <a:solidFill>
                            <a:srgbClr val="000000"/>
                          </a:solidFill>
                          <a:effectLst/>
                          <a:latin typeface="Calibri" panose="020F0502020204030204" pitchFamily="34" charset="0"/>
                        </a:rPr>
                        <a:t>0.0000001</a:t>
                      </a:r>
                    </a:p>
                  </a:txBody>
                  <a:tcPr marL="7620" marR="7620" marT="762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923522470"/>
                  </a:ext>
                </a:extLst>
              </a:tr>
              <a:tr h="158488">
                <a:tc>
                  <a:txBody>
                    <a:bodyPr/>
                    <a:lstStyle/>
                    <a:p>
                      <a:pPr algn="l" fontAlgn="b">
                        <a:buNone/>
                      </a:pPr>
                      <a:r>
                        <a:rPr lang="en-US" sz="1100" b="1" i="0" u="none" strike="noStrike">
                          <a:solidFill>
                            <a:srgbClr val="000000"/>
                          </a:solidFill>
                          <a:effectLst/>
                          <a:latin typeface="Calibri" panose="020F0502020204030204" pitchFamily="34" charset="0"/>
                        </a:rPr>
                        <a:t>OP1 (Y)</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l" fontAlgn="b">
                        <a:buNone/>
                      </a:pPr>
                      <a:r>
                        <a:rPr lang="en-US" sz="1100" b="0" i="0" u="none" strike="noStrike" dirty="0">
                          <a:solidFill>
                            <a:srgbClr val="000000"/>
                          </a:solidFill>
                          <a:effectLst/>
                          <a:latin typeface="Calibri" panose="020F0502020204030204" pitchFamily="34" charset="0"/>
                        </a:rPr>
                        <a:t>exp</a:t>
                      </a:r>
                    </a:p>
                  </a:txBody>
                  <a:tcPr marL="7620" marR="7620" marT="762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buNone/>
                      </a:pPr>
                      <a:r>
                        <a:rPr lang="en-US" sz="1100" b="0" i="0" u="none" strike="noStrike" dirty="0">
                          <a:solidFill>
                            <a:srgbClr val="000000"/>
                          </a:solidFill>
                          <a:effectLst/>
                          <a:latin typeface="Calibri" panose="020F0502020204030204" pitchFamily="34" charset="0"/>
                        </a:rPr>
                        <a:t>7</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6</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5</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4</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3</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2</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buNone/>
                      </a:pPr>
                      <a:r>
                        <a:rPr lang="en-US" sz="1100" b="0" i="0" u="none" strike="noStrike" dirty="0">
                          <a:solidFill>
                            <a:srgbClr val="000000"/>
                          </a:solidFill>
                          <a:effectLst/>
                          <a:latin typeface="Calibri" panose="020F0502020204030204" pitchFamily="34" charset="0"/>
                        </a:rPr>
                        <a:t>1</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0</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solidFill>
                      <a:srgbClr val="000000"/>
                    </a:solidFill>
                  </a:tcPr>
                </a:tc>
                <a:tc>
                  <a:txBody>
                    <a:bodyPr/>
                    <a:lstStyle/>
                    <a:p>
                      <a:pPr algn="r" fontAlgn="b">
                        <a:buNone/>
                      </a:pPr>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-2</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-3</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-4</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-5</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-6</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-7</a:t>
                      </a:r>
                    </a:p>
                  </a:txBody>
                  <a:tcPr marL="7620" marR="7620" marT="7620"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2419641752"/>
                  </a:ext>
                </a:extLst>
              </a:tr>
              <a:tr h="158488">
                <a:tc>
                  <a:txBody>
                    <a:bodyPr/>
                    <a:lstStyle/>
                    <a:p>
                      <a:pPr algn="r" fontAlgn="b">
                        <a:buNone/>
                      </a:pPr>
                      <a:r>
                        <a:rPr lang="en-US" sz="1100" b="0" i="0" u="none" strike="noStrike">
                          <a:solidFill>
                            <a:srgbClr val="000000"/>
                          </a:solidFill>
                          <a:effectLst/>
                          <a:latin typeface="Calibri" panose="020F0502020204030204" pitchFamily="34" charset="0"/>
                        </a:rPr>
                        <a:t>10000000</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7</a:t>
                      </a: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a:txBody>
                    <a:bodyPr/>
                    <a:lstStyle/>
                    <a:p>
                      <a:pPr algn="r" fontAlgn="b">
                        <a:buNone/>
                      </a:pPr>
                      <a:r>
                        <a:rPr lang="en-US" sz="1100" b="0" i="0" u="none" strike="noStrike" dirty="0">
                          <a:solidFill>
                            <a:srgbClr val="000000"/>
                          </a:solidFill>
                          <a:effectLst/>
                          <a:latin typeface="Calibri" panose="020F0502020204030204" pitchFamily="34" charset="0"/>
                        </a:rPr>
                        <a:t>0</a:t>
                      </a:r>
                    </a:p>
                  </a:txBody>
                  <a:tcPr marL="7620" marR="7620" marT="7620" marB="0" anchor="b">
                    <a:lnL>
                      <a:noFill/>
                    </a:lnL>
                    <a:lnR>
                      <a:noFill/>
                    </a:lnR>
                    <a:lnT>
                      <a:noFill/>
                    </a:lnT>
                    <a:lnB>
                      <a:noFill/>
                    </a:lnB>
                    <a:solidFill>
                      <a:schemeClr val="accent2">
                        <a:lumMod val="20000"/>
                        <a:lumOff val="80000"/>
                      </a:schemeClr>
                    </a:solidFill>
                  </a:tcPr>
                </a:tc>
                <a:tc>
                  <a:txBody>
                    <a:bodyPr/>
                    <a:lstStyle/>
                    <a:p>
                      <a:pPr algn="r" fontAlgn="b">
                        <a:buNone/>
                      </a:pPr>
                      <a:r>
                        <a:rPr lang="en-US" sz="1100" b="0" i="0" u="none" strike="noStrike" dirty="0">
                          <a:solidFill>
                            <a:srgbClr val="000000"/>
                          </a:solidFill>
                          <a:effectLst/>
                          <a:latin typeface="Calibri" panose="020F0502020204030204" pitchFamily="34" charset="0"/>
                        </a:rPr>
                        <a:t>1</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2</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3</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4</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5</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6</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7</a:t>
                      </a:r>
                    </a:p>
                  </a:txBody>
                  <a:tcPr marL="7620" marR="7620" marT="7620"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0000"/>
                    </a:solidFill>
                  </a:tcPr>
                </a:tc>
                <a:tc>
                  <a:txBody>
                    <a:bodyPr/>
                    <a:lstStyle/>
                    <a:p>
                      <a:pPr algn="r" fontAlgn="b">
                        <a:buNone/>
                      </a:pPr>
                      <a:r>
                        <a:rPr lang="en-US" sz="1100" b="0" i="0" u="none" strike="noStrike">
                          <a:solidFill>
                            <a:srgbClr val="000000"/>
                          </a:solidFill>
                          <a:effectLst/>
                          <a:latin typeface="Calibri" panose="020F0502020204030204" pitchFamily="34" charset="0"/>
                        </a:rPr>
                        <a:t>8</a:t>
                      </a:r>
                    </a:p>
                  </a:txBody>
                  <a:tcPr marL="7620" marR="7620" marT="7620" marB="0" anchor="b">
                    <a:lnL>
                      <a:noFill/>
                    </a:lnL>
                    <a:lnR>
                      <a:noFill/>
                    </a:lnR>
                    <a:lnT>
                      <a:noFill/>
                    </a:lnT>
                    <a:lnB>
                      <a:noFill/>
                    </a:lnB>
                    <a:solidFill>
                      <a:srgbClr val="D9E1F2"/>
                    </a:solidFill>
                  </a:tcPr>
                </a:tc>
                <a:tc>
                  <a:txBody>
                    <a:bodyPr/>
                    <a:lstStyle/>
                    <a:p>
                      <a:pPr algn="r" fontAlgn="b">
                        <a:buNone/>
                      </a:pPr>
                      <a:r>
                        <a:rPr lang="en-US" sz="1100" b="0" i="0" u="none" strike="noStrike">
                          <a:solidFill>
                            <a:srgbClr val="000000"/>
                          </a:solidFill>
                          <a:effectLst/>
                          <a:latin typeface="Calibri" panose="020F0502020204030204" pitchFamily="34" charset="0"/>
                        </a:rPr>
                        <a:t>9</a:t>
                      </a:r>
                    </a:p>
                  </a:txBody>
                  <a:tcPr marL="7620" marR="7620" marT="7620" marB="0" anchor="b">
                    <a:lnL>
                      <a:noFill/>
                    </a:lnL>
                    <a:lnR>
                      <a:noFill/>
                    </a:lnR>
                    <a:lnT>
                      <a:noFill/>
                    </a:lnT>
                    <a:lnB>
                      <a:noFill/>
                    </a:lnB>
                    <a:solidFill>
                      <a:srgbClr val="D9E1F2"/>
                    </a:solidFill>
                  </a:tcPr>
                </a:tc>
                <a:tc>
                  <a:txBody>
                    <a:bodyPr/>
                    <a:lstStyle/>
                    <a:p>
                      <a:pPr algn="r" fontAlgn="b">
                        <a:buNone/>
                      </a:pPr>
                      <a:r>
                        <a:rPr lang="en-US" sz="1100" b="0" i="0" u="none" strike="noStrike">
                          <a:solidFill>
                            <a:srgbClr val="000000"/>
                          </a:solidFill>
                          <a:effectLst/>
                          <a:latin typeface="Calibri" panose="020F0502020204030204" pitchFamily="34" charset="0"/>
                        </a:rPr>
                        <a:t>10</a:t>
                      </a:r>
                    </a:p>
                  </a:txBody>
                  <a:tcPr marL="7620" marR="7620" marT="7620" marB="0" anchor="b">
                    <a:lnL>
                      <a:noFill/>
                    </a:lnL>
                    <a:lnR>
                      <a:noFill/>
                    </a:lnR>
                    <a:lnT>
                      <a:noFill/>
                    </a:lnT>
                    <a:lnB>
                      <a:noFill/>
                    </a:lnB>
                    <a:solidFill>
                      <a:srgbClr val="D9E1F2"/>
                    </a:solidFill>
                  </a:tcPr>
                </a:tc>
                <a:tc>
                  <a:txBody>
                    <a:bodyPr/>
                    <a:lstStyle/>
                    <a:p>
                      <a:pPr algn="r" fontAlgn="b">
                        <a:buNone/>
                      </a:pPr>
                      <a:r>
                        <a:rPr lang="en-US" sz="1100" b="0" i="0" u="none" strike="noStrike">
                          <a:solidFill>
                            <a:srgbClr val="000000"/>
                          </a:solidFill>
                          <a:effectLst/>
                          <a:latin typeface="Calibri" panose="020F0502020204030204" pitchFamily="34" charset="0"/>
                        </a:rPr>
                        <a:t>11</a:t>
                      </a:r>
                    </a:p>
                  </a:txBody>
                  <a:tcPr marL="7620" marR="7620" marT="7620" marB="0" anchor="b">
                    <a:lnL>
                      <a:noFill/>
                    </a:lnL>
                    <a:lnR>
                      <a:noFill/>
                    </a:lnR>
                    <a:lnT>
                      <a:noFill/>
                    </a:lnT>
                    <a:lnB>
                      <a:noFill/>
                    </a:lnB>
                    <a:solidFill>
                      <a:srgbClr val="D9E1F2"/>
                    </a:solidFill>
                  </a:tcPr>
                </a:tc>
                <a:tc>
                  <a:txBody>
                    <a:bodyPr/>
                    <a:lstStyle/>
                    <a:p>
                      <a:pPr algn="r" fontAlgn="b">
                        <a:buNone/>
                      </a:pPr>
                      <a:r>
                        <a:rPr lang="en-US" sz="1100" b="0" i="0" u="none" strike="noStrike">
                          <a:solidFill>
                            <a:srgbClr val="000000"/>
                          </a:solidFill>
                          <a:effectLst/>
                          <a:latin typeface="Calibri" panose="020F0502020204030204" pitchFamily="34" charset="0"/>
                        </a:rPr>
                        <a:t>12</a:t>
                      </a:r>
                    </a:p>
                  </a:txBody>
                  <a:tcPr marL="7620" marR="7620" marT="7620" marB="0" anchor="b">
                    <a:lnL>
                      <a:noFill/>
                    </a:lnL>
                    <a:lnR>
                      <a:noFill/>
                    </a:lnR>
                    <a:lnT>
                      <a:noFill/>
                    </a:lnT>
                    <a:lnB>
                      <a:noFill/>
                    </a:lnB>
                    <a:solidFill>
                      <a:srgbClr val="D9E1F2"/>
                    </a:solidFill>
                  </a:tcPr>
                </a:tc>
                <a:tc>
                  <a:txBody>
                    <a:bodyPr/>
                    <a:lstStyle/>
                    <a:p>
                      <a:pPr algn="r" fontAlgn="b">
                        <a:buNone/>
                      </a:pPr>
                      <a:r>
                        <a:rPr lang="en-US" sz="1100" b="0" i="0" u="none" strike="noStrike">
                          <a:solidFill>
                            <a:srgbClr val="000000"/>
                          </a:solidFill>
                          <a:effectLst/>
                          <a:latin typeface="Calibri" panose="020F0502020204030204" pitchFamily="34" charset="0"/>
                        </a:rPr>
                        <a:t>13</a:t>
                      </a:r>
                    </a:p>
                  </a:txBody>
                  <a:tcPr marL="7620" marR="7620" marT="7620" marB="0" anchor="b">
                    <a:lnL>
                      <a:noFill/>
                    </a:lnL>
                    <a:lnR>
                      <a:noFill/>
                    </a:lnR>
                    <a:lnT>
                      <a:noFill/>
                    </a:lnT>
                    <a:lnB>
                      <a:noFill/>
                    </a:lnB>
                    <a:solidFill>
                      <a:srgbClr val="D9E1F2"/>
                    </a:solidFill>
                  </a:tcPr>
                </a:tc>
                <a:tc>
                  <a:txBody>
                    <a:bodyPr/>
                    <a:lstStyle/>
                    <a:p>
                      <a:pPr algn="r" fontAlgn="b">
                        <a:buNone/>
                      </a:pPr>
                      <a:r>
                        <a:rPr lang="en-US" sz="1100" b="0" i="0" u="none" strike="noStrike">
                          <a:solidFill>
                            <a:srgbClr val="000000"/>
                          </a:solidFill>
                          <a:effectLst/>
                          <a:latin typeface="Calibri" panose="020F0502020204030204" pitchFamily="34" charset="0"/>
                        </a:rPr>
                        <a:t>14</a:t>
                      </a: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solidFill>
                      <a:srgbClr val="D9E1F2"/>
                    </a:solidFill>
                  </a:tcPr>
                </a:tc>
                <a:extLst>
                  <a:ext uri="{0D108BD9-81ED-4DB2-BD59-A6C34878D82A}">
                    <a16:rowId xmlns:a16="http://schemas.microsoft.com/office/drawing/2014/main" val="2651181"/>
                  </a:ext>
                </a:extLst>
              </a:tr>
              <a:tr h="158488">
                <a:tc>
                  <a:txBody>
                    <a:bodyPr/>
                    <a:lstStyle/>
                    <a:p>
                      <a:pPr algn="r" fontAlgn="b">
                        <a:buNone/>
                      </a:pPr>
                      <a:r>
                        <a:rPr lang="en-US" sz="1100" b="0" i="0" u="none" strike="noStrike">
                          <a:solidFill>
                            <a:srgbClr val="000000"/>
                          </a:solidFill>
                          <a:effectLst/>
                          <a:latin typeface="Calibri" panose="020F0502020204030204" pitchFamily="34" charset="0"/>
                        </a:rPr>
                        <a:t>1000000</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6</a:t>
                      </a: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a:txBody>
                    <a:bodyPr/>
                    <a:lstStyle/>
                    <a:p>
                      <a:pPr algn="r" fontAlgn="b">
                        <a:buNone/>
                      </a:pPr>
                      <a:r>
                        <a:rPr lang="en-US" sz="1100" b="0" i="0" u="none" strike="noStrike" dirty="0">
                          <a:solidFill>
                            <a:srgbClr val="000000"/>
                          </a:solidFill>
                          <a:effectLst/>
                          <a:latin typeface="Calibri" panose="020F0502020204030204" pitchFamily="34" charset="0"/>
                        </a:rPr>
                        <a:t>-1</a:t>
                      </a:r>
                    </a:p>
                  </a:txBody>
                  <a:tcPr marL="7620" marR="7620" marT="7620" marB="0" anchor="b">
                    <a:lnL>
                      <a:noFill/>
                    </a:lnL>
                    <a:lnR>
                      <a:noFill/>
                    </a:lnR>
                    <a:lnT>
                      <a:noFill/>
                    </a:lnT>
                    <a:lnB>
                      <a:noFill/>
                    </a:lnB>
                    <a:noFill/>
                  </a:tcPr>
                </a:tc>
                <a:tc>
                  <a:txBody>
                    <a:bodyPr/>
                    <a:lstStyle/>
                    <a:p>
                      <a:pPr algn="r" fontAlgn="b">
                        <a:buNone/>
                      </a:pPr>
                      <a:r>
                        <a:rPr lang="en-US" sz="1100" b="0" i="0" u="none" strike="noStrike" dirty="0">
                          <a:solidFill>
                            <a:srgbClr val="000000"/>
                          </a:solidFill>
                          <a:effectLst/>
                          <a:latin typeface="Calibri" panose="020F0502020204030204" pitchFamily="34" charset="0"/>
                        </a:rPr>
                        <a:t>0</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noFill/>
                  </a:tcPr>
                </a:tc>
                <a:tc>
                  <a:txBody>
                    <a:bodyPr/>
                    <a:lstStyle/>
                    <a:p>
                      <a:pPr algn="r" fontAlgn="b">
                        <a:buNone/>
                      </a:pPr>
                      <a:r>
                        <a:rPr lang="en-US" sz="1100" b="0" i="0" u="none" strike="noStrike" dirty="0">
                          <a:solidFill>
                            <a:srgbClr val="000000"/>
                          </a:solidFill>
                          <a:effectLst/>
                          <a:latin typeface="Calibri" panose="020F0502020204030204" pitchFamily="34" charset="0"/>
                        </a:rPr>
                        <a:t>2</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3</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4</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5</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6</a:t>
                      </a:r>
                    </a:p>
                  </a:txBody>
                  <a:tcPr marL="7620" marR="7620" marT="7620"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0000"/>
                    </a:solidFill>
                  </a:tcPr>
                </a:tc>
                <a:tc>
                  <a:txBody>
                    <a:bodyPr/>
                    <a:lstStyle/>
                    <a:p>
                      <a:pPr algn="r" fontAlgn="b">
                        <a:buNone/>
                      </a:pPr>
                      <a:r>
                        <a:rPr lang="en-US" sz="1100" b="0" i="0" u="none" strike="noStrike">
                          <a:solidFill>
                            <a:srgbClr val="000000"/>
                          </a:solidFill>
                          <a:effectLst/>
                          <a:latin typeface="Calibri" panose="020F0502020204030204" pitchFamily="34" charset="0"/>
                        </a:rPr>
                        <a:t>7</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8</a:t>
                      </a:r>
                    </a:p>
                  </a:txBody>
                  <a:tcPr marL="7620" marR="7620" marT="7620" marB="0" anchor="b">
                    <a:lnL>
                      <a:noFill/>
                    </a:lnL>
                    <a:lnR>
                      <a:noFill/>
                    </a:lnR>
                    <a:lnT>
                      <a:noFill/>
                    </a:lnT>
                    <a:lnB>
                      <a:noFill/>
                    </a:lnB>
                    <a:solidFill>
                      <a:srgbClr val="D9E1F2"/>
                    </a:solidFill>
                  </a:tcPr>
                </a:tc>
                <a:tc>
                  <a:txBody>
                    <a:bodyPr/>
                    <a:lstStyle/>
                    <a:p>
                      <a:pPr algn="r" fontAlgn="b">
                        <a:buNone/>
                      </a:pPr>
                      <a:r>
                        <a:rPr lang="en-US" sz="1100" b="0" i="0" u="none" strike="noStrike">
                          <a:solidFill>
                            <a:srgbClr val="000000"/>
                          </a:solidFill>
                          <a:effectLst/>
                          <a:latin typeface="Calibri" panose="020F0502020204030204" pitchFamily="34" charset="0"/>
                        </a:rPr>
                        <a:t>9</a:t>
                      </a:r>
                    </a:p>
                  </a:txBody>
                  <a:tcPr marL="7620" marR="7620" marT="7620" marB="0" anchor="b">
                    <a:lnL>
                      <a:noFill/>
                    </a:lnL>
                    <a:lnR>
                      <a:noFill/>
                    </a:lnR>
                    <a:lnT>
                      <a:noFill/>
                    </a:lnT>
                    <a:lnB>
                      <a:noFill/>
                    </a:lnB>
                    <a:solidFill>
                      <a:srgbClr val="D9E1F2"/>
                    </a:solidFill>
                  </a:tcPr>
                </a:tc>
                <a:tc>
                  <a:txBody>
                    <a:bodyPr/>
                    <a:lstStyle/>
                    <a:p>
                      <a:pPr algn="r" fontAlgn="b">
                        <a:buNone/>
                      </a:pPr>
                      <a:r>
                        <a:rPr lang="en-US" sz="1100" b="0" i="0" u="none" strike="noStrike">
                          <a:solidFill>
                            <a:srgbClr val="000000"/>
                          </a:solidFill>
                          <a:effectLst/>
                          <a:latin typeface="Calibri" panose="020F0502020204030204" pitchFamily="34" charset="0"/>
                        </a:rPr>
                        <a:t>10</a:t>
                      </a:r>
                    </a:p>
                  </a:txBody>
                  <a:tcPr marL="7620" marR="7620" marT="7620" marB="0" anchor="b">
                    <a:lnL>
                      <a:noFill/>
                    </a:lnL>
                    <a:lnR>
                      <a:noFill/>
                    </a:lnR>
                    <a:lnT>
                      <a:noFill/>
                    </a:lnT>
                    <a:lnB>
                      <a:noFill/>
                    </a:lnB>
                    <a:solidFill>
                      <a:srgbClr val="D9E1F2"/>
                    </a:solidFill>
                  </a:tcPr>
                </a:tc>
                <a:tc>
                  <a:txBody>
                    <a:bodyPr/>
                    <a:lstStyle/>
                    <a:p>
                      <a:pPr algn="r" fontAlgn="b">
                        <a:buNone/>
                      </a:pPr>
                      <a:r>
                        <a:rPr lang="en-US" sz="1100" b="0" i="0" u="none" strike="noStrike">
                          <a:solidFill>
                            <a:srgbClr val="000000"/>
                          </a:solidFill>
                          <a:effectLst/>
                          <a:latin typeface="Calibri" panose="020F0502020204030204" pitchFamily="34" charset="0"/>
                        </a:rPr>
                        <a:t>11</a:t>
                      </a:r>
                    </a:p>
                  </a:txBody>
                  <a:tcPr marL="7620" marR="7620" marT="7620" marB="0" anchor="b">
                    <a:lnL>
                      <a:noFill/>
                    </a:lnL>
                    <a:lnR>
                      <a:noFill/>
                    </a:lnR>
                    <a:lnT>
                      <a:noFill/>
                    </a:lnT>
                    <a:lnB>
                      <a:noFill/>
                    </a:lnB>
                    <a:solidFill>
                      <a:srgbClr val="D9E1F2"/>
                    </a:solidFill>
                  </a:tcPr>
                </a:tc>
                <a:tc>
                  <a:txBody>
                    <a:bodyPr/>
                    <a:lstStyle/>
                    <a:p>
                      <a:pPr algn="r" fontAlgn="b">
                        <a:buNone/>
                      </a:pPr>
                      <a:r>
                        <a:rPr lang="en-US" sz="1100" b="0" i="0" u="none" strike="noStrike">
                          <a:solidFill>
                            <a:srgbClr val="000000"/>
                          </a:solidFill>
                          <a:effectLst/>
                          <a:latin typeface="Calibri" panose="020F0502020204030204" pitchFamily="34" charset="0"/>
                        </a:rPr>
                        <a:t>12</a:t>
                      </a:r>
                    </a:p>
                  </a:txBody>
                  <a:tcPr marL="7620" marR="7620" marT="7620" marB="0" anchor="b">
                    <a:lnL>
                      <a:noFill/>
                    </a:lnL>
                    <a:lnR>
                      <a:noFill/>
                    </a:lnR>
                    <a:lnT>
                      <a:noFill/>
                    </a:lnT>
                    <a:lnB>
                      <a:noFill/>
                    </a:lnB>
                    <a:solidFill>
                      <a:srgbClr val="D9E1F2"/>
                    </a:solidFill>
                  </a:tcPr>
                </a:tc>
                <a:tc>
                  <a:txBody>
                    <a:bodyPr/>
                    <a:lstStyle/>
                    <a:p>
                      <a:pPr algn="r" fontAlgn="b">
                        <a:buNone/>
                      </a:pPr>
                      <a:r>
                        <a:rPr lang="en-US" sz="1100" b="0" i="0" u="none" strike="noStrike">
                          <a:solidFill>
                            <a:srgbClr val="000000"/>
                          </a:solidFill>
                          <a:effectLst/>
                          <a:latin typeface="Calibri" panose="020F0502020204030204" pitchFamily="34" charset="0"/>
                        </a:rPr>
                        <a:t>13</a:t>
                      </a: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solidFill>
                      <a:srgbClr val="D9E1F2"/>
                    </a:solidFill>
                  </a:tcPr>
                </a:tc>
                <a:extLst>
                  <a:ext uri="{0D108BD9-81ED-4DB2-BD59-A6C34878D82A}">
                    <a16:rowId xmlns:a16="http://schemas.microsoft.com/office/drawing/2014/main" val="4138196027"/>
                  </a:ext>
                </a:extLst>
              </a:tr>
              <a:tr h="158488">
                <a:tc>
                  <a:txBody>
                    <a:bodyPr/>
                    <a:lstStyle/>
                    <a:p>
                      <a:pPr algn="r" fontAlgn="b">
                        <a:buNone/>
                      </a:pPr>
                      <a:r>
                        <a:rPr lang="en-US" sz="1100" b="0" i="0" u="none" strike="noStrike">
                          <a:solidFill>
                            <a:srgbClr val="000000"/>
                          </a:solidFill>
                          <a:effectLst/>
                          <a:latin typeface="Calibri" panose="020F0502020204030204" pitchFamily="34" charset="0"/>
                        </a:rPr>
                        <a:t>100000</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5</a:t>
                      </a: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a:txBody>
                    <a:bodyPr/>
                    <a:lstStyle/>
                    <a:p>
                      <a:pPr algn="r" fontAlgn="b">
                        <a:buNone/>
                      </a:pPr>
                      <a:r>
                        <a:rPr lang="en-US" sz="1100" b="0" i="0" u="none" strike="noStrike" dirty="0">
                          <a:solidFill>
                            <a:srgbClr val="000000"/>
                          </a:solidFill>
                          <a:effectLst/>
                          <a:latin typeface="Calibri" panose="020F0502020204030204" pitchFamily="34" charset="0"/>
                        </a:rPr>
                        <a:t>-2</a:t>
                      </a:r>
                    </a:p>
                  </a:txBody>
                  <a:tcPr marL="7620" marR="7620" marT="7620" marB="0" anchor="b">
                    <a:lnL>
                      <a:noFill/>
                    </a:lnL>
                    <a:lnR>
                      <a:noFill/>
                    </a:lnR>
                    <a:lnT>
                      <a:noFill/>
                    </a:lnT>
                    <a:lnB>
                      <a:noFill/>
                    </a:lnB>
                    <a:noFill/>
                  </a:tcPr>
                </a:tc>
                <a:tc>
                  <a:txBody>
                    <a:bodyPr/>
                    <a:lstStyle/>
                    <a:p>
                      <a:pPr algn="r" fontAlgn="b">
                        <a:buNone/>
                      </a:pPr>
                      <a:r>
                        <a:rPr lang="en-US" sz="1100" b="0" i="0" u="none" strike="noStrike" dirty="0">
                          <a:solidFill>
                            <a:srgbClr val="000000"/>
                          </a:solidFill>
                          <a:effectLst/>
                          <a:latin typeface="Calibri" panose="020F0502020204030204" pitchFamily="34" charset="0"/>
                        </a:rPr>
                        <a:t>-1</a:t>
                      </a:r>
                    </a:p>
                  </a:txBody>
                  <a:tcPr marL="7620" marR="7620" marT="7620" marB="0" anchor="b">
                    <a:lnL>
                      <a:noFill/>
                    </a:lnL>
                    <a:lnR>
                      <a:noFill/>
                    </a:lnR>
                    <a:lnT>
                      <a:noFill/>
                    </a:lnT>
                    <a:lnB>
                      <a:noFill/>
                    </a:lnB>
                    <a:noFill/>
                  </a:tcPr>
                </a:tc>
                <a:tc>
                  <a:txBody>
                    <a:bodyPr/>
                    <a:lstStyle/>
                    <a:p>
                      <a:pPr algn="r" fontAlgn="b">
                        <a:buNone/>
                      </a:pPr>
                      <a:r>
                        <a:rPr lang="en-US" sz="1100" b="0" i="0" u="none" strike="noStrike" dirty="0">
                          <a:solidFill>
                            <a:srgbClr val="000000"/>
                          </a:solidFill>
                          <a:effectLst/>
                          <a:latin typeface="Calibri" panose="020F0502020204030204" pitchFamily="34" charset="0"/>
                        </a:rPr>
                        <a:t>0</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2</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3</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4</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5</a:t>
                      </a:r>
                    </a:p>
                  </a:txBody>
                  <a:tcPr marL="7620" marR="7620" marT="7620"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0000"/>
                    </a:solidFill>
                  </a:tcPr>
                </a:tc>
                <a:tc>
                  <a:txBody>
                    <a:bodyPr/>
                    <a:lstStyle/>
                    <a:p>
                      <a:pPr algn="r" fontAlgn="b">
                        <a:buNone/>
                      </a:pPr>
                      <a:r>
                        <a:rPr lang="en-US" sz="1100" b="0" i="0" u="none" strike="noStrike">
                          <a:solidFill>
                            <a:srgbClr val="000000"/>
                          </a:solidFill>
                          <a:effectLst/>
                          <a:latin typeface="Calibri" panose="020F0502020204030204" pitchFamily="34" charset="0"/>
                        </a:rPr>
                        <a:t>6</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7</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8</a:t>
                      </a:r>
                    </a:p>
                  </a:txBody>
                  <a:tcPr marL="7620" marR="7620" marT="7620" marB="0" anchor="b">
                    <a:lnL>
                      <a:noFill/>
                    </a:lnL>
                    <a:lnR>
                      <a:noFill/>
                    </a:lnR>
                    <a:lnT>
                      <a:noFill/>
                    </a:lnT>
                    <a:lnB>
                      <a:noFill/>
                    </a:lnB>
                    <a:solidFill>
                      <a:srgbClr val="D9E1F2"/>
                    </a:solidFill>
                  </a:tcPr>
                </a:tc>
                <a:tc>
                  <a:txBody>
                    <a:bodyPr/>
                    <a:lstStyle/>
                    <a:p>
                      <a:pPr algn="r" fontAlgn="b">
                        <a:buNone/>
                      </a:pPr>
                      <a:r>
                        <a:rPr lang="en-US" sz="1100" b="0" i="0" u="none" strike="noStrike">
                          <a:solidFill>
                            <a:srgbClr val="000000"/>
                          </a:solidFill>
                          <a:effectLst/>
                          <a:latin typeface="Calibri" panose="020F0502020204030204" pitchFamily="34" charset="0"/>
                        </a:rPr>
                        <a:t>9</a:t>
                      </a:r>
                    </a:p>
                  </a:txBody>
                  <a:tcPr marL="7620" marR="7620" marT="7620" marB="0" anchor="b">
                    <a:lnL>
                      <a:noFill/>
                    </a:lnL>
                    <a:lnR>
                      <a:noFill/>
                    </a:lnR>
                    <a:lnT>
                      <a:noFill/>
                    </a:lnT>
                    <a:lnB>
                      <a:noFill/>
                    </a:lnB>
                    <a:solidFill>
                      <a:srgbClr val="D9E1F2"/>
                    </a:solidFill>
                  </a:tcPr>
                </a:tc>
                <a:tc>
                  <a:txBody>
                    <a:bodyPr/>
                    <a:lstStyle/>
                    <a:p>
                      <a:pPr algn="r" fontAlgn="b">
                        <a:buNone/>
                      </a:pPr>
                      <a:r>
                        <a:rPr lang="en-US" sz="1100" b="0" i="0" u="none" strike="noStrike">
                          <a:solidFill>
                            <a:srgbClr val="000000"/>
                          </a:solidFill>
                          <a:effectLst/>
                          <a:latin typeface="Calibri" panose="020F0502020204030204" pitchFamily="34" charset="0"/>
                        </a:rPr>
                        <a:t>10</a:t>
                      </a:r>
                    </a:p>
                  </a:txBody>
                  <a:tcPr marL="7620" marR="7620" marT="7620" marB="0" anchor="b">
                    <a:lnL>
                      <a:noFill/>
                    </a:lnL>
                    <a:lnR>
                      <a:noFill/>
                    </a:lnR>
                    <a:lnT>
                      <a:noFill/>
                    </a:lnT>
                    <a:lnB>
                      <a:noFill/>
                    </a:lnB>
                    <a:solidFill>
                      <a:srgbClr val="D9E1F2"/>
                    </a:solidFill>
                  </a:tcPr>
                </a:tc>
                <a:tc>
                  <a:txBody>
                    <a:bodyPr/>
                    <a:lstStyle/>
                    <a:p>
                      <a:pPr algn="r" fontAlgn="b">
                        <a:buNone/>
                      </a:pPr>
                      <a:r>
                        <a:rPr lang="en-US" sz="1100" b="0" i="0" u="none" strike="noStrike">
                          <a:solidFill>
                            <a:srgbClr val="000000"/>
                          </a:solidFill>
                          <a:effectLst/>
                          <a:latin typeface="Calibri" panose="020F0502020204030204" pitchFamily="34" charset="0"/>
                        </a:rPr>
                        <a:t>11</a:t>
                      </a:r>
                    </a:p>
                  </a:txBody>
                  <a:tcPr marL="7620" marR="7620" marT="7620" marB="0" anchor="b">
                    <a:lnL>
                      <a:noFill/>
                    </a:lnL>
                    <a:lnR>
                      <a:noFill/>
                    </a:lnR>
                    <a:lnT>
                      <a:noFill/>
                    </a:lnT>
                    <a:lnB>
                      <a:noFill/>
                    </a:lnB>
                    <a:solidFill>
                      <a:srgbClr val="D9E1F2"/>
                    </a:solidFill>
                  </a:tcPr>
                </a:tc>
                <a:tc>
                  <a:txBody>
                    <a:bodyPr/>
                    <a:lstStyle/>
                    <a:p>
                      <a:pPr algn="r" fontAlgn="b">
                        <a:buNone/>
                      </a:pPr>
                      <a:r>
                        <a:rPr lang="en-US" sz="1100" b="0" i="0" u="none" strike="noStrike">
                          <a:solidFill>
                            <a:srgbClr val="000000"/>
                          </a:solidFill>
                          <a:effectLst/>
                          <a:latin typeface="Calibri" panose="020F0502020204030204" pitchFamily="34" charset="0"/>
                        </a:rPr>
                        <a:t>12</a:t>
                      </a: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solidFill>
                      <a:srgbClr val="D9E1F2"/>
                    </a:solidFill>
                  </a:tcPr>
                </a:tc>
                <a:extLst>
                  <a:ext uri="{0D108BD9-81ED-4DB2-BD59-A6C34878D82A}">
                    <a16:rowId xmlns:a16="http://schemas.microsoft.com/office/drawing/2014/main" val="2926970181"/>
                  </a:ext>
                </a:extLst>
              </a:tr>
              <a:tr h="158488">
                <a:tc>
                  <a:txBody>
                    <a:bodyPr/>
                    <a:lstStyle/>
                    <a:p>
                      <a:pPr algn="r" fontAlgn="b">
                        <a:buNone/>
                      </a:pPr>
                      <a:r>
                        <a:rPr lang="en-US" sz="1100" b="0" i="0" u="none" strike="noStrike">
                          <a:solidFill>
                            <a:srgbClr val="000000"/>
                          </a:solidFill>
                          <a:effectLst/>
                          <a:latin typeface="Calibri" panose="020F0502020204030204" pitchFamily="34" charset="0"/>
                        </a:rPr>
                        <a:t>10000</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r" fontAlgn="b">
                        <a:buNone/>
                      </a:pPr>
                      <a:r>
                        <a:rPr lang="en-US" sz="1100" b="0" i="0" u="none" strike="noStrike" dirty="0">
                          <a:solidFill>
                            <a:srgbClr val="000000"/>
                          </a:solidFill>
                          <a:effectLst/>
                          <a:latin typeface="Calibri" panose="020F0502020204030204" pitchFamily="34" charset="0"/>
                        </a:rPr>
                        <a:t>4</a:t>
                      </a: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-3</a:t>
                      </a:r>
                    </a:p>
                  </a:txBody>
                  <a:tcPr marL="7620" marR="7620" marT="7620" marB="0" anchor="b">
                    <a:lnL>
                      <a:noFill/>
                    </a:lnL>
                    <a:lnR>
                      <a:noFill/>
                    </a:lnR>
                    <a:lnT>
                      <a:noFill/>
                    </a:lnT>
                    <a:lnB>
                      <a:noFill/>
                    </a:lnB>
                    <a:noFill/>
                  </a:tcPr>
                </a:tc>
                <a:tc>
                  <a:txBody>
                    <a:bodyPr/>
                    <a:lstStyle/>
                    <a:p>
                      <a:pPr algn="r" fontAlgn="b">
                        <a:buNone/>
                      </a:pPr>
                      <a:r>
                        <a:rPr lang="en-US" sz="1100" b="0" i="0" u="none" strike="noStrike" dirty="0">
                          <a:solidFill>
                            <a:srgbClr val="000000"/>
                          </a:solidFill>
                          <a:effectLst/>
                          <a:latin typeface="Calibri" panose="020F0502020204030204" pitchFamily="34" charset="0"/>
                        </a:rPr>
                        <a:t>-2</a:t>
                      </a:r>
                    </a:p>
                  </a:txBody>
                  <a:tcPr marL="7620" marR="7620" marT="7620" marB="0" anchor="b">
                    <a:lnL>
                      <a:noFill/>
                    </a:lnL>
                    <a:lnR>
                      <a:noFill/>
                    </a:lnR>
                    <a:lnT>
                      <a:noFill/>
                    </a:lnT>
                    <a:lnB>
                      <a:noFill/>
                    </a:lnB>
                    <a:noFill/>
                  </a:tcPr>
                </a:tc>
                <a:tc>
                  <a:txBody>
                    <a:bodyPr/>
                    <a:lstStyle/>
                    <a:p>
                      <a:pPr algn="r" fontAlgn="b">
                        <a:buNone/>
                      </a:pPr>
                      <a:r>
                        <a:rPr lang="en-US" sz="1100" b="0" i="0" u="none" strike="noStrike" dirty="0">
                          <a:solidFill>
                            <a:srgbClr val="000000"/>
                          </a:solidFill>
                          <a:effectLst/>
                          <a:latin typeface="Calibri" panose="020F0502020204030204" pitchFamily="34" charset="0"/>
                        </a:rPr>
                        <a:t>-1</a:t>
                      </a:r>
                    </a:p>
                  </a:txBody>
                  <a:tcPr marL="7620" marR="7620" marT="7620" marB="0" anchor="b">
                    <a:lnL>
                      <a:noFill/>
                    </a:lnL>
                    <a:lnR>
                      <a:noFill/>
                    </a:lnR>
                    <a:lnT>
                      <a:noFill/>
                    </a:lnT>
                    <a:lnB>
                      <a:noFill/>
                    </a:lnB>
                    <a:noFill/>
                  </a:tcPr>
                </a:tc>
                <a:tc>
                  <a:txBody>
                    <a:bodyPr/>
                    <a:lstStyle/>
                    <a:p>
                      <a:pPr algn="r" fontAlgn="b">
                        <a:buNone/>
                      </a:pPr>
                      <a:r>
                        <a:rPr lang="en-US" sz="1100" b="0" i="0" u="none" strike="noStrike" dirty="0">
                          <a:solidFill>
                            <a:srgbClr val="000000"/>
                          </a:solidFill>
                          <a:effectLst/>
                          <a:latin typeface="Calibri" panose="020F0502020204030204" pitchFamily="34" charset="0"/>
                        </a:rPr>
                        <a:t>0</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2</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3</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4</a:t>
                      </a:r>
                    </a:p>
                  </a:txBody>
                  <a:tcPr marL="7620" marR="7620" marT="7620"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0000"/>
                    </a:solidFill>
                  </a:tcPr>
                </a:tc>
                <a:tc>
                  <a:txBody>
                    <a:bodyPr/>
                    <a:lstStyle/>
                    <a:p>
                      <a:pPr algn="r" fontAlgn="b">
                        <a:buNone/>
                      </a:pPr>
                      <a:r>
                        <a:rPr lang="en-US" sz="1100" b="0" i="0" u="none" strike="noStrike">
                          <a:solidFill>
                            <a:srgbClr val="000000"/>
                          </a:solidFill>
                          <a:effectLst/>
                          <a:latin typeface="Calibri" panose="020F0502020204030204" pitchFamily="34" charset="0"/>
                        </a:rPr>
                        <a:t>5</a:t>
                      </a:r>
                    </a:p>
                  </a:txBody>
                  <a:tcPr marL="7620" marR="7620" marT="7620" marB="0" anchor="b">
                    <a:lnL>
                      <a:noFill/>
                    </a:lnL>
                    <a:lnR>
                      <a:noFill/>
                    </a:lnR>
                    <a:lnT>
                      <a:noFill/>
                    </a:lnT>
                    <a:lnB>
                      <a:noFill/>
                    </a:lnB>
                    <a:noFill/>
                  </a:tcPr>
                </a:tc>
                <a:tc>
                  <a:txBody>
                    <a:bodyPr/>
                    <a:lstStyle/>
                    <a:p>
                      <a:pPr algn="r" fontAlgn="b">
                        <a:buNone/>
                      </a:pPr>
                      <a:r>
                        <a:rPr lang="en-US" sz="1100" b="0" i="0" u="none" strike="noStrike" dirty="0">
                          <a:solidFill>
                            <a:srgbClr val="000000"/>
                          </a:solidFill>
                          <a:effectLst/>
                          <a:latin typeface="Calibri" panose="020F0502020204030204" pitchFamily="34" charset="0"/>
                        </a:rPr>
                        <a:t>6</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7</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8</a:t>
                      </a:r>
                    </a:p>
                  </a:txBody>
                  <a:tcPr marL="7620" marR="7620" marT="7620" marB="0" anchor="b">
                    <a:lnL>
                      <a:noFill/>
                    </a:lnL>
                    <a:lnR>
                      <a:noFill/>
                    </a:lnR>
                    <a:lnT>
                      <a:noFill/>
                    </a:lnT>
                    <a:lnB>
                      <a:noFill/>
                    </a:lnB>
                    <a:solidFill>
                      <a:srgbClr val="D9E1F2"/>
                    </a:solidFill>
                  </a:tcPr>
                </a:tc>
                <a:tc>
                  <a:txBody>
                    <a:bodyPr/>
                    <a:lstStyle/>
                    <a:p>
                      <a:pPr algn="r" fontAlgn="b">
                        <a:buNone/>
                      </a:pPr>
                      <a:r>
                        <a:rPr lang="en-US" sz="1100" b="0" i="0" u="none" strike="noStrike">
                          <a:solidFill>
                            <a:srgbClr val="000000"/>
                          </a:solidFill>
                          <a:effectLst/>
                          <a:latin typeface="Calibri" panose="020F0502020204030204" pitchFamily="34" charset="0"/>
                        </a:rPr>
                        <a:t>9</a:t>
                      </a:r>
                    </a:p>
                  </a:txBody>
                  <a:tcPr marL="7620" marR="7620" marT="7620" marB="0" anchor="b">
                    <a:lnL>
                      <a:noFill/>
                    </a:lnL>
                    <a:lnR>
                      <a:noFill/>
                    </a:lnR>
                    <a:lnT>
                      <a:noFill/>
                    </a:lnT>
                    <a:lnB>
                      <a:noFill/>
                    </a:lnB>
                    <a:solidFill>
                      <a:srgbClr val="D9E1F2"/>
                    </a:solidFill>
                  </a:tcPr>
                </a:tc>
                <a:tc>
                  <a:txBody>
                    <a:bodyPr/>
                    <a:lstStyle/>
                    <a:p>
                      <a:pPr algn="r" fontAlgn="b">
                        <a:buNone/>
                      </a:pPr>
                      <a:r>
                        <a:rPr lang="en-US" sz="1100" b="0" i="0" u="none" strike="noStrike">
                          <a:solidFill>
                            <a:srgbClr val="000000"/>
                          </a:solidFill>
                          <a:effectLst/>
                          <a:latin typeface="Calibri" panose="020F0502020204030204" pitchFamily="34" charset="0"/>
                        </a:rPr>
                        <a:t>10</a:t>
                      </a:r>
                    </a:p>
                  </a:txBody>
                  <a:tcPr marL="7620" marR="7620" marT="7620" marB="0" anchor="b">
                    <a:lnL>
                      <a:noFill/>
                    </a:lnL>
                    <a:lnR>
                      <a:noFill/>
                    </a:lnR>
                    <a:lnT>
                      <a:noFill/>
                    </a:lnT>
                    <a:lnB>
                      <a:noFill/>
                    </a:lnB>
                    <a:solidFill>
                      <a:srgbClr val="D9E1F2"/>
                    </a:solidFill>
                  </a:tcPr>
                </a:tc>
                <a:tc>
                  <a:txBody>
                    <a:bodyPr/>
                    <a:lstStyle/>
                    <a:p>
                      <a:pPr algn="r" fontAlgn="b">
                        <a:buNone/>
                      </a:pPr>
                      <a:r>
                        <a:rPr lang="en-US" sz="1100" b="0" i="0" u="none" strike="noStrike">
                          <a:solidFill>
                            <a:srgbClr val="000000"/>
                          </a:solidFill>
                          <a:effectLst/>
                          <a:latin typeface="Calibri" panose="020F0502020204030204" pitchFamily="34" charset="0"/>
                        </a:rPr>
                        <a:t>11</a:t>
                      </a: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solidFill>
                      <a:srgbClr val="D9E1F2"/>
                    </a:solidFill>
                  </a:tcPr>
                </a:tc>
                <a:extLst>
                  <a:ext uri="{0D108BD9-81ED-4DB2-BD59-A6C34878D82A}">
                    <a16:rowId xmlns:a16="http://schemas.microsoft.com/office/drawing/2014/main" val="857730792"/>
                  </a:ext>
                </a:extLst>
              </a:tr>
              <a:tr h="158488">
                <a:tc>
                  <a:txBody>
                    <a:bodyPr/>
                    <a:lstStyle/>
                    <a:p>
                      <a:pPr algn="r" fontAlgn="b">
                        <a:buNone/>
                      </a:pPr>
                      <a:r>
                        <a:rPr lang="en-US" sz="1100" b="0" i="0" u="none" strike="noStrike">
                          <a:solidFill>
                            <a:srgbClr val="000000"/>
                          </a:solidFill>
                          <a:effectLst/>
                          <a:latin typeface="Calibri" panose="020F0502020204030204" pitchFamily="34" charset="0"/>
                        </a:rPr>
                        <a:t>1000</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3</a:t>
                      </a: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-4</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-3</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-2</a:t>
                      </a:r>
                    </a:p>
                  </a:txBody>
                  <a:tcPr marL="7620" marR="7620" marT="7620" marB="0" anchor="b">
                    <a:lnL>
                      <a:noFill/>
                    </a:lnL>
                    <a:lnR>
                      <a:noFill/>
                    </a:lnR>
                    <a:lnT>
                      <a:noFill/>
                    </a:lnT>
                    <a:lnB>
                      <a:noFill/>
                    </a:lnB>
                    <a:noFill/>
                  </a:tcPr>
                </a:tc>
                <a:tc>
                  <a:txBody>
                    <a:bodyPr/>
                    <a:lstStyle/>
                    <a:p>
                      <a:pPr algn="r" fontAlgn="b">
                        <a:buNone/>
                      </a:pPr>
                      <a:r>
                        <a:rPr lang="en-US" sz="1100" b="0" i="0" u="none" strike="noStrike" dirty="0">
                          <a:solidFill>
                            <a:srgbClr val="000000"/>
                          </a:solidFill>
                          <a:effectLst/>
                          <a:latin typeface="Calibri" panose="020F0502020204030204" pitchFamily="34" charset="0"/>
                        </a:rPr>
                        <a:t>-1</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0</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2</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3</a:t>
                      </a:r>
                    </a:p>
                  </a:txBody>
                  <a:tcPr marL="7620" marR="7620" marT="7620"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0000"/>
                    </a:solidFill>
                  </a:tcPr>
                </a:tc>
                <a:tc>
                  <a:txBody>
                    <a:bodyPr/>
                    <a:lstStyle/>
                    <a:p>
                      <a:pPr algn="r" fontAlgn="b">
                        <a:buNone/>
                      </a:pPr>
                      <a:r>
                        <a:rPr lang="en-US" sz="1100" b="0" i="0" u="none" strike="noStrike">
                          <a:solidFill>
                            <a:srgbClr val="000000"/>
                          </a:solidFill>
                          <a:effectLst/>
                          <a:latin typeface="Calibri" panose="020F0502020204030204" pitchFamily="34" charset="0"/>
                        </a:rPr>
                        <a:t>4</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5</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6</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7</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8</a:t>
                      </a:r>
                    </a:p>
                  </a:txBody>
                  <a:tcPr marL="7620" marR="7620" marT="7620" marB="0" anchor="b">
                    <a:lnL>
                      <a:noFill/>
                    </a:lnL>
                    <a:lnR>
                      <a:noFill/>
                    </a:lnR>
                    <a:lnT>
                      <a:noFill/>
                    </a:lnT>
                    <a:lnB>
                      <a:noFill/>
                    </a:lnB>
                    <a:solidFill>
                      <a:srgbClr val="D9E1F2"/>
                    </a:solidFill>
                  </a:tcPr>
                </a:tc>
                <a:tc>
                  <a:txBody>
                    <a:bodyPr/>
                    <a:lstStyle/>
                    <a:p>
                      <a:pPr algn="r" fontAlgn="b">
                        <a:buNone/>
                      </a:pPr>
                      <a:r>
                        <a:rPr lang="en-US" sz="1100" b="0" i="0" u="none" strike="noStrike">
                          <a:solidFill>
                            <a:srgbClr val="000000"/>
                          </a:solidFill>
                          <a:effectLst/>
                          <a:latin typeface="Calibri" panose="020F0502020204030204" pitchFamily="34" charset="0"/>
                        </a:rPr>
                        <a:t>9</a:t>
                      </a:r>
                    </a:p>
                  </a:txBody>
                  <a:tcPr marL="7620" marR="7620" marT="7620" marB="0" anchor="b">
                    <a:lnL>
                      <a:noFill/>
                    </a:lnL>
                    <a:lnR>
                      <a:noFill/>
                    </a:lnR>
                    <a:lnT>
                      <a:noFill/>
                    </a:lnT>
                    <a:lnB>
                      <a:noFill/>
                    </a:lnB>
                    <a:solidFill>
                      <a:srgbClr val="D9E1F2"/>
                    </a:solidFill>
                  </a:tcPr>
                </a:tc>
                <a:tc>
                  <a:txBody>
                    <a:bodyPr/>
                    <a:lstStyle/>
                    <a:p>
                      <a:pPr algn="r" fontAlgn="b">
                        <a:buNone/>
                      </a:pPr>
                      <a:r>
                        <a:rPr lang="en-US" sz="1100" b="0" i="0" u="none" strike="noStrike">
                          <a:solidFill>
                            <a:srgbClr val="000000"/>
                          </a:solidFill>
                          <a:effectLst/>
                          <a:latin typeface="Calibri" panose="020F0502020204030204" pitchFamily="34" charset="0"/>
                        </a:rPr>
                        <a:t>10</a:t>
                      </a: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solidFill>
                      <a:srgbClr val="D9E1F2"/>
                    </a:solidFill>
                  </a:tcPr>
                </a:tc>
                <a:extLst>
                  <a:ext uri="{0D108BD9-81ED-4DB2-BD59-A6C34878D82A}">
                    <a16:rowId xmlns:a16="http://schemas.microsoft.com/office/drawing/2014/main" val="1926411606"/>
                  </a:ext>
                </a:extLst>
              </a:tr>
              <a:tr h="158488">
                <a:tc>
                  <a:txBody>
                    <a:bodyPr/>
                    <a:lstStyle/>
                    <a:p>
                      <a:pPr algn="r" fontAlgn="b">
                        <a:buNone/>
                      </a:pPr>
                      <a:r>
                        <a:rPr lang="en-US" sz="1100" b="0" i="0" u="none" strike="noStrike">
                          <a:solidFill>
                            <a:srgbClr val="000000"/>
                          </a:solidFill>
                          <a:effectLst/>
                          <a:latin typeface="Calibri" panose="020F0502020204030204" pitchFamily="34" charset="0"/>
                        </a:rPr>
                        <a:t>100</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2</a:t>
                      </a: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-5</a:t>
                      </a:r>
                    </a:p>
                  </a:txBody>
                  <a:tcPr marL="7620" marR="7620" marT="7620" marB="0" anchor="b">
                    <a:lnL>
                      <a:noFill/>
                    </a:lnL>
                    <a:lnR>
                      <a:noFill/>
                    </a:lnR>
                    <a:lnT>
                      <a:noFill/>
                    </a:lnT>
                    <a:lnB>
                      <a:noFill/>
                    </a:lnB>
                    <a:noFill/>
                  </a:tcPr>
                </a:tc>
                <a:tc>
                  <a:txBody>
                    <a:bodyPr/>
                    <a:lstStyle/>
                    <a:p>
                      <a:pPr algn="r" fontAlgn="b">
                        <a:buNone/>
                      </a:pPr>
                      <a:r>
                        <a:rPr lang="en-US" sz="1100" b="0" i="0" u="none" strike="noStrike" dirty="0">
                          <a:solidFill>
                            <a:srgbClr val="000000"/>
                          </a:solidFill>
                          <a:effectLst/>
                          <a:latin typeface="Calibri" panose="020F0502020204030204" pitchFamily="34" charset="0"/>
                        </a:rPr>
                        <a:t>-4</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-3</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-2</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noFill/>
                  </a:tcPr>
                </a:tc>
                <a:tc>
                  <a:txBody>
                    <a:bodyPr/>
                    <a:lstStyle/>
                    <a:p>
                      <a:pPr algn="r" fontAlgn="b">
                        <a:buNone/>
                      </a:pPr>
                      <a:r>
                        <a:rPr lang="en-US" sz="1100" b="0" i="0" u="none" strike="noStrike" dirty="0">
                          <a:solidFill>
                            <a:srgbClr val="000000"/>
                          </a:solidFill>
                          <a:effectLst/>
                          <a:latin typeface="Calibri" panose="020F0502020204030204" pitchFamily="34" charset="0"/>
                        </a:rPr>
                        <a:t>0</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2</a:t>
                      </a:r>
                    </a:p>
                  </a:txBody>
                  <a:tcPr marL="7620" marR="7620" marT="7620"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0000"/>
                    </a:solidFill>
                  </a:tcPr>
                </a:tc>
                <a:tc>
                  <a:txBody>
                    <a:bodyPr/>
                    <a:lstStyle/>
                    <a:p>
                      <a:pPr algn="r" fontAlgn="b">
                        <a:buNone/>
                      </a:pPr>
                      <a:r>
                        <a:rPr lang="en-US" sz="1100" b="0" i="0" u="none" strike="noStrike">
                          <a:solidFill>
                            <a:srgbClr val="000000"/>
                          </a:solidFill>
                          <a:effectLst/>
                          <a:latin typeface="Calibri" panose="020F0502020204030204" pitchFamily="34" charset="0"/>
                        </a:rPr>
                        <a:t>3</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4</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5</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6</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7</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8</a:t>
                      </a:r>
                    </a:p>
                  </a:txBody>
                  <a:tcPr marL="7620" marR="7620" marT="7620" marB="0" anchor="b">
                    <a:lnL>
                      <a:noFill/>
                    </a:lnL>
                    <a:lnR>
                      <a:noFill/>
                    </a:lnR>
                    <a:lnT>
                      <a:noFill/>
                    </a:lnT>
                    <a:lnB>
                      <a:noFill/>
                    </a:lnB>
                    <a:solidFill>
                      <a:srgbClr val="D9E1F2"/>
                    </a:solidFill>
                  </a:tcPr>
                </a:tc>
                <a:tc>
                  <a:txBody>
                    <a:bodyPr/>
                    <a:lstStyle/>
                    <a:p>
                      <a:pPr algn="r" fontAlgn="b">
                        <a:buNone/>
                      </a:pPr>
                      <a:r>
                        <a:rPr lang="en-US" sz="1100" b="0" i="0" u="none" strike="noStrike">
                          <a:solidFill>
                            <a:srgbClr val="000000"/>
                          </a:solidFill>
                          <a:effectLst/>
                          <a:latin typeface="Calibri" panose="020F0502020204030204" pitchFamily="34" charset="0"/>
                        </a:rPr>
                        <a:t>9</a:t>
                      </a: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solidFill>
                      <a:srgbClr val="D9E1F2"/>
                    </a:solidFill>
                  </a:tcPr>
                </a:tc>
                <a:extLst>
                  <a:ext uri="{0D108BD9-81ED-4DB2-BD59-A6C34878D82A}">
                    <a16:rowId xmlns:a16="http://schemas.microsoft.com/office/drawing/2014/main" val="368559718"/>
                  </a:ext>
                </a:extLst>
              </a:tr>
              <a:tr h="151884">
                <a:tc>
                  <a:txBody>
                    <a:bodyPr/>
                    <a:lstStyle/>
                    <a:p>
                      <a:pPr algn="r" fontAlgn="b">
                        <a:buNone/>
                      </a:pPr>
                      <a:r>
                        <a:rPr lang="en-US" sz="1100" b="0" i="0" u="none" strike="noStrike">
                          <a:solidFill>
                            <a:srgbClr val="000000"/>
                          </a:solidFill>
                          <a:effectLst/>
                          <a:latin typeface="Calibri" panose="020F0502020204030204" pitchFamily="34" charset="0"/>
                        </a:rPr>
                        <a:t>10</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1</a:t>
                      </a: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-6</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-5</a:t>
                      </a:r>
                    </a:p>
                  </a:txBody>
                  <a:tcPr marL="7620" marR="7620" marT="7620" marB="0" anchor="b">
                    <a:lnL>
                      <a:noFill/>
                    </a:lnL>
                    <a:lnR>
                      <a:noFill/>
                    </a:lnR>
                    <a:lnT>
                      <a:noFill/>
                    </a:lnT>
                    <a:lnB>
                      <a:noFill/>
                    </a:lnB>
                    <a:noFill/>
                  </a:tcPr>
                </a:tc>
                <a:tc>
                  <a:txBody>
                    <a:bodyPr/>
                    <a:lstStyle/>
                    <a:p>
                      <a:pPr algn="r" fontAlgn="b">
                        <a:buNone/>
                      </a:pPr>
                      <a:r>
                        <a:rPr lang="en-US" sz="1100" b="0" i="0" u="none" strike="noStrike" dirty="0">
                          <a:solidFill>
                            <a:srgbClr val="000000"/>
                          </a:solidFill>
                          <a:effectLst/>
                          <a:latin typeface="Calibri" panose="020F0502020204030204" pitchFamily="34" charset="0"/>
                        </a:rPr>
                        <a:t>-4</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-3</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-2</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0</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0000"/>
                    </a:solidFill>
                  </a:tcPr>
                </a:tc>
                <a:tc>
                  <a:txBody>
                    <a:bodyPr/>
                    <a:lstStyle/>
                    <a:p>
                      <a:pPr algn="r" fontAlgn="b">
                        <a:buNone/>
                      </a:pPr>
                      <a:r>
                        <a:rPr lang="en-US" sz="1100" b="0" i="0" u="none" strike="noStrike">
                          <a:solidFill>
                            <a:srgbClr val="000000"/>
                          </a:solidFill>
                          <a:effectLst/>
                          <a:latin typeface="Calibri" panose="020F0502020204030204" pitchFamily="34" charset="0"/>
                        </a:rPr>
                        <a:t>2</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3</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4</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5</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6</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7</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8</a:t>
                      </a: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solidFill>
                      <a:srgbClr val="D9E1F2"/>
                    </a:solidFill>
                  </a:tcPr>
                </a:tc>
                <a:extLst>
                  <a:ext uri="{0D108BD9-81ED-4DB2-BD59-A6C34878D82A}">
                    <a16:rowId xmlns:a16="http://schemas.microsoft.com/office/drawing/2014/main" val="3616255907"/>
                  </a:ext>
                </a:extLst>
              </a:tr>
              <a:tr h="158488">
                <a:tc>
                  <a:txBody>
                    <a:bodyPr/>
                    <a:lstStyle/>
                    <a:p>
                      <a:pPr algn="r" fontAlgn="b">
                        <a:buNone/>
                      </a:pPr>
                      <a:r>
                        <a:rPr lang="en-US" sz="1100" b="0" i="0" u="none" strike="noStrike">
                          <a:solidFill>
                            <a:srgbClr val="000000"/>
                          </a:solidFill>
                          <a:effectLst/>
                          <a:latin typeface="Calibri" panose="020F0502020204030204" pitchFamily="34" charset="0"/>
                        </a:rPr>
                        <a:t>1</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-7</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-6</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-5</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-4</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-3</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-2</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0</a:t>
                      </a:r>
                    </a:p>
                  </a:txBody>
                  <a:tcPr marL="7620" marR="7620" marT="7620"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0000"/>
                    </a:solidFill>
                  </a:tcPr>
                </a:tc>
                <a:tc>
                  <a:txBody>
                    <a:bodyPr/>
                    <a:lstStyle/>
                    <a:p>
                      <a:pPr algn="r" fontAlgn="b">
                        <a:buNone/>
                      </a:pPr>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2</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3</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4</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5</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6</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7</a:t>
                      </a: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58840731"/>
                  </a:ext>
                </a:extLst>
              </a:tr>
              <a:tr h="151884">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solidFill>
                      <a:srgbClr val="000000"/>
                    </a:solid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0000"/>
                    </a:solid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0000"/>
                    </a:solid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0000"/>
                    </a:solid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0000"/>
                    </a:solidFill>
                  </a:tcPr>
                </a:tc>
                <a:tc>
                  <a:txBody>
                    <a:bodyPr/>
                    <a:lstStyle/>
                    <a:p>
                      <a:pPr algn="l" fontAlgn="b">
                        <a:buNone/>
                      </a:pPr>
                      <a:r>
                        <a:rPr lang="en-US" sz="1100" b="0" i="0" u="none" strike="noStrike" dirty="0">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0000"/>
                    </a:solid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0000"/>
                    </a:solid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0000"/>
                    </a:solid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0000"/>
                    </a:solid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0000"/>
                    </a:solid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0000"/>
                    </a:solid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0000"/>
                    </a:solid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0000"/>
                    </a:solid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0000"/>
                    </a:solid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0000"/>
                    </a:solid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0000"/>
                    </a:solid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solidFill>
                      <a:srgbClr val="000000"/>
                    </a:solidFill>
                  </a:tcPr>
                </a:tc>
                <a:extLst>
                  <a:ext uri="{0D108BD9-81ED-4DB2-BD59-A6C34878D82A}">
                    <a16:rowId xmlns:a16="http://schemas.microsoft.com/office/drawing/2014/main" val="1154371961"/>
                  </a:ext>
                </a:extLst>
              </a:tr>
              <a:tr h="158488">
                <a:tc>
                  <a:txBody>
                    <a:bodyPr/>
                    <a:lstStyle/>
                    <a:p>
                      <a:pPr algn="r" fontAlgn="b">
                        <a:buNone/>
                      </a:pPr>
                      <a:r>
                        <a:rPr lang="en-US" sz="1100" b="0" i="0" u="none" strike="noStrike">
                          <a:solidFill>
                            <a:srgbClr val="000000"/>
                          </a:solidFill>
                          <a:effectLst/>
                          <a:latin typeface="Calibri" panose="020F0502020204030204" pitchFamily="34" charset="0"/>
                        </a:rPr>
                        <a:t>0.1</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-1</a:t>
                      </a: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-8</a:t>
                      </a:r>
                    </a:p>
                  </a:txBody>
                  <a:tcPr marL="7620" marR="7620" marT="7620" marB="0" anchor="b">
                    <a:lnL>
                      <a:noFill/>
                    </a:lnL>
                    <a:lnR>
                      <a:noFill/>
                    </a:lnR>
                    <a:lnT>
                      <a:noFill/>
                    </a:lnT>
                    <a:lnB>
                      <a:noFill/>
                    </a:lnB>
                    <a:solidFill>
                      <a:srgbClr val="E2EFDA"/>
                    </a:solidFill>
                  </a:tcPr>
                </a:tc>
                <a:tc>
                  <a:txBody>
                    <a:bodyPr/>
                    <a:lstStyle/>
                    <a:p>
                      <a:pPr algn="r" fontAlgn="b">
                        <a:buNone/>
                      </a:pPr>
                      <a:r>
                        <a:rPr lang="en-US" sz="1100" b="0" i="0" u="none" strike="noStrike">
                          <a:solidFill>
                            <a:srgbClr val="000000"/>
                          </a:solidFill>
                          <a:effectLst/>
                          <a:latin typeface="Calibri" panose="020F0502020204030204" pitchFamily="34" charset="0"/>
                        </a:rPr>
                        <a:t>-7</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-6</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-5</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-4</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-3</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-2</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0000"/>
                    </a:solidFill>
                  </a:tcPr>
                </a:tc>
                <a:tc>
                  <a:txBody>
                    <a:bodyPr/>
                    <a:lstStyle/>
                    <a:p>
                      <a:pPr algn="r" fontAlgn="b">
                        <a:buNone/>
                      </a:pPr>
                      <a:r>
                        <a:rPr lang="en-US" sz="1100" b="0" i="0" u="none" strike="noStrike">
                          <a:solidFill>
                            <a:srgbClr val="000000"/>
                          </a:solidFill>
                          <a:effectLst/>
                          <a:latin typeface="Calibri" panose="020F0502020204030204" pitchFamily="34" charset="0"/>
                        </a:rPr>
                        <a:t>0</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2</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3</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4</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5</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6</a:t>
                      </a: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769939931"/>
                  </a:ext>
                </a:extLst>
              </a:tr>
              <a:tr h="158488">
                <a:tc>
                  <a:txBody>
                    <a:bodyPr/>
                    <a:lstStyle/>
                    <a:p>
                      <a:pPr algn="r" fontAlgn="b">
                        <a:buNone/>
                      </a:pPr>
                      <a:r>
                        <a:rPr lang="en-US" sz="1100" b="0" i="0" u="none" strike="noStrike">
                          <a:solidFill>
                            <a:srgbClr val="000000"/>
                          </a:solidFill>
                          <a:effectLst/>
                          <a:latin typeface="Calibri" panose="020F0502020204030204" pitchFamily="34" charset="0"/>
                        </a:rPr>
                        <a:t>0.01</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-2</a:t>
                      </a: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-9</a:t>
                      </a:r>
                    </a:p>
                  </a:txBody>
                  <a:tcPr marL="7620" marR="7620" marT="7620" marB="0" anchor="b">
                    <a:lnL>
                      <a:noFill/>
                    </a:lnL>
                    <a:lnR>
                      <a:noFill/>
                    </a:lnR>
                    <a:lnT>
                      <a:noFill/>
                    </a:lnT>
                    <a:lnB>
                      <a:noFill/>
                    </a:lnB>
                    <a:solidFill>
                      <a:srgbClr val="E2EFDA"/>
                    </a:solidFill>
                  </a:tcPr>
                </a:tc>
                <a:tc>
                  <a:txBody>
                    <a:bodyPr/>
                    <a:lstStyle/>
                    <a:p>
                      <a:pPr algn="r" fontAlgn="b">
                        <a:buNone/>
                      </a:pPr>
                      <a:r>
                        <a:rPr lang="en-US" sz="1100" b="0" i="0" u="none" strike="noStrike">
                          <a:solidFill>
                            <a:srgbClr val="000000"/>
                          </a:solidFill>
                          <a:effectLst/>
                          <a:latin typeface="Calibri" panose="020F0502020204030204" pitchFamily="34" charset="0"/>
                        </a:rPr>
                        <a:t>-8</a:t>
                      </a:r>
                    </a:p>
                  </a:txBody>
                  <a:tcPr marL="7620" marR="7620" marT="7620" marB="0" anchor="b">
                    <a:lnL>
                      <a:noFill/>
                    </a:lnL>
                    <a:lnR>
                      <a:noFill/>
                    </a:lnR>
                    <a:lnT>
                      <a:noFill/>
                    </a:lnT>
                    <a:lnB>
                      <a:noFill/>
                    </a:lnB>
                    <a:solidFill>
                      <a:srgbClr val="E2EFDA"/>
                    </a:solidFill>
                  </a:tcPr>
                </a:tc>
                <a:tc>
                  <a:txBody>
                    <a:bodyPr/>
                    <a:lstStyle/>
                    <a:p>
                      <a:pPr algn="r" fontAlgn="b">
                        <a:buNone/>
                      </a:pPr>
                      <a:r>
                        <a:rPr lang="en-US" sz="1100" b="0" i="0" u="none" strike="noStrike">
                          <a:solidFill>
                            <a:srgbClr val="000000"/>
                          </a:solidFill>
                          <a:effectLst/>
                          <a:latin typeface="Calibri" panose="020F0502020204030204" pitchFamily="34" charset="0"/>
                        </a:rPr>
                        <a:t>-7</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-6</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-5</a:t>
                      </a:r>
                    </a:p>
                  </a:txBody>
                  <a:tcPr marL="7620" marR="7620" marT="7620" marB="0" anchor="b">
                    <a:lnL>
                      <a:noFill/>
                    </a:lnL>
                    <a:lnR>
                      <a:noFill/>
                    </a:lnR>
                    <a:lnT>
                      <a:noFill/>
                    </a:lnT>
                    <a:lnB>
                      <a:noFill/>
                    </a:lnB>
                    <a:noFill/>
                  </a:tcPr>
                </a:tc>
                <a:tc>
                  <a:txBody>
                    <a:bodyPr/>
                    <a:lstStyle/>
                    <a:p>
                      <a:pPr algn="r" fontAlgn="b">
                        <a:buNone/>
                      </a:pPr>
                      <a:r>
                        <a:rPr lang="en-US" sz="1100" b="0" i="0" u="none" strike="noStrike" dirty="0">
                          <a:solidFill>
                            <a:srgbClr val="000000"/>
                          </a:solidFill>
                          <a:effectLst/>
                          <a:latin typeface="Calibri" panose="020F0502020204030204" pitchFamily="34" charset="0"/>
                        </a:rPr>
                        <a:t>-4</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-3</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-2</a:t>
                      </a:r>
                    </a:p>
                  </a:txBody>
                  <a:tcPr marL="7620" marR="7620" marT="7620"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0000"/>
                    </a:solidFill>
                  </a:tcPr>
                </a:tc>
                <a:tc>
                  <a:txBody>
                    <a:bodyPr/>
                    <a:lstStyle/>
                    <a:p>
                      <a:pPr algn="r" fontAlgn="b">
                        <a:buNone/>
                      </a:pPr>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0</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2</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3</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4</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5</a:t>
                      </a: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734816308"/>
                  </a:ext>
                </a:extLst>
              </a:tr>
              <a:tr h="158488">
                <a:tc>
                  <a:txBody>
                    <a:bodyPr/>
                    <a:lstStyle/>
                    <a:p>
                      <a:pPr algn="r" fontAlgn="b">
                        <a:buNone/>
                      </a:pPr>
                      <a:r>
                        <a:rPr lang="en-US" sz="1100" b="0" i="0" u="none" strike="noStrike">
                          <a:solidFill>
                            <a:srgbClr val="000000"/>
                          </a:solidFill>
                          <a:effectLst/>
                          <a:latin typeface="Calibri" panose="020F0502020204030204" pitchFamily="34" charset="0"/>
                        </a:rPr>
                        <a:t>0.001</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-3</a:t>
                      </a: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-10</a:t>
                      </a:r>
                    </a:p>
                  </a:txBody>
                  <a:tcPr marL="7620" marR="7620" marT="7620" marB="0" anchor="b">
                    <a:lnL>
                      <a:noFill/>
                    </a:lnL>
                    <a:lnR>
                      <a:noFill/>
                    </a:lnR>
                    <a:lnT>
                      <a:noFill/>
                    </a:lnT>
                    <a:lnB>
                      <a:noFill/>
                    </a:lnB>
                    <a:solidFill>
                      <a:srgbClr val="E2EFDA"/>
                    </a:solidFill>
                  </a:tcPr>
                </a:tc>
                <a:tc>
                  <a:txBody>
                    <a:bodyPr/>
                    <a:lstStyle/>
                    <a:p>
                      <a:pPr algn="r" fontAlgn="b">
                        <a:buNone/>
                      </a:pPr>
                      <a:r>
                        <a:rPr lang="en-US" sz="1100" b="0" i="0" u="none" strike="noStrike">
                          <a:solidFill>
                            <a:srgbClr val="000000"/>
                          </a:solidFill>
                          <a:effectLst/>
                          <a:latin typeface="Calibri" panose="020F0502020204030204" pitchFamily="34" charset="0"/>
                        </a:rPr>
                        <a:t>-9</a:t>
                      </a:r>
                    </a:p>
                  </a:txBody>
                  <a:tcPr marL="7620" marR="7620" marT="7620" marB="0" anchor="b">
                    <a:lnL>
                      <a:noFill/>
                    </a:lnL>
                    <a:lnR>
                      <a:noFill/>
                    </a:lnR>
                    <a:lnT>
                      <a:noFill/>
                    </a:lnT>
                    <a:lnB>
                      <a:noFill/>
                    </a:lnB>
                    <a:solidFill>
                      <a:srgbClr val="E2EFDA"/>
                    </a:solidFill>
                  </a:tcPr>
                </a:tc>
                <a:tc>
                  <a:txBody>
                    <a:bodyPr/>
                    <a:lstStyle/>
                    <a:p>
                      <a:pPr algn="r" fontAlgn="b">
                        <a:buNone/>
                      </a:pPr>
                      <a:r>
                        <a:rPr lang="en-US" sz="1100" b="0" i="0" u="none" strike="noStrike">
                          <a:solidFill>
                            <a:srgbClr val="000000"/>
                          </a:solidFill>
                          <a:effectLst/>
                          <a:latin typeface="Calibri" panose="020F0502020204030204" pitchFamily="34" charset="0"/>
                        </a:rPr>
                        <a:t>-8</a:t>
                      </a:r>
                    </a:p>
                  </a:txBody>
                  <a:tcPr marL="7620" marR="7620" marT="7620" marB="0" anchor="b">
                    <a:lnL>
                      <a:noFill/>
                    </a:lnL>
                    <a:lnR>
                      <a:noFill/>
                    </a:lnR>
                    <a:lnT>
                      <a:noFill/>
                    </a:lnT>
                    <a:lnB>
                      <a:noFill/>
                    </a:lnB>
                    <a:solidFill>
                      <a:srgbClr val="E2EFDA"/>
                    </a:solidFill>
                  </a:tcPr>
                </a:tc>
                <a:tc>
                  <a:txBody>
                    <a:bodyPr/>
                    <a:lstStyle/>
                    <a:p>
                      <a:pPr algn="r" fontAlgn="b">
                        <a:buNone/>
                      </a:pPr>
                      <a:r>
                        <a:rPr lang="en-US" sz="1100" b="0" i="0" u="none" strike="noStrike">
                          <a:solidFill>
                            <a:srgbClr val="000000"/>
                          </a:solidFill>
                          <a:effectLst/>
                          <a:latin typeface="Calibri" panose="020F0502020204030204" pitchFamily="34" charset="0"/>
                        </a:rPr>
                        <a:t>-7</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-6</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-5</a:t>
                      </a:r>
                    </a:p>
                  </a:txBody>
                  <a:tcPr marL="7620" marR="7620" marT="7620" marB="0" anchor="b">
                    <a:lnL>
                      <a:noFill/>
                    </a:lnL>
                    <a:lnR>
                      <a:noFill/>
                    </a:lnR>
                    <a:lnT>
                      <a:noFill/>
                    </a:lnT>
                    <a:lnB>
                      <a:noFill/>
                    </a:lnB>
                    <a:noFill/>
                  </a:tcPr>
                </a:tc>
                <a:tc>
                  <a:txBody>
                    <a:bodyPr/>
                    <a:lstStyle/>
                    <a:p>
                      <a:pPr algn="r" fontAlgn="b">
                        <a:buNone/>
                      </a:pPr>
                      <a:r>
                        <a:rPr lang="en-US" sz="1100" b="0" i="0" u="none" strike="noStrike" dirty="0">
                          <a:solidFill>
                            <a:srgbClr val="000000"/>
                          </a:solidFill>
                          <a:effectLst/>
                          <a:latin typeface="Calibri" panose="020F0502020204030204" pitchFamily="34" charset="0"/>
                        </a:rPr>
                        <a:t>-4</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-3</a:t>
                      </a:r>
                    </a:p>
                  </a:txBody>
                  <a:tcPr marL="7620" marR="7620" marT="7620"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0000"/>
                    </a:solidFill>
                  </a:tcPr>
                </a:tc>
                <a:tc>
                  <a:txBody>
                    <a:bodyPr/>
                    <a:lstStyle/>
                    <a:p>
                      <a:pPr algn="r" fontAlgn="b">
                        <a:buNone/>
                      </a:pPr>
                      <a:r>
                        <a:rPr lang="en-US" sz="1100" b="0" i="0" u="none" strike="noStrike">
                          <a:solidFill>
                            <a:srgbClr val="000000"/>
                          </a:solidFill>
                          <a:effectLst/>
                          <a:latin typeface="Calibri" panose="020F0502020204030204" pitchFamily="34" charset="0"/>
                        </a:rPr>
                        <a:t>-2</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0</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2</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3</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4</a:t>
                      </a: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826961780"/>
                  </a:ext>
                </a:extLst>
              </a:tr>
              <a:tr h="158488">
                <a:tc>
                  <a:txBody>
                    <a:bodyPr/>
                    <a:lstStyle/>
                    <a:p>
                      <a:pPr algn="r" fontAlgn="b">
                        <a:buNone/>
                      </a:pPr>
                      <a:r>
                        <a:rPr lang="en-US" sz="1100" b="0" i="0" u="none" strike="noStrike">
                          <a:solidFill>
                            <a:srgbClr val="000000"/>
                          </a:solidFill>
                          <a:effectLst/>
                          <a:latin typeface="Calibri" panose="020F0502020204030204" pitchFamily="34" charset="0"/>
                        </a:rPr>
                        <a:t>0.0001</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-4</a:t>
                      </a: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-11</a:t>
                      </a:r>
                    </a:p>
                  </a:txBody>
                  <a:tcPr marL="7620" marR="7620" marT="7620" marB="0" anchor="b">
                    <a:lnL>
                      <a:noFill/>
                    </a:lnL>
                    <a:lnR>
                      <a:noFill/>
                    </a:lnR>
                    <a:lnT>
                      <a:noFill/>
                    </a:lnT>
                    <a:lnB>
                      <a:noFill/>
                    </a:lnB>
                    <a:solidFill>
                      <a:srgbClr val="E2EFDA"/>
                    </a:solidFill>
                  </a:tcPr>
                </a:tc>
                <a:tc>
                  <a:txBody>
                    <a:bodyPr/>
                    <a:lstStyle/>
                    <a:p>
                      <a:pPr algn="r" fontAlgn="b">
                        <a:buNone/>
                      </a:pPr>
                      <a:r>
                        <a:rPr lang="en-US" sz="1100" b="0" i="0" u="none" strike="noStrike">
                          <a:solidFill>
                            <a:srgbClr val="000000"/>
                          </a:solidFill>
                          <a:effectLst/>
                          <a:latin typeface="Calibri" panose="020F0502020204030204" pitchFamily="34" charset="0"/>
                        </a:rPr>
                        <a:t>-10</a:t>
                      </a:r>
                    </a:p>
                  </a:txBody>
                  <a:tcPr marL="7620" marR="7620" marT="7620" marB="0" anchor="b">
                    <a:lnL>
                      <a:noFill/>
                    </a:lnL>
                    <a:lnR>
                      <a:noFill/>
                    </a:lnR>
                    <a:lnT>
                      <a:noFill/>
                    </a:lnT>
                    <a:lnB>
                      <a:noFill/>
                    </a:lnB>
                    <a:solidFill>
                      <a:srgbClr val="E2EFDA"/>
                    </a:solidFill>
                  </a:tcPr>
                </a:tc>
                <a:tc>
                  <a:txBody>
                    <a:bodyPr/>
                    <a:lstStyle/>
                    <a:p>
                      <a:pPr algn="r" fontAlgn="b">
                        <a:buNone/>
                      </a:pPr>
                      <a:r>
                        <a:rPr lang="en-US" sz="1100" b="0" i="0" u="none" strike="noStrike">
                          <a:solidFill>
                            <a:srgbClr val="000000"/>
                          </a:solidFill>
                          <a:effectLst/>
                          <a:latin typeface="Calibri" panose="020F0502020204030204" pitchFamily="34" charset="0"/>
                        </a:rPr>
                        <a:t>-9</a:t>
                      </a:r>
                    </a:p>
                  </a:txBody>
                  <a:tcPr marL="7620" marR="7620" marT="7620" marB="0" anchor="b">
                    <a:lnL>
                      <a:noFill/>
                    </a:lnL>
                    <a:lnR>
                      <a:noFill/>
                    </a:lnR>
                    <a:lnT>
                      <a:noFill/>
                    </a:lnT>
                    <a:lnB>
                      <a:noFill/>
                    </a:lnB>
                    <a:solidFill>
                      <a:srgbClr val="E2EFDA"/>
                    </a:solidFill>
                  </a:tcPr>
                </a:tc>
                <a:tc>
                  <a:txBody>
                    <a:bodyPr/>
                    <a:lstStyle/>
                    <a:p>
                      <a:pPr algn="r" fontAlgn="b">
                        <a:buNone/>
                      </a:pPr>
                      <a:r>
                        <a:rPr lang="en-US" sz="1100" b="0" i="0" u="none" strike="noStrike">
                          <a:solidFill>
                            <a:srgbClr val="000000"/>
                          </a:solidFill>
                          <a:effectLst/>
                          <a:latin typeface="Calibri" panose="020F0502020204030204" pitchFamily="34" charset="0"/>
                        </a:rPr>
                        <a:t>-8</a:t>
                      </a:r>
                    </a:p>
                  </a:txBody>
                  <a:tcPr marL="7620" marR="7620" marT="7620" marB="0" anchor="b">
                    <a:lnL>
                      <a:noFill/>
                    </a:lnL>
                    <a:lnR>
                      <a:noFill/>
                    </a:lnR>
                    <a:lnT>
                      <a:noFill/>
                    </a:lnT>
                    <a:lnB>
                      <a:noFill/>
                    </a:lnB>
                    <a:solidFill>
                      <a:srgbClr val="E2EFDA"/>
                    </a:solidFill>
                  </a:tcPr>
                </a:tc>
                <a:tc>
                  <a:txBody>
                    <a:bodyPr/>
                    <a:lstStyle/>
                    <a:p>
                      <a:pPr algn="r" fontAlgn="b">
                        <a:buNone/>
                      </a:pPr>
                      <a:r>
                        <a:rPr lang="en-US" sz="1100" b="0" i="0" u="none" strike="noStrike">
                          <a:solidFill>
                            <a:srgbClr val="000000"/>
                          </a:solidFill>
                          <a:effectLst/>
                          <a:latin typeface="Calibri" panose="020F0502020204030204" pitchFamily="34" charset="0"/>
                        </a:rPr>
                        <a:t>-7</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-6</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-5</a:t>
                      </a:r>
                    </a:p>
                  </a:txBody>
                  <a:tcPr marL="7620" marR="7620" marT="7620" marB="0" anchor="b">
                    <a:lnL>
                      <a:noFill/>
                    </a:lnL>
                    <a:lnR>
                      <a:noFill/>
                    </a:lnR>
                    <a:lnT>
                      <a:noFill/>
                    </a:lnT>
                    <a:lnB>
                      <a:noFill/>
                    </a:lnB>
                    <a:noFill/>
                  </a:tcPr>
                </a:tc>
                <a:tc>
                  <a:txBody>
                    <a:bodyPr/>
                    <a:lstStyle/>
                    <a:p>
                      <a:pPr algn="r" fontAlgn="b">
                        <a:buNone/>
                      </a:pPr>
                      <a:r>
                        <a:rPr lang="en-US" sz="1100" b="0" i="0" u="none" strike="noStrike" dirty="0">
                          <a:solidFill>
                            <a:srgbClr val="000000"/>
                          </a:solidFill>
                          <a:effectLst/>
                          <a:latin typeface="Calibri" panose="020F0502020204030204" pitchFamily="34" charset="0"/>
                        </a:rPr>
                        <a:t>-4</a:t>
                      </a:r>
                    </a:p>
                  </a:txBody>
                  <a:tcPr marL="7620" marR="7620" marT="7620"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0000"/>
                    </a:solidFill>
                  </a:tcPr>
                </a:tc>
                <a:tc>
                  <a:txBody>
                    <a:bodyPr/>
                    <a:lstStyle/>
                    <a:p>
                      <a:pPr algn="r" fontAlgn="b">
                        <a:buNone/>
                      </a:pPr>
                      <a:r>
                        <a:rPr lang="en-US" sz="1100" b="0" i="0" u="none" strike="noStrike">
                          <a:solidFill>
                            <a:srgbClr val="000000"/>
                          </a:solidFill>
                          <a:effectLst/>
                          <a:latin typeface="Calibri" panose="020F0502020204030204" pitchFamily="34" charset="0"/>
                        </a:rPr>
                        <a:t>-3</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-2</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0</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2</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3</a:t>
                      </a: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289187916"/>
                  </a:ext>
                </a:extLst>
              </a:tr>
              <a:tr h="158488">
                <a:tc>
                  <a:txBody>
                    <a:bodyPr/>
                    <a:lstStyle/>
                    <a:p>
                      <a:pPr algn="r" fontAlgn="b">
                        <a:buNone/>
                      </a:pPr>
                      <a:r>
                        <a:rPr lang="en-US" sz="1100" b="0" i="0" u="none" strike="noStrike">
                          <a:solidFill>
                            <a:srgbClr val="000000"/>
                          </a:solidFill>
                          <a:effectLst/>
                          <a:latin typeface="Calibri" panose="020F0502020204030204" pitchFamily="34" charset="0"/>
                        </a:rPr>
                        <a:t>0.00001</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-5</a:t>
                      </a: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-12</a:t>
                      </a:r>
                    </a:p>
                  </a:txBody>
                  <a:tcPr marL="7620" marR="7620" marT="7620" marB="0" anchor="b">
                    <a:lnL>
                      <a:noFill/>
                    </a:lnL>
                    <a:lnR>
                      <a:noFill/>
                    </a:lnR>
                    <a:lnT>
                      <a:noFill/>
                    </a:lnT>
                    <a:lnB>
                      <a:noFill/>
                    </a:lnB>
                    <a:solidFill>
                      <a:srgbClr val="E2EFDA"/>
                    </a:solidFill>
                  </a:tcPr>
                </a:tc>
                <a:tc>
                  <a:txBody>
                    <a:bodyPr/>
                    <a:lstStyle/>
                    <a:p>
                      <a:pPr algn="r" fontAlgn="b">
                        <a:buNone/>
                      </a:pPr>
                      <a:r>
                        <a:rPr lang="en-US" sz="1100" b="0" i="0" u="none" strike="noStrike">
                          <a:solidFill>
                            <a:srgbClr val="000000"/>
                          </a:solidFill>
                          <a:effectLst/>
                          <a:latin typeface="Calibri" panose="020F0502020204030204" pitchFamily="34" charset="0"/>
                        </a:rPr>
                        <a:t>-11</a:t>
                      </a:r>
                    </a:p>
                  </a:txBody>
                  <a:tcPr marL="7620" marR="7620" marT="7620" marB="0" anchor="b">
                    <a:lnL>
                      <a:noFill/>
                    </a:lnL>
                    <a:lnR>
                      <a:noFill/>
                    </a:lnR>
                    <a:lnT>
                      <a:noFill/>
                    </a:lnT>
                    <a:lnB>
                      <a:noFill/>
                    </a:lnB>
                    <a:solidFill>
                      <a:srgbClr val="E2EFDA"/>
                    </a:solidFill>
                  </a:tcPr>
                </a:tc>
                <a:tc>
                  <a:txBody>
                    <a:bodyPr/>
                    <a:lstStyle/>
                    <a:p>
                      <a:pPr algn="r" fontAlgn="b">
                        <a:buNone/>
                      </a:pPr>
                      <a:r>
                        <a:rPr lang="en-US" sz="1100" b="0" i="0" u="none" strike="noStrike">
                          <a:solidFill>
                            <a:srgbClr val="000000"/>
                          </a:solidFill>
                          <a:effectLst/>
                          <a:latin typeface="Calibri" panose="020F0502020204030204" pitchFamily="34" charset="0"/>
                        </a:rPr>
                        <a:t>-10</a:t>
                      </a:r>
                    </a:p>
                  </a:txBody>
                  <a:tcPr marL="7620" marR="7620" marT="7620" marB="0" anchor="b">
                    <a:lnL>
                      <a:noFill/>
                    </a:lnL>
                    <a:lnR>
                      <a:noFill/>
                    </a:lnR>
                    <a:lnT>
                      <a:noFill/>
                    </a:lnT>
                    <a:lnB>
                      <a:noFill/>
                    </a:lnB>
                    <a:solidFill>
                      <a:srgbClr val="E2EFDA"/>
                    </a:solidFill>
                  </a:tcPr>
                </a:tc>
                <a:tc>
                  <a:txBody>
                    <a:bodyPr/>
                    <a:lstStyle/>
                    <a:p>
                      <a:pPr algn="r" fontAlgn="b">
                        <a:buNone/>
                      </a:pPr>
                      <a:r>
                        <a:rPr lang="en-US" sz="1100" b="0" i="0" u="none" strike="noStrike">
                          <a:solidFill>
                            <a:srgbClr val="000000"/>
                          </a:solidFill>
                          <a:effectLst/>
                          <a:latin typeface="Calibri" panose="020F0502020204030204" pitchFamily="34" charset="0"/>
                        </a:rPr>
                        <a:t>-9</a:t>
                      </a:r>
                    </a:p>
                  </a:txBody>
                  <a:tcPr marL="7620" marR="7620" marT="7620" marB="0" anchor="b">
                    <a:lnL>
                      <a:noFill/>
                    </a:lnL>
                    <a:lnR>
                      <a:noFill/>
                    </a:lnR>
                    <a:lnT>
                      <a:noFill/>
                    </a:lnT>
                    <a:lnB>
                      <a:noFill/>
                    </a:lnB>
                    <a:solidFill>
                      <a:srgbClr val="E2EFDA"/>
                    </a:solidFill>
                  </a:tcPr>
                </a:tc>
                <a:tc>
                  <a:txBody>
                    <a:bodyPr/>
                    <a:lstStyle/>
                    <a:p>
                      <a:pPr algn="r" fontAlgn="b">
                        <a:buNone/>
                      </a:pPr>
                      <a:r>
                        <a:rPr lang="en-US" sz="1100" b="0" i="0" u="none" strike="noStrike">
                          <a:solidFill>
                            <a:srgbClr val="000000"/>
                          </a:solidFill>
                          <a:effectLst/>
                          <a:latin typeface="Calibri" panose="020F0502020204030204" pitchFamily="34" charset="0"/>
                        </a:rPr>
                        <a:t>-8</a:t>
                      </a:r>
                    </a:p>
                  </a:txBody>
                  <a:tcPr marL="7620" marR="7620" marT="7620" marB="0" anchor="b">
                    <a:lnL>
                      <a:noFill/>
                    </a:lnL>
                    <a:lnR>
                      <a:noFill/>
                    </a:lnR>
                    <a:lnT>
                      <a:noFill/>
                    </a:lnT>
                    <a:lnB>
                      <a:noFill/>
                    </a:lnB>
                    <a:solidFill>
                      <a:srgbClr val="E2EFDA"/>
                    </a:solidFill>
                  </a:tcPr>
                </a:tc>
                <a:tc>
                  <a:txBody>
                    <a:bodyPr/>
                    <a:lstStyle/>
                    <a:p>
                      <a:pPr algn="r" fontAlgn="b">
                        <a:buNone/>
                      </a:pPr>
                      <a:r>
                        <a:rPr lang="en-US" sz="1100" b="0" i="0" u="none" strike="noStrike">
                          <a:solidFill>
                            <a:srgbClr val="000000"/>
                          </a:solidFill>
                          <a:effectLst/>
                          <a:latin typeface="Calibri" panose="020F0502020204030204" pitchFamily="34" charset="0"/>
                        </a:rPr>
                        <a:t>-7</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-6</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-5</a:t>
                      </a:r>
                    </a:p>
                  </a:txBody>
                  <a:tcPr marL="7620" marR="7620" marT="7620"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0000"/>
                    </a:solidFill>
                  </a:tcPr>
                </a:tc>
                <a:tc>
                  <a:txBody>
                    <a:bodyPr/>
                    <a:lstStyle/>
                    <a:p>
                      <a:pPr algn="r" fontAlgn="b">
                        <a:buNone/>
                      </a:pPr>
                      <a:r>
                        <a:rPr lang="en-US" sz="1100" b="0" i="0" u="none" strike="noStrike">
                          <a:solidFill>
                            <a:srgbClr val="000000"/>
                          </a:solidFill>
                          <a:effectLst/>
                          <a:latin typeface="Calibri" panose="020F0502020204030204" pitchFamily="34" charset="0"/>
                        </a:rPr>
                        <a:t>-4</a:t>
                      </a:r>
                    </a:p>
                  </a:txBody>
                  <a:tcPr marL="7620" marR="7620" marT="7620" marB="0" anchor="b">
                    <a:lnL>
                      <a:noFill/>
                    </a:lnL>
                    <a:lnR>
                      <a:noFill/>
                    </a:lnR>
                    <a:lnT>
                      <a:noFill/>
                    </a:lnT>
                    <a:lnB>
                      <a:noFill/>
                    </a:lnB>
                    <a:noFill/>
                  </a:tcPr>
                </a:tc>
                <a:tc>
                  <a:txBody>
                    <a:bodyPr/>
                    <a:lstStyle/>
                    <a:p>
                      <a:pPr algn="r" fontAlgn="b">
                        <a:buNone/>
                      </a:pPr>
                      <a:r>
                        <a:rPr lang="en-US" sz="1100" b="0" i="0" u="none" strike="noStrike" dirty="0">
                          <a:solidFill>
                            <a:srgbClr val="000000"/>
                          </a:solidFill>
                          <a:effectLst/>
                          <a:latin typeface="Calibri" panose="020F0502020204030204" pitchFamily="34" charset="0"/>
                        </a:rPr>
                        <a:t>-3</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-2</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0</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2</a:t>
                      </a: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074278564"/>
                  </a:ext>
                </a:extLst>
              </a:tr>
              <a:tr h="158488">
                <a:tc>
                  <a:txBody>
                    <a:bodyPr/>
                    <a:lstStyle/>
                    <a:p>
                      <a:pPr algn="r" fontAlgn="b">
                        <a:buNone/>
                      </a:pPr>
                      <a:r>
                        <a:rPr lang="en-US" sz="1100" b="0" i="0" u="none" strike="noStrike">
                          <a:solidFill>
                            <a:srgbClr val="000000"/>
                          </a:solidFill>
                          <a:effectLst/>
                          <a:latin typeface="Calibri" panose="020F0502020204030204" pitchFamily="34" charset="0"/>
                        </a:rPr>
                        <a:t>0.000001</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-6</a:t>
                      </a: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-13</a:t>
                      </a:r>
                    </a:p>
                  </a:txBody>
                  <a:tcPr marL="7620" marR="7620" marT="7620" marB="0" anchor="b">
                    <a:lnL>
                      <a:noFill/>
                    </a:lnL>
                    <a:lnR>
                      <a:noFill/>
                    </a:lnR>
                    <a:lnT>
                      <a:noFill/>
                    </a:lnT>
                    <a:lnB>
                      <a:noFill/>
                    </a:lnB>
                    <a:solidFill>
                      <a:srgbClr val="E2EFDA"/>
                    </a:solidFill>
                  </a:tcPr>
                </a:tc>
                <a:tc>
                  <a:txBody>
                    <a:bodyPr/>
                    <a:lstStyle/>
                    <a:p>
                      <a:pPr algn="r" fontAlgn="b">
                        <a:buNone/>
                      </a:pPr>
                      <a:r>
                        <a:rPr lang="en-US" sz="1100" b="0" i="0" u="none" strike="noStrike">
                          <a:solidFill>
                            <a:srgbClr val="000000"/>
                          </a:solidFill>
                          <a:effectLst/>
                          <a:latin typeface="Calibri" panose="020F0502020204030204" pitchFamily="34" charset="0"/>
                        </a:rPr>
                        <a:t>-12</a:t>
                      </a:r>
                    </a:p>
                  </a:txBody>
                  <a:tcPr marL="7620" marR="7620" marT="7620" marB="0" anchor="b">
                    <a:lnL>
                      <a:noFill/>
                    </a:lnL>
                    <a:lnR>
                      <a:noFill/>
                    </a:lnR>
                    <a:lnT>
                      <a:noFill/>
                    </a:lnT>
                    <a:lnB>
                      <a:noFill/>
                    </a:lnB>
                    <a:solidFill>
                      <a:srgbClr val="E2EFDA"/>
                    </a:solidFill>
                  </a:tcPr>
                </a:tc>
                <a:tc>
                  <a:txBody>
                    <a:bodyPr/>
                    <a:lstStyle/>
                    <a:p>
                      <a:pPr algn="r" fontAlgn="b">
                        <a:buNone/>
                      </a:pPr>
                      <a:r>
                        <a:rPr lang="en-US" sz="1100" b="0" i="0" u="none" strike="noStrike">
                          <a:solidFill>
                            <a:srgbClr val="000000"/>
                          </a:solidFill>
                          <a:effectLst/>
                          <a:latin typeface="Calibri" panose="020F0502020204030204" pitchFamily="34" charset="0"/>
                        </a:rPr>
                        <a:t>-11</a:t>
                      </a:r>
                    </a:p>
                  </a:txBody>
                  <a:tcPr marL="7620" marR="7620" marT="7620" marB="0" anchor="b">
                    <a:lnL>
                      <a:noFill/>
                    </a:lnL>
                    <a:lnR>
                      <a:noFill/>
                    </a:lnR>
                    <a:lnT>
                      <a:noFill/>
                    </a:lnT>
                    <a:lnB>
                      <a:noFill/>
                    </a:lnB>
                    <a:solidFill>
                      <a:srgbClr val="E2EFDA"/>
                    </a:solidFill>
                  </a:tcPr>
                </a:tc>
                <a:tc>
                  <a:txBody>
                    <a:bodyPr/>
                    <a:lstStyle/>
                    <a:p>
                      <a:pPr algn="r" fontAlgn="b">
                        <a:buNone/>
                      </a:pPr>
                      <a:r>
                        <a:rPr lang="en-US" sz="1100" b="0" i="0" u="none" strike="noStrike">
                          <a:solidFill>
                            <a:srgbClr val="000000"/>
                          </a:solidFill>
                          <a:effectLst/>
                          <a:latin typeface="Calibri" panose="020F0502020204030204" pitchFamily="34" charset="0"/>
                        </a:rPr>
                        <a:t>-10</a:t>
                      </a:r>
                    </a:p>
                  </a:txBody>
                  <a:tcPr marL="7620" marR="7620" marT="7620" marB="0" anchor="b">
                    <a:lnL>
                      <a:noFill/>
                    </a:lnL>
                    <a:lnR>
                      <a:noFill/>
                    </a:lnR>
                    <a:lnT>
                      <a:noFill/>
                    </a:lnT>
                    <a:lnB>
                      <a:noFill/>
                    </a:lnB>
                    <a:solidFill>
                      <a:srgbClr val="E2EFDA"/>
                    </a:solidFill>
                  </a:tcPr>
                </a:tc>
                <a:tc>
                  <a:txBody>
                    <a:bodyPr/>
                    <a:lstStyle/>
                    <a:p>
                      <a:pPr algn="r" fontAlgn="b">
                        <a:buNone/>
                      </a:pPr>
                      <a:r>
                        <a:rPr lang="en-US" sz="1100" b="0" i="0" u="none" strike="noStrike">
                          <a:solidFill>
                            <a:srgbClr val="000000"/>
                          </a:solidFill>
                          <a:effectLst/>
                          <a:latin typeface="Calibri" panose="020F0502020204030204" pitchFamily="34" charset="0"/>
                        </a:rPr>
                        <a:t>-9</a:t>
                      </a:r>
                    </a:p>
                  </a:txBody>
                  <a:tcPr marL="7620" marR="7620" marT="7620" marB="0" anchor="b">
                    <a:lnL>
                      <a:noFill/>
                    </a:lnL>
                    <a:lnR>
                      <a:noFill/>
                    </a:lnR>
                    <a:lnT>
                      <a:noFill/>
                    </a:lnT>
                    <a:lnB>
                      <a:noFill/>
                    </a:lnB>
                    <a:solidFill>
                      <a:srgbClr val="E2EFDA"/>
                    </a:solidFill>
                  </a:tcPr>
                </a:tc>
                <a:tc>
                  <a:txBody>
                    <a:bodyPr/>
                    <a:lstStyle/>
                    <a:p>
                      <a:pPr algn="r" fontAlgn="b">
                        <a:buNone/>
                      </a:pPr>
                      <a:r>
                        <a:rPr lang="en-US" sz="1100" b="0" i="0" u="none" strike="noStrike">
                          <a:solidFill>
                            <a:srgbClr val="000000"/>
                          </a:solidFill>
                          <a:effectLst/>
                          <a:latin typeface="Calibri" panose="020F0502020204030204" pitchFamily="34" charset="0"/>
                        </a:rPr>
                        <a:t>-8</a:t>
                      </a:r>
                    </a:p>
                  </a:txBody>
                  <a:tcPr marL="7620" marR="7620" marT="7620" marB="0" anchor="b">
                    <a:lnL>
                      <a:noFill/>
                    </a:lnL>
                    <a:lnR>
                      <a:noFill/>
                    </a:lnR>
                    <a:lnT>
                      <a:noFill/>
                    </a:lnT>
                    <a:lnB>
                      <a:noFill/>
                    </a:lnB>
                    <a:solidFill>
                      <a:srgbClr val="E2EFDA"/>
                    </a:solidFill>
                  </a:tcPr>
                </a:tc>
                <a:tc>
                  <a:txBody>
                    <a:bodyPr/>
                    <a:lstStyle/>
                    <a:p>
                      <a:pPr algn="r" fontAlgn="b">
                        <a:buNone/>
                      </a:pPr>
                      <a:r>
                        <a:rPr lang="en-US" sz="1100" b="0" i="0" u="none" strike="noStrike">
                          <a:solidFill>
                            <a:srgbClr val="000000"/>
                          </a:solidFill>
                          <a:effectLst/>
                          <a:latin typeface="Calibri" panose="020F0502020204030204" pitchFamily="34" charset="0"/>
                        </a:rPr>
                        <a:t>-7</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-6</a:t>
                      </a:r>
                    </a:p>
                  </a:txBody>
                  <a:tcPr marL="7620" marR="7620" marT="7620"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0000"/>
                    </a:solidFill>
                  </a:tcPr>
                </a:tc>
                <a:tc>
                  <a:txBody>
                    <a:bodyPr/>
                    <a:lstStyle/>
                    <a:p>
                      <a:pPr algn="r" fontAlgn="b">
                        <a:buNone/>
                      </a:pPr>
                      <a:r>
                        <a:rPr lang="en-US" sz="1100" b="0" i="0" u="none" strike="noStrike">
                          <a:solidFill>
                            <a:srgbClr val="000000"/>
                          </a:solidFill>
                          <a:effectLst/>
                          <a:latin typeface="Calibri" panose="020F0502020204030204" pitchFamily="34" charset="0"/>
                        </a:rPr>
                        <a:t>-5</a:t>
                      </a:r>
                    </a:p>
                  </a:txBody>
                  <a:tcPr marL="7620" marR="7620" marT="7620" marB="0" anchor="b">
                    <a:lnL>
                      <a:noFill/>
                    </a:lnL>
                    <a:lnR>
                      <a:noFill/>
                    </a:lnR>
                    <a:lnT>
                      <a:noFill/>
                    </a:lnT>
                    <a:lnB>
                      <a:noFill/>
                    </a:lnB>
                    <a:noFill/>
                  </a:tcPr>
                </a:tc>
                <a:tc>
                  <a:txBody>
                    <a:bodyPr/>
                    <a:lstStyle/>
                    <a:p>
                      <a:pPr algn="r" fontAlgn="b">
                        <a:buNone/>
                      </a:pPr>
                      <a:r>
                        <a:rPr lang="en-US" sz="1100" b="0" i="0" u="none" strike="noStrike" dirty="0">
                          <a:solidFill>
                            <a:srgbClr val="000000"/>
                          </a:solidFill>
                          <a:effectLst/>
                          <a:latin typeface="Calibri" panose="020F0502020204030204" pitchFamily="34" charset="0"/>
                        </a:rPr>
                        <a:t>-4</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-3</a:t>
                      </a:r>
                    </a:p>
                  </a:txBody>
                  <a:tcPr marL="7620" marR="7620" marT="7620" marB="0" anchor="b">
                    <a:lnL>
                      <a:noFill/>
                    </a:lnL>
                    <a:lnR>
                      <a:noFill/>
                    </a:lnR>
                    <a:lnT>
                      <a:noFill/>
                    </a:lnT>
                    <a:lnB>
                      <a:noFill/>
                    </a:lnB>
                    <a:noFill/>
                  </a:tcPr>
                </a:tc>
                <a:tc>
                  <a:txBody>
                    <a:bodyPr/>
                    <a:lstStyle/>
                    <a:p>
                      <a:pPr algn="r" fontAlgn="b">
                        <a:buNone/>
                      </a:pPr>
                      <a:r>
                        <a:rPr lang="en-US" sz="1100" b="0" i="0" u="none" strike="noStrike" dirty="0">
                          <a:solidFill>
                            <a:srgbClr val="000000"/>
                          </a:solidFill>
                          <a:effectLst/>
                          <a:latin typeface="Calibri" panose="020F0502020204030204" pitchFamily="34" charset="0"/>
                        </a:rPr>
                        <a:t>-2</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0</a:t>
                      </a:r>
                    </a:p>
                  </a:txBody>
                  <a:tcPr marL="7620" marR="7620" marT="762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Calibri" panose="020F0502020204030204" pitchFamily="34" charset="0"/>
                        </a:rPr>
                        <a:t>1</a:t>
                      </a: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754157150"/>
                  </a:ext>
                </a:extLst>
              </a:tr>
              <a:tr h="165092">
                <a:tc>
                  <a:txBody>
                    <a:bodyPr/>
                    <a:lstStyle/>
                    <a:p>
                      <a:pPr algn="r" fontAlgn="b">
                        <a:buNone/>
                      </a:pPr>
                      <a:r>
                        <a:rPr lang="en-US" sz="1100" b="0" i="0" u="none" strike="noStrike">
                          <a:solidFill>
                            <a:srgbClr val="000000"/>
                          </a:solidFill>
                          <a:effectLst/>
                          <a:latin typeface="Calibri" panose="020F0502020204030204" pitchFamily="34" charset="0"/>
                        </a:rPr>
                        <a:t>0.0000001</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-7</a:t>
                      </a:r>
                    </a:p>
                  </a:txBody>
                  <a:tcPr marL="7620" marR="7620" marT="7620" marB="0" anchor="b">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r" fontAlgn="b">
                        <a:buNone/>
                      </a:pPr>
                      <a:r>
                        <a:rPr lang="en-US" sz="1100" b="0" i="0" u="none" strike="noStrike">
                          <a:solidFill>
                            <a:srgbClr val="000000"/>
                          </a:solidFill>
                          <a:effectLst/>
                          <a:latin typeface="Calibri" panose="020F0502020204030204" pitchFamily="34" charset="0"/>
                        </a:rPr>
                        <a:t>-14</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solidFill>
                      <a:srgbClr val="E2EFDA"/>
                    </a:solidFill>
                  </a:tcPr>
                </a:tc>
                <a:tc>
                  <a:txBody>
                    <a:bodyPr/>
                    <a:lstStyle/>
                    <a:p>
                      <a:pPr algn="r" fontAlgn="b">
                        <a:buNone/>
                      </a:pPr>
                      <a:r>
                        <a:rPr lang="en-US" sz="1100" b="0" i="0" u="none" strike="noStrike">
                          <a:solidFill>
                            <a:srgbClr val="000000"/>
                          </a:solidFill>
                          <a:effectLst/>
                          <a:latin typeface="Calibri" panose="020F0502020204030204" pitchFamily="34" charset="0"/>
                        </a:rPr>
                        <a:t>-13</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solidFill>
                      <a:srgbClr val="E2EFDA"/>
                    </a:solidFill>
                  </a:tcPr>
                </a:tc>
                <a:tc>
                  <a:txBody>
                    <a:bodyPr/>
                    <a:lstStyle/>
                    <a:p>
                      <a:pPr algn="r" fontAlgn="b">
                        <a:buNone/>
                      </a:pPr>
                      <a:r>
                        <a:rPr lang="en-US" sz="1100" b="0" i="0" u="none" strike="noStrike">
                          <a:solidFill>
                            <a:srgbClr val="000000"/>
                          </a:solidFill>
                          <a:effectLst/>
                          <a:latin typeface="Calibri" panose="020F0502020204030204" pitchFamily="34" charset="0"/>
                        </a:rPr>
                        <a:t>-12</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solidFill>
                      <a:srgbClr val="E2EFDA"/>
                    </a:solidFill>
                  </a:tcPr>
                </a:tc>
                <a:tc>
                  <a:txBody>
                    <a:bodyPr/>
                    <a:lstStyle/>
                    <a:p>
                      <a:pPr algn="r" fontAlgn="b">
                        <a:buNone/>
                      </a:pPr>
                      <a:r>
                        <a:rPr lang="en-US" sz="1100" b="0" i="0" u="none" strike="noStrike">
                          <a:solidFill>
                            <a:srgbClr val="000000"/>
                          </a:solidFill>
                          <a:effectLst/>
                          <a:latin typeface="Calibri" panose="020F0502020204030204" pitchFamily="34" charset="0"/>
                        </a:rPr>
                        <a:t>-11</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solidFill>
                      <a:srgbClr val="E2EFDA"/>
                    </a:solidFill>
                  </a:tcPr>
                </a:tc>
                <a:tc>
                  <a:txBody>
                    <a:bodyPr/>
                    <a:lstStyle/>
                    <a:p>
                      <a:pPr algn="r" fontAlgn="b">
                        <a:buNone/>
                      </a:pPr>
                      <a:r>
                        <a:rPr lang="en-US" sz="1100" b="0" i="0" u="none" strike="noStrike">
                          <a:solidFill>
                            <a:srgbClr val="000000"/>
                          </a:solidFill>
                          <a:effectLst/>
                          <a:latin typeface="Calibri" panose="020F0502020204030204" pitchFamily="34" charset="0"/>
                        </a:rPr>
                        <a:t>-10</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solidFill>
                      <a:srgbClr val="E2EFDA"/>
                    </a:solidFill>
                  </a:tcPr>
                </a:tc>
                <a:tc>
                  <a:txBody>
                    <a:bodyPr/>
                    <a:lstStyle/>
                    <a:p>
                      <a:pPr algn="r" fontAlgn="b">
                        <a:buNone/>
                      </a:pPr>
                      <a:r>
                        <a:rPr lang="en-US" sz="1100" b="0" i="0" u="none" strike="noStrike">
                          <a:solidFill>
                            <a:srgbClr val="000000"/>
                          </a:solidFill>
                          <a:effectLst/>
                          <a:latin typeface="Calibri" panose="020F0502020204030204" pitchFamily="34" charset="0"/>
                        </a:rPr>
                        <a:t>-9</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solidFill>
                      <a:srgbClr val="E2EFDA"/>
                    </a:solidFill>
                  </a:tcPr>
                </a:tc>
                <a:tc>
                  <a:txBody>
                    <a:bodyPr/>
                    <a:lstStyle/>
                    <a:p>
                      <a:pPr algn="r" fontAlgn="b">
                        <a:buNone/>
                      </a:pPr>
                      <a:r>
                        <a:rPr lang="en-US" sz="1100" b="0" i="0" u="none" strike="noStrike">
                          <a:solidFill>
                            <a:srgbClr val="000000"/>
                          </a:solidFill>
                          <a:effectLst/>
                          <a:latin typeface="Calibri" panose="020F0502020204030204" pitchFamily="34" charset="0"/>
                        </a:rPr>
                        <a:t>-8</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solidFill>
                      <a:srgbClr val="E2EFDA"/>
                    </a:solidFill>
                  </a:tcPr>
                </a:tc>
                <a:tc>
                  <a:txBody>
                    <a:bodyPr/>
                    <a:lstStyle/>
                    <a:p>
                      <a:pPr algn="r" fontAlgn="b">
                        <a:buNone/>
                      </a:pPr>
                      <a:r>
                        <a:rPr lang="en-US" sz="1100" b="0" i="0" u="none" strike="noStrike">
                          <a:solidFill>
                            <a:srgbClr val="000000"/>
                          </a:solidFill>
                          <a:effectLst/>
                          <a:latin typeface="Calibri" panose="020F0502020204030204" pitchFamily="34" charset="0"/>
                        </a:rPr>
                        <a:t>-7</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solidFill>
                      <a:srgbClr val="000000"/>
                    </a:solidFill>
                  </a:tcPr>
                </a:tc>
                <a:tc>
                  <a:txBody>
                    <a:bodyPr/>
                    <a:lstStyle/>
                    <a:p>
                      <a:pPr algn="r" fontAlgn="b">
                        <a:buNone/>
                      </a:pPr>
                      <a:r>
                        <a:rPr lang="en-US" sz="1100" b="0" i="0" u="none" strike="noStrike">
                          <a:solidFill>
                            <a:srgbClr val="000000"/>
                          </a:solidFill>
                          <a:effectLst/>
                          <a:latin typeface="Calibri" panose="020F0502020204030204" pitchFamily="34" charset="0"/>
                        </a:rPr>
                        <a:t>-6</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Calibri" panose="020F0502020204030204" pitchFamily="34" charset="0"/>
                        </a:rPr>
                        <a:t>-5</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Calibri" panose="020F0502020204030204" pitchFamily="34" charset="0"/>
                        </a:rPr>
                        <a:t>-4</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Calibri" panose="020F0502020204030204" pitchFamily="34" charset="0"/>
                        </a:rPr>
                        <a:t>-3</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r" fontAlgn="b">
                        <a:buNone/>
                      </a:pPr>
                      <a:r>
                        <a:rPr lang="en-US" sz="1100" b="0" i="0" u="none" strike="noStrike" dirty="0">
                          <a:solidFill>
                            <a:srgbClr val="000000"/>
                          </a:solidFill>
                          <a:effectLst/>
                          <a:latin typeface="Calibri" panose="020F0502020204030204" pitchFamily="34" charset="0"/>
                        </a:rPr>
                        <a:t>-2</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r" fontAlgn="b">
                        <a:buNone/>
                      </a:pPr>
                      <a:r>
                        <a:rPr lang="en-US" sz="1100" b="0" i="0" u="none" strike="noStrike" dirty="0">
                          <a:solidFill>
                            <a:srgbClr val="000000"/>
                          </a:solidFill>
                          <a:effectLst/>
                          <a:latin typeface="Calibri" panose="020F0502020204030204" pitchFamily="34" charset="0"/>
                        </a:rPr>
                        <a:t>0</a:t>
                      </a:r>
                    </a:p>
                  </a:txBody>
                  <a:tcPr marL="7620" marR="7620" marT="762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7453484"/>
                  </a:ext>
                </a:extLst>
              </a:tr>
              <a:tr h="158488">
                <a:tc>
                  <a:txBody>
                    <a:bodyPr/>
                    <a:lstStyle/>
                    <a:p>
                      <a:pPr algn="l" fontAlgn="b">
                        <a:buNone/>
                      </a:pPr>
                      <a:endParaRPr lang="en-US" sz="1100" b="0" i="0" u="none" strike="noStrike" dirty="0">
                        <a:solidFill>
                          <a:srgbClr val="000000"/>
                        </a:solidFill>
                        <a:effectLst/>
                        <a:latin typeface="Calibri" panose="020F0502020204030204" pitchFamily="34" charset="0"/>
                      </a:endParaRP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100" b="0" i="0" u="none" strike="noStrike" dirty="0">
                        <a:solidFill>
                          <a:srgbClr val="000000"/>
                        </a:solidFill>
                        <a:effectLst/>
                        <a:latin typeface="Calibri" panose="020F0502020204030204" pitchFamily="34" charset="0"/>
                      </a:endParaRP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100" b="0" i="0" u="none" strike="noStrike" dirty="0">
                        <a:solidFill>
                          <a:srgbClr val="000000"/>
                        </a:solidFill>
                        <a:effectLst/>
                        <a:latin typeface="Calibri" panose="020F0502020204030204" pitchFamily="34" charset="0"/>
                      </a:endParaRP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noFill/>
                  </a:tcPr>
                </a:tc>
                <a:tc gridSpan="2">
                  <a:txBody>
                    <a:bodyPr/>
                    <a:lstStyle/>
                    <a:p>
                      <a:pPr algn="l" fontAlgn="b">
                        <a:buNone/>
                      </a:pPr>
                      <a:r>
                        <a:rPr lang="en-US" sz="1100" b="0" i="0" u="none" strike="noStrike" dirty="0" err="1">
                          <a:solidFill>
                            <a:srgbClr val="000000"/>
                          </a:solidFill>
                          <a:effectLst/>
                          <a:latin typeface="Calibri" panose="020F0502020204030204" pitchFamily="34" charset="0"/>
                        </a:rPr>
                        <a:t>Xexp</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Yexp</a:t>
                      </a:r>
                      <a:r>
                        <a:rPr lang="en-US" sz="1100" b="0" i="0" u="none" strike="noStrike" dirty="0">
                          <a:solidFill>
                            <a:srgbClr val="000000"/>
                          </a:solidFill>
                          <a:effectLst/>
                          <a:latin typeface="Calibri" panose="020F0502020204030204" pitchFamily="34" charset="0"/>
                        </a:rPr>
                        <a:t>(-)</a:t>
                      </a: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noFill/>
                  </a:tcPr>
                </a:tc>
                <a:tc hMerge="1">
                  <a:txBody>
                    <a:bodyPr/>
                    <a:lstStyle/>
                    <a:p>
                      <a:endParaRPr lang="en-US"/>
                    </a:p>
                  </a:txBody>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100" b="0" i="0" u="none" strike="noStrike" dirty="0">
                        <a:solidFill>
                          <a:srgbClr val="000000"/>
                        </a:solidFill>
                        <a:effectLst/>
                        <a:latin typeface="Calibri" panose="020F0502020204030204" pitchFamily="34" charset="0"/>
                      </a:endParaRP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noFill/>
                  </a:tcPr>
                </a:tc>
                <a:tc gridSpan="2">
                  <a:txBody>
                    <a:bodyPr/>
                    <a:lstStyle/>
                    <a:p>
                      <a:pPr algn="l" fontAlgn="b">
                        <a:buNone/>
                      </a:pPr>
                      <a:r>
                        <a:rPr lang="en-US" sz="1100" b="0" i="0" u="none" strike="noStrike" dirty="0" err="1">
                          <a:solidFill>
                            <a:srgbClr val="000000"/>
                          </a:solidFill>
                          <a:effectLst/>
                          <a:latin typeface="Calibri" panose="020F0502020204030204" pitchFamily="34" charset="0"/>
                        </a:rPr>
                        <a:t>Xexp</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Yexp</a:t>
                      </a:r>
                      <a:r>
                        <a:rPr lang="en-US" sz="1100" b="0" i="0" u="none" strike="noStrike" dirty="0">
                          <a:solidFill>
                            <a:srgbClr val="000000"/>
                          </a:solidFill>
                          <a:effectLst/>
                          <a:latin typeface="Calibri" panose="020F0502020204030204" pitchFamily="34" charset="0"/>
                        </a:rPr>
                        <a:t>(-)</a:t>
                      </a: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noFill/>
                  </a:tcPr>
                </a:tc>
                <a:tc hMerge="1">
                  <a:txBody>
                    <a:bodyPr/>
                    <a:lstStyle/>
                    <a:p>
                      <a:endParaRPr lang="en-US"/>
                    </a:p>
                  </a:txBody>
                  <a:tcPr/>
                </a:tc>
                <a:tc>
                  <a:txBody>
                    <a:bodyPr/>
                    <a:lstStyle/>
                    <a:p>
                      <a:pPr algn="l" fontAlgn="b">
                        <a:buNone/>
                      </a:pPr>
                      <a:endParaRPr lang="en-US" sz="1100" b="0" i="0" u="none" strike="noStrike" dirty="0">
                        <a:solidFill>
                          <a:srgbClr val="000000"/>
                        </a:solidFill>
                        <a:effectLst/>
                        <a:latin typeface="Calibri" panose="020F0502020204030204" pitchFamily="34" charset="0"/>
                      </a:endParaRP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100" b="0" i="0" u="none" strike="noStrike" dirty="0">
                        <a:solidFill>
                          <a:srgbClr val="000000"/>
                        </a:solidFill>
                        <a:effectLst/>
                        <a:latin typeface="Calibri" panose="020F0502020204030204" pitchFamily="34" charset="0"/>
                      </a:endParaRP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100" b="0" i="0" u="none" strike="noStrike" dirty="0">
                        <a:solidFill>
                          <a:srgbClr val="000000"/>
                        </a:solidFill>
                        <a:effectLst/>
                        <a:latin typeface="Calibri" panose="020F0502020204030204" pitchFamily="34" charset="0"/>
                      </a:endParaRP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885844145"/>
                  </a:ext>
                </a:extLst>
              </a:tr>
            </a:tbl>
          </a:graphicData>
        </a:graphic>
      </p:graphicFrame>
      <p:sp>
        <p:nvSpPr>
          <p:cNvPr id="3" name="TextBox 2">
            <a:extLst>
              <a:ext uri="{FF2B5EF4-FFF2-40B4-BE49-F238E27FC236}">
                <a16:creationId xmlns:a16="http://schemas.microsoft.com/office/drawing/2014/main" id="{80AA5BA4-4934-D1D3-C01E-0D3D22D4169D}"/>
              </a:ext>
            </a:extLst>
          </p:cNvPr>
          <p:cNvSpPr txBox="1"/>
          <p:nvPr/>
        </p:nvSpPr>
        <p:spPr>
          <a:xfrm>
            <a:off x="7695586" y="4985936"/>
            <a:ext cx="973343" cy="246221"/>
          </a:xfrm>
          <a:prstGeom prst="rect">
            <a:avLst/>
          </a:prstGeom>
          <a:solidFill>
            <a:schemeClr val="accent5">
              <a:lumMod val="20000"/>
              <a:lumOff val="80000"/>
            </a:schemeClr>
          </a:solidFill>
          <a:ln>
            <a:noFill/>
          </a:ln>
        </p:spPr>
        <p:txBody>
          <a:bodyPr wrap="none" rtlCol="0">
            <a:spAutoFit/>
          </a:bodyPr>
          <a:lstStyle/>
          <a:p>
            <a:r>
              <a:rPr lang="en-US" sz="1000" dirty="0"/>
              <a:t>Add Underflow</a:t>
            </a:r>
          </a:p>
        </p:txBody>
      </p:sp>
      <p:sp>
        <p:nvSpPr>
          <p:cNvPr id="4" name="TextBox 3">
            <a:extLst>
              <a:ext uri="{FF2B5EF4-FFF2-40B4-BE49-F238E27FC236}">
                <a16:creationId xmlns:a16="http://schemas.microsoft.com/office/drawing/2014/main" id="{4DF07E58-D3BE-10F4-CB18-418CA5BBB4D8}"/>
              </a:ext>
            </a:extLst>
          </p:cNvPr>
          <p:cNvSpPr txBox="1"/>
          <p:nvPr/>
        </p:nvSpPr>
        <p:spPr>
          <a:xfrm>
            <a:off x="7683433" y="5425624"/>
            <a:ext cx="973343" cy="246221"/>
          </a:xfrm>
          <a:prstGeom prst="rect">
            <a:avLst/>
          </a:prstGeom>
          <a:solidFill>
            <a:schemeClr val="accent6">
              <a:lumMod val="20000"/>
              <a:lumOff val="80000"/>
            </a:schemeClr>
          </a:solidFill>
          <a:ln>
            <a:noFill/>
          </a:ln>
        </p:spPr>
        <p:txBody>
          <a:bodyPr wrap="none" rtlCol="0">
            <a:spAutoFit/>
          </a:bodyPr>
          <a:lstStyle/>
          <a:p>
            <a:r>
              <a:rPr lang="en-US" sz="1000" dirty="0"/>
              <a:t>Add Underflow</a:t>
            </a:r>
          </a:p>
        </p:txBody>
      </p:sp>
      <p:sp>
        <p:nvSpPr>
          <p:cNvPr id="5" name="TextBox 4">
            <a:extLst>
              <a:ext uri="{FF2B5EF4-FFF2-40B4-BE49-F238E27FC236}">
                <a16:creationId xmlns:a16="http://schemas.microsoft.com/office/drawing/2014/main" id="{A3C1F65C-7439-076C-D1A8-C700A62ED3C1}"/>
              </a:ext>
            </a:extLst>
          </p:cNvPr>
          <p:cNvSpPr txBox="1"/>
          <p:nvPr/>
        </p:nvSpPr>
        <p:spPr>
          <a:xfrm>
            <a:off x="4030984" y="303553"/>
            <a:ext cx="3762825" cy="400110"/>
          </a:xfrm>
          <a:prstGeom prst="rect">
            <a:avLst/>
          </a:prstGeom>
          <a:noFill/>
          <a:ln>
            <a:noFill/>
          </a:ln>
        </p:spPr>
        <p:txBody>
          <a:bodyPr wrap="none" rtlCol="0">
            <a:spAutoFit/>
          </a:bodyPr>
          <a:lstStyle/>
          <a:p>
            <a:r>
              <a:rPr lang="en-US" sz="2000" dirty="0"/>
              <a:t>Addition Overflow and Underflow </a:t>
            </a:r>
          </a:p>
        </p:txBody>
      </p:sp>
      <p:sp>
        <p:nvSpPr>
          <p:cNvPr id="6" name="TextBox 5">
            <a:extLst>
              <a:ext uri="{FF2B5EF4-FFF2-40B4-BE49-F238E27FC236}">
                <a16:creationId xmlns:a16="http://schemas.microsoft.com/office/drawing/2014/main" id="{F9E9E906-2402-426D-3EDB-1A578A8380AB}"/>
              </a:ext>
            </a:extLst>
          </p:cNvPr>
          <p:cNvSpPr txBox="1"/>
          <p:nvPr/>
        </p:nvSpPr>
        <p:spPr>
          <a:xfrm>
            <a:off x="8694397" y="4985935"/>
            <a:ext cx="2366897" cy="400110"/>
          </a:xfrm>
          <a:prstGeom prst="rect">
            <a:avLst/>
          </a:prstGeom>
          <a:noFill/>
          <a:ln>
            <a:noFill/>
          </a:ln>
        </p:spPr>
        <p:txBody>
          <a:bodyPr wrap="square" rtlCol="0">
            <a:spAutoFit/>
          </a:bodyPr>
          <a:lstStyle/>
          <a:p>
            <a:r>
              <a:rPr lang="en-US" sz="1000" dirty="0"/>
              <a:t>(</a:t>
            </a:r>
            <a:r>
              <a:rPr lang="en-US" sz="1000" dirty="0" err="1"/>
              <a:t>DintOvrfl</a:t>
            </a:r>
            <a:r>
              <a:rPr lang="en-US" sz="1000" dirty="0"/>
              <a:t>=1)(</a:t>
            </a:r>
            <a:r>
              <a:rPr lang="en-US" sz="1000" dirty="0" err="1"/>
              <a:t>SignYexp</a:t>
            </a:r>
            <a:r>
              <a:rPr lang="en-US" sz="1000" dirty="0"/>
              <a:t>=0)(</a:t>
            </a:r>
            <a:r>
              <a:rPr lang="en-US" sz="1000" dirty="0" err="1"/>
              <a:t>SignXexp</a:t>
            </a:r>
            <a:r>
              <a:rPr lang="en-US" sz="1000" dirty="0"/>
              <a:t>=1)      Use </a:t>
            </a:r>
            <a:r>
              <a:rPr lang="en-US" sz="1000" dirty="0" err="1"/>
              <a:t>Yreg</a:t>
            </a:r>
            <a:endParaRPr lang="en-US" sz="1000" dirty="0"/>
          </a:p>
        </p:txBody>
      </p:sp>
      <p:sp>
        <p:nvSpPr>
          <p:cNvPr id="7" name="TextBox 6">
            <a:extLst>
              <a:ext uri="{FF2B5EF4-FFF2-40B4-BE49-F238E27FC236}">
                <a16:creationId xmlns:a16="http://schemas.microsoft.com/office/drawing/2014/main" id="{B35FAAC3-ABC8-BD08-0FB3-5A4F40778DA6}"/>
              </a:ext>
            </a:extLst>
          </p:cNvPr>
          <p:cNvSpPr txBox="1"/>
          <p:nvPr/>
        </p:nvSpPr>
        <p:spPr>
          <a:xfrm>
            <a:off x="8694397" y="5425624"/>
            <a:ext cx="2254340" cy="400110"/>
          </a:xfrm>
          <a:prstGeom prst="rect">
            <a:avLst/>
          </a:prstGeom>
          <a:noFill/>
          <a:ln>
            <a:noFill/>
          </a:ln>
        </p:spPr>
        <p:txBody>
          <a:bodyPr wrap="square" rtlCol="0">
            <a:spAutoFit/>
          </a:bodyPr>
          <a:lstStyle/>
          <a:p>
            <a:r>
              <a:rPr lang="en-US" sz="1000" dirty="0"/>
              <a:t>(</a:t>
            </a:r>
            <a:r>
              <a:rPr lang="en-US" sz="1000" dirty="0" err="1"/>
              <a:t>DintOvrfl</a:t>
            </a:r>
            <a:r>
              <a:rPr lang="en-US" sz="1000" dirty="0"/>
              <a:t>=1)(</a:t>
            </a:r>
            <a:r>
              <a:rPr lang="en-US" sz="1000" dirty="0" err="1"/>
              <a:t>SignYexp</a:t>
            </a:r>
            <a:r>
              <a:rPr lang="en-US" sz="1000" dirty="0"/>
              <a:t>=1)(</a:t>
            </a:r>
            <a:r>
              <a:rPr lang="en-US" sz="1000" dirty="0" err="1"/>
              <a:t>SignXexp</a:t>
            </a:r>
            <a:r>
              <a:rPr lang="en-US" sz="1000" dirty="0"/>
              <a:t>=0)     Use </a:t>
            </a:r>
            <a:r>
              <a:rPr lang="en-US" sz="1000" dirty="0" err="1"/>
              <a:t>Xreg</a:t>
            </a:r>
            <a:endParaRPr lang="en-US" sz="1000" dirty="0"/>
          </a:p>
        </p:txBody>
      </p:sp>
      <p:sp>
        <p:nvSpPr>
          <p:cNvPr id="8" name="TextBox 7">
            <a:extLst>
              <a:ext uri="{FF2B5EF4-FFF2-40B4-BE49-F238E27FC236}">
                <a16:creationId xmlns:a16="http://schemas.microsoft.com/office/drawing/2014/main" id="{E9C7A9A9-8994-FE57-340E-2B644A4E37A6}"/>
              </a:ext>
            </a:extLst>
          </p:cNvPr>
          <p:cNvSpPr txBox="1"/>
          <p:nvPr/>
        </p:nvSpPr>
        <p:spPr>
          <a:xfrm>
            <a:off x="425123" y="5033237"/>
            <a:ext cx="899605" cy="246221"/>
          </a:xfrm>
          <a:prstGeom prst="rect">
            <a:avLst/>
          </a:prstGeom>
          <a:solidFill>
            <a:schemeClr val="accent2">
              <a:lumMod val="20000"/>
              <a:lumOff val="80000"/>
            </a:schemeClr>
          </a:solidFill>
          <a:ln>
            <a:noFill/>
          </a:ln>
        </p:spPr>
        <p:txBody>
          <a:bodyPr wrap="none" rtlCol="0">
            <a:spAutoFit/>
          </a:bodyPr>
          <a:lstStyle/>
          <a:p>
            <a:r>
              <a:rPr lang="en-US" sz="1000" dirty="0"/>
              <a:t>Add Overflow</a:t>
            </a:r>
          </a:p>
        </p:txBody>
      </p:sp>
      <p:sp>
        <p:nvSpPr>
          <p:cNvPr id="10" name="TextBox 9">
            <a:extLst>
              <a:ext uri="{FF2B5EF4-FFF2-40B4-BE49-F238E27FC236}">
                <a16:creationId xmlns:a16="http://schemas.microsoft.com/office/drawing/2014/main" id="{34BBD54A-C726-CC5C-0286-86D2BDC55DD6}"/>
              </a:ext>
            </a:extLst>
          </p:cNvPr>
          <p:cNvSpPr txBox="1"/>
          <p:nvPr/>
        </p:nvSpPr>
        <p:spPr>
          <a:xfrm>
            <a:off x="1339506" y="5032047"/>
            <a:ext cx="2366897" cy="400110"/>
          </a:xfrm>
          <a:prstGeom prst="rect">
            <a:avLst/>
          </a:prstGeom>
          <a:noFill/>
          <a:ln>
            <a:noFill/>
          </a:ln>
        </p:spPr>
        <p:txBody>
          <a:bodyPr wrap="square" rtlCol="0">
            <a:spAutoFit/>
          </a:bodyPr>
          <a:lstStyle/>
          <a:p>
            <a:r>
              <a:rPr lang="en-US" sz="1000" dirty="0"/>
              <a:t>(</a:t>
            </a:r>
            <a:r>
              <a:rPr lang="en-US" sz="1000" dirty="0" err="1"/>
              <a:t>DintOvrfl</a:t>
            </a:r>
            <a:r>
              <a:rPr lang="en-US" sz="1000" dirty="0"/>
              <a:t>=1)(</a:t>
            </a:r>
            <a:r>
              <a:rPr lang="en-US" sz="1000" dirty="0" err="1"/>
              <a:t>SignYexp</a:t>
            </a:r>
            <a:r>
              <a:rPr lang="en-US" sz="1000" dirty="0"/>
              <a:t>=0)(</a:t>
            </a:r>
            <a:r>
              <a:rPr lang="en-US" sz="1000" dirty="0" err="1"/>
              <a:t>SignXexp</a:t>
            </a:r>
            <a:r>
              <a:rPr lang="en-US" sz="1000" dirty="0"/>
              <a:t>=0)  OR</a:t>
            </a:r>
          </a:p>
        </p:txBody>
      </p:sp>
      <p:sp>
        <p:nvSpPr>
          <p:cNvPr id="11" name="TextBox 10">
            <a:extLst>
              <a:ext uri="{FF2B5EF4-FFF2-40B4-BE49-F238E27FC236}">
                <a16:creationId xmlns:a16="http://schemas.microsoft.com/office/drawing/2014/main" id="{AA91CBBA-03E3-2691-0C7A-77FE6EFF7421}"/>
              </a:ext>
            </a:extLst>
          </p:cNvPr>
          <p:cNvSpPr txBox="1"/>
          <p:nvPr/>
        </p:nvSpPr>
        <p:spPr>
          <a:xfrm>
            <a:off x="1339505" y="5330472"/>
            <a:ext cx="2366897" cy="246221"/>
          </a:xfrm>
          <a:prstGeom prst="rect">
            <a:avLst/>
          </a:prstGeom>
          <a:noFill/>
          <a:ln>
            <a:noFill/>
          </a:ln>
        </p:spPr>
        <p:txBody>
          <a:bodyPr wrap="square" rtlCol="0">
            <a:spAutoFit/>
          </a:bodyPr>
          <a:lstStyle/>
          <a:p>
            <a:r>
              <a:rPr lang="en-US" sz="1000" dirty="0"/>
              <a:t>(</a:t>
            </a:r>
            <a:r>
              <a:rPr lang="en-US" sz="1000" dirty="0" err="1"/>
              <a:t>DintOvrfl</a:t>
            </a:r>
            <a:r>
              <a:rPr lang="en-US" sz="1000" dirty="0"/>
              <a:t>=1)(</a:t>
            </a:r>
            <a:r>
              <a:rPr lang="en-US" sz="1000" dirty="0" err="1"/>
              <a:t>SignYexp</a:t>
            </a:r>
            <a:r>
              <a:rPr lang="en-US" sz="1000" dirty="0"/>
              <a:t>=1)(</a:t>
            </a:r>
            <a:r>
              <a:rPr lang="en-US" sz="1000" dirty="0" err="1"/>
              <a:t>SignXexp</a:t>
            </a:r>
            <a:r>
              <a:rPr lang="en-US" sz="1000" dirty="0"/>
              <a:t>=1)</a:t>
            </a:r>
          </a:p>
        </p:txBody>
      </p:sp>
      <p:sp>
        <p:nvSpPr>
          <p:cNvPr id="12" name="TextBox 11">
            <a:extLst>
              <a:ext uri="{FF2B5EF4-FFF2-40B4-BE49-F238E27FC236}">
                <a16:creationId xmlns:a16="http://schemas.microsoft.com/office/drawing/2014/main" id="{E4364F14-AD84-0A23-1F5C-83A75C6E8F11}"/>
              </a:ext>
            </a:extLst>
          </p:cNvPr>
          <p:cNvSpPr txBox="1"/>
          <p:nvPr/>
        </p:nvSpPr>
        <p:spPr>
          <a:xfrm>
            <a:off x="508943" y="5517902"/>
            <a:ext cx="3032760" cy="400110"/>
          </a:xfrm>
          <a:prstGeom prst="rect">
            <a:avLst/>
          </a:prstGeom>
          <a:noFill/>
          <a:ln>
            <a:noFill/>
          </a:ln>
        </p:spPr>
        <p:txBody>
          <a:bodyPr wrap="square" rtlCol="0">
            <a:spAutoFit/>
          </a:bodyPr>
          <a:lstStyle/>
          <a:p>
            <a:r>
              <a:rPr lang="en-US" sz="1000" dirty="0"/>
              <a:t>Overflow happens when Op1 and Op2 are both 8-digit integers and the sum results in a final carry out digit 8.</a:t>
            </a:r>
          </a:p>
        </p:txBody>
      </p:sp>
      <p:sp>
        <p:nvSpPr>
          <p:cNvPr id="14" name="TextBox 13">
            <a:extLst>
              <a:ext uri="{FF2B5EF4-FFF2-40B4-BE49-F238E27FC236}">
                <a16:creationId xmlns:a16="http://schemas.microsoft.com/office/drawing/2014/main" id="{8AF446A3-6438-FC53-6404-699B2019E61C}"/>
              </a:ext>
            </a:extLst>
          </p:cNvPr>
          <p:cNvSpPr txBox="1"/>
          <p:nvPr/>
        </p:nvSpPr>
        <p:spPr>
          <a:xfrm>
            <a:off x="7074568" y="5999747"/>
            <a:ext cx="4891083" cy="430887"/>
          </a:xfrm>
          <a:prstGeom prst="rect">
            <a:avLst/>
          </a:prstGeom>
          <a:noFill/>
          <a:ln>
            <a:noFill/>
          </a:ln>
        </p:spPr>
        <p:txBody>
          <a:bodyPr wrap="none" rtlCol="0">
            <a:spAutoFit/>
          </a:bodyPr>
          <a:lstStyle/>
          <a:p>
            <a:r>
              <a:rPr lang="en-US" sz="1100" b="1" dirty="0">
                <a:solidFill>
                  <a:srgbClr val="FF0000"/>
                </a:solidFill>
              </a:rPr>
              <a:t>Because </a:t>
            </a:r>
            <a:r>
              <a:rPr lang="en-US" sz="1100" b="1" dirty="0" err="1">
                <a:solidFill>
                  <a:srgbClr val="FF0000"/>
                </a:solidFill>
              </a:rPr>
              <a:t>SignYexp</a:t>
            </a:r>
            <a:r>
              <a:rPr lang="en-US" sz="1100" b="1" dirty="0">
                <a:solidFill>
                  <a:srgbClr val="FF0000"/>
                </a:solidFill>
              </a:rPr>
              <a:t> is only available to Mult and Div (due to arch oversight) I can’t</a:t>
            </a:r>
          </a:p>
          <a:p>
            <a:r>
              <a:rPr lang="en-US" sz="1100" b="1" dirty="0">
                <a:solidFill>
                  <a:srgbClr val="FF0000"/>
                </a:solidFill>
              </a:rPr>
              <a:t>Use these expressions to detect underflow.</a:t>
            </a:r>
          </a:p>
        </p:txBody>
      </p:sp>
      <p:pic>
        <p:nvPicPr>
          <p:cNvPr id="16" name="Picture 15">
            <a:extLst>
              <a:ext uri="{FF2B5EF4-FFF2-40B4-BE49-F238E27FC236}">
                <a16:creationId xmlns:a16="http://schemas.microsoft.com/office/drawing/2014/main" id="{F8B921DC-46BA-C4CB-23CA-ACD062F0E98C}"/>
              </a:ext>
            </a:extLst>
          </p:cNvPr>
          <p:cNvPicPr>
            <a:picLocks noChangeAspect="1"/>
          </p:cNvPicPr>
          <p:nvPr/>
        </p:nvPicPr>
        <p:blipFill>
          <a:blip r:embed="rId2"/>
          <a:stretch>
            <a:fillRect/>
          </a:stretch>
        </p:blipFill>
        <p:spPr>
          <a:xfrm>
            <a:off x="3705160" y="4971130"/>
            <a:ext cx="2842506" cy="1722269"/>
          </a:xfrm>
          <a:prstGeom prst="rect">
            <a:avLst/>
          </a:prstGeom>
        </p:spPr>
      </p:pic>
      <p:sp>
        <p:nvSpPr>
          <p:cNvPr id="17" name="TextBox 16">
            <a:extLst>
              <a:ext uri="{FF2B5EF4-FFF2-40B4-BE49-F238E27FC236}">
                <a16:creationId xmlns:a16="http://schemas.microsoft.com/office/drawing/2014/main" id="{E24F52D3-5681-AA65-B814-6063A797872C}"/>
              </a:ext>
            </a:extLst>
          </p:cNvPr>
          <p:cNvSpPr txBox="1"/>
          <p:nvPr/>
        </p:nvSpPr>
        <p:spPr>
          <a:xfrm>
            <a:off x="10228271" y="4778134"/>
            <a:ext cx="1834156" cy="246221"/>
          </a:xfrm>
          <a:prstGeom prst="rect">
            <a:avLst/>
          </a:prstGeom>
          <a:noFill/>
          <a:ln>
            <a:noFill/>
          </a:ln>
        </p:spPr>
        <p:txBody>
          <a:bodyPr wrap="none" rtlCol="0">
            <a:spAutoFit/>
          </a:bodyPr>
          <a:lstStyle/>
          <a:p>
            <a:r>
              <a:rPr lang="en-US" sz="1000" dirty="0"/>
              <a:t>Op2(X) is </a:t>
            </a:r>
            <a:r>
              <a:rPr lang="en-US" sz="1000" dirty="0" err="1"/>
              <a:t>DPFirst</a:t>
            </a:r>
            <a:r>
              <a:rPr lang="en-US" sz="1000" dirty="0"/>
              <a:t> AND </a:t>
            </a:r>
            <a:r>
              <a:rPr lang="en-US" sz="1000" dirty="0" err="1"/>
              <a:t>DintOVrfl</a:t>
            </a:r>
            <a:endParaRPr lang="en-US" sz="1000" dirty="0"/>
          </a:p>
        </p:txBody>
      </p:sp>
      <p:graphicFrame>
        <p:nvGraphicFramePr>
          <p:cNvPr id="18" name="Table 17">
            <a:extLst>
              <a:ext uri="{FF2B5EF4-FFF2-40B4-BE49-F238E27FC236}">
                <a16:creationId xmlns:a16="http://schemas.microsoft.com/office/drawing/2014/main" id="{02CA25D0-BF98-63FB-E329-ED1F9A893855}"/>
              </a:ext>
            </a:extLst>
          </p:cNvPr>
          <p:cNvGraphicFramePr>
            <a:graphicFrameLocks noGrp="1"/>
          </p:cNvGraphicFramePr>
          <p:nvPr>
            <p:extLst>
              <p:ext uri="{D42A27DB-BD31-4B8C-83A1-F6EECF244321}">
                <p14:modId xmlns:p14="http://schemas.microsoft.com/office/powerpoint/2010/main" val="2299636490"/>
              </p:ext>
            </p:extLst>
          </p:nvPr>
        </p:nvGraphicFramePr>
        <p:xfrm>
          <a:off x="462506" y="1142592"/>
          <a:ext cx="901700" cy="2926080"/>
        </p:xfrm>
        <a:graphic>
          <a:graphicData uri="http://schemas.openxmlformats.org/drawingml/2006/table">
            <a:tbl>
              <a:tblPr>
                <a:tableStyleId>{5C22544A-7EE6-4342-B048-85BDC9FD1C3A}</a:tableStyleId>
              </a:tblPr>
              <a:tblGrid>
                <a:gridCol w="368300">
                  <a:extLst>
                    <a:ext uri="{9D8B030D-6E8A-4147-A177-3AD203B41FA5}">
                      <a16:colId xmlns:a16="http://schemas.microsoft.com/office/drawing/2014/main" val="3705784048"/>
                    </a:ext>
                  </a:extLst>
                </a:gridCol>
                <a:gridCol w="241300">
                  <a:extLst>
                    <a:ext uri="{9D8B030D-6E8A-4147-A177-3AD203B41FA5}">
                      <a16:colId xmlns:a16="http://schemas.microsoft.com/office/drawing/2014/main" val="2044320919"/>
                    </a:ext>
                  </a:extLst>
                </a:gridCol>
                <a:gridCol w="292100">
                  <a:extLst>
                    <a:ext uri="{9D8B030D-6E8A-4147-A177-3AD203B41FA5}">
                      <a16:colId xmlns:a16="http://schemas.microsoft.com/office/drawing/2014/main" val="1266765869"/>
                    </a:ext>
                  </a:extLst>
                </a:gridCol>
              </a:tblGrid>
              <a:tr h="182880">
                <a:tc>
                  <a:txBody>
                    <a:bodyPr/>
                    <a:lstStyle/>
                    <a:p>
                      <a:pPr algn="l" fontAlgn="b">
                        <a:buNone/>
                      </a:pPr>
                      <a:r>
                        <a:rPr lang="en-US" sz="1100" u="none" strike="noStrike" dirty="0">
                          <a:effectLst/>
                        </a:rPr>
                        <a:t>0000</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dirty="0">
                          <a:effectLst/>
                        </a:rPr>
                        <a:t>0</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32942710"/>
                  </a:ext>
                </a:extLst>
              </a:tr>
              <a:tr h="182880">
                <a:tc>
                  <a:txBody>
                    <a:bodyPr/>
                    <a:lstStyle/>
                    <a:p>
                      <a:pPr algn="l" fontAlgn="b">
                        <a:buNone/>
                      </a:pPr>
                      <a:r>
                        <a:rPr lang="en-US" sz="1100" u="none" strike="noStrike">
                          <a:effectLst/>
                        </a:rPr>
                        <a:t>0001</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dirty="0">
                          <a:effectLst/>
                        </a:rPr>
                        <a:t>1</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dirty="0">
                          <a:effectLst/>
                        </a:rPr>
                        <a:t>-15</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44319922"/>
                  </a:ext>
                </a:extLst>
              </a:tr>
              <a:tr h="182880">
                <a:tc>
                  <a:txBody>
                    <a:bodyPr/>
                    <a:lstStyle/>
                    <a:p>
                      <a:pPr algn="l" fontAlgn="b">
                        <a:buNone/>
                      </a:pPr>
                      <a:r>
                        <a:rPr lang="en-US" sz="1100" u="none" strike="noStrike">
                          <a:effectLst/>
                        </a:rPr>
                        <a:t>0010</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a:effectLst/>
                        </a:rPr>
                        <a:t>2</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dirty="0">
                          <a:effectLst/>
                        </a:rPr>
                        <a:t>-14</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14867164"/>
                  </a:ext>
                </a:extLst>
              </a:tr>
              <a:tr h="182880">
                <a:tc>
                  <a:txBody>
                    <a:bodyPr/>
                    <a:lstStyle/>
                    <a:p>
                      <a:pPr algn="l" fontAlgn="b">
                        <a:buNone/>
                      </a:pPr>
                      <a:r>
                        <a:rPr lang="en-US" sz="1100" u="none" strike="noStrike">
                          <a:effectLst/>
                        </a:rPr>
                        <a:t>0011</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a:effectLst/>
                        </a:rPr>
                        <a:t>3</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dirty="0">
                          <a:effectLst/>
                        </a:rPr>
                        <a:t>-13</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69778903"/>
                  </a:ext>
                </a:extLst>
              </a:tr>
              <a:tr h="182880">
                <a:tc>
                  <a:txBody>
                    <a:bodyPr/>
                    <a:lstStyle/>
                    <a:p>
                      <a:pPr algn="l" fontAlgn="b">
                        <a:buNone/>
                      </a:pPr>
                      <a:r>
                        <a:rPr lang="en-US" sz="1100" u="none" strike="noStrike">
                          <a:effectLst/>
                        </a:rPr>
                        <a:t>0100</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a:effectLst/>
                        </a:rPr>
                        <a:t>4</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dirty="0">
                          <a:effectLst/>
                        </a:rPr>
                        <a:t>-12</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11631332"/>
                  </a:ext>
                </a:extLst>
              </a:tr>
              <a:tr h="182880">
                <a:tc>
                  <a:txBody>
                    <a:bodyPr/>
                    <a:lstStyle/>
                    <a:p>
                      <a:pPr algn="l" fontAlgn="b">
                        <a:buNone/>
                      </a:pPr>
                      <a:r>
                        <a:rPr lang="en-US" sz="1100" u="none" strike="noStrike">
                          <a:effectLst/>
                        </a:rPr>
                        <a:t>0101</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a:effectLst/>
                        </a:rPr>
                        <a:t>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dirty="0">
                          <a:effectLst/>
                        </a:rPr>
                        <a:t>-11</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848529246"/>
                  </a:ext>
                </a:extLst>
              </a:tr>
              <a:tr h="182880">
                <a:tc>
                  <a:txBody>
                    <a:bodyPr/>
                    <a:lstStyle/>
                    <a:p>
                      <a:pPr algn="l" fontAlgn="b">
                        <a:buNone/>
                      </a:pPr>
                      <a:r>
                        <a:rPr lang="en-US" sz="1100" u="none" strike="noStrike">
                          <a:effectLst/>
                        </a:rPr>
                        <a:t>0110</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a:effectLst/>
                        </a:rPr>
                        <a:t>6</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dirty="0">
                          <a:effectLst/>
                        </a:rPr>
                        <a:t>-10</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842785147"/>
                  </a:ext>
                </a:extLst>
              </a:tr>
              <a:tr h="182880">
                <a:tc>
                  <a:txBody>
                    <a:bodyPr/>
                    <a:lstStyle/>
                    <a:p>
                      <a:pPr algn="l" fontAlgn="b">
                        <a:buNone/>
                      </a:pPr>
                      <a:r>
                        <a:rPr lang="en-US" sz="1100" u="none" strike="noStrike">
                          <a:effectLst/>
                        </a:rPr>
                        <a:t>0111</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a:effectLst/>
                        </a:rPr>
                        <a:t>7</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dirty="0">
                          <a:effectLst/>
                        </a:rPr>
                        <a:t>-9</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103660279"/>
                  </a:ext>
                </a:extLst>
              </a:tr>
              <a:tr h="182880">
                <a:tc>
                  <a:txBody>
                    <a:bodyPr/>
                    <a:lstStyle/>
                    <a:p>
                      <a:pPr algn="l" fontAlgn="b">
                        <a:buNone/>
                      </a:pPr>
                      <a:r>
                        <a:rPr lang="en-US" sz="1100" u="none" strike="noStrike">
                          <a:effectLst/>
                        </a:rPr>
                        <a:t>1000</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a:effectLst/>
                        </a:rPr>
                        <a:t>8</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dirty="0">
                          <a:effectLst/>
                        </a:rPr>
                        <a:t>-8</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44595707"/>
                  </a:ext>
                </a:extLst>
              </a:tr>
              <a:tr h="182880">
                <a:tc>
                  <a:txBody>
                    <a:bodyPr/>
                    <a:lstStyle/>
                    <a:p>
                      <a:pPr algn="l" fontAlgn="b">
                        <a:buNone/>
                      </a:pPr>
                      <a:r>
                        <a:rPr lang="en-US" sz="1100" u="none" strike="noStrike">
                          <a:effectLst/>
                        </a:rPr>
                        <a:t>1001</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a:effectLst/>
                        </a:rPr>
                        <a:t>9</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dirty="0">
                          <a:effectLst/>
                        </a:rPr>
                        <a:t>-7</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192481883"/>
                  </a:ext>
                </a:extLst>
              </a:tr>
              <a:tr h="182880">
                <a:tc>
                  <a:txBody>
                    <a:bodyPr/>
                    <a:lstStyle/>
                    <a:p>
                      <a:pPr algn="l" fontAlgn="b">
                        <a:buNone/>
                      </a:pPr>
                      <a:r>
                        <a:rPr lang="en-US" sz="1100" u="none" strike="noStrike">
                          <a:effectLst/>
                        </a:rPr>
                        <a:t>1010</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a:effectLst/>
                        </a:rPr>
                        <a:t>10</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a:effectLst/>
                        </a:rPr>
                        <a:t>-6</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377192297"/>
                  </a:ext>
                </a:extLst>
              </a:tr>
              <a:tr h="182880">
                <a:tc>
                  <a:txBody>
                    <a:bodyPr/>
                    <a:lstStyle/>
                    <a:p>
                      <a:pPr algn="l" fontAlgn="b">
                        <a:buNone/>
                      </a:pPr>
                      <a:r>
                        <a:rPr lang="en-US" sz="1100" u="none" strike="noStrike">
                          <a:effectLst/>
                        </a:rPr>
                        <a:t>1011</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a:effectLst/>
                        </a:rPr>
                        <a:t>11</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dirty="0">
                          <a:effectLst/>
                        </a:rPr>
                        <a:t>-5</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93280026"/>
                  </a:ext>
                </a:extLst>
              </a:tr>
              <a:tr h="182880">
                <a:tc>
                  <a:txBody>
                    <a:bodyPr/>
                    <a:lstStyle/>
                    <a:p>
                      <a:pPr algn="l" fontAlgn="b">
                        <a:buNone/>
                      </a:pPr>
                      <a:r>
                        <a:rPr lang="en-US" sz="1100" u="none" strike="noStrike">
                          <a:effectLst/>
                        </a:rPr>
                        <a:t>1100</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a:effectLst/>
                        </a:rPr>
                        <a:t>12</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dirty="0">
                          <a:effectLst/>
                        </a:rPr>
                        <a:t>-4</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87509761"/>
                  </a:ext>
                </a:extLst>
              </a:tr>
              <a:tr h="182880">
                <a:tc>
                  <a:txBody>
                    <a:bodyPr/>
                    <a:lstStyle/>
                    <a:p>
                      <a:pPr algn="l" fontAlgn="b">
                        <a:buNone/>
                      </a:pPr>
                      <a:r>
                        <a:rPr lang="en-US" sz="1100" u="none" strike="noStrike">
                          <a:effectLst/>
                        </a:rPr>
                        <a:t>1101</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a:effectLst/>
                        </a:rPr>
                        <a:t>13</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dirty="0">
                          <a:effectLst/>
                        </a:rPr>
                        <a:t>-3</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783418874"/>
                  </a:ext>
                </a:extLst>
              </a:tr>
              <a:tr h="182880">
                <a:tc>
                  <a:txBody>
                    <a:bodyPr/>
                    <a:lstStyle/>
                    <a:p>
                      <a:pPr algn="l" fontAlgn="b">
                        <a:buNone/>
                      </a:pPr>
                      <a:r>
                        <a:rPr lang="en-US" sz="1100" u="none" strike="noStrike">
                          <a:effectLst/>
                        </a:rPr>
                        <a:t>1110</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a:effectLst/>
                        </a:rPr>
                        <a:t>14</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dirty="0">
                          <a:effectLst/>
                        </a:rPr>
                        <a:t>-2</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18441090"/>
                  </a:ext>
                </a:extLst>
              </a:tr>
              <a:tr h="182880">
                <a:tc>
                  <a:txBody>
                    <a:bodyPr/>
                    <a:lstStyle/>
                    <a:p>
                      <a:pPr algn="l" fontAlgn="b">
                        <a:buNone/>
                      </a:pPr>
                      <a:r>
                        <a:rPr lang="en-US" sz="1100" u="none" strike="noStrike">
                          <a:effectLst/>
                        </a:rPr>
                        <a:t>1111</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a:effectLst/>
                        </a:rPr>
                        <a:t>15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dirty="0">
                          <a:effectLst/>
                        </a:rPr>
                        <a:t>-1</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56364650"/>
                  </a:ext>
                </a:extLst>
              </a:tr>
            </a:tbl>
          </a:graphicData>
        </a:graphic>
      </p:graphicFrame>
      <p:sp>
        <p:nvSpPr>
          <p:cNvPr id="19" name="TextBox 18">
            <a:extLst>
              <a:ext uri="{FF2B5EF4-FFF2-40B4-BE49-F238E27FC236}">
                <a16:creationId xmlns:a16="http://schemas.microsoft.com/office/drawing/2014/main" id="{D8BBE473-ED16-7C2D-3227-8ABD45F029AC}"/>
              </a:ext>
            </a:extLst>
          </p:cNvPr>
          <p:cNvSpPr txBox="1"/>
          <p:nvPr/>
        </p:nvSpPr>
        <p:spPr>
          <a:xfrm>
            <a:off x="9785528" y="5666519"/>
            <a:ext cx="2396810" cy="246221"/>
          </a:xfrm>
          <a:prstGeom prst="rect">
            <a:avLst/>
          </a:prstGeom>
          <a:noFill/>
          <a:ln>
            <a:noFill/>
          </a:ln>
        </p:spPr>
        <p:txBody>
          <a:bodyPr wrap="none" rtlCol="0">
            <a:spAutoFit/>
          </a:bodyPr>
          <a:lstStyle/>
          <a:p>
            <a:r>
              <a:rPr lang="en-US" sz="1000" dirty="0"/>
              <a:t>Op2(X) is NOT </a:t>
            </a:r>
            <a:r>
              <a:rPr lang="en-US" sz="1000" dirty="0" err="1"/>
              <a:t>DintOvrfl</a:t>
            </a:r>
            <a:r>
              <a:rPr lang="en-US" sz="1000" dirty="0"/>
              <a:t> AND NOT </a:t>
            </a:r>
            <a:r>
              <a:rPr lang="en-US" sz="1000" dirty="0" err="1"/>
              <a:t>DPFirst</a:t>
            </a:r>
            <a:r>
              <a:rPr lang="en-US" sz="1000" dirty="0"/>
              <a:t> </a:t>
            </a:r>
          </a:p>
        </p:txBody>
      </p:sp>
      <p:sp>
        <p:nvSpPr>
          <p:cNvPr id="20" name="TextBox 19">
            <a:extLst>
              <a:ext uri="{FF2B5EF4-FFF2-40B4-BE49-F238E27FC236}">
                <a16:creationId xmlns:a16="http://schemas.microsoft.com/office/drawing/2014/main" id="{E0822572-72AB-FEB2-DBBA-4A473F8FEE84}"/>
              </a:ext>
            </a:extLst>
          </p:cNvPr>
          <p:cNvSpPr txBox="1"/>
          <p:nvPr/>
        </p:nvSpPr>
        <p:spPr>
          <a:xfrm>
            <a:off x="166196" y="171555"/>
            <a:ext cx="1494320" cy="553998"/>
          </a:xfrm>
          <a:prstGeom prst="rect">
            <a:avLst/>
          </a:prstGeom>
          <a:noFill/>
          <a:ln>
            <a:noFill/>
          </a:ln>
        </p:spPr>
        <p:txBody>
          <a:bodyPr wrap="none" rtlCol="0">
            <a:spAutoFit/>
          </a:bodyPr>
          <a:lstStyle/>
          <a:p>
            <a:r>
              <a:rPr lang="en-US" sz="1000" dirty="0"/>
              <a:t>9+0.0000001=9.0000001</a:t>
            </a:r>
          </a:p>
          <a:p>
            <a:r>
              <a:rPr lang="en-US" sz="1000" dirty="0"/>
              <a:t>99999999+.1=99999999</a:t>
            </a:r>
          </a:p>
          <a:p>
            <a:r>
              <a:rPr lang="en-US" sz="1000" dirty="0"/>
              <a:t>99+0.0000001=99</a:t>
            </a:r>
          </a:p>
        </p:txBody>
      </p:sp>
      <p:sp>
        <p:nvSpPr>
          <p:cNvPr id="22" name="TextBox 21">
            <a:extLst>
              <a:ext uri="{FF2B5EF4-FFF2-40B4-BE49-F238E27FC236}">
                <a16:creationId xmlns:a16="http://schemas.microsoft.com/office/drawing/2014/main" id="{A5A2B339-95A5-D46F-615F-3611255A3F81}"/>
              </a:ext>
            </a:extLst>
          </p:cNvPr>
          <p:cNvSpPr txBox="1"/>
          <p:nvPr/>
        </p:nvSpPr>
        <p:spPr>
          <a:xfrm>
            <a:off x="10956760" y="826714"/>
            <a:ext cx="769763" cy="246221"/>
          </a:xfrm>
          <a:prstGeom prst="rect">
            <a:avLst/>
          </a:prstGeom>
          <a:noFill/>
          <a:ln>
            <a:noFill/>
          </a:ln>
        </p:spPr>
        <p:txBody>
          <a:bodyPr wrap="none" rtlCol="0">
            <a:spAutoFit/>
          </a:bodyPr>
          <a:lstStyle/>
          <a:p>
            <a:r>
              <a:rPr lang="en-US" sz="1000" dirty="0" err="1"/>
              <a:t>Dintovrfl</a:t>
            </a:r>
            <a:r>
              <a:rPr lang="en-US" sz="1000" dirty="0"/>
              <a:t>=1</a:t>
            </a:r>
          </a:p>
        </p:txBody>
      </p:sp>
      <p:sp>
        <p:nvSpPr>
          <p:cNvPr id="23" name="TextBox 22">
            <a:extLst>
              <a:ext uri="{FF2B5EF4-FFF2-40B4-BE49-F238E27FC236}">
                <a16:creationId xmlns:a16="http://schemas.microsoft.com/office/drawing/2014/main" id="{6F1506B5-9050-C8B1-9052-B5BB838B9366}"/>
              </a:ext>
            </a:extLst>
          </p:cNvPr>
          <p:cNvSpPr txBox="1"/>
          <p:nvPr/>
        </p:nvSpPr>
        <p:spPr>
          <a:xfrm>
            <a:off x="10944587" y="630769"/>
            <a:ext cx="684803" cy="246221"/>
          </a:xfrm>
          <a:prstGeom prst="rect">
            <a:avLst/>
          </a:prstGeom>
          <a:noFill/>
          <a:ln>
            <a:noFill/>
          </a:ln>
        </p:spPr>
        <p:txBody>
          <a:bodyPr wrap="none" rtlCol="0">
            <a:spAutoFit/>
          </a:bodyPr>
          <a:lstStyle/>
          <a:p>
            <a:r>
              <a:rPr lang="en-US" sz="1000" dirty="0" err="1"/>
              <a:t>DPFirst</a:t>
            </a:r>
            <a:r>
              <a:rPr lang="en-US" sz="1000" dirty="0"/>
              <a:t>=1</a:t>
            </a:r>
          </a:p>
        </p:txBody>
      </p:sp>
      <p:sp>
        <p:nvSpPr>
          <p:cNvPr id="9" name="TextBox 8">
            <a:extLst>
              <a:ext uri="{FF2B5EF4-FFF2-40B4-BE49-F238E27FC236}">
                <a16:creationId xmlns:a16="http://schemas.microsoft.com/office/drawing/2014/main" id="{196B1623-6F75-AFA7-C31E-B2D41F6E07F3}"/>
              </a:ext>
            </a:extLst>
          </p:cNvPr>
          <p:cNvSpPr txBox="1"/>
          <p:nvPr/>
        </p:nvSpPr>
        <p:spPr>
          <a:xfrm>
            <a:off x="4365398" y="4375957"/>
            <a:ext cx="3461204" cy="261610"/>
          </a:xfrm>
          <a:prstGeom prst="rect">
            <a:avLst/>
          </a:prstGeom>
          <a:noFill/>
          <a:ln>
            <a:noFill/>
          </a:ln>
        </p:spPr>
        <p:txBody>
          <a:bodyPr wrap="none" rtlCol="0">
            <a:spAutoFit/>
          </a:bodyPr>
          <a:lstStyle/>
          <a:p>
            <a:r>
              <a:rPr lang="en-US" sz="1100" b="1" dirty="0" err="1"/>
              <a:t>Dexp</a:t>
            </a:r>
            <a:r>
              <a:rPr lang="en-US" sz="1100" b="1" dirty="0"/>
              <a:t> Counter values for All Op1 and Op2 Combinations </a:t>
            </a:r>
          </a:p>
        </p:txBody>
      </p:sp>
    </p:spTree>
    <p:extLst>
      <p:ext uri="{BB962C8B-B14F-4D97-AF65-F5344CB8AC3E}">
        <p14:creationId xmlns:p14="http://schemas.microsoft.com/office/powerpoint/2010/main" val="29257426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5A97E442-BDBD-2DC1-99D9-B5455416356F}"/>
              </a:ext>
            </a:extLst>
          </p:cNvPr>
          <p:cNvGraphicFramePr>
            <a:graphicFrameLocks noGrp="1"/>
          </p:cNvGraphicFramePr>
          <p:nvPr>
            <p:extLst>
              <p:ext uri="{D42A27DB-BD31-4B8C-83A1-F6EECF244321}">
                <p14:modId xmlns:p14="http://schemas.microsoft.com/office/powerpoint/2010/main" val="1540371959"/>
              </p:ext>
            </p:extLst>
          </p:nvPr>
        </p:nvGraphicFramePr>
        <p:xfrm>
          <a:off x="8161156" y="3974087"/>
          <a:ext cx="2662268" cy="480060"/>
        </p:xfrm>
        <a:graphic>
          <a:graphicData uri="http://schemas.openxmlformats.org/drawingml/2006/table">
            <a:tbl>
              <a:tblPr/>
              <a:tblGrid>
                <a:gridCol w="909529">
                  <a:extLst>
                    <a:ext uri="{9D8B030D-6E8A-4147-A177-3AD203B41FA5}">
                      <a16:colId xmlns:a16="http://schemas.microsoft.com/office/drawing/2014/main" val="436285513"/>
                    </a:ext>
                  </a:extLst>
                </a:gridCol>
                <a:gridCol w="568456">
                  <a:extLst>
                    <a:ext uri="{9D8B030D-6E8A-4147-A177-3AD203B41FA5}">
                      <a16:colId xmlns:a16="http://schemas.microsoft.com/office/drawing/2014/main" val="2702950103"/>
                    </a:ext>
                  </a:extLst>
                </a:gridCol>
                <a:gridCol w="568456">
                  <a:extLst>
                    <a:ext uri="{9D8B030D-6E8A-4147-A177-3AD203B41FA5}">
                      <a16:colId xmlns:a16="http://schemas.microsoft.com/office/drawing/2014/main" val="3127565352"/>
                    </a:ext>
                  </a:extLst>
                </a:gridCol>
                <a:gridCol w="615827">
                  <a:extLst>
                    <a:ext uri="{9D8B030D-6E8A-4147-A177-3AD203B41FA5}">
                      <a16:colId xmlns:a16="http://schemas.microsoft.com/office/drawing/2014/main" val="2504364205"/>
                    </a:ext>
                  </a:extLst>
                </a:gridCol>
              </a:tblGrid>
              <a:tr h="124998">
                <a:tc>
                  <a:txBody>
                    <a:bodyPr/>
                    <a:lstStyle/>
                    <a:p>
                      <a:pPr algn="l" fontAlgn="b"/>
                      <a:r>
                        <a:rPr lang="en-US" sz="1000" b="0" i="0" u="none" strike="noStrike" dirty="0">
                          <a:solidFill>
                            <a:srgbClr val="000000"/>
                          </a:solidFill>
                          <a:effectLst/>
                          <a:latin typeface="Calibri" panose="020F0502020204030204" pitchFamily="34" charset="0"/>
                        </a:rPr>
                        <a:t>Mult Overflows</a:t>
                      </a:r>
                    </a:p>
                  </a:txBody>
                  <a:tcPr marL="7620" marR="7620" marT="7620" marB="0" anchor="b">
                    <a:lnL>
                      <a:noFill/>
                    </a:lnL>
                    <a:lnR>
                      <a:noFill/>
                    </a:lnR>
                    <a:lnT>
                      <a:noFill/>
                    </a:lnT>
                    <a:lnB>
                      <a:noFill/>
                    </a:lnB>
                    <a:solidFill>
                      <a:schemeClr val="accent6">
                        <a:lumMod val="20000"/>
                        <a:lumOff val="80000"/>
                      </a:schemeClr>
                    </a:solidFill>
                  </a:tcPr>
                </a:tc>
                <a:tc>
                  <a:txBody>
                    <a:bodyPr/>
                    <a:lstStyle/>
                    <a:p>
                      <a:pPr algn="l" fontAlgn="b"/>
                      <a:endParaRPr lang="en-US" sz="10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solidFill>
                      <a:schemeClr val="accent6">
                        <a:lumMod val="20000"/>
                        <a:lumOff val="80000"/>
                      </a:schemeClr>
                    </a:solidFill>
                  </a:tcPr>
                </a:tc>
                <a:tc>
                  <a:txBody>
                    <a:bodyPr/>
                    <a:lstStyle/>
                    <a:p>
                      <a:pPr algn="l" fontAlgn="b"/>
                      <a:endParaRPr lang="en-US" sz="10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solidFill>
                      <a:schemeClr val="accent6">
                        <a:lumMod val="20000"/>
                        <a:lumOff val="80000"/>
                      </a:schemeClr>
                    </a:solidFill>
                  </a:tcPr>
                </a:tc>
                <a:tc>
                  <a:txBody>
                    <a:bodyPr/>
                    <a:lstStyle/>
                    <a:p>
                      <a:pPr algn="l" fontAlgn="b"/>
                      <a:endParaRPr lang="en-US" sz="10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1219242548"/>
                  </a:ext>
                </a:extLst>
              </a:tr>
              <a:tr h="124998">
                <a:tc gridSpan="4">
                  <a:txBody>
                    <a:bodyPr/>
                    <a:lstStyle/>
                    <a:p>
                      <a:pPr algn="l" fontAlgn="b"/>
                      <a:r>
                        <a:rPr lang="en-US" sz="1000" b="0" i="0" u="none" strike="noStrike" dirty="0">
                          <a:solidFill>
                            <a:srgbClr val="000000"/>
                          </a:solidFill>
                          <a:effectLst/>
                          <a:latin typeface="Calibri" panose="020F0502020204030204" pitchFamily="34" charset="0"/>
                        </a:rPr>
                        <a:t>Anytime </a:t>
                      </a:r>
                      <a:r>
                        <a:rPr lang="en-US" sz="1000" b="0" i="0" u="none" strike="noStrike" dirty="0" err="1">
                          <a:solidFill>
                            <a:srgbClr val="000000"/>
                          </a:solidFill>
                          <a:effectLst/>
                          <a:latin typeface="Calibri" panose="020F0502020204030204" pitchFamily="34" charset="0"/>
                        </a:rPr>
                        <a:t>Sexp</a:t>
                      </a:r>
                      <a:r>
                        <a:rPr lang="en-US" sz="1000" b="0" i="0" u="none" strike="noStrike" dirty="0">
                          <a:solidFill>
                            <a:srgbClr val="000000"/>
                          </a:solidFill>
                          <a:effectLst/>
                          <a:latin typeface="Calibri" panose="020F0502020204030204" pitchFamily="34" charset="0"/>
                        </a:rPr>
                        <a:t> is positive number greater than 7</a:t>
                      </a:r>
                    </a:p>
                  </a:txBody>
                  <a:tcPr marL="7620" marR="7620" marT="7620" marB="0" anchor="b">
                    <a:lnL>
                      <a:noFill/>
                    </a:lnL>
                    <a:lnR>
                      <a:noFill/>
                    </a:lnR>
                    <a:lnT>
                      <a:noFill/>
                    </a:lnT>
                    <a:lnB>
                      <a:noFill/>
                    </a:lnB>
                    <a:solidFill>
                      <a:schemeClr val="accent6">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71628593"/>
                  </a:ext>
                </a:extLst>
              </a:tr>
              <a:tr h="124998">
                <a:tc gridSpan="4">
                  <a:txBody>
                    <a:bodyPr/>
                    <a:lstStyle/>
                    <a:p>
                      <a:pPr algn="l" fontAlgn="b"/>
                      <a:r>
                        <a:rPr lang="en-US" sz="1000" b="0" i="0" u="none" strike="noStrike" dirty="0">
                          <a:solidFill>
                            <a:srgbClr val="000000"/>
                          </a:solidFill>
                          <a:effectLst/>
                          <a:latin typeface="Calibri" panose="020F0502020204030204" pitchFamily="34" charset="0"/>
                        </a:rPr>
                        <a:t>Within the positive exp1, positive exp2 quadrant</a:t>
                      </a:r>
                    </a:p>
                  </a:txBody>
                  <a:tcPr marL="7620" marR="7620" marT="7620" marB="0" anchor="b">
                    <a:lnL>
                      <a:noFill/>
                    </a:lnL>
                    <a:lnR>
                      <a:noFill/>
                    </a:lnR>
                    <a:lnT>
                      <a:noFill/>
                    </a:lnT>
                    <a:lnB>
                      <a:noFill/>
                    </a:lnB>
                    <a:solidFill>
                      <a:schemeClr val="accent6">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00337244"/>
                  </a:ext>
                </a:extLst>
              </a:tr>
            </a:tbl>
          </a:graphicData>
        </a:graphic>
      </p:graphicFrame>
      <p:graphicFrame>
        <p:nvGraphicFramePr>
          <p:cNvPr id="8" name="Table 7">
            <a:extLst>
              <a:ext uri="{FF2B5EF4-FFF2-40B4-BE49-F238E27FC236}">
                <a16:creationId xmlns:a16="http://schemas.microsoft.com/office/drawing/2014/main" id="{C8F5F859-15C1-ECBA-8697-D1516575559E}"/>
              </a:ext>
            </a:extLst>
          </p:cNvPr>
          <p:cNvGraphicFramePr>
            <a:graphicFrameLocks noGrp="1"/>
          </p:cNvGraphicFramePr>
          <p:nvPr>
            <p:extLst>
              <p:ext uri="{D42A27DB-BD31-4B8C-83A1-F6EECF244321}">
                <p14:modId xmlns:p14="http://schemas.microsoft.com/office/powerpoint/2010/main" val="3241018898"/>
              </p:ext>
            </p:extLst>
          </p:nvPr>
        </p:nvGraphicFramePr>
        <p:xfrm>
          <a:off x="301235" y="1180658"/>
          <a:ext cx="10522189" cy="2181057"/>
        </p:xfrm>
        <a:graphic>
          <a:graphicData uri="http://schemas.openxmlformats.org/drawingml/2006/table">
            <a:tbl>
              <a:tblPr/>
              <a:tblGrid>
                <a:gridCol w="479071">
                  <a:extLst>
                    <a:ext uri="{9D8B030D-6E8A-4147-A177-3AD203B41FA5}">
                      <a16:colId xmlns:a16="http://schemas.microsoft.com/office/drawing/2014/main" val="3638204302"/>
                    </a:ext>
                  </a:extLst>
                </a:gridCol>
                <a:gridCol w="119768">
                  <a:extLst>
                    <a:ext uri="{9D8B030D-6E8A-4147-A177-3AD203B41FA5}">
                      <a16:colId xmlns:a16="http://schemas.microsoft.com/office/drawing/2014/main" val="1383252104"/>
                    </a:ext>
                  </a:extLst>
                </a:gridCol>
                <a:gridCol w="479071">
                  <a:extLst>
                    <a:ext uri="{9D8B030D-6E8A-4147-A177-3AD203B41FA5}">
                      <a16:colId xmlns:a16="http://schemas.microsoft.com/office/drawing/2014/main" val="1835060515"/>
                    </a:ext>
                  </a:extLst>
                </a:gridCol>
                <a:gridCol w="495040">
                  <a:extLst>
                    <a:ext uri="{9D8B030D-6E8A-4147-A177-3AD203B41FA5}">
                      <a16:colId xmlns:a16="http://schemas.microsoft.com/office/drawing/2014/main" val="1416392716"/>
                    </a:ext>
                  </a:extLst>
                </a:gridCol>
                <a:gridCol w="431164">
                  <a:extLst>
                    <a:ext uri="{9D8B030D-6E8A-4147-A177-3AD203B41FA5}">
                      <a16:colId xmlns:a16="http://schemas.microsoft.com/office/drawing/2014/main" val="2050978551"/>
                    </a:ext>
                  </a:extLst>
                </a:gridCol>
                <a:gridCol w="423179">
                  <a:extLst>
                    <a:ext uri="{9D8B030D-6E8A-4147-A177-3AD203B41FA5}">
                      <a16:colId xmlns:a16="http://schemas.microsoft.com/office/drawing/2014/main" val="688252888"/>
                    </a:ext>
                  </a:extLst>
                </a:gridCol>
                <a:gridCol w="383256">
                  <a:extLst>
                    <a:ext uri="{9D8B030D-6E8A-4147-A177-3AD203B41FA5}">
                      <a16:colId xmlns:a16="http://schemas.microsoft.com/office/drawing/2014/main" val="676940652"/>
                    </a:ext>
                  </a:extLst>
                </a:gridCol>
                <a:gridCol w="383256">
                  <a:extLst>
                    <a:ext uri="{9D8B030D-6E8A-4147-A177-3AD203B41FA5}">
                      <a16:colId xmlns:a16="http://schemas.microsoft.com/office/drawing/2014/main" val="207609826"/>
                    </a:ext>
                  </a:extLst>
                </a:gridCol>
                <a:gridCol w="335349">
                  <a:extLst>
                    <a:ext uri="{9D8B030D-6E8A-4147-A177-3AD203B41FA5}">
                      <a16:colId xmlns:a16="http://schemas.microsoft.com/office/drawing/2014/main" val="2217474924"/>
                    </a:ext>
                  </a:extLst>
                </a:gridCol>
                <a:gridCol w="335349">
                  <a:extLst>
                    <a:ext uri="{9D8B030D-6E8A-4147-A177-3AD203B41FA5}">
                      <a16:colId xmlns:a16="http://schemas.microsoft.com/office/drawing/2014/main" val="2869137252"/>
                    </a:ext>
                  </a:extLst>
                </a:gridCol>
                <a:gridCol w="287442">
                  <a:extLst>
                    <a:ext uri="{9D8B030D-6E8A-4147-A177-3AD203B41FA5}">
                      <a16:colId xmlns:a16="http://schemas.microsoft.com/office/drawing/2014/main" val="3010496021"/>
                    </a:ext>
                  </a:extLst>
                </a:gridCol>
                <a:gridCol w="287442">
                  <a:extLst>
                    <a:ext uri="{9D8B030D-6E8A-4147-A177-3AD203B41FA5}">
                      <a16:colId xmlns:a16="http://schemas.microsoft.com/office/drawing/2014/main" val="1809388947"/>
                    </a:ext>
                  </a:extLst>
                </a:gridCol>
                <a:gridCol w="239535">
                  <a:extLst>
                    <a:ext uri="{9D8B030D-6E8A-4147-A177-3AD203B41FA5}">
                      <a16:colId xmlns:a16="http://schemas.microsoft.com/office/drawing/2014/main" val="1233182364"/>
                    </a:ext>
                  </a:extLst>
                </a:gridCol>
                <a:gridCol w="239535">
                  <a:extLst>
                    <a:ext uri="{9D8B030D-6E8A-4147-A177-3AD203B41FA5}">
                      <a16:colId xmlns:a16="http://schemas.microsoft.com/office/drawing/2014/main" val="10304629"/>
                    </a:ext>
                  </a:extLst>
                </a:gridCol>
                <a:gridCol w="231551">
                  <a:extLst>
                    <a:ext uri="{9D8B030D-6E8A-4147-A177-3AD203B41FA5}">
                      <a16:colId xmlns:a16="http://schemas.microsoft.com/office/drawing/2014/main" val="2578155965"/>
                    </a:ext>
                  </a:extLst>
                </a:gridCol>
                <a:gridCol w="215582">
                  <a:extLst>
                    <a:ext uri="{9D8B030D-6E8A-4147-A177-3AD203B41FA5}">
                      <a16:colId xmlns:a16="http://schemas.microsoft.com/office/drawing/2014/main" val="4066912691"/>
                    </a:ext>
                  </a:extLst>
                </a:gridCol>
                <a:gridCol w="231551">
                  <a:extLst>
                    <a:ext uri="{9D8B030D-6E8A-4147-A177-3AD203B41FA5}">
                      <a16:colId xmlns:a16="http://schemas.microsoft.com/office/drawing/2014/main" val="284616319"/>
                    </a:ext>
                  </a:extLst>
                </a:gridCol>
                <a:gridCol w="215582">
                  <a:extLst>
                    <a:ext uri="{9D8B030D-6E8A-4147-A177-3AD203B41FA5}">
                      <a16:colId xmlns:a16="http://schemas.microsoft.com/office/drawing/2014/main" val="1195306118"/>
                    </a:ext>
                  </a:extLst>
                </a:gridCol>
                <a:gridCol w="231551">
                  <a:extLst>
                    <a:ext uri="{9D8B030D-6E8A-4147-A177-3AD203B41FA5}">
                      <a16:colId xmlns:a16="http://schemas.microsoft.com/office/drawing/2014/main" val="2321016651"/>
                    </a:ext>
                  </a:extLst>
                </a:gridCol>
                <a:gridCol w="215582">
                  <a:extLst>
                    <a:ext uri="{9D8B030D-6E8A-4147-A177-3AD203B41FA5}">
                      <a16:colId xmlns:a16="http://schemas.microsoft.com/office/drawing/2014/main" val="539609285"/>
                    </a:ext>
                  </a:extLst>
                </a:gridCol>
                <a:gridCol w="231551">
                  <a:extLst>
                    <a:ext uri="{9D8B030D-6E8A-4147-A177-3AD203B41FA5}">
                      <a16:colId xmlns:a16="http://schemas.microsoft.com/office/drawing/2014/main" val="1214106020"/>
                    </a:ext>
                  </a:extLst>
                </a:gridCol>
                <a:gridCol w="215582">
                  <a:extLst>
                    <a:ext uri="{9D8B030D-6E8A-4147-A177-3AD203B41FA5}">
                      <a16:colId xmlns:a16="http://schemas.microsoft.com/office/drawing/2014/main" val="1053643530"/>
                    </a:ext>
                  </a:extLst>
                </a:gridCol>
                <a:gridCol w="231551">
                  <a:extLst>
                    <a:ext uri="{9D8B030D-6E8A-4147-A177-3AD203B41FA5}">
                      <a16:colId xmlns:a16="http://schemas.microsoft.com/office/drawing/2014/main" val="167704590"/>
                    </a:ext>
                  </a:extLst>
                </a:gridCol>
                <a:gridCol w="215582">
                  <a:extLst>
                    <a:ext uri="{9D8B030D-6E8A-4147-A177-3AD203B41FA5}">
                      <a16:colId xmlns:a16="http://schemas.microsoft.com/office/drawing/2014/main" val="1519124099"/>
                    </a:ext>
                  </a:extLst>
                </a:gridCol>
                <a:gridCol w="239535">
                  <a:extLst>
                    <a:ext uri="{9D8B030D-6E8A-4147-A177-3AD203B41FA5}">
                      <a16:colId xmlns:a16="http://schemas.microsoft.com/office/drawing/2014/main" val="1222532944"/>
                    </a:ext>
                  </a:extLst>
                </a:gridCol>
                <a:gridCol w="239535">
                  <a:extLst>
                    <a:ext uri="{9D8B030D-6E8A-4147-A177-3AD203B41FA5}">
                      <a16:colId xmlns:a16="http://schemas.microsoft.com/office/drawing/2014/main" val="3625510468"/>
                    </a:ext>
                  </a:extLst>
                </a:gridCol>
                <a:gridCol w="287442">
                  <a:extLst>
                    <a:ext uri="{9D8B030D-6E8A-4147-A177-3AD203B41FA5}">
                      <a16:colId xmlns:a16="http://schemas.microsoft.com/office/drawing/2014/main" val="755450034"/>
                    </a:ext>
                  </a:extLst>
                </a:gridCol>
                <a:gridCol w="287442">
                  <a:extLst>
                    <a:ext uri="{9D8B030D-6E8A-4147-A177-3AD203B41FA5}">
                      <a16:colId xmlns:a16="http://schemas.microsoft.com/office/drawing/2014/main" val="1854216302"/>
                    </a:ext>
                  </a:extLst>
                </a:gridCol>
                <a:gridCol w="343334">
                  <a:extLst>
                    <a:ext uri="{9D8B030D-6E8A-4147-A177-3AD203B41FA5}">
                      <a16:colId xmlns:a16="http://schemas.microsoft.com/office/drawing/2014/main" val="2858645932"/>
                    </a:ext>
                  </a:extLst>
                </a:gridCol>
                <a:gridCol w="335349">
                  <a:extLst>
                    <a:ext uri="{9D8B030D-6E8A-4147-A177-3AD203B41FA5}">
                      <a16:colId xmlns:a16="http://schemas.microsoft.com/office/drawing/2014/main" val="1676071553"/>
                    </a:ext>
                  </a:extLst>
                </a:gridCol>
                <a:gridCol w="383256">
                  <a:extLst>
                    <a:ext uri="{9D8B030D-6E8A-4147-A177-3AD203B41FA5}">
                      <a16:colId xmlns:a16="http://schemas.microsoft.com/office/drawing/2014/main" val="1478013029"/>
                    </a:ext>
                  </a:extLst>
                </a:gridCol>
                <a:gridCol w="383256">
                  <a:extLst>
                    <a:ext uri="{9D8B030D-6E8A-4147-A177-3AD203B41FA5}">
                      <a16:colId xmlns:a16="http://schemas.microsoft.com/office/drawing/2014/main" val="3321478024"/>
                    </a:ext>
                  </a:extLst>
                </a:gridCol>
                <a:gridCol w="431164">
                  <a:extLst>
                    <a:ext uri="{9D8B030D-6E8A-4147-A177-3AD203B41FA5}">
                      <a16:colId xmlns:a16="http://schemas.microsoft.com/office/drawing/2014/main" val="1113555813"/>
                    </a:ext>
                  </a:extLst>
                </a:gridCol>
                <a:gridCol w="437754">
                  <a:extLst>
                    <a:ext uri="{9D8B030D-6E8A-4147-A177-3AD203B41FA5}">
                      <a16:colId xmlns:a16="http://schemas.microsoft.com/office/drawing/2014/main" val="2814798900"/>
                    </a:ext>
                  </a:extLst>
                </a:gridCol>
              </a:tblGrid>
              <a:tr h="114977">
                <a:tc>
                  <a:txBody>
                    <a:bodyPr/>
                    <a:lstStyle/>
                    <a:p>
                      <a:pPr algn="l" fontAlgn="b"/>
                      <a:endParaRPr lang="en-US" sz="700" b="0" i="0" u="none" strike="noStrike" dirty="0">
                        <a:solidFill>
                          <a:srgbClr val="000000"/>
                        </a:solidFill>
                        <a:effectLst/>
                        <a:latin typeface="Calibri" panose="020F0502020204030204" pitchFamily="34" charset="0"/>
                      </a:endParaRPr>
                    </a:p>
                  </a:txBody>
                  <a:tcPr marL="4791" marR="4791" marT="4791" marB="0" anchor="b">
                    <a:lnL>
                      <a:noFill/>
                    </a:lnL>
                    <a:lnR>
                      <a:noFill/>
                    </a:lnR>
                    <a:lnT>
                      <a:noFill/>
                    </a:lnT>
                    <a:lnB>
                      <a:noFill/>
                    </a:lnB>
                    <a:solidFill>
                      <a:schemeClr val="bg1">
                        <a:lumMod val="95000"/>
                      </a:schemeClr>
                    </a:solidFill>
                  </a:tcPr>
                </a:tc>
                <a:tc>
                  <a:txBody>
                    <a:bodyPr/>
                    <a:lstStyle/>
                    <a:p>
                      <a:pPr algn="l" fontAlgn="b"/>
                      <a:r>
                        <a:rPr lang="en-US" sz="700" b="0" i="0" u="none" strike="noStrike">
                          <a:solidFill>
                            <a:srgbClr val="000000"/>
                          </a:solidFill>
                          <a:effectLst/>
                          <a:latin typeface="Calibri" panose="020F0502020204030204" pitchFamily="34" charset="0"/>
                        </a:rPr>
                        <a:t> </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0.0000001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0.0000001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0.000001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0.000001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0.00001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0.00001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0.0001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0.0001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0.001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0.001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0.01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0.01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0.1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0.1</a:t>
                      </a:r>
                    </a:p>
                  </a:txBody>
                  <a:tcPr marL="4791" marR="4791" marT="4791" marB="0" anchor="b">
                    <a:lnL>
                      <a:noFill/>
                    </a:lnL>
                    <a:lnR>
                      <a:noFill/>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0</a:t>
                      </a:r>
                    </a:p>
                  </a:txBody>
                  <a:tcPr marL="4791" marR="4791" marT="4791" marB="0" anchor="b">
                    <a:lnL>
                      <a:noFill/>
                    </a:lnL>
                    <a:lnR>
                      <a:noFill/>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0</a:t>
                      </a:r>
                    </a:p>
                  </a:txBody>
                  <a:tcPr marL="4791" marR="4791" marT="4791" marB="0" anchor="b">
                    <a:lnL>
                      <a:noFill/>
                    </a:lnL>
                    <a:lnR>
                      <a:noFill/>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a:noFill/>
                    </a:lnL>
                    <a:lnR>
                      <a:noFill/>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10</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10</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100</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100</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1000</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1000</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10000</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10000</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100000</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100000</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1000000</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1000000</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10000000</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10000000</a:t>
                      </a:r>
                    </a:p>
                  </a:txBody>
                  <a:tcPr marL="4791" marR="4791" marT="4791" marB="0" anchor="b">
                    <a:lnL>
                      <a:noFill/>
                    </a:lnL>
                    <a:lnR>
                      <a:noFill/>
                    </a:lnR>
                    <a:lnT>
                      <a:noFill/>
                    </a:lnT>
                    <a:lnB>
                      <a:noFill/>
                    </a:lnB>
                    <a:solidFill>
                      <a:schemeClr val="bg1">
                        <a:lumMod val="95000"/>
                      </a:schemeClr>
                    </a:solidFill>
                  </a:tcPr>
                </a:tc>
                <a:extLst>
                  <a:ext uri="{0D108BD9-81ED-4DB2-BD59-A6C34878D82A}">
                    <a16:rowId xmlns:a16="http://schemas.microsoft.com/office/drawing/2014/main" val="932780320"/>
                  </a:ext>
                </a:extLst>
              </a:tr>
              <a:tr h="114977">
                <a:tc>
                  <a:txBody>
                    <a:bodyPr/>
                    <a:lstStyle/>
                    <a:p>
                      <a:pPr algn="l" fontAlgn="b"/>
                      <a:r>
                        <a:rPr lang="en-US" sz="700" b="0" i="0" u="none" strike="noStrike" dirty="0">
                          <a:solidFill>
                            <a:srgbClr val="000000"/>
                          </a:solidFill>
                          <a:effectLst/>
                          <a:latin typeface="Calibri" panose="020F0502020204030204" pitchFamily="34" charset="0"/>
                        </a:rPr>
                        <a:t>A div C…</a:t>
                      </a:r>
                    </a:p>
                  </a:txBody>
                  <a:tcPr marL="4791" marR="4791" marT="4791" marB="0" anchor="b">
                    <a:lnL>
                      <a:noFill/>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700" b="0" i="0" u="none" strike="noStrike" dirty="0">
                          <a:solidFill>
                            <a:srgbClr val="000000"/>
                          </a:solidFill>
                          <a:effectLst/>
                          <a:latin typeface="Calibri" panose="020F0502020204030204" pitchFamily="34" charset="0"/>
                        </a:rPr>
                        <a:t> </a:t>
                      </a:r>
                    </a:p>
                  </a:txBody>
                  <a:tcPr marL="4791" marR="4791" marT="4791"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700" b="0" i="0" u="none" strike="noStrike" dirty="0">
                          <a:solidFill>
                            <a:srgbClr val="000000"/>
                          </a:solidFill>
                          <a:effectLst/>
                          <a:latin typeface="Calibri" panose="020F0502020204030204" pitchFamily="34" charset="0"/>
                        </a:rPr>
                        <a:t>-7</a:t>
                      </a:r>
                    </a:p>
                  </a:txBody>
                  <a:tcPr marL="4791" marR="4791" marT="4791"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700" b="0" i="0" u="none" strike="noStrike" dirty="0">
                          <a:solidFill>
                            <a:srgbClr val="000000"/>
                          </a:solidFill>
                          <a:effectLst/>
                          <a:latin typeface="Calibri" panose="020F0502020204030204" pitchFamily="34" charset="0"/>
                        </a:rPr>
                        <a:t>-7</a:t>
                      </a:r>
                    </a:p>
                  </a:txBody>
                  <a:tcPr marL="4791" marR="4791" marT="4791"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700" b="0" i="0" u="none" strike="noStrike" dirty="0">
                          <a:solidFill>
                            <a:srgbClr val="000000"/>
                          </a:solidFill>
                          <a:effectLst/>
                          <a:latin typeface="Calibri" panose="020F0502020204030204" pitchFamily="34" charset="0"/>
                        </a:rPr>
                        <a:t>-6</a:t>
                      </a:r>
                    </a:p>
                  </a:txBody>
                  <a:tcPr marL="4791" marR="4791" marT="4791"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-6</a:t>
                      </a:r>
                    </a:p>
                  </a:txBody>
                  <a:tcPr marL="4791" marR="4791" marT="4791"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-4</a:t>
                      </a:r>
                    </a:p>
                  </a:txBody>
                  <a:tcPr marL="4791" marR="4791" marT="4791"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700" b="0" i="0" u="none" strike="noStrike" dirty="0">
                          <a:solidFill>
                            <a:srgbClr val="000000"/>
                          </a:solidFill>
                          <a:effectLst/>
                          <a:latin typeface="Calibri" panose="020F0502020204030204" pitchFamily="34" charset="0"/>
                        </a:rPr>
                        <a:t>-4</a:t>
                      </a:r>
                    </a:p>
                  </a:txBody>
                  <a:tcPr marL="4791" marR="4791" marT="4791"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a:noFill/>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0</a:t>
                      </a:r>
                    </a:p>
                  </a:txBody>
                  <a:tcPr marL="4791" marR="4791" marT="4791" marB="0" anchor="b">
                    <a:lnL>
                      <a:noFill/>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0</a:t>
                      </a:r>
                    </a:p>
                  </a:txBody>
                  <a:tcPr marL="4791" marR="4791" marT="4791"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4</a:t>
                      </a:r>
                    </a:p>
                  </a:txBody>
                  <a:tcPr marL="4791" marR="4791" marT="4791"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4</a:t>
                      </a:r>
                    </a:p>
                  </a:txBody>
                  <a:tcPr marL="4791" marR="4791" marT="4791"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6</a:t>
                      </a:r>
                    </a:p>
                  </a:txBody>
                  <a:tcPr marL="4791" marR="4791" marT="4791"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6</a:t>
                      </a:r>
                    </a:p>
                  </a:txBody>
                  <a:tcPr marL="4791" marR="4791" marT="4791"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700" b="0" i="0" u="none" strike="noStrike" dirty="0">
                          <a:solidFill>
                            <a:srgbClr val="000000"/>
                          </a:solidFill>
                          <a:effectLst/>
                          <a:latin typeface="Calibri" panose="020F0502020204030204" pitchFamily="34" charset="0"/>
                        </a:rPr>
                        <a:t>7</a:t>
                      </a:r>
                    </a:p>
                  </a:txBody>
                  <a:tcPr marL="4791" marR="4791" marT="4791" marB="0" anchor="b">
                    <a:lnL>
                      <a:noFill/>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8772843"/>
                  </a:ext>
                </a:extLst>
              </a:tr>
              <a:tr h="114977">
                <a:tc>
                  <a:txBody>
                    <a:bodyPr/>
                    <a:lstStyle/>
                    <a:p>
                      <a:pPr algn="l" fontAlgn="b"/>
                      <a:endParaRPr lang="en-US" sz="700" b="0" i="0" u="none" strike="noStrike" dirty="0">
                        <a:solidFill>
                          <a:srgbClr val="000000"/>
                        </a:solidFill>
                        <a:effectLst/>
                        <a:latin typeface="Calibri" panose="020F0502020204030204" pitchFamily="34" charset="0"/>
                      </a:endParaRPr>
                    </a:p>
                  </a:txBody>
                  <a:tcPr marL="4791" marR="4791" marT="4791" marB="0" anchor="b">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tc>
                  <a:txBody>
                    <a:bodyPr/>
                    <a:lstStyle/>
                    <a:p>
                      <a:pPr algn="l" fontAlgn="b"/>
                      <a:r>
                        <a:rPr lang="en-US" sz="700" b="0" i="0" u="none" strike="noStrike" dirty="0">
                          <a:solidFill>
                            <a:srgbClr val="000000"/>
                          </a:solidFill>
                          <a:effectLst/>
                          <a:latin typeface="Calibri" panose="020F0502020204030204" pitchFamily="34" charset="0"/>
                        </a:rPr>
                        <a:t> </a:t>
                      </a:r>
                    </a:p>
                  </a:txBody>
                  <a:tcPr marL="4791" marR="4791" marT="4791"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lumMod val="95000"/>
                      </a:schemeClr>
                    </a:solidFill>
                  </a:tcPr>
                </a:tc>
                <a:tc>
                  <a:txBody>
                    <a:bodyPr/>
                    <a:lstStyle/>
                    <a:p>
                      <a:pPr algn="l" fontAlgn="b"/>
                      <a:r>
                        <a:rPr lang="en-US" sz="700" b="0" i="0" u="none" strike="noStrike">
                          <a:solidFill>
                            <a:srgbClr val="000000"/>
                          </a:solidFill>
                          <a:effectLst/>
                          <a:latin typeface="Calibri" panose="020F0502020204030204" pitchFamily="34" charset="0"/>
                        </a:rPr>
                        <a:t>Dexp</a:t>
                      </a:r>
                    </a:p>
                  </a:txBody>
                  <a:tcPr marL="4791" marR="4791" marT="4791"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r>
                        <a:rPr lang="en-US" sz="700" b="0" i="0" u="none" strike="noStrike">
                          <a:solidFill>
                            <a:srgbClr val="000000"/>
                          </a:solidFill>
                          <a:effectLst/>
                          <a:latin typeface="Calibri" panose="020F0502020204030204" pitchFamily="34" charset="0"/>
                        </a:rPr>
                        <a:t>Sexp</a:t>
                      </a:r>
                    </a:p>
                  </a:txBody>
                  <a:tcPr marL="4791" marR="4791" marT="4791"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r>
                        <a:rPr lang="en-US" sz="700" b="0" i="0" u="none" strike="noStrike">
                          <a:solidFill>
                            <a:srgbClr val="000000"/>
                          </a:solidFill>
                          <a:effectLst/>
                          <a:latin typeface="Calibri" panose="020F0502020204030204" pitchFamily="34" charset="0"/>
                        </a:rPr>
                        <a:t>Dexp</a:t>
                      </a:r>
                    </a:p>
                  </a:txBody>
                  <a:tcPr marL="4791" marR="4791" marT="4791"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r>
                        <a:rPr lang="en-US" sz="700" b="0" i="0" u="none" strike="noStrike" dirty="0" err="1">
                          <a:solidFill>
                            <a:srgbClr val="000000"/>
                          </a:solidFill>
                          <a:effectLst/>
                          <a:latin typeface="Calibri" panose="020F0502020204030204" pitchFamily="34" charset="0"/>
                        </a:rPr>
                        <a:t>Sexp</a:t>
                      </a:r>
                      <a:endParaRPr lang="en-US" sz="700" b="0" i="0" u="none" strike="noStrike" dirty="0">
                        <a:solidFill>
                          <a:srgbClr val="000000"/>
                        </a:solidFill>
                        <a:effectLst/>
                        <a:latin typeface="Calibri" panose="020F0502020204030204" pitchFamily="34" charset="0"/>
                      </a:endParaRPr>
                    </a:p>
                  </a:txBody>
                  <a:tcPr marL="4791" marR="4791" marT="4791"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r>
                        <a:rPr lang="en-US" sz="700" b="0" i="0" u="none" strike="noStrike" dirty="0" err="1">
                          <a:solidFill>
                            <a:srgbClr val="000000"/>
                          </a:solidFill>
                          <a:effectLst/>
                          <a:latin typeface="Calibri" panose="020F0502020204030204" pitchFamily="34" charset="0"/>
                        </a:rPr>
                        <a:t>Dexp</a:t>
                      </a:r>
                      <a:endParaRPr lang="en-US" sz="700" b="0" i="0" u="none" strike="noStrike" dirty="0">
                        <a:solidFill>
                          <a:srgbClr val="000000"/>
                        </a:solidFill>
                        <a:effectLst/>
                        <a:latin typeface="Calibri" panose="020F0502020204030204" pitchFamily="34" charset="0"/>
                      </a:endParaRPr>
                    </a:p>
                  </a:txBody>
                  <a:tcPr marL="4791" marR="4791" marT="4791"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r>
                        <a:rPr lang="en-US" sz="700" b="0" i="0" u="none" strike="noStrike">
                          <a:solidFill>
                            <a:srgbClr val="000000"/>
                          </a:solidFill>
                          <a:effectLst/>
                          <a:latin typeface="Calibri" panose="020F0502020204030204" pitchFamily="34" charset="0"/>
                        </a:rPr>
                        <a:t>Sexp</a:t>
                      </a:r>
                    </a:p>
                  </a:txBody>
                  <a:tcPr marL="4791" marR="4791" marT="4791"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r>
                        <a:rPr lang="en-US" sz="700" b="0" i="0" u="none" strike="noStrike">
                          <a:solidFill>
                            <a:srgbClr val="000000"/>
                          </a:solidFill>
                          <a:effectLst/>
                          <a:latin typeface="Calibri" panose="020F0502020204030204" pitchFamily="34" charset="0"/>
                        </a:rPr>
                        <a:t>Dexp</a:t>
                      </a:r>
                    </a:p>
                  </a:txBody>
                  <a:tcPr marL="4791" marR="4791" marT="4791"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r>
                        <a:rPr lang="en-US" sz="700" b="0" i="0" u="none" strike="noStrike">
                          <a:solidFill>
                            <a:srgbClr val="000000"/>
                          </a:solidFill>
                          <a:effectLst/>
                          <a:latin typeface="Calibri" panose="020F0502020204030204" pitchFamily="34" charset="0"/>
                        </a:rPr>
                        <a:t>Sexp</a:t>
                      </a:r>
                    </a:p>
                  </a:txBody>
                  <a:tcPr marL="4791" marR="4791" marT="4791"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r>
                        <a:rPr lang="en-US" sz="700" b="0" i="0" u="none" strike="noStrike">
                          <a:solidFill>
                            <a:srgbClr val="000000"/>
                          </a:solidFill>
                          <a:effectLst/>
                          <a:latin typeface="Calibri" panose="020F0502020204030204" pitchFamily="34" charset="0"/>
                        </a:rPr>
                        <a:t>Dexp</a:t>
                      </a:r>
                    </a:p>
                  </a:txBody>
                  <a:tcPr marL="4791" marR="4791" marT="4791"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r>
                        <a:rPr lang="en-US" sz="700" b="0" i="0" u="none" strike="noStrike">
                          <a:solidFill>
                            <a:srgbClr val="000000"/>
                          </a:solidFill>
                          <a:effectLst/>
                          <a:latin typeface="Calibri" panose="020F0502020204030204" pitchFamily="34" charset="0"/>
                        </a:rPr>
                        <a:t>Sexp</a:t>
                      </a:r>
                    </a:p>
                  </a:txBody>
                  <a:tcPr marL="4791" marR="4791" marT="4791"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r>
                        <a:rPr lang="en-US" sz="700" b="0" i="0" u="none" strike="noStrike">
                          <a:solidFill>
                            <a:srgbClr val="000000"/>
                          </a:solidFill>
                          <a:effectLst/>
                          <a:latin typeface="Calibri" panose="020F0502020204030204" pitchFamily="34" charset="0"/>
                        </a:rPr>
                        <a:t>Dexp</a:t>
                      </a:r>
                    </a:p>
                  </a:txBody>
                  <a:tcPr marL="4791" marR="4791" marT="4791"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r>
                        <a:rPr lang="en-US" sz="700" b="0" i="0" u="none" strike="noStrike">
                          <a:solidFill>
                            <a:srgbClr val="000000"/>
                          </a:solidFill>
                          <a:effectLst/>
                          <a:latin typeface="Calibri" panose="020F0502020204030204" pitchFamily="34" charset="0"/>
                        </a:rPr>
                        <a:t>Sexp</a:t>
                      </a:r>
                    </a:p>
                  </a:txBody>
                  <a:tcPr marL="4791" marR="4791" marT="4791"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r>
                        <a:rPr lang="en-US" sz="700" b="0" i="0" u="none" strike="noStrike" dirty="0" err="1">
                          <a:solidFill>
                            <a:srgbClr val="000000"/>
                          </a:solidFill>
                          <a:effectLst/>
                          <a:latin typeface="Calibri" panose="020F0502020204030204" pitchFamily="34" charset="0"/>
                        </a:rPr>
                        <a:t>Dexp</a:t>
                      </a:r>
                      <a:endParaRPr lang="en-US" sz="700" b="0" i="0" u="none" strike="noStrike" dirty="0">
                        <a:solidFill>
                          <a:srgbClr val="000000"/>
                        </a:solidFill>
                        <a:effectLst/>
                        <a:latin typeface="Calibri" panose="020F0502020204030204" pitchFamily="34" charset="0"/>
                      </a:endParaRPr>
                    </a:p>
                  </a:txBody>
                  <a:tcPr marL="4791" marR="4791" marT="4791"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r>
                        <a:rPr lang="en-US" sz="700" b="0" i="0" u="none" strike="noStrike">
                          <a:solidFill>
                            <a:srgbClr val="000000"/>
                          </a:solidFill>
                          <a:effectLst/>
                          <a:latin typeface="Calibri" panose="020F0502020204030204" pitchFamily="34" charset="0"/>
                        </a:rPr>
                        <a:t>Sexp</a:t>
                      </a:r>
                    </a:p>
                  </a:txBody>
                  <a:tcPr marL="4791" marR="4791" marT="4791"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Dexp</a:t>
                      </a:r>
                    </a:p>
                  </a:txBody>
                  <a:tcPr marL="4791" marR="4791" marT="4791" marB="0" anchor="b">
                    <a:lnL>
                      <a:noFill/>
                    </a:lnL>
                    <a:lnR>
                      <a:noFill/>
                    </a:lnR>
                    <a:lnT w="6350" cap="flat" cmpd="sng" algn="ctr">
                      <a:solidFill>
                        <a:srgbClr val="000000"/>
                      </a:solidFill>
                      <a:prstDash val="solid"/>
                      <a:round/>
                      <a:headEnd type="none" w="med" len="med"/>
                      <a:tailEnd type="none" w="med" len="med"/>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Sexp</a:t>
                      </a:r>
                    </a:p>
                  </a:txBody>
                  <a:tcPr marL="4791" marR="4791" marT="4791" marB="0" anchor="b">
                    <a:lnL>
                      <a:noFill/>
                    </a:lnL>
                    <a:lnR>
                      <a:noFill/>
                    </a:lnR>
                    <a:lnT w="6350" cap="flat" cmpd="sng" algn="ctr">
                      <a:solidFill>
                        <a:srgbClr val="000000"/>
                      </a:solidFill>
                      <a:prstDash val="solid"/>
                      <a:round/>
                      <a:headEnd type="none" w="med" len="med"/>
                      <a:tailEnd type="none" w="med" len="med"/>
                    </a:lnT>
                    <a:lnB>
                      <a:noFill/>
                    </a:lnB>
                    <a:solidFill>
                      <a:srgbClr val="000000"/>
                    </a:solidFill>
                  </a:tcPr>
                </a:tc>
                <a:tc>
                  <a:txBody>
                    <a:bodyPr/>
                    <a:lstStyle/>
                    <a:p>
                      <a:pPr algn="l" fontAlgn="b"/>
                      <a:r>
                        <a:rPr lang="en-US" sz="700" b="0" i="0" u="none" strike="noStrike" dirty="0" err="1">
                          <a:solidFill>
                            <a:srgbClr val="000000"/>
                          </a:solidFill>
                          <a:effectLst/>
                          <a:latin typeface="Calibri" panose="020F0502020204030204" pitchFamily="34" charset="0"/>
                        </a:rPr>
                        <a:t>Dexp</a:t>
                      </a:r>
                      <a:endParaRPr lang="en-US" sz="700" b="0" i="0" u="none" strike="noStrike" dirty="0">
                        <a:solidFill>
                          <a:srgbClr val="000000"/>
                        </a:solidFill>
                        <a:effectLst/>
                        <a:latin typeface="Calibri" panose="020F0502020204030204" pitchFamily="34" charset="0"/>
                      </a:endParaRPr>
                    </a:p>
                  </a:txBody>
                  <a:tcPr marL="4791" marR="4791" marT="4791"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r>
                        <a:rPr lang="en-US" sz="700" b="0" i="0" u="none" strike="noStrike">
                          <a:solidFill>
                            <a:srgbClr val="000000"/>
                          </a:solidFill>
                          <a:effectLst/>
                          <a:latin typeface="Calibri" panose="020F0502020204030204" pitchFamily="34" charset="0"/>
                        </a:rPr>
                        <a:t>Sexp</a:t>
                      </a:r>
                    </a:p>
                  </a:txBody>
                  <a:tcPr marL="4791" marR="4791" marT="4791"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r>
                        <a:rPr lang="en-US" sz="700" b="0" i="0" u="none" strike="noStrike">
                          <a:solidFill>
                            <a:srgbClr val="000000"/>
                          </a:solidFill>
                          <a:effectLst/>
                          <a:latin typeface="Calibri" panose="020F0502020204030204" pitchFamily="34" charset="0"/>
                        </a:rPr>
                        <a:t>Dexp</a:t>
                      </a:r>
                    </a:p>
                  </a:txBody>
                  <a:tcPr marL="4791" marR="4791" marT="4791"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r>
                        <a:rPr lang="en-US" sz="700" b="0" i="0" u="none" strike="noStrike" dirty="0" err="1">
                          <a:solidFill>
                            <a:srgbClr val="000000"/>
                          </a:solidFill>
                          <a:effectLst/>
                          <a:latin typeface="Calibri" panose="020F0502020204030204" pitchFamily="34" charset="0"/>
                        </a:rPr>
                        <a:t>Sexp</a:t>
                      </a:r>
                      <a:endParaRPr lang="en-US" sz="700" b="0" i="0" u="none" strike="noStrike" dirty="0">
                        <a:solidFill>
                          <a:srgbClr val="000000"/>
                        </a:solidFill>
                        <a:effectLst/>
                        <a:latin typeface="Calibri" panose="020F0502020204030204" pitchFamily="34" charset="0"/>
                      </a:endParaRPr>
                    </a:p>
                  </a:txBody>
                  <a:tcPr marL="4791" marR="4791" marT="4791"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r>
                        <a:rPr lang="en-US" sz="700" b="0" i="0" u="none" strike="noStrike">
                          <a:solidFill>
                            <a:srgbClr val="000000"/>
                          </a:solidFill>
                          <a:effectLst/>
                          <a:latin typeface="Calibri" panose="020F0502020204030204" pitchFamily="34" charset="0"/>
                        </a:rPr>
                        <a:t>Dexp</a:t>
                      </a:r>
                    </a:p>
                  </a:txBody>
                  <a:tcPr marL="4791" marR="4791" marT="4791"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r>
                        <a:rPr lang="en-US" sz="700" b="0" i="0" u="none" strike="noStrike">
                          <a:solidFill>
                            <a:srgbClr val="000000"/>
                          </a:solidFill>
                          <a:effectLst/>
                          <a:latin typeface="Calibri" panose="020F0502020204030204" pitchFamily="34" charset="0"/>
                        </a:rPr>
                        <a:t>Sexp</a:t>
                      </a:r>
                    </a:p>
                  </a:txBody>
                  <a:tcPr marL="4791" marR="4791" marT="4791"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r>
                        <a:rPr lang="en-US" sz="700" b="0" i="0" u="none" strike="noStrike" dirty="0" err="1">
                          <a:solidFill>
                            <a:srgbClr val="000000"/>
                          </a:solidFill>
                          <a:effectLst/>
                          <a:latin typeface="Calibri" panose="020F0502020204030204" pitchFamily="34" charset="0"/>
                        </a:rPr>
                        <a:t>Dexp</a:t>
                      </a:r>
                      <a:endParaRPr lang="en-US" sz="700" b="0" i="0" u="none" strike="noStrike" dirty="0">
                        <a:solidFill>
                          <a:srgbClr val="000000"/>
                        </a:solidFill>
                        <a:effectLst/>
                        <a:latin typeface="Calibri" panose="020F0502020204030204" pitchFamily="34" charset="0"/>
                      </a:endParaRPr>
                    </a:p>
                  </a:txBody>
                  <a:tcPr marL="4791" marR="4791" marT="4791"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r>
                        <a:rPr lang="en-US" sz="700" b="0" i="0" u="none" strike="noStrike">
                          <a:solidFill>
                            <a:srgbClr val="000000"/>
                          </a:solidFill>
                          <a:effectLst/>
                          <a:latin typeface="Calibri" panose="020F0502020204030204" pitchFamily="34" charset="0"/>
                        </a:rPr>
                        <a:t>Sexp</a:t>
                      </a:r>
                    </a:p>
                  </a:txBody>
                  <a:tcPr marL="4791" marR="4791" marT="4791"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r>
                        <a:rPr lang="en-US" sz="700" b="0" i="0" u="none" strike="noStrike" dirty="0" err="1">
                          <a:solidFill>
                            <a:srgbClr val="000000"/>
                          </a:solidFill>
                          <a:effectLst/>
                          <a:latin typeface="Calibri" panose="020F0502020204030204" pitchFamily="34" charset="0"/>
                        </a:rPr>
                        <a:t>Dexp</a:t>
                      </a:r>
                      <a:endParaRPr lang="en-US" sz="700" b="0" i="0" u="none" strike="noStrike" dirty="0">
                        <a:solidFill>
                          <a:srgbClr val="000000"/>
                        </a:solidFill>
                        <a:effectLst/>
                        <a:latin typeface="Calibri" panose="020F0502020204030204" pitchFamily="34" charset="0"/>
                      </a:endParaRPr>
                    </a:p>
                  </a:txBody>
                  <a:tcPr marL="4791" marR="4791" marT="4791"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r>
                        <a:rPr lang="en-US" sz="700" b="0" i="0" u="none" strike="noStrike">
                          <a:solidFill>
                            <a:srgbClr val="000000"/>
                          </a:solidFill>
                          <a:effectLst/>
                          <a:latin typeface="Calibri" panose="020F0502020204030204" pitchFamily="34" charset="0"/>
                        </a:rPr>
                        <a:t>Sexp</a:t>
                      </a:r>
                    </a:p>
                  </a:txBody>
                  <a:tcPr marL="4791" marR="4791" marT="4791"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r>
                        <a:rPr lang="en-US" sz="700" b="0" i="0" u="none" strike="noStrike" dirty="0" err="1">
                          <a:solidFill>
                            <a:srgbClr val="000000"/>
                          </a:solidFill>
                          <a:effectLst/>
                          <a:latin typeface="Calibri" panose="020F0502020204030204" pitchFamily="34" charset="0"/>
                        </a:rPr>
                        <a:t>Dexp</a:t>
                      </a:r>
                      <a:endParaRPr lang="en-US" sz="700" b="0" i="0" u="none" strike="noStrike" dirty="0">
                        <a:solidFill>
                          <a:srgbClr val="000000"/>
                        </a:solidFill>
                        <a:effectLst/>
                        <a:latin typeface="Calibri" panose="020F0502020204030204" pitchFamily="34" charset="0"/>
                      </a:endParaRPr>
                    </a:p>
                  </a:txBody>
                  <a:tcPr marL="4791" marR="4791" marT="4791"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r>
                        <a:rPr lang="en-US" sz="700" b="0" i="0" u="none" strike="noStrike" dirty="0" err="1">
                          <a:solidFill>
                            <a:srgbClr val="000000"/>
                          </a:solidFill>
                          <a:effectLst/>
                          <a:latin typeface="Calibri" panose="020F0502020204030204" pitchFamily="34" charset="0"/>
                        </a:rPr>
                        <a:t>Sexp</a:t>
                      </a:r>
                      <a:endParaRPr lang="en-US" sz="700" b="0" i="0" u="none" strike="noStrike" dirty="0">
                        <a:solidFill>
                          <a:srgbClr val="000000"/>
                        </a:solidFill>
                        <a:effectLst/>
                        <a:latin typeface="Calibri" panose="020F0502020204030204" pitchFamily="34" charset="0"/>
                      </a:endParaRPr>
                    </a:p>
                  </a:txBody>
                  <a:tcPr marL="4791" marR="4791" marT="4791"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r>
                        <a:rPr lang="en-US" sz="700" b="0" i="0" u="none" strike="noStrike" dirty="0" err="1">
                          <a:solidFill>
                            <a:srgbClr val="000000"/>
                          </a:solidFill>
                          <a:effectLst/>
                          <a:latin typeface="Calibri" panose="020F0502020204030204" pitchFamily="34" charset="0"/>
                        </a:rPr>
                        <a:t>Dexp</a:t>
                      </a:r>
                      <a:endParaRPr lang="en-US" sz="700" b="0" i="0" u="none" strike="noStrike" dirty="0">
                        <a:solidFill>
                          <a:srgbClr val="000000"/>
                        </a:solidFill>
                        <a:effectLst/>
                        <a:latin typeface="Calibri" panose="020F0502020204030204" pitchFamily="34" charset="0"/>
                      </a:endParaRPr>
                    </a:p>
                  </a:txBody>
                  <a:tcPr marL="4791" marR="4791" marT="4791"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r>
                        <a:rPr lang="en-US" sz="700" b="0" i="0" u="none" strike="noStrike" dirty="0" err="1">
                          <a:solidFill>
                            <a:srgbClr val="000000"/>
                          </a:solidFill>
                          <a:effectLst/>
                          <a:latin typeface="Calibri" panose="020F0502020204030204" pitchFamily="34" charset="0"/>
                        </a:rPr>
                        <a:t>Sexp</a:t>
                      </a:r>
                      <a:endParaRPr lang="en-US" sz="700" b="0" i="0" u="none" strike="noStrike" dirty="0">
                        <a:solidFill>
                          <a:srgbClr val="000000"/>
                        </a:solidFill>
                        <a:effectLst/>
                        <a:latin typeface="Calibri" panose="020F0502020204030204" pitchFamily="34" charset="0"/>
                      </a:endParaRPr>
                    </a:p>
                  </a:txBody>
                  <a:tcPr marL="4791" marR="4791" marT="4791"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r>
                        <a:rPr lang="en-US" sz="700" b="0" i="0" u="none" strike="noStrike" dirty="0" err="1">
                          <a:solidFill>
                            <a:srgbClr val="000000"/>
                          </a:solidFill>
                          <a:effectLst/>
                          <a:latin typeface="Calibri" panose="020F0502020204030204" pitchFamily="34" charset="0"/>
                        </a:rPr>
                        <a:t>Dexp</a:t>
                      </a:r>
                      <a:endParaRPr lang="en-US" sz="700" b="0" i="0" u="none" strike="noStrike" dirty="0">
                        <a:solidFill>
                          <a:srgbClr val="000000"/>
                        </a:solidFill>
                        <a:effectLst/>
                        <a:latin typeface="Calibri" panose="020F0502020204030204" pitchFamily="34" charset="0"/>
                      </a:endParaRPr>
                    </a:p>
                  </a:txBody>
                  <a:tcPr marL="4791" marR="4791" marT="4791"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r>
                        <a:rPr lang="en-US" sz="700" b="0" i="0" u="none" strike="noStrike" dirty="0" err="1">
                          <a:solidFill>
                            <a:srgbClr val="000000"/>
                          </a:solidFill>
                          <a:effectLst/>
                          <a:latin typeface="Calibri" panose="020F0502020204030204" pitchFamily="34" charset="0"/>
                        </a:rPr>
                        <a:t>Sexp</a:t>
                      </a:r>
                      <a:endParaRPr lang="en-US" sz="700" b="0" i="0" u="none" strike="noStrike" dirty="0">
                        <a:solidFill>
                          <a:srgbClr val="000000"/>
                        </a:solidFill>
                        <a:effectLst/>
                        <a:latin typeface="Calibri" panose="020F0502020204030204" pitchFamily="34" charset="0"/>
                      </a:endParaRPr>
                    </a:p>
                  </a:txBody>
                  <a:tcPr marL="4791" marR="4791" marT="4791"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702340861"/>
                  </a:ext>
                </a:extLst>
              </a:tr>
              <a:tr h="114977">
                <a:tc>
                  <a:txBody>
                    <a:bodyPr/>
                    <a:lstStyle/>
                    <a:p>
                      <a:pPr algn="r" fontAlgn="b"/>
                      <a:r>
                        <a:rPr lang="en-US" sz="700" b="0" i="0" u="none" strike="noStrike" dirty="0">
                          <a:solidFill>
                            <a:srgbClr val="000000"/>
                          </a:solidFill>
                          <a:effectLst/>
                          <a:latin typeface="Calibri" panose="020F0502020204030204" pitchFamily="34" charset="0"/>
                        </a:rPr>
                        <a:t>0.0000001</a:t>
                      </a:r>
                    </a:p>
                  </a:txBody>
                  <a:tcPr marL="4791" marR="4791" marT="4791" marB="0" anchor="b">
                    <a:lnL>
                      <a:noFill/>
                    </a:lnL>
                    <a:lnR>
                      <a:noFill/>
                    </a:lnR>
                    <a:lnT>
                      <a:noFill/>
                    </a:lnT>
                    <a:lnB>
                      <a:noFill/>
                    </a:lnB>
                    <a:solidFill>
                      <a:schemeClr val="bg1">
                        <a:lumMod val="95000"/>
                      </a:schemeClr>
                    </a:solidFill>
                  </a:tcPr>
                </a:tc>
                <a:tc>
                  <a:txBody>
                    <a:bodyPr/>
                    <a:lstStyle/>
                    <a:p>
                      <a:pPr algn="r" fontAlgn="b"/>
                      <a:r>
                        <a:rPr lang="en-US" sz="700" b="0" i="0" u="none" strike="noStrike" dirty="0">
                          <a:solidFill>
                            <a:srgbClr val="000000"/>
                          </a:solidFill>
                          <a:effectLst/>
                          <a:latin typeface="Calibri" panose="020F0502020204030204" pitchFamily="34" charset="0"/>
                        </a:rPr>
                        <a:t>-7</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en-US" sz="700" b="0" i="0" u="none" strike="noStrike" dirty="0">
                          <a:solidFill>
                            <a:srgbClr val="000000"/>
                          </a:solidFill>
                          <a:effectLst/>
                          <a:latin typeface="Calibri" panose="020F0502020204030204" pitchFamily="34" charset="0"/>
                        </a:rPr>
                        <a:t>0</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-14</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-13</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-2</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-12</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-3</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-4</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r" fontAlgn="b"/>
                      <a:r>
                        <a:rPr lang="en-US" sz="700" b="0" i="0" u="none" strike="noStrike">
                          <a:solidFill>
                            <a:srgbClr val="000000"/>
                          </a:solidFill>
                          <a:effectLst/>
                          <a:latin typeface="Calibri" panose="020F0502020204030204" pitchFamily="34" charset="0"/>
                        </a:rPr>
                        <a:t>-10</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-5</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r" fontAlgn="b"/>
                      <a:r>
                        <a:rPr lang="en-US" sz="700" b="0" i="0" u="none" strike="noStrike">
                          <a:solidFill>
                            <a:srgbClr val="000000"/>
                          </a:solidFill>
                          <a:effectLst/>
                          <a:latin typeface="Calibri" panose="020F0502020204030204" pitchFamily="34" charset="0"/>
                        </a:rPr>
                        <a:t>-9</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-6</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-8</a:t>
                      </a:r>
                    </a:p>
                  </a:txBody>
                  <a:tcPr marL="4791" marR="4791" marT="4791" marB="0" anchor="b">
                    <a:lnL>
                      <a:noFill/>
                    </a:lnL>
                    <a:lnR>
                      <a:noFill/>
                    </a:lnR>
                    <a:lnT>
                      <a:noFill/>
                    </a:lnT>
                    <a:lnB>
                      <a:noFill/>
                    </a:lnB>
                    <a:solidFill>
                      <a:schemeClr val="accent5">
                        <a:lumMod val="20000"/>
                        <a:lumOff val="80000"/>
                      </a:schemeClr>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a:noFill/>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dirty="0">
                          <a:solidFill>
                            <a:srgbClr val="000000"/>
                          </a:solidFill>
                          <a:effectLst/>
                          <a:latin typeface="Calibri" panose="020F0502020204030204" pitchFamily="34" charset="0"/>
                        </a:rPr>
                        <a:t>-8</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-6</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-9</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-5</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-10</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-4</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-3</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-12</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-2</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-13</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-14</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0</a:t>
                      </a:r>
                    </a:p>
                  </a:txBody>
                  <a:tcPr marL="4791" marR="4791" marT="4791" marB="0" anchor="b">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3724975652"/>
                  </a:ext>
                </a:extLst>
              </a:tr>
              <a:tr h="114977">
                <a:tc>
                  <a:txBody>
                    <a:bodyPr/>
                    <a:lstStyle/>
                    <a:p>
                      <a:pPr algn="r" fontAlgn="b"/>
                      <a:r>
                        <a:rPr lang="en-US" sz="700" b="0" i="0" u="none" strike="noStrike" dirty="0">
                          <a:solidFill>
                            <a:srgbClr val="000000"/>
                          </a:solidFill>
                          <a:effectLst/>
                          <a:latin typeface="Calibri" panose="020F0502020204030204" pitchFamily="34" charset="0"/>
                        </a:rPr>
                        <a:t>0.000001</a:t>
                      </a:r>
                    </a:p>
                  </a:txBody>
                  <a:tcPr marL="4791" marR="4791" marT="4791" marB="0" anchor="b">
                    <a:lnL>
                      <a:noFill/>
                    </a:lnL>
                    <a:lnR>
                      <a:noFill/>
                    </a:lnR>
                    <a:lnT>
                      <a:noFill/>
                    </a:lnT>
                    <a:lnB>
                      <a:noFill/>
                    </a:lnB>
                    <a:solidFill>
                      <a:schemeClr val="bg1">
                        <a:lumMod val="95000"/>
                      </a:schemeClr>
                    </a:solidFill>
                  </a:tcPr>
                </a:tc>
                <a:tc>
                  <a:txBody>
                    <a:bodyPr/>
                    <a:lstStyle/>
                    <a:p>
                      <a:pPr algn="r" fontAlgn="b"/>
                      <a:r>
                        <a:rPr lang="en-US" sz="700" b="0" i="0" u="none" strike="noStrike" dirty="0">
                          <a:solidFill>
                            <a:srgbClr val="000000"/>
                          </a:solidFill>
                          <a:effectLst/>
                          <a:latin typeface="Calibri" panose="020F0502020204030204" pitchFamily="34" charset="0"/>
                        </a:rPr>
                        <a:t>-6</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-13</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0</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-12</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-2</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-10</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-3</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-9</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-4</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-8</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a:noFill/>
                    </a:lnL>
                    <a:lnR>
                      <a:noFill/>
                    </a:lnR>
                    <a:lnT>
                      <a:noFill/>
                    </a:lnT>
                    <a:lnB>
                      <a:noFill/>
                    </a:lnB>
                    <a:no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r" fontAlgn="b"/>
                      <a:r>
                        <a:rPr lang="en-US" sz="700" b="0" i="0" u="none" strike="noStrike">
                          <a:solidFill>
                            <a:srgbClr val="000000"/>
                          </a:solidFill>
                          <a:effectLst/>
                          <a:latin typeface="Calibri" panose="020F0502020204030204" pitchFamily="34" charset="0"/>
                        </a:rPr>
                        <a:t>-6</a:t>
                      </a:r>
                    </a:p>
                  </a:txBody>
                  <a:tcPr marL="4791" marR="4791" marT="4791" marB="0" anchor="b">
                    <a:lnL>
                      <a:noFill/>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-6</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dirty="0">
                          <a:solidFill>
                            <a:srgbClr val="000000"/>
                          </a:solidFill>
                          <a:effectLst/>
                          <a:latin typeface="Calibri" panose="020F0502020204030204" pitchFamily="34" charset="0"/>
                        </a:rPr>
                        <a:t>-8</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-4</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-9</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-3</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-10</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-2</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-12</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0</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-13</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a:t>
                      </a:r>
                    </a:p>
                  </a:txBody>
                  <a:tcPr marL="4791" marR="4791" marT="4791" marB="0" anchor="b">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3365851106"/>
                  </a:ext>
                </a:extLst>
              </a:tr>
              <a:tr h="114977">
                <a:tc>
                  <a:txBody>
                    <a:bodyPr/>
                    <a:lstStyle/>
                    <a:p>
                      <a:pPr algn="r" fontAlgn="b"/>
                      <a:r>
                        <a:rPr lang="en-US" sz="700" b="0" i="0" u="none" strike="noStrike" dirty="0">
                          <a:solidFill>
                            <a:srgbClr val="000000"/>
                          </a:solidFill>
                          <a:effectLst/>
                          <a:latin typeface="Calibri" panose="020F0502020204030204" pitchFamily="34" charset="0"/>
                        </a:rPr>
                        <a:t>0.00001</a:t>
                      </a:r>
                    </a:p>
                  </a:txBody>
                  <a:tcPr marL="4791" marR="4791" marT="4791" marB="0" anchor="b">
                    <a:lnL>
                      <a:noFill/>
                    </a:lnL>
                    <a:lnR>
                      <a:noFill/>
                    </a:lnR>
                    <a:lnT>
                      <a:noFill/>
                    </a:lnT>
                    <a:lnB>
                      <a:noFill/>
                    </a:lnB>
                    <a:solidFill>
                      <a:schemeClr val="bg1">
                        <a:lumMod val="95000"/>
                      </a:schemeClr>
                    </a:solidFill>
                  </a:tcPr>
                </a:tc>
                <a:tc>
                  <a:txBody>
                    <a:bodyPr/>
                    <a:lstStyle/>
                    <a:p>
                      <a:pPr algn="r" fontAlgn="b"/>
                      <a:r>
                        <a:rPr lang="en-US" sz="700" b="0" i="0" u="none" strike="noStrike" dirty="0">
                          <a:solidFill>
                            <a:srgbClr val="000000"/>
                          </a:solidFill>
                          <a:effectLst/>
                          <a:latin typeface="Calibri" panose="020F0502020204030204" pitchFamily="34" charset="0"/>
                        </a:rPr>
                        <a:t>-5</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en-US" sz="700" b="0" i="0" u="none" strike="noStrike" dirty="0">
                          <a:solidFill>
                            <a:srgbClr val="000000"/>
                          </a:solidFill>
                          <a:effectLst/>
                          <a:latin typeface="Calibri" panose="020F0502020204030204" pitchFamily="34" charset="0"/>
                        </a:rPr>
                        <a:t>2</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-12</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0</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-10</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-9</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-2</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-8</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-4</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-6</a:t>
                      </a:r>
                    </a:p>
                  </a:txBody>
                  <a:tcPr marL="4791" marR="4791" marT="4791" marB="0" anchor="b">
                    <a:lnL>
                      <a:noFill/>
                    </a:lnL>
                    <a:lnR>
                      <a:noFill/>
                    </a:lnR>
                    <a:lnT>
                      <a:noFill/>
                    </a:lnT>
                    <a:lnB>
                      <a:noFill/>
                    </a:lnB>
                    <a:no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a:noFill/>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-6</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-4</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dirty="0">
                          <a:solidFill>
                            <a:srgbClr val="000000"/>
                          </a:solidFill>
                          <a:effectLst/>
                          <a:latin typeface="Calibri" panose="020F0502020204030204" pitchFamily="34" charset="0"/>
                        </a:rPr>
                        <a:t>-8</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-2</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-9</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-10</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0</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-12</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2</a:t>
                      </a:r>
                    </a:p>
                  </a:txBody>
                  <a:tcPr marL="4791" marR="4791" marT="4791" marB="0" anchor="b">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2809166284"/>
                  </a:ext>
                </a:extLst>
              </a:tr>
              <a:tr h="114977">
                <a:tc>
                  <a:txBody>
                    <a:bodyPr/>
                    <a:lstStyle/>
                    <a:p>
                      <a:pPr algn="r" fontAlgn="b"/>
                      <a:r>
                        <a:rPr lang="en-US" sz="700" b="0" i="0" u="none" strike="noStrike" dirty="0">
                          <a:solidFill>
                            <a:srgbClr val="000000"/>
                          </a:solidFill>
                          <a:effectLst/>
                          <a:latin typeface="Calibri" panose="020F0502020204030204" pitchFamily="34" charset="0"/>
                        </a:rPr>
                        <a:t>0.0001</a:t>
                      </a:r>
                    </a:p>
                  </a:txBody>
                  <a:tcPr marL="4791" marR="4791" marT="4791" marB="0" anchor="b">
                    <a:lnL>
                      <a:noFill/>
                    </a:lnL>
                    <a:lnR>
                      <a:noFill/>
                    </a:lnR>
                    <a:lnT>
                      <a:noFill/>
                    </a:lnT>
                    <a:lnB>
                      <a:noFill/>
                    </a:lnB>
                    <a:solidFill>
                      <a:schemeClr val="bg1">
                        <a:lumMod val="95000"/>
                      </a:schemeClr>
                    </a:solidFill>
                  </a:tcPr>
                </a:tc>
                <a:tc>
                  <a:txBody>
                    <a:bodyPr/>
                    <a:lstStyle/>
                    <a:p>
                      <a:pPr algn="r" fontAlgn="b"/>
                      <a:r>
                        <a:rPr lang="en-US" sz="700" b="0" i="0" u="none" strike="noStrike" dirty="0">
                          <a:solidFill>
                            <a:srgbClr val="000000"/>
                          </a:solidFill>
                          <a:effectLst/>
                          <a:latin typeface="Calibri" panose="020F0502020204030204" pitchFamily="34" charset="0"/>
                        </a:rPr>
                        <a:t>-4</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en-US" sz="700" b="0" i="0" u="none" strike="noStrike" dirty="0">
                          <a:solidFill>
                            <a:srgbClr val="000000"/>
                          </a:solidFill>
                          <a:effectLst/>
                          <a:latin typeface="Calibri" panose="020F0502020204030204" pitchFamily="34" charset="0"/>
                        </a:rPr>
                        <a:t>3</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2</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-10</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-9</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0</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-8</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-6</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a:noFill/>
                    </a:lnL>
                    <a:lnR>
                      <a:noFill/>
                    </a:lnR>
                    <a:lnT>
                      <a:noFill/>
                    </a:lnT>
                    <a:lnB>
                      <a:noFill/>
                    </a:lnB>
                    <a:no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r" fontAlgn="b"/>
                      <a:r>
                        <a:rPr lang="en-US" sz="700" b="0" i="0" u="none" strike="noStrike">
                          <a:solidFill>
                            <a:srgbClr val="000000"/>
                          </a:solidFill>
                          <a:effectLst/>
                          <a:latin typeface="Calibri" panose="020F0502020204030204" pitchFamily="34" charset="0"/>
                        </a:rPr>
                        <a:t>-4</a:t>
                      </a:r>
                    </a:p>
                  </a:txBody>
                  <a:tcPr marL="4791" marR="4791" marT="4791" marB="0" anchor="b">
                    <a:lnL>
                      <a:noFill/>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-4</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-6</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dirty="0">
                          <a:solidFill>
                            <a:srgbClr val="000000"/>
                          </a:solidFill>
                          <a:effectLst/>
                          <a:latin typeface="Calibri" panose="020F0502020204030204" pitchFamily="34" charset="0"/>
                        </a:rPr>
                        <a:t>-8</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0</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-9</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-10</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2</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3</a:t>
                      </a:r>
                    </a:p>
                  </a:txBody>
                  <a:tcPr marL="4791" marR="4791" marT="4791" marB="0" anchor="b">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1915852969"/>
                  </a:ext>
                </a:extLst>
              </a:tr>
              <a:tr h="114977">
                <a:tc>
                  <a:txBody>
                    <a:bodyPr/>
                    <a:lstStyle/>
                    <a:p>
                      <a:pPr algn="r" fontAlgn="b"/>
                      <a:r>
                        <a:rPr lang="en-US" sz="700" b="0" i="0" u="none" strike="noStrike" dirty="0">
                          <a:solidFill>
                            <a:srgbClr val="000000"/>
                          </a:solidFill>
                          <a:effectLst/>
                          <a:latin typeface="Calibri" panose="020F0502020204030204" pitchFamily="34" charset="0"/>
                        </a:rPr>
                        <a:t>0.001</a:t>
                      </a:r>
                    </a:p>
                  </a:txBody>
                  <a:tcPr marL="4791" marR="4791" marT="4791" marB="0" anchor="b">
                    <a:lnL>
                      <a:noFill/>
                    </a:lnL>
                    <a:lnR>
                      <a:noFill/>
                    </a:lnR>
                    <a:lnT>
                      <a:noFill/>
                    </a:lnT>
                    <a:lnB>
                      <a:noFill/>
                    </a:lnB>
                    <a:solidFill>
                      <a:schemeClr val="bg1">
                        <a:lumMod val="95000"/>
                      </a:schemeClr>
                    </a:solidFill>
                  </a:tcPr>
                </a:tc>
                <a:tc>
                  <a:txBody>
                    <a:bodyPr/>
                    <a:lstStyle/>
                    <a:p>
                      <a:pPr algn="r" fontAlgn="b"/>
                      <a:r>
                        <a:rPr lang="en-US" sz="700" b="0" i="0" u="none" strike="noStrike" dirty="0">
                          <a:solidFill>
                            <a:srgbClr val="000000"/>
                          </a:solidFill>
                          <a:effectLst/>
                          <a:latin typeface="Calibri" panose="020F0502020204030204" pitchFamily="34" charset="0"/>
                        </a:rPr>
                        <a:t>-3</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en-US" sz="700" b="0" i="0" u="none" strike="noStrike" dirty="0">
                          <a:solidFill>
                            <a:srgbClr val="000000"/>
                          </a:solidFill>
                          <a:effectLst/>
                          <a:latin typeface="Calibri" panose="020F0502020204030204" pitchFamily="34" charset="0"/>
                        </a:rPr>
                        <a:t>4</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-10</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3</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-9</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2</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-8</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0</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-6</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-4</a:t>
                      </a:r>
                    </a:p>
                  </a:txBody>
                  <a:tcPr marL="4791" marR="4791" marT="4791" marB="0" anchor="b">
                    <a:lnL>
                      <a:noFill/>
                    </a:lnL>
                    <a:lnR>
                      <a:noFill/>
                    </a:lnR>
                    <a:lnT>
                      <a:noFill/>
                    </a:lnT>
                    <a:lnB>
                      <a:noFill/>
                    </a:lnB>
                    <a:no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a:noFill/>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-4</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-6</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0</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dirty="0">
                          <a:solidFill>
                            <a:srgbClr val="000000"/>
                          </a:solidFill>
                          <a:effectLst/>
                          <a:latin typeface="Calibri" panose="020F0502020204030204" pitchFamily="34" charset="0"/>
                        </a:rPr>
                        <a:t>-8</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2</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-9</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3</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-10</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4</a:t>
                      </a:r>
                    </a:p>
                  </a:txBody>
                  <a:tcPr marL="4791" marR="4791" marT="4791" marB="0" anchor="b">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1035775591"/>
                  </a:ext>
                </a:extLst>
              </a:tr>
              <a:tr h="114977">
                <a:tc>
                  <a:txBody>
                    <a:bodyPr/>
                    <a:lstStyle/>
                    <a:p>
                      <a:pPr algn="r" fontAlgn="b"/>
                      <a:r>
                        <a:rPr lang="en-US" sz="700" b="0" i="0" u="none" strike="noStrike" dirty="0">
                          <a:solidFill>
                            <a:srgbClr val="000000"/>
                          </a:solidFill>
                          <a:effectLst/>
                          <a:latin typeface="Calibri" panose="020F0502020204030204" pitchFamily="34" charset="0"/>
                        </a:rPr>
                        <a:t>0.01</a:t>
                      </a:r>
                    </a:p>
                  </a:txBody>
                  <a:tcPr marL="4791" marR="4791" marT="4791" marB="0" anchor="b">
                    <a:lnL>
                      <a:noFill/>
                    </a:lnL>
                    <a:lnR>
                      <a:noFill/>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en-US" sz="700" b="0" i="0" u="none" strike="noStrike" dirty="0">
                          <a:solidFill>
                            <a:srgbClr val="000000"/>
                          </a:solidFill>
                          <a:effectLst/>
                          <a:latin typeface="Calibri" panose="020F0502020204030204" pitchFamily="34" charset="0"/>
                        </a:rPr>
                        <a:t>5</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-9</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4</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-8</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3</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dirty="0">
                          <a:solidFill>
                            <a:srgbClr val="000000"/>
                          </a:solidFill>
                          <a:effectLst/>
                          <a:latin typeface="Calibri" panose="020F0502020204030204" pitchFamily="34" charset="0"/>
                        </a:rPr>
                        <a:t>-7</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dirty="0">
                          <a:solidFill>
                            <a:srgbClr val="000000"/>
                          </a:solidFill>
                          <a:effectLst/>
                          <a:latin typeface="Calibri" panose="020F0502020204030204" pitchFamily="34" charset="0"/>
                        </a:rPr>
                        <a:t>2</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-6</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0</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-4</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a:noFill/>
                    </a:lnL>
                    <a:lnR>
                      <a:noFill/>
                    </a:lnR>
                    <a:lnT>
                      <a:noFill/>
                    </a:lnT>
                    <a:lnB>
                      <a:noFill/>
                    </a:lnB>
                    <a:no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a:noFill/>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-4</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0</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-6</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dirty="0">
                          <a:solidFill>
                            <a:srgbClr val="000000"/>
                          </a:solidFill>
                          <a:effectLst/>
                          <a:latin typeface="Calibri" panose="020F0502020204030204" pitchFamily="34" charset="0"/>
                        </a:rPr>
                        <a:t>-8</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4</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-9</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5</a:t>
                      </a:r>
                    </a:p>
                  </a:txBody>
                  <a:tcPr marL="4791" marR="4791" marT="4791" marB="0" anchor="b">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4159653173"/>
                  </a:ext>
                </a:extLst>
              </a:tr>
              <a:tr h="114977">
                <a:tc>
                  <a:txBody>
                    <a:bodyPr/>
                    <a:lstStyle/>
                    <a:p>
                      <a:pPr algn="r" fontAlgn="b"/>
                      <a:r>
                        <a:rPr lang="en-US" sz="700" b="0" i="0" u="none" strike="noStrike">
                          <a:solidFill>
                            <a:srgbClr val="000000"/>
                          </a:solidFill>
                          <a:effectLst/>
                          <a:latin typeface="Calibri" panose="020F0502020204030204" pitchFamily="34" charset="0"/>
                        </a:rPr>
                        <a:t>0.1</a:t>
                      </a:r>
                    </a:p>
                  </a:txBody>
                  <a:tcPr marL="4791" marR="4791" marT="4791" marB="0" anchor="b">
                    <a:lnL>
                      <a:noFill/>
                    </a:lnL>
                    <a:lnR>
                      <a:noFill/>
                    </a:lnR>
                    <a:lnT>
                      <a:noFill/>
                    </a:lnT>
                    <a:lnB>
                      <a:noFill/>
                    </a:lnB>
                    <a:solidFill>
                      <a:schemeClr val="bg1">
                        <a:lumMod val="95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en-US" sz="700" b="0" i="0" u="none" strike="noStrike" dirty="0">
                          <a:solidFill>
                            <a:srgbClr val="000000"/>
                          </a:solidFill>
                          <a:effectLst/>
                          <a:latin typeface="Calibri" panose="020F0502020204030204" pitchFamily="34" charset="0"/>
                        </a:rPr>
                        <a:t>6</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-8</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4</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-6</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-4</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0</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a:noFill/>
                    </a:lnL>
                    <a:lnR>
                      <a:noFill/>
                    </a:lnR>
                    <a:lnT>
                      <a:noFill/>
                    </a:lnT>
                    <a:lnB>
                      <a:noFill/>
                    </a:lnB>
                    <a:no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a:noFill/>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0</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-4</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-6</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4</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dirty="0">
                          <a:solidFill>
                            <a:srgbClr val="000000"/>
                          </a:solidFill>
                          <a:effectLst/>
                          <a:latin typeface="Calibri" panose="020F0502020204030204" pitchFamily="34" charset="0"/>
                        </a:rPr>
                        <a:t>-8</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r" fontAlgn="b"/>
                      <a:r>
                        <a:rPr lang="en-US" sz="700" b="0" i="0" u="none" strike="noStrike" dirty="0">
                          <a:solidFill>
                            <a:srgbClr val="000000"/>
                          </a:solidFill>
                          <a:effectLst/>
                          <a:latin typeface="Calibri" panose="020F0502020204030204" pitchFamily="34" charset="0"/>
                        </a:rPr>
                        <a:t>6</a:t>
                      </a:r>
                    </a:p>
                  </a:txBody>
                  <a:tcPr marL="4791" marR="4791" marT="4791" marB="0" anchor="b">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1847593247"/>
                  </a:ext>
                </a:extLst>
              </a:tr>
              <a:tr h="114977">
                <a:tc>
                  <a:txBody>
                    <a:bodyPr/>
                    <a:lstStyle/>
                    <a:p>
                      <a:pPr algn="r" fontAlgn="b"/>
                      <a:r>
                        <a:rPr lang="en-US" sz="700" b="0" i="0" u="none" strike="noStrike" dirty="0">
                          <a:solidFill>
                            <a:srgbClr val="000000"/>
                          </a:solidFill>
                          <a:effectLst/>
                          <a:latin typeface="Calibri" panose="020F0502020204030204" pitchFamily="34" charset="0"/>
                        </a:rPr>
                        <a:t>0</a:t>
                      </a:r>
                    </a:p>
                  </a:txBody>
                  <a:tcPr marL="4791" marR="4791" marT="4791" marB="0" anchor="b">
                    <a:lnL>
                      <a:noFill/>
                    </a:lnL>
                    <a:lnR>
                      <a:noFill/>
                    </a:lnR>
                    <a:lnT>
                      <a:noFill/>
                    </a:lnT>
                    <a:lnB>
                      <a:noFill/>
                    </a:lnB>
                    <a:solidFill>
                      <a:schemeClr val="bg1">
                        <a:lumMod val="95000"/>
                      </a:schemeClr>
                    </a:solidFill>
                  </a:tcPr>
                </a:tc>
                <a:tc>
                  <a:txBody>
                    <a:bodyPr/>
                    <a:lstStyle/>
                    <a:p>
                      <a:pPr algn="l" fontAlgn="b"/>
                      <a:r>
                        <a:rPr lang="en-US" sz="700" b="0" i="0" u="none" strike="noStrike" dirty="0">
                          <a:solidFill>
                            <a:srgbClr val="000000"/>
                          </a:solidFill>
                          <a:effectLst/>
                          <a:highlight>
                            <a:srgbClr val="000000"/>
                          </a:highlight>
                          <a:latin typeface="Calibri" panose="020F0502020204030204" pitchFamily="34" charset="0"/>
                        </a:rPr>
                        <a:t> </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extLst>
                  <a:ext uri="{0D108BD9-81ED-4DB2-BD59-A6C34878D82A}">
                    <a16:rowId xmlns:a16="http://schemas.microsoft.com/office/drawing/2014/main" val="2209380793"/>
                  </a:ext>
                </a:extLst>
              </a:tr>
              <a:tr h="114977">
                <a:tc>
                  <a:txBody>
                    <a:bodyPr/>
                    <a:lstStyle/>
                    <a:p>
                      <a:pPr algn="r" fontAlgn="b"/>
                      <a:r>
                        <a:rPr lang="en-US" sz="700" b="0" i="0" u="none" strike="noStrike" dirty="0">
                          <a:solidFill>
                            <a:srgbClr val="000000"/>
                          </a:solidFill>
                          <a:effectLst/>
                          <a:latin typeface="Calibri" panose="020F0502020204030204" pitchFamily="34" charset="0"/>
                        </a:rPr>
                        <a:t>1</a:t>
                      </a:r>
                    </a:p>
                  </a:txBody>
                  <a:tcPr marL="4791" marR="4791" marT="4791" marB="0" anchor="b">
                    <a:lnL>
                      <a:noFill/>
                    </a:lnL>
                    <a:lnR>
                      <a:noFill/>
                    </a:lnR>
                    <a:lnT>
                      <a:noFill/>
                    </a:lnT>
                    <a:lnB>
                      <a:noFill/>
                    </a:lnB>
                    <a:solidFill>
                      <a:schemeClr val="bg1">
                        <a:lumMod val="95000"/>
                      </a:schemeClr>
                    </a:solidFill>
                  </a:tcPr>
                </a:tc>
                <a:tc>
                  <a:txBody>
                    <a:bodyPr/>
                    <a:lstStyle/>
                    <a:p>
                      <a:pPr algn="r" fontAlgn="b"/>
                      <a:r>
                        <a:rPr lang="en-US" sz="700" b="0" i="0" u="none" strike="noStrike" dirty="0">
                          <a:solidFill>
                            <a:srgbClr val="000000"/>
                          </a:solidFill>
                          <a:effectLst/>
                          <a:latin typeface="Calibri" panose="020F0502020204030204" pitchFamily="34" charset="0"/>
                        </a:rPr>
                        <a:t>0</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6</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-6</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4</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-4</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a:noFill/>
                    </a:lnL>
                    <a:lnR>
                      <a:noFill/>
                    </a:lnR>
                    <a:lnT>
                      <a:noFill/>
                    </a:lnT>
                    <a:lnB>
                      <a:noFill/>
                    </a:lnB>
                    <a:no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r" fontAlgn="b"/>
                      <a:r>
                        <a:rPr lang="en-US" sz="700" b="0" i="0" u="none" strike="noStrike">
                          <a:solidFill>
                            <a:srgbClr val="000000"/>
                          </a:solidFill>
                          <a:effectLst/>
                          <a:latin typeface="Calibri" panose="020F0502020204030204" pitchFamily="34" charset="0"/>
                        </a:rPr>
                        <a:t>0</a:t>
                      </a:r>
                    </a:p>
                  </a:txBody>
                  <a:tcPr marL="4791" marR="4791" marT="4791" marB="0" anchor="b">
                    <a:lnL>
                      <a:noFill/>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0</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-4</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4</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-6</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6</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a:noFill/>
                    </a:lnL>
                    <a:lnR>
                      <a:noFill/>
                    </a:lnR>
                    <a:lnT>
                      <a:noFill/>
                    </a:lnT>
                    <a:lnB>
                      <a:noFill/>
                    </a:lnB>
                    <a:noFill/>
                  </a:tcPr>
                </a:tc>
                <a:extLst>
                  <a:ext uri="{0D108BD9-81ED-4DB2-BD59-A6C34878D82A}">
                    <a16:rowId xmlns:a16="http://schemas.microsoft.com/office/drawing/2014/main" val="3844803175"/>
                  </a:ext>
                </a:extLst>
              </a:tr>
              <a:tr h="114977">
                <a:tc>
                  <a:txBody>
                    <a:bodyPr/>
                    <a:lstStyle/>
                    <a:p>
                      <a:pPr algn="r" fontAlgn="b"/>
                      <a:r>
                        <a:rPr lang="en-US" sz="700" b="0" i="0" u="none" strike="noStrike" dirty="0">
                          <a:solidFill>
                            <a:srgbClr val="000000"/>
                          </a:solidFill>
                          <a:effectLst/>
                          <a:latin typeface="Calibri" panose="020F0502020204030204" pitchFamily="34" charset="0"/>
                        </a:rPr>
                        <a:t>10</a:t>
                      </a:r>
                    </a:p>
                  </a:txBody>
                  <a:tcPr marL="4791" marR="4791" marT="4791" marB="0" anchor="b">
                    <a:lnL>
                      <a:noFill/>
                    </a:lnL>
                    <a:lnR>
                      <a:noFill/>
                    </a:lnR>
                    <a:lnT>
                      <a:noFill/>
                    </a:lnT>
                    <a:lnB>
                      <a:noFill/>
                    </a:lnB>
                    <a:solidFill>
                      <a:schemeClr val="bg1">
                        <a:lumMod val="95000"/>
                      </a:schemeClr>
                    </a:solidFill>
                  </a:tcPr>
                </a:tc>
                <a:tc>
                  <a:txBody>
                    <a:bodyPr/>
                    <a:lstStyle/>
                    <a:p>
                      <a:pPr algn="r" fontAlgn="b"/>
                      <a:r>
                        <a:rPr lang="en-US" sz="700" b="0" i="0" u="none" strike="noStrike" dirty="0">
                          <a:solidFill>
                            <a:srgbClr val="000000"/>
                          </a:solidFill>
                          <a:effectLst/>
                          <a:latin typeface="Calibri" panose="020F0502020204030204" pitchFamily="34" charset="0"/>
                        </a:rPr>
                        <a:t>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8</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FFF2CC"/>
                    </a:solidFill>
                  </a:tcPr>
                </a:tc>
                <a:tc>
                  <a:txBody>
                    <a:bodyPr/>
                    <a:lstStyle/>
                    <a:p>
                      <a:pPr algn="r" fontAlgn="b"/>
                      <a:r>
                        <a:rPr lang="en-US" sz="700" b="0" i="0" u="none" strike="noStrike" dirty="0">
                          <a:solidFill>
                            <a:srgbClr val="000000"/>
                          </a:solidFill>
                          <a:effectLst/>
                          <a:highlight>
                            <a:srgbClr val="FFF2CC"/>
                          </a:highlight>
                          <a:latin typeface="Calibri" panose="020F0502020204030204" pitchFamily="34" charset="0"/>
                        </a:rPr>
                        <a:t>-6</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6</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-4</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4</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0</a:t>
                      </a:r>
                    </a:p>
                  </a:txBody>
                  <a:tcPr marL="4791" marR="4791" marT="4791" marB="0" anchor="b">
                    <a:lnL>
                      <a:noFill/>
                    </a:lnL>
                    <a:lnR>
                      <a:noFill/>
                    </a:lnR>
                    <a:lnT>
                      <a:noFill/>
                    </a:lnT>
                    <a:lnB>
                      <a:noFill/>
                    </a:lnB>
                    <a:no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a:noFill/>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0</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4</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-4</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6</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-6</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8</a:t>
                      </a:r>
                    </a:p>
                  </a:txBody>
                  <a:tcPr marL="4791" marR="4791" marT="4791" marB="0" anchor="b">
                    <a:lnL>
                      <a:noFill/>
                    </a:lnL>
                    <a:lnR>
                      <a:noFill/>
                    </a:lnR>
                    <a:lnT>
                      <a:noFill/>
                    </a:lnT>
                    <a:lnB>
                      <a:noFill/>
                    </a:lnB>
                    <a:solidFill>
                      <a:srgbClr val="E2EFDA"/>
                    </a:solidFill>
                  </a:tcPr>
                </a:tc>
                <a:extLst>
                  <a:ext uri="{0D108BD9-81ED-4DB2-BD59-A6C34878D82A}">
                    <a16:rowId xmlns:a16="http://schemas.microsoft.com/office/drawing/2014/main" val="4248127382"/>
                  </a:ext>
                </a:extLst>
              </a:tr>
              <a:tr h="61727">
                <a:tc>
                  <a:txBody>
                    <a:bodyPr/>
                    <a:lstStyle/>
                    <a:p>
                      <a:pPr algn="r" fontAlgn="b"/>
                      <a:r>
                        <a:rPr lang="en-US" sz="700" b="0" i="0" u="none" strike="noStrike" dirty="0">
                          <a:solidFill>
                            <a:srgbClr val="000000"/>
                          </a:solidFill>
                          <a:effectLst/>
                          <a:latin typeface="Calibri" panose="020F0502020204030204" pitchFamily="34" charset="0"/>
                        </a:rPr>
                        <a:t>100</a:t>
                      </a:r>
                    </a:p>
                  </a:txBody>
                  <a:tcPr marL="4791" marR="4791" marT="4791" marB="0" anchor="b">
                    <a:lnL>
                      <a:noFill/>
                    </a:lnL>
                    <a:lnR>
                      <a:noFill/>
                    </a:lnR>
                    <a:lnT>
                      <a:noFill/>
                    </a:lnT>
                    <a:lnB>
                      <a:noFill/>
                    </a:lnB>
                    <a:solidFill>
                      <a:schemeClr val="bg1">
                        <a:lumMod val="95000"/>
                      </a:schemeClr>
                    </a:solidFill>
                  </a:tcPr>
                </a:tc>
                <a:tc>
                  <a:txBody>
                    <a:bodyPr/>
                    <a:lstStyle/>
                    <a:p>
                      <a:pPr algn="r" fontAlgn="b"/>
                      <a:r>
                        <a:rPr lang="en-US" sz="700" b="0" i="0" u="none" strike="noStrike" dirty="0">
                          <a:solidFill>
                            <a:srgbClr val="000000"/>
                          </a:solidFill>
                          <a:effectLst/>
                          <a:latin typeface="Calibri" panose="020F0502020204030204" pitchFamily="34" charset="0"/>
                        </a:rPr>
                        <a:t>2</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9</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FFF2CC"/>
                    </a:solidFill>
                  </a:tcPr>
                </a:tc>
                <a:tc>
                  <a:txBody>
                    <a:bodyPr/>
                    <a:lstStyle/>
                    <a:p>
                      <a:pPr algn="r" fontAlgn="b"/>
                      <a:r>
                        <a:rPr lang="en-US" sz="700" b="0" i="0" u="none" strike="noStrike" dirty="0">
                          <a:solidFill>
                            <a:srgbClr val="000000"/>
                          </a:solidFill>
                          <a:effectLst/>
                          <a:highlight>
                            <a:srgbClr val="FFF2CC"/>
                          </a:highlight>
                          <a:latin typeface="Calibri" panose="020F0502020204030204" pitchFamily="34" charset="0"/>
                        </a:rPr>
                        <a:t>-5</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8</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FFF2CC"/>
                    </a:solidFill>
                  </a:tcPr>
                </a:tc>
                <a:tc>
                  <a:txBody>
                    <a:bodyPr/>
                    <a:lstStyle/>
                    <a:p>
                      <a:pPr algn="r" fontAlgn="b"/>
                      <a:r>
                        <a:rPr lang="en-US" sz="700" b="0" i="0" u="none" strike="noStrike" dirty="0">
                          <a:solidFill>
                            <a:srgbClr val="000000"/>
                          </a:solidFill>
                          <a:effectLst/>
                          <a:highlight>
                            <a:srgbClr val="FFF2CC"/>
                          </a:highlight>
                          <a:latin typeface="Calibri" panose="020F0502020204030204" pitchFamily="34" charset="0"/>
                        </a:rPr>
                        <a:t>-4</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6</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4</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0</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a:noFill/>
                    </a:lnL>
                    <a:lnR>
                      <a:noFill/>
                    </a:lnR>
                    <a:lnT>
                      <a:noFill/>
                    </a:lnT>
                    <a:lnB>
                      <a:noFill/>
                    </a:lnB>
                    <a:no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a:noFill/>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0</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4</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6</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-4</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8</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-5</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9</a:t>
                      </a:r>
                    </a:p>
                  </a:txBody>
                  <a:tcPr marL="4791" marR="4791" marT="4791" marB="0" anchor="b">
                    <a:lnL>
                      <a:noFill/>
                    </a:lnL>
                    <a:lnR>
                      <a:noFill/>
                    </a:lnR>
                    <a:lnT>
                      <a:noFill/>
                    </a:lnT>
                    <a:lnB>
                      <a:noFill/>
                    </a:lnB>
                    <a:solidFill>
                      <a:srgbClr val="E2EFDA"/>
                    </a:solidFill>
                  </a:tcPr>
                </a:tc>
                <a:extLst>
                  <a:ext uri="{0D108BD9-81ED-4DB2-BD59-A6C34878D82A}">
                    <a16:rowId xmlns:a16="http://schemas.microsoft.com/office/drawing/2014/main" val="3942822897"/>
                  </a:ext>
                </a:extLst>
              </a:tr>
              <a:tr h="114977">
                <a:tc>
                  <a:txBody>
                    <a:bodyPr/>
                    <a:lstStyle/>
                    <a:p>
                      <a:pPr algn="r" fontAlgn="b"/>
                      <a:r>
                        <a:rPr lang="en-US" sz="700" b="0" i="0" u="none" strike="noStrike" dirty="0">
                          <a:solidFill>
                            <a:srgbClr val="000000"/>
                          </a:solidFill>
                          <a:effectLst/>
                          <a:latin typeface="Calibri" panose="020F0502020204030204" pitchFamily="34" charset="0"/>
                        </a:rPr>
                        <a:t>1000</a:t>
                      </a:r>
                    </a:p>
                  </a:txBody>
                  <a:tcPr marL="4791" marR="4791" marT="4791" marB="0" anchor="b">
                    <a:lnL>
                      <a:noFill/>
                    </a:lnL>
                    <a:lnR>
                      <a:noFill/>
                    </a:lnR>
                    <a:lnT>
                      <a:noFill/>
                    </a:lnT>
                    <a:lnB>
                      <a:noFill/>
                    </a:lnB>
                    <a:solidFill>
                      <a:schemeClr val="bg1">
                        <a:lumMod val="95000"/>
                      </a:schemeClr>
                    </a:solidFill>
                  </a:tcPr>
                </a:tc>
                <a:tc>
                  <a:txBody>
                    <a:bodyPr/>
                    <a:lstStyle/>
                    <a:p>
                      <a:pPr algn="r" fontAlgn="b"/>
                      <a:r>
                        <a:rPr lang="en-US" sz="700" b="0" i="0" u="none" strike="noStrike" dirty="0">
                          <a:solidFill>
                            <a:srgbClr val="000000"/>
                          </a:solidFill>
                          <a:effectLst/>
                          <a:latin typeface="Calibri" panose="020F0502020204030204" pitchFamily="34" charset="0"/>
                        </a:rPr>
                        <a:t>3</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10</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FFF2CC"/>
                    </a:solidFill>
                  </a:tcPr>
                </a:tc>
                <a:tc>
                  <a:txBody>
                    <a:bodyPr/>
                    <a:lstStyle/>
                    <a:p>
                      <a:pPr algn="r" fontAlgn="b"/>
                      <a:r>
                        <a:rPr lang="en-US" sz="700" b="0" i="0" u="none" strike="noStrike" dirty="0">
                          <a:solidFill>
                            <a:srgbClr val="000000"/>
                          </a:solidFill>
                          <a:effectLst/>
                          <a:highlight>
                            <a:srgbClr val="FFF2CC"/>
                          </a:highlight>
                          <a:latin typeface="Calibri" panose="020F0502020204030204" pitchFamily="34" charset="0"/>
                        </a:rPr>
                        <a:t>-4</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9</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-3</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8</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-2</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6</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0</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4</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a:noFill/>
                    </a:lnL>
                    <a:lnR>
                      <a:noFill/>
                    </a:lnR>
                    <a:lnT>
                      <a:noFill/>
                    </a:lnT>
                    <a:lnB>
                      <a:noFill/>
                    </a:lnB>
                    <a:no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a:noFill/>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4</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0</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6</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-2</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8</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-3</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9</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-4</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10</a:t>
                      </a:r>
                    </a:p>
                  </a:txBody>
                  <a:tcPr marL="4791" marR="4791" marT="4791" marB="0" anchor="b">
                    <a:lnL>
                      <a:noFill/>
                    </a:lnL>
                    <a:lnR>
                      <a:noFill/>
                    </a:lnR>
                    <a:lnT>
                      <a:noFill/>
                    </a:lnT>
                    <a:lnB>
                      <a:noFill/>
                    </a:lnB>
                    <a:solidFill>
                      <a:srgbClr val="E2EFDA"/>
                    </a:solidFill>
                  </a:tcPr>
                </a:tc>
                <a:extLst>
                  <a:ext uri="{0D108BD9-81ED-4DB2-BD59-A6C34878D82A}">
                    <a16:rowId xmlns:a16="http://schemas.microsoft.com/office/drawing/2014/main" val="3178068890"/>
                  </a:ext>
                </a:extLst>
              </a:tr>
              <a:tr h="114977">
                <a:tc>
                  <a:txBody>
                    <a:bodyPr/>
                    <a:lstStyle/>
                    <a:p>
                      <a:pPr algn="r" fontAlgn="b"/>
                      <a:r>
                        <a:rPr lang="en-US" sz="700" b="0" i="0" u="none" strike="noStrike" dirty="0">
                          <a:solidFill>
                            <a:srgbClr val="000000"/>
                          </a:solidFill>
                          <a:effectLst/>
                          <a:latin typeface="Calibri" panose="020F0502020204030204" pitchFamily="34" charset="0"/>
                        </a:rPr>
                        <a:t>10000</a:t>
                      </a:r>
                    </a:p>
                  </a:txBody>
                  <a:tcPr marL="4791" marR="4791" marT="4791" marB="0" anchor="b">
                    <a:lnL>
                      <a:noFill/>
                    </a:lnL>
                    <a:lnR>
                      <a:noFill/>
                    </a:lnR>
                    <a:lnT>
                      <a:noFill/>
                    </a:lnT>
                    <a:lnB>
                      <a:noFill/>
                    </a:lnB>
                    <a:solidFill>
                      <a:schemeClr val="bg1">
                        <a:lumMod val="95000"/>
                      </a:schemeClr>
                    </a:solidFill>
                  </a:tcPr>
                </a:tc>
                <a:tc>
                  <a:txBody>
                    <a:bodyPr/>
                    <a:lstStyle/>
                    <a:p>
                      <a:pPr algn="r" fontAlgn="b"/>
                      <a:r>
                        <a:rPr lang="en-US" sz="700" b="0" i="0" u="none" strike="noStrike" dirty="0">
                          <a:solidFill>
                            <a:srgbClr val="000000"/>
                          </a:solidFill>
                          <a:effectLst/>
                          <a:latin typeface="Calibri" panose="020F0502020204030204" pitchFamily="34" charset="0"/>
                        </a:rPr>
                        <a:t>4</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11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-3</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10</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-2</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9</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8</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0</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6</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a:noFill/>
                    </a:lnL>
                    <a:lnR>
                      <a:noFill/>
                    </a:lnR>
                    <a:lnT>
                      <a:noFill/>
                    </a:lnT>
                    <a:lnB>
                      <a:noFill/>
                    </a:lnB>
                    <a:no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r" fontAlgn="b"/>
                      <a:r>
                        <a:rPr lang="en-US" sz="700" b="0" i="0" u="none" strike="noStrike">
                          <a:solidFill>
                            <a:srgbClr val="000000"/>
                          </a:solidFill>
                          <a:effectLst/>
                          <a:latin typeface="Calibri" panose="020F0502020204030204" pitchFamily="34" charset="0"/>
                        </a:rPr>
                        <a:t>4</a:t>
                      </a:r>
                    </a:p>
                  </a:txBody>
                  <a:tcPr marL="4791" marR="4791" marT="4791" marB="0" anchor="b">
                    <a:lnL>
                      <a:noFill/>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4</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2</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6</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0</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8</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9</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-2</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10</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-3</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11</a:t>
                      </a:r>
                    </a:p>
                  </a:txBody>
                  <a:tcPr marL="4791" marR="4791" marT="4791" marB="0" anchor="b">
                    <a:lnL>
                      <a:noFill/>
                    </a:lnL>
                    <a:lnR>
                      <a:noFill/>
                    </a:lnR>
                    <a:lnT>
                      <a:noFill/>
                    </a:lnT>
                    <a:lnB>
                      <a:noFill/>
                    </a:lnB>
                    <a:solidFill>
                      <a:srgbClr val="E2EFDA"/>
                    </a:solidFill>
                  </a:tcPr>
                </a:tc>
                <a:extLst>
                  <a:ext uri="{0D108BD9-81ED-4DB2-BD59-A6C34878D82A}">
                    <a16:rowId xmlns:a16="http://schemas.microsoft.com/office/drawing/2014/main" val="3023621051"/>
                  </a:ext>
                </a:extLst>
              </a:tr>
              <a:tr h="114977">
                <a:tc>
                  <a:txBody>
                    <a:bodyPr/>
                    <a:lstStyle/>
                    <a:p>
                      <a:pPr algn="r" fontAlgn="b"/>
                      <a:r>
                        <a:rPr lang="en-US" sz="700" b="0" i="0" u="none" strike="noStrike" dirty="0">
                          <a:solidFill>
                            <a:srgbClr val="000000"/>
                          </a:solidFill>
                          <a:effectLst/>
                          <a:latin typeface="Calibri" panose="020F0502020204030204" pitchFamily="34" charset="0"/>
                        </a:rPr>
                        <a:t>100000</a:t>
                      </a:r>
                    </a:p>
                  </a:txBody>
                  <a:tcPr marL="4791" marR="4791" marT="4791" marB="0" anchor="b">
                    <a:lnL>
                      <a:noFill/>
                    </a:lnL>
                    <a:lnR>
                      <a:noFill/>
                    </a:lnR>
                    <a:lnT>
                      <a:noFill/>
                    </a:lnT>
                    <a:lnB>
                      <a:noFill/>
                    </a:lnB>
                    <a:solidFill>
                      <a:schemeClr val="bg1">
                        <a:lumMod val="95000"/>
                      </a:schemeClr>
                    </a:solid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12</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FFF2CC"/>
                    </a:solidFill>
                  </a:tcPr>
                </a:tc>
                <a:tc>
                  <a:txBody>
                    <a:bodyPr/>
                    <a:lstStyle/>
                    <a:p>
                      <a:pPr algn="r" fontAlgn="b"/>
                      <a:r>
                        <a:rPr lang="en-US" sz="700" b="0" i="0" u="none" strike="noStrike" dirty="0">
                          <a:solidFill>
                            <a:srgbClr val="000000"/>
                          </a:solidFill>
                          <a:effectLst/>
                          <a:highlight>
                            <a:srgbClr val="FFF2CC"/>
                          </a:highlight>
                          <a:latin typeface="Calibri" panose="020F0502020204030204" pitchFamily="34" charset="0"/>
                        </a:rPr>
                        <a:t>-2</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11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10</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0</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9</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8</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2</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6</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4</a:t>
                      </a:r>
                    </a:p>
                  </a:txBody>
                  <a:tcPr marL="4791" marR="4791" marT="4791" marB="0" anchor="b">
                    <a:lnL>
                      <a:noFill/>
                    </a:lnL>
                    <a:lnR>
                      <a:noFill/>
                    </a:lnR>
                    <a:lnT>
                      <a:noFill/>
                    </a:lnT>
                    <a:lnB>
                      <a:noFill/>
                    </a:lnB>
                    <a:no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a:noFill/>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4</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6</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3</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2</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8</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9</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0</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10</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11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-2</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12</a:t>
                      </a:r>
                    </a:p>
                  </a:txBody>
                  <a:tcPr marL="4791" marR="4791" marT="4791" marB="0" anchor="b">
                    <a:lnL>
                      <a:noFill/>
                    </a:lnL>
                    <a:lnR>
                      <a:noFill/>
                    </a:lnR>
                    <a:lnT>
                      <a:noFill/>
                    </a:lnT>
                    <a:lnB>
                      <a:noFill/>
                    </a:lnB>
                    <a:solidFill>
                      <a:srgbClr val="E2EFDA"/>
                    </a:solidFill>
                  </a:tcPr>
                </a:tc>
                <a:extLst>
                  <a:ext uri="{0D108BD9-81ED-4DB2-BD59-A6C34878D82A}">
                    <a16:rowId xmlns:a16="http://schemas.microsoft.com/office/drawing/2014/main" val="1418182109"/>
                  </a:ext>
                </a:extLst>
              </a:tr>
              <a:tr h="114977">
                <a:tc>
                  <a:txBody>
                    <a:bodyPr/>
                    <a:lstStyle/>
                    <a:p>
                      <a:pPr algn="r" fontAlgn="b"/>
                      <a:r>
                        <a:rPr lang="en-US" sz="700" b="0" i="0" u="none" strike="noStrike" dirty="0">
                          <a:solidFill>
                            <a:srgbClr val="000000"/>
                          </a:solidFill>
                          <a:effectLst/>
                          <a:latin typeface="Calibri" panose="020F0502020204030204" pitchFamily="34" charset="0"/>
                        </a:rPr>
                        <a:t>1000000</a:t>
                      </a:r>
                    </a:p>
                  </a:txBody>
                  <a:tcPr marL="4791" marR="4791" marT="4791" marB="0" anchor="b">
                    <a:lnL>
                      <a:noFill/>
                    </a:lnL>
                    <a:lnR>
                      <a:noFill/>
                    </a:lnR>
                    <a:lnT>
                      <a:noFill/>
                    </a:lnT>
                    <a:lnB>
                      <a:noFill/>
                    </a:lnB>
                    <a:solidFill>
                      <a:schemeClr val="bg1">
                        <a:lumMod val="95000"/>
                      </a:schemeClr>
                    </a:solidFill>
                  </a:tcPr>
                </a:tc>
                <a:tc>
                  <a:txBody>
                    <a:bodyPr/>
                    <a:lstStyle/>
                    <a:p>
                      <a:pPr algn="r" fontAlgn="b"/>
                      <a:r>
                        <a:rPr lang="en-US" sz="700" b="0" i="0" u="none" strike="noStrike" dirty="0">
                          <a:solidFill>
                            <a:srgbClr val="000000"/>
                          </a:solidFill>
                          <a:effectLst/>
                          <a:latin typeface="Calibri" panose="020F0502020204030204" pitchFamily="34" charset="0"/>
                        </a:rPr>
                        <a:t>6</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13</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FFF2CC"/>
                    </a:solidFill>
                  </a:tcPr>
                </a:tc>
                <a:tc>
                  <a:txBody>
                    <a:bodyPr/>
                    <a:lstStyle/>
                    <a:p>
                      <a:pPr algn="r" fontAlgn="b"/>
                      <a:r>
                        <a:rPr lang="en-US" sz="700" b="0" i="0" u="none" strike="noStrike" dirty="0">
                          <a:solidFill>
                            <a:srgbClr val="000000"/>
                          </a:solidFill>
                          <a:effectLst/>
                          <a:highlight>
                            <a:srgbClr val="FFF2CC"/>
                          </a:highlight>
                          <a:latin typeface="Calibri" panose="020F0502020204030204" pitchFamily="34" charset="0"/>
                        </a:rPr>
                        <a:t>-1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12</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0</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11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10</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2</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9</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3</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8</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4</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a:noFill/>
                    </a:lnL>
                    <a:lnR>
                      <a:noFill/>
                    </a:lnR>
                    <a:lnT>
                      <a:noFill/>
                    </a:lnT>
                    <a:lnB>
                      <a:noFill/>
                    </a:lnB>
                    <a:no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r" fontAlgn="b"/>
                      <a:r>
                        <a:rPr lang="en-US" sz="700" b="0" i="0" u="none" strike="noStrike">
                          <a:solidFill>
                            <a:srgbClr val="000000"/>
                          </a:solidFill>
                          <a:effectLst/>
                          <a:latin typeface="Calibri" panose="020F0502020204030204" pitchFamily="34" charset="0"/>
                        </a:rPr>
                        <a:t>6</a:t>
                      </a:r>
                    </a:p>
                  </a:txBody>
                  <a:tcPr marL="4791" marR="4791" marT="4791" marB="0" anchor="b">
                    <a:lnL>
                      <a:noFill/>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6</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5</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4</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8</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3</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9</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2</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10</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11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0</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12</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13</a:t>
                      </a:r>
                    </a:p>
                  </a:txBody>
                  <a:tcPr marL="4791" marR="4791" marT="4791" marB="0" anchor="b">
                    <a:lnL>
                      <a:noFill/>
                    </a:lnL>
                    <a:lnR>
                      <a:noFill/>
                    </a:lnR>
                    <a:lnT>
                      <a:noFill/>
                    </a:lnT>
                    <a:lnB>
                      <a:noFill/>
                    </a:lnB>
                    <a:solidFill>
                      <a:srgbClr val="E2EFDA"/>
                    </a:solidFill>
                  </a:tcPr>
                </a:tc>
                <a:extLst>
                  <a:ext uri="{0D108BD9-81ED-4DB2-BD59-A6C34878D82A}">
                    <a16:rowId xmlns:a16="http://schemas.microsoft.com/office/drawing/2014/main" val="4180231481"/>
                  </a:ext>
                </a:extLst>
              </a:tr>
              <a:tr h="114977">
                <a:tc>
                  <a:txBody>
                    <a:bodyPr/>
                    <a:lstStyle/>
                    <a:p>
                      <a:pPr algn="r" fontAlgn="b"/>
                      <a:r>
                        <a:rPr lang="en-US" sz="700" b="0" i="0" u="none" strike="noStrike" dirty="0">
                          <a:solidFill>
                            <a:srgbClr val="000000"/>
                          </a:solidFill>
                          <a:effectLst/>
                          <a:latin typeface="Calibri" panose="020F0502020204030204" pitchFamily="34" charset="0"/>
                        </a:rPr>
                        <a:t>10000000</a:t>
                      </a:r>
                    </a:p>
                  </a:txBody>
                  <a:tcPr marL="4791" marR="4791" marT="4791" marB="0" anchor="b">
                    <a:lnL>
                      <a:noFill/>
                    </a:lnL>
                    <a:lnR>
                      <a:noFill/>
                    </a:lnR>
                    <a:lnT>
                      <a:noFill/>
                    </a:lnT>
                    <a:lnB>
                      <a:noFill/>
                    </a:lnB>
                    <a:solidFill>
                      <a:schemeClr val="bg1">
                        <a:lumMod val="95000"/>
                      </a:schemeClr>
                    </a:solidFill>
                  </a:tcPr>
                </a:tc>
                <a:tc>
                  <a:txBody>
                    <a:bodyPr/>
                    <a:lstStyle/>
                    <a:p>
                      <a:pPr algn="r" fontAlgn="b"/>
                      <a:r>
                        <a:rPr lang="en-US" sz="700" b="0" i="0" u="none" strike="noStrike" dirty="0">
                          <a:solidFill>
                            <a:srgbClr val="000000"/>
                          </a:solidFill>
                          <a:effectLst/>
                          <a:latin typeface="Calibri" panose="020F0502020204030204" pitchFamily="34" charset="0"/>
                        </a:rPr>
                        <a:t>7</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14</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0</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13</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12</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2</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11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3</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10</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4</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9</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5</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8</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FFF2CC"/>
                    </a:solidFill>
                  </a:tcPr>
                </a:tc>
                <a:tc>
                  <a:txBody>
                    <a:bodyPr/>
                    <a:lstStyle/>
                    <a:p>
                      <a:pPr algn="r" fontAlgn="b"/>
                      <a:r>
                        <a:rPr lang="en-US" sz="700" b="0" i="0" u="none" strike="noStrike">
                          <a:solidFill>
                            <a:srgbClr val="000000"/>
                          </a:solidFill>
                          <a:effectLst/>
                          <a:highlight>
                            <a:srgbClr val="FFF2CC"/>
                          </a:highlight>
                          <a:latin typeface="Calibri" panose="020F0502020204030204" pitchFamily="34" charset="0"/>
                        </a:rPr>
                        <a:t>6</a:t>
                      </a:r>
                    </a:p>
                  </a:txBody>
                  <a:tcPr marL="4791" marR="4791" marT="4791" marB="0" anchor="b">
                    <a:lnL>
                      <a:noFill/>
                    </a:lnL>
                    <a:lnR>
                      <a:noFill/>
                    </a:lnR>
                    <a:lnT>
                      <a:noFill/>
                    </a:lnT>
                    <a:lnB>
                      <a:noFill/>
                    </a:lnB>
                    <a:solidFill>
                      <a:srgbClr val="FFF2CC"/>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l" fontAlgn="b"/>
                      <a:r>
                        <a:rPr lang="en-US" sz="700" b="0" i="0" u="none" strike="noStrike">
                          <a:solidFill>
                            <a:srgbClr val="000000"/>
                          </a:solidFill>
                          <a:effectLst/>
                          <a:highlight>
                            <a:srgbClr val="000000"/>
                          </a:highlight>
                          <a:latin typeface="Calibri" panose="020F0502020204030204" pitchFamily="34" charset="0"/>
                        </a:rPr>
                        <a:t> </a:t>
                      </a:r>
                    </a:p>
                  </a:txBody>
                  <a:tcPr marL="4791" marR="4791" marT="4791" marB="0" anchor="b">
                    <a:lnL>
                      <a:noFill/>
                    </a:lnL>
                    <a:lnR>
                      <a:noFill/>
                    </a:lnR>
                    <a:lnT>
                      <a:noFill/>
                    </a:lnT>
                    <a:lnB>
                      <a:noFill/>
                    </a:lnB>
                    <a:solidFill>
                      <a:srgbClr val="000000"/>
                    </a:solid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a:noFill/>
                    </a:lnL>
                    <a:lnR>
                      <a:noFill/>
                    </a:lnR>
                    <a:lnT>
                      <a:noFill/>
                    </a:lnT>
                    <a:lnB>
                      <a:noFill/>
                    </a:lnB>
                    <a:noFill/>
                  </a:tcPr>
                </a:tc>
                <a:tc>
                  <a:txBody>
                    <a:bodyPr/>
                    <a:lstStyle/>
                    <a:p>
                      <a:pPr algn="r" fontAlgn="b"/>
                      <a:r>
                        <a:rPr lang="en-US" sz="700" b="0" i="0" u="none" strike="noStrike">
                          <a:solidFill>
                            <a:srgbClr val="000000"/>
                          </a:solidFill>
                          <a:effectLst/>
                          <a:latin typeface="Calibri" panose="020F0502020204030204" pitchFamily="34" charset="0"/>
                        </a:rPr>
                        <a:t>7</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6</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8</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5</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9</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4</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10</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3</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11</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2</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12</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1</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13</a:t>
                      </a:r>
                    </a:p>
                  </a:txBody>
                  <a:tcPr marL="4791" marR="4791" marT="4791" marB="0" anchor="b">
                    <a:lnL>
                      <a:noFill/>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r" fontAlgn="b"/>
                      <a:r>
                        <a:rPr lang="en-US" sz="700" b="0" i="0" u="none" strike="noStrike">
                          <a:solidFill>
                            <a:srgbClr val="000000"/>
                          </a:solidFill>
                          <a:effectLst/>
                          <a:highlight>
                            <a:srgbClr val="E2EFDA"/>
                          </a:highlight>
                          <a:latin typeface="Calibri" panose="020F0502020204030204" pitchFamily="34" charset="0"/>
                        </a:rPr>
                        <a:t>0</a:t>
                      </a:r>
                    </a:p>
                  </a:txBody>
                  <a:tcPr marL="4791" marR="4791" marT="4791" marB="0" anchor="b">
                    <a:lnL w="6350" cap="flat" cmpd="sng" algn="ctr">
                      <a:solidFill>
                        <a:srgbClr val="000000"/>
                      </a:solidFill>
                      <a:prstDash val="solid"/>
                      <a:round/>
                      <a:headEnd type="none" w="med" len="med"/>
                      <a:tailEnd type="none" w="med" len="med"/>
                    </a:lnL>
                    <a:lnR>
                      <a:noFill/>
                    </a:lnR>
                    <a:lnT>
                      <a:noFill/>
                    </a:lnT>
                    <a:lnB>
                      <a:noFill/>
                    </a:lnB>
                    <a:solidFill>
                      <a:srgbClr val="E2EFDA"/>
                    </a:solidFill>
                  </a:tcPr>
                </a:tc>
                <a:tc>
                  <a:txBody>
                    <a:bodyPr/>
                    <a:lstStyle/>
                    <a:p>
                      <a:pPr algn="r" fontAlgn="b"/>
                      <a:r>
                        <a:rPr lang="en-US" sz="700" b="0" i="0" u="none" strike="noStrike" dirty="0">
                          <a:solidFill>
                            <a:srgbClr val="000000"/>
                          </a:solidFill>
                          <a:effectLst/>
                          <a:highlight>
                            <a:srgbClr val="E2EFDA"/>
                          </a:highlight>
                          <a:latin typeface="Calibri" panose="020F0502020204030204" pitchFamily="34" charset="0"/>
                        </a:rPr>
                        <a:t>14</a:t>
                      </a:r>
                    </a:p>
                  </a:txBody>
                  <a:tcPr marL="4791" marR="4791" marT="4791" marB="0" anchor="b">
                    <a:lnL>
                      <a:noFill/>
                    </a:lnL>
                    <a:lnR>
                      <a:noFill/>
                    </a:lnR>
                    <a:lnT>
                      <a:noFill/>
                    </a:lnT>
                    <a:lnB>
                      <a:noFill/>
                    </a:lnB>
                    <a:solidFill>
                      <a:srgbClr val="E2EFDA"/>
                    </a:solidFill>
                  </a:tcPr>
                </a:tc>
                <a:extLst>
                  <a:ext uri="{0D108BD9-81ED-4DB2-BD59-A6C34878D82A}">
                    <a16:rowId xmlns:a16="http://schemas.microsoft.com/office/drawing/2014/main" val="1330657221"/>
                  </a:ext>
                </a:extLst>
              </a:tr>
            </a:tbl>
          </a:graphicData>
        </a:graphic>
      </p:graphicFrame>
      <p:sp>
        <p:nvSpPr>
          <p:cNvPr id="3" name="TextBox 2">
            <a:extLst>
              <a:ext uri="{FF2B5EF4-FFF2-40B4-BE49-F238E27FC236}">
                <a16:creationId xmlns:a16="http://schemas.microsoft.com/office/drawing/2014/main" id="{6032DBFC-3240-0C82-184C-EF5768267A6E}"/>
              </a:ext>
            </a:extLst>
          </p:cNvPr>
          <p:cNvSpPr txBox="1"/>
          <p:nvPr/>
        </p:nvSpPr>
        <p:spPr>
          <a:xfrm>
            <a:off x="258723" y="2286426"/>
            <a:ext cx="401072" cy="246221"/>
          </a:xfrm>
          <a:prstGeom prst="rect">
            <a:avLst/>
          </a:prstGeom>
          <a:noFill/>
          <a:ln>
            <a:noFill/>
          </a:ln>
        </p:spPr>
        <p:txBody>
          <a:bodyPr wrap="none" rtlCol="0">
            <a:spAutoFit/>
          </a:bodyPr>
          <a:lstStyle/>
          <a:p>
            <a:r>
              <a:rPr lang="en-US" sz="1000" dirty="0"/>
              <a:t>OP1</a:t>
            </a:r>
          </a:p>
        </p:txBody>
      </p:sp>
      <p:sp>
        <p:nvSpPr>
          <p:cNvPr id="5" name="TextBox 4">
            <a:extLst>
              <a:ext uri="{FF2B5EF4-FFF2-40B4-BE49-F238E27FC236}">
                <a16:creationId xmlns:a16="http://schemas.microsoft.com/office/drawing/2014/main" id="{F29CFD75-EEE5-473A-4300-C1F57E876A1F}"/>
              </a:ext>
            </a:extLst>
          </p:cNvPr>
          <p:cNvSpPr txBox="1"/>
          <p:nvPr/>
        </p:nvSpPr>
        <p:spPr>
          <a:xfrm>
            <a:off x="5646149" y="943414"/>
            <a:ext cx="401072" cy="246221"/>
          </a:xfrm>
          <a:prstGeom prst="rect">
            <a:avLst/>
          </a:prstGeom>
          <a:noFill/>
          <a:ln>
            <a:noFill/>
          </a:ln>
        </p:spPr>
        <p:txBody>
          <a:bodyPr wrap="none" rtlCol="0">
            <a:spAutoFit/>
          </a:bodyPr>
          <a:lstStyle/>
          <a:p>
            <a:r>
              <a:rPr lang="en-US" sz="1000" dirty="0"/>
              <a:t>OP2</a:t>
            </a:r>
          </a:p>
        </p:txBody>
      </p:sp>
      <p:grpSp>
        <p:nvGrpSpPr>
          <p:cNvPr id="64" name="Group 63">
            <a:extLst>
              <a:ext uri="{FF2B5EF4-FFF2-40B4-BE49-F238E27FC236}">
                <a16:creationId xmlns:a16="http://schemas.microsoft.com/office/drawing/2014/main" id="{8FF8681B-C7BA-3A79-26EC-5F6785A213EB}"/>
              </a:ext>
            </a:extLst>
          </p:cNvPr>
          <p:cNvGrpSpPr/>
          <p:nvPr/>
        </p:nvGrpSpPr>
        <p:grpSpPr>
          <a:xfrm>
            <a:off x="874175" y="4863235"/>
            <a:ext cx="2668385" cy="771127"/>
            <a:chOff x="1534883" y="5283056"/>
            <a:chExt cx="2668385" cy="771127"/>
          </a:xfrm>
        </p:grpSpPr>
        <p:sp>
          <p:nvSpPr>
            <p:cNvPr id="10" name="Flowchart: Delay 9">
              <a:extLst>
                <a:ext uri="{FF2B5EF4-FFF2-40B4-BE49-F238E27FC236}">
                  <a16:creationId xmlns:a16="http://schemas.microsoft.com/office/drawing/2014/main" id="{B043F77F-702F-DB81-FF61-162BD9F34BF9}"/>
                </a:ext>
              </a:extLst>
            </p:cNvPr>
            <p:cNvSpPr/>
            <p:nvPr/>
          </p:nvSpPr>
          <p:spPr>
            <a:xfrm>
              <a:off x="2305072" y="5611551"/>
              <a:ext cx="296779" cy="260684"/>
            </a:xfrm>
            <a:prstGeom prst="flowChartDelay">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Flowchart: Delay 10">
              <a:extLst>
                <a:ext uri="{FF2B5EF4-FFF2-40B4-BE49-F238E27FC236}">
                  <a16:creationId xmlns:a16="http://schemas.microsoft.com/office/drawing/2014/main" id="{8FC06E37-51D2-8992-4D09-A1CB918047F7}"/>
                </a:ext>
              </a:extLst>
            </p:cNvPr>
            <p:cNvSpPr/>
            <p:nvPr/>
          </p:nvSpPr>
          <p:spPr>
            <a:xfrm>
              <a:off x="2785980" y="5512468"/>
              <a:ext cx="276727" cy="260684"/>
            </a:xfrm>
            <a:prstGeom prst="flowChartDelay">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BD5A539F-1C7D-46A7-F724-FC6A62D8FE83}"/>
                </a:ext>
              </a:extLst>
            </p:cNvPr>
            <p:cNvSpPr/>
            <p:nvPr/>
          </p:nvSpPr>
          <p:spPr>
            <a:xfrm>
              <a:off x="2192777" y="5721840"/>
              <a:ext cx="112295" cy="15039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17" name="Straight Connector 16">
              <a:extLst>
                <a:ext uri="{FF2B5EF4-FFF2-40B4-BE49-F238E27FC236}">
                  <a16:creationId xmlns:a16="http://schemas.microsoft.com/office/drawing/2014/main" id="{A09C9D65-FE7F-05E2-0209-668E56AD5F59}"/>
                </a:ext>
              </a:extLst>
            </p:cNvPr>
            <p:cNvCxnSpPr>
              <a:stCxn id="11" idx="3"/>
            </p:cNvCxnSpPr>
            <p:nvPr/>
          </p:nvCxnSpPr>
          <p:spPr>
            <a:xfrm>
              <a:off x="3062707" y="5642810"/>
              <a:ext cx="202885"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94C0591-3736-95E1-1340-51C3F9E84700}"/>
                </a:ext>
              </a:extLst>
            </p:cNvPr>
            <p:cNvCxnSpPr>
              <a:cxnSpLocks/>
            </p:cNvCxnSpPr>
            <p:nvPr/>
          </p:nvCxnSpPr>
          <p:spPr>
            <a:xfrm flipH="1">
              <a:off x="1640033" y="5651891"/>
              <a:ext cx="66503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312926E-4C25-7D61-BC3E-7515EF18B58C}"/>
                </a:ext>
              </a:extLst>
            </p:cNvPr>
            <p:cNvCxnSpPr>
              <a:stCxn id="12" idx="2"/>
            </p:cNvCxnSpPr>
            <p:nvPr/>
          </p:nvCxnSpPr>
          <p:spPr>
            <a:xfrm flipH="1" flipV="1">
              <a:off x="1640033" y="5797037"/>
              <a:ext cx="552744" cy="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108AB78-7371-89C9-83C6-E239ACDDF7B5}"/>
                </a:ext>
              </a:extLst>
            </p:cNvPr>
            <p:cNvCxnSpPr>
              <a:cxnSpLocks/>
              <a:endCxn id="10" idx="3"/>
            </p:cNvCxnSpPr>
            <p:nvPr/>
          </p:nvCxnSpPr>
          <p:spPr>
            <a:xfrm flipH="1">
              <a:off x="2601851" y="5741893"/>
              <a:ext cx="18412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FC62F80-C02D-9991-6853-564272826827}"/>
                </a:ext>
              </a:extLst>
            </p:cNvPr>
            <p:cNvCxnSpPr>
              <a:cxnSpLocks/>
            </p:cNvCxnSpPr>
            <p:nvPr/>
          </p:nvCxnSpPr>
          <p:spPr>
            <a:xfrm flipH="1">
              <a:off x="1640033" y="5453027"/>
              <a:ext cx="101705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8954E9A-B48C-99CA-E75E-8E1D3B11FA9E}"/>
                </a:ext>
              </a:extLst>
            </p:cNvPr>
            <p:cNvCxnSpPr>
              <a:cxnSpLocks/>
            </p:cNvCxnSpPr>
            <p:nvPr/>
          </p:nvCxnSpPr>
          <p:spPr>
            <a:xfrm flipV="1">
              <a:off x="3544959" y="5744491"/>
              <a:ext cx="273542" cy="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A25CCB7-2B3E-D949-C17C-2178015086A2}"/>
                </a:ext>
              </a:extLst>
            </p:cNvPr>
            <p:cNvCxnSpPr>
              <a:cxnSpLocks/>
            </p:cNvCxnSpPr>
            <p:nvPr/>
          </p:nvCxnSpPr>
          <p:spPr>
            <a:xfrm flipH="1">
              <a:off x="1653045" y="5997152"/>
              <a:ext cx="1311825"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4E341446-A1B9-BFFD-8F70-690601580941}"/>
                </a:ext>
              </a:extLst>
            </p:cNvPr>
            <p:cNvSpPr txBox="1"/>
            <p:nvPr/>
          </p:nvSpPr>
          <p:spPr>
            <a:xfrm>
              <a:off x="1571894" y="5854128"/>
              <a:ext cx="580608" cy="200055"/>
            </a:xfrm>
            <a:prstGeom prst="rect">
              <a:avLst/>
            </a:prstGeom>
            <a:noFill/>
            <a:ln>
              <a:noFill/>
            </a:ln>
          </p:spPr>
          <p:txBody>
            <a:bodyPr wrap="none" rtlCol="0">
              <a:spAutoFit/>
            </a:bodyPr>
            <a:lstStyle/>
            <a:p>
              <a:r>
                <a:rPr lang="en-US" sz="700" dirty="0" err="1"/>
                <a:t>OPMultDiv</a:t>
              </a:r>
              <a:endParaRPr lang="en-US" sz="700" dirty="0"/>
            </a:p>
          </p:txBody>
        </p:sp>
        <p:cxnSp>
          <p:nvCxnSpPr>
            <p:cNvPr id="51" name="Straight Connector 50">
              <a:extLst>
                <a:ext uri="{FF2B5EF4-FFF2-40B4-BE49-F238E27FC236}">
                  <a16:creationId xmlns:a16="http://schemas.microsoft.com/office/drawing/2014/main" id="{463D6AFF-7C17-1592-777E-9E6016259E2A}"/>
                </a:ext>
              </a:extLst>
            </p:cNvPr>
            <p:cNvCxnSpPr>
              <a:cxnSpLocks/>
            </p:cNvCxnSpPr>
            <p:nvPr/>
          </p:nvCxnSpPr>
          <p:spPr>
            <a:xfrm>
              <a:off x="2657092" y="5453027"/>
              <a:ext cx="0" cy="99072"/>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9C412527-63B0-795D-E154-6C87E7933ADC}"/>
                </a:ext>
              </a:extLst>
            </p:cNvPr>
            <p:cNvSpPr txBox="1"/>
            <p:nvPr/>
          </p:nvSpPr>
          <p:spPr>
            <a:xfrm>
              <a:off x="1581696" y="5283056"/>
              <a:ext cx="465192" cy="200055"/>
            </a:xfrm>
            <a:prstGeom prst="rect">
              <a:avLst/>
            </a:prstGeom>
            <a:noFill/>
            <a:ln>
              <a:noFill/>
            </a:ln>
          </p:spPr>
          <p:txBody>
            <a:bodyPr wrap="none" rtlCol="0">
              <a:spAutoFit/>
            </a:bodyPr>
            <a:lstStyle/>
            <a:p>
              <a:r>
                <a:rPr lang="en-US" sz="700" dirty="0" err="1"/>
                <a:t>DPOvrfl</a:t>
              </a:r>
              <a:endParaRPr lang="en-US" sz="700" dirty="0"/>
            </a:p>
          </p:txBody>
        </p:sp>
        <p:cxnSp>
          <p:nvCxnSpPr>
            <p:cNvPr id="56" name="Straight Connector 55">
              <a:extLst>
                <a:ext uri="{FF2B5EF4-FFF2-40B4-BE49-F238E27FC236}">
                  <a16:creationId xmlns:a16="http://schemas.microsoft.com/office/drawing/2014/main" id="{23B50D04-C297-D97C-D2E2-DAC62D213326}"/>
                </a:ext>
              </a:extLst>
            </p:cNvPr>
            <p:cNvCxnSpPr/>
            <p:nvPr/>
          </p:nvCxnSpPr>
          <p:spPr>
            <a:xfrm>
              <a:off x="2657092" y="5552099"/>
              <a:ext cx="12888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C74E49EE-A79F-E7CA-45F5-37A4BDDF6C01}"/>
                </a:ext>
              </a:extLst>
            </p:cNvPr>
            <p:cNvSpPr txBox="1"/>
            <p:nvPr/>
          </p:nvSpPr>
          <p:spPr>
            <a:xfrm>
              <a:off x="1550030" y="5498433"/>
              <a:ext cx="445956" cy="200055"/>
            </a:xfrm>
            <a:prstGeom prst="rect">
              <a:avLst/>
            </a:prstGeom>
            <a:noFill/>
            <a:ln>
              <a:noFill/>
            </a:ln>
          </p:spPr>
          <p:txBody>
            <a:bodyPr wrap="none" rtlCol="0">
              <a:spAutoFit/>
            </a:bodyPr>
            <a:lstStyle/>
            <a:p>
              <a:r>
                <a:rPr lang="en-US" sz="700" dirty="0" err="1"/>
                <a:t>DPFirst</a:t>
              </a:r>
              <a:endParaRPr lang="en-US" sz="700" dirty="0"/>
            </a:p>
          </p:txBody>
        </p:sp>
        <p:sp>
          <p:nvSpPr>
            <p:cNvPr id="60" name="TextBox 59">
              <a:extLst>
                <a:ext uri="{FF2B5EF4-FFF2-40B4-BE49-F238E27FC236}">
                  <a16:creationId xmlns:a16="http://schemas.microsoft.com/office/drawing/2014/main" id="{4E3DB173-D5FC-B36E-A718-06979B1EDF9E}"/>
                </a:ext>
              </a:extLst>
            </p:cNvPr>
            <p:cNvSpPr txBox="1"/>
            <p:nvPr/>
          </p:nvSpPr>
          <p:spPr>
            <a:xfrm>
              <a:off x="1534883" y="5651891"/>
              <a:ext cx="575799" cy="200055"/>
            </a:xfrm>
            <a:prstGeom prst="rect">
              <a:avLst/>
            </a:prstGeom>
            <a:noFill/>
            <a:ln>
              <a:noFill/>
            </a:ln>
          </p:spPr>
          <p:txBody>
            <a:bodyPr wrap="none" rtlCol="0">
              <a:spAutoFit/>
            </a:bodyPr>
            <a:lstStyle/>
            <a:p>
              <a:r>
                <a:rPr lang="en-US" sz="700" dirty="0"/>
                <a:t>OP1DPFrst</a:t>
              </a:r>
            </a:p>
          </p:txBody>
        </p:sp>
        <p:sp>
          <p:nvSpPr>
            <p:cNvPr id="61" name="TextBox 60">
              <a:extLst>
                <a:ext uri="{FF2B5EF4-FFF2-40B4-BE49-F238E27FC236}">
                  <a16:creationId xmlns:a16="http://schemas.microsoft.com/office/drawing/2014/main" id="{BCD4BC99-3AC0-A0BD-EB46-5479B1128C91}"/>
                </a:ext>
              </a:extLst>
            </p:cNvPr>
            <p:cNvSpPr txBox="1"/>
            <p:nvPr/>
          </p:nvSpPr>
          <p:spPr>
            <a:xfrm>
              <a:off x="3754106" y="5635622"/>
              <a:ext cx="449162" cy="246221"/>
            </a:xfrm>
            <a:prstGeom prst="rect">
              <a:avLst/>
            </a:prstGeom>
            <a:noFill/>
            <a:ln>
              <a:noFill/>
            </a:ln>
          </p:spPr>
          <p:txBody>
            <a:bodyPr wrap="none" rtlCol="0">
              <a:spAutoFit/>
            </a:bodyPr>
            <a:lstStyle/>
            <a:p>
              <a:r>
                <a:rPr lang="en-US" sz="1000" dirty="0"/>
                <a:t>Error</a:t>
              </a:r>
            </a:p>
          </p:txBody>
        </p:sp>
        <p:sp>
          <p:nvSpPr>
            <p:cNvPr id="52" name="Flowchart: Delay 51">
              <a:extLst>
                <a:ext uri="{FF2B5EF4-FFF2-40B4-BE49-F238E27FC236}">
                  <a16:creationId xmlns:a16="http://schemas.microsoft.com/office/drawing/2014/main" id="{F48A5683-F301-949F-52F0-42A2818A90F6}"/>
                </a:ext>
              </a:extLst>
            </p:cNvPr>
            <p:cNvSpPr/>
            <p:nvPr/>
          </p:nvSpPr>
          <p:spPr>
            <a:xfrm>
              <a:off x="3261649" y="5617226"/>
              <a:ext cx="276727" cy="260684"/>
            </a:xfrm>
            <a:prstGeom prst="flowChartDelay">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55" name="Straight Connector 54">
              <a:extLst>
                <a:ext uri="{FF2B5EF4-FFF2-40B4-BE49-F238E27FC236}">
                  <a16:creationId xmlns:a16="http://schemas.microsoft.com/office/drawing/2014/main" id="{C625FE37-F745-8573-D14E-C34D42741731}"/>
                </a:ext>
              </a:extLst>
            </p:cNvPr>
            <p:cNvCxnSpPr>
              <a:cxnSpLocks/>
            </p:cNvCxnSpPr>
            <p:nvPr/>
          </p:nvCxnSpPr>
          <p:spPr>
            <a:xfrm flipH="1">
              <a:off x="2964870" y="5848791"/>
              <a:ext cx="287523" cy="315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23435992-B82F-DFA9-4E20-ED8937C4490C}"/>
                </a:ext>
              </a:extLst>
            </p:cNvPr>
            <p:cNvCxnSpPr/>
            <p:nvPr/>
          </p:nvCxnSpPr>
          <p:spPr>
            <a:xfrm>
              <a:off x="2964870" y="5848791"/>
              <a:ext cx="0" cy="14836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90" name="Group 89">
            <a:extLst>
              <a:ext uri="{FF2B5EF4-FFF2-40B4-BE49-F238E27FC236}">
                <a16:creationId xmlns:a16="http://schemas.microsoft.com/office/drawing/2014/main" id="{CBD11B95-E7A5-45BC-656A-43405CFC399C}"/>
              </a:ext>
            </a:extLst>
          </p:cNvPr>
          <p:cNvGrpSpPr/>
          <p:nvPr/>
        </p:nvGrpSpPr>
        <p:grpSpPr>
          <a:xfrm>
            <a:off x="8161156" y="4863235"/>
            <a:ext cx="2668385" cy="771127"/>
            <a:chOff x="1534883" y="5283056"/>
            <a:chExt cx="2668385" cy="771127"/>
          </a:xfrm>
        </p:grpSpPr>
        <p:sp>
          <p:nvSpPr>
            <p:cNvPr id="91" name="Flowchart: Delay 90">
              <a:extLst>
                <a:ext uri="{FF2B5EF4-FFF2-40B4-BE49-F238E27FC236}">
                  <a16:creationId xmlns:a16="http://schemas.microsoft.com/office/drawing/2014/main" id="{BAC30057-51E0-1711-F631-89145DC69BA7}"/>
                </a:ext>
              </a:extLst>
            </p:cNvPr>
            <p:cNvSpPr/>
            <p:nvPr/>
          </p:nvSpPr>
          <p:spPr>
            <a:xfrm>
              <a:off x="2305072" y="5611551"/>
              <a:ext cx="296779" cy="260684"/>
            </a:xfrm>
            <a:prstGeom prst="flowChartDelay">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2" name="Flowchart: Delay 91">
              <a:extLst>
                <a:ext uri="{FF2B5EF4-FFF2-40B4-BE49-F238E27FC236}">
                  <a16:creationId xmlns:a16="http://schemas.microsoft.com/office/drawing/2014/main" id="{4F090191-8042-A7AB-B0CD-A8DE24584263}"/>
                </a:ext>
              </a:extLst>
            </p:cNvPr>
            <p:cNvSpPr/>
            <p:nvPr/>
          </p:nvSpPr>
          <p:spPr>
            <a:xfrm>
              <a:off x="2785980" y="5512468"/>
              <a:ext cx="276727" cy="260684"/>
            </a:xfrm>
            <a:prstGeom prst="flowChartDelay">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3" name="Oval 92">
              <a:extLst>
                <a:ext uri="{FF2B5EF4-FFF2-40B4-BE49-F238E27FC236}">
                  <a16:creationId xmlns:a16="http://schemas.microsoft.com/office/drawing/2014/main" id="{08408475-2A89-9628-C1A0-ABC564073867}"/>
                </a:ext>
              </a:extLst>
            </p:cNvPr>
            <p:cNvSpPr/>
            <p:nvPr/>
          </p:nvSpPr>
          <p:spPr>
            <a:xfrm>
              <a:off x="2217084" y="5766526"/>
              <a:ext cx="87988" cy="8673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94" name="Straight Connector 93">
              <a:extLst>
                <a:ext uri="{FF2B5EF4-FFF2-40B4-BE49-F238E27FC236}">
                  <a16:creationId xmlns:a16="http://schemas.microsoft.com/office/drawing/2014/main" id="{567B507B-4424-8118-C823-9663DFD4AC3F}"/>
                </a:ext>
              </a:extLst>
            </p:cNvPr>
            <p:cNvCxnSpPr>
              <a:stCxn id="92" idx="3"/>
            </p:cNvCxnSpPr>
            <p:nvPr/>
          </p:nvCxnSpPr>
          <p:spPr>
            <a:xfrm>
              <a:off x="3062707" y="5642810"/>
              <a:ext cx="202885"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6B91EA85-BFE4-4F09-D0EE-CA14E7267F81}"/>
                </a:ext>
              </a:extLst>
            </p:cNvPr>
            <p:cNvCxnSpPr>
              <a:cxnSpLocks/>
            </p:cNvCxnSpPr>
            <p:nvPr/>
          </p:nvCxnSpPr>
          <p:spPr>
            <a:xfrm flipH="1">
              <a:off x="1641129" y="5658111"/>
              <a:ext cx="57330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D7A3D3A7-CEE1-BC53-04DF-EBE4A786C2F9}"/>
                </a:ext>
              </a:extLst>
            </p:cNvPr>
            <p:cNvCxnSpPr>
              <a:cxnSpLocks/>
            </p:cNvCxnSpPr>
            <p:nvPr/>
          </p:nvCxnSpPr>
          <p:spPr>
            <a:xfrm flipH="1">
              <a:off x="1640033" y="5809891"/>
              <a:ext cx="582931"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3AEC5633-7843-4A06-8237-0390CAAD9D12}"/>
                </a:ext>
              </a:extLst>
            </p:cNvPr>
            <p:cNvCxnSpPr>
              <a:cxnSpLocks/>
              <a:endCxn id="91" idx="3"/>
            </p:cNvCxnSpPr>
            <p:nvPr/>
          </p:nvCxnSpPr>
          <p:spPr>
            <a:xfrm flipH="1">
              <a:off x="2601851" y="5741893"/>
              <a:ext cx="18412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7F71FC31-90DB-BF89-E4C1-E371769688D8}"/>
                </a:ext>
              </a:extLst>
            </p:cNvPr>
            <p:cNvCxnSpPr>
              <a:cxnSpLocks/>
            </p:cNvCxnSpPr>
            <p:nvPr/>
          </p:nvCxnSpPr>
          <p:spPr>
            <a:xfrm flipH="1">
              <a:off x="1640033" y="5453027"/>
              <a:ext cx="101705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741A4E1-3AA6-EA89-1FCC-617C05643B31}"/>
                </a:ext>
              </a:extLst>
            </p:cNvPr>
            <p:cNvCxnSpPr>
              <a:cxnSpLocks/>
            </p:cNvCxnSpPr>
            <p:nvPr/>
          </p:nvCxnSpPr>
          <p:spPr>
            <a:xfrm flipV="1">
              <a:off x="3544959" y="5744491"/>
              <a:ext cx="273542" cy="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8C11DD04-0576-C35C-D19D-3C54A9FF8127}"/>
                </a:ext>
              </a:extLst>
            </p:cNvPr>
            <p:cNvCxnSpPr>
              <a:cxnSpLocks/>
            </p:cNvCxnSpPr>
            <p:nvPr/>
          </p:nvCxnSpPr>
          <p:spPr>
            <a:xfrm flipH="1">
              <a:off x="1653045" y="5997152"/>
              <a:ext cx="1311825"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142530ED-B915-9C13-80C4-F24CBBD45D3F}"/>
                </a:ext>
              </a:extLst>
            </p:cNvPr>
            <p:cNvSpPr txBox="1"/>
            <p:nvPr/>
          </p:nvSpPr>
          <p:spPr>
            <a:xfrm>
              <a:off x="1571894" y="5854128"/>
              <a:ext cx="580608" cy="200055"/>
            </a:xfrm>
            <a:prstGeom prst="rect">
              <a:avLst/>
            </a:prstGeom>
            <a:noFill/>
            <a:ln>
              <a:noFill/>
            </a:ln>
          </p:spPr>
          <p:txBody>
            <a:bodyPr wrap="none" rtlCol="0">
              <a:spAutoFit/>
            </a:bodyPr>
            <a:lstStyle/>
            <a:p>
              <a:r>
                <a:rPr lang="en-US" sz="700" dirty="0" err="1"/>
                <a:t>OPMultDiv</a:t>
              </a:r>
              <a:endParaRPr lang="en-US" sz="700" dirty="0"/>
            </a:p>
          </p:txBody>
        </p:sp>
        <p:cxnSp>
          <p:nvCxnSpPr>
            <p:cNvPr id="102" name="Straight Connector 101">
              <a:extLst>
                <a:ext uri="{FF2B5EF4-FFF2-40B4-BE49-F238E27FC236}">
                  <a16:creationId xmlns:a16="http://schemas.microsoft.com/office/drawing/2014/main" id="{F8F5A2B6-5225-1B27-4796-F319326A8BDB}"/>
                </a:ext>
              </a:extLst>
            </p:cNvPr>
            <p:cNvCxnSpPr>
              <a:cxnSpLocks/>
            </p:cNvCxnSpPr>
            <p:nvPr/>
          </p:nvCxnSpPr>
          <p:spPr>
            <a:xfrm>
              <a:off x="2657092" y="5453027"/>
              <a:ext cx="0" cy="99072"/>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3" name="TextBox 102">
              <a:extLst>
                <a:ext uri="{FF2B5EF4-FFF2-40B4-BE49-F238E27FC236}">
                  <a16:creationId xmlns:a16="http://schemas.microsoft.com/office/drawing/2014/main" id="{CA116D0E-90BA-0DE7-4551-7400873455F3}"/>
                </a:ext>
              </a:extLst>
            </p:cNvPr>
            <p:cNvSpPr txBox="1"/>
            <p:nvPr/>
          </p:nvSpPr>
          <p:spPr>
            <a:xfrm>
              <a:off x="1581696" y="5283056"/>
              <a:ext cx="465192" cy="200055"/>
            </a:xfrm>
            <a:prstGeom prst="rect">
              <a:avLst/>
            </a:prstGeom>
            <a:noFill/>
            <a:ln>
              <a:noFill/>
            </a:ln>
          </p:spPr>
          <p:txBody>
            <a:bodyPr wrap="none" rtlCol="0">
              <a:spAutoFit/>
            </a:bodyPr>
            <a:lstStyle/>
            <a:p>
              <a:r>
                <a:rPr lang="en-US" sz="700" dirty="0" err="1"/>
                <a:t>DPOvrfl</a:t>
              </a:r>
              <a:endParaRPr lang="en-US" sz="700" dirty="0"/>
            </a:p>
          </p:txBody>
        </p:sp>
        <p:cxnSp>
          <p:nvCxnSpPr>
            <p:cNvPr id="104" name="Straight Connector 103">
              <a:extLst>
                <a:ext uri="{FF2B5EF4-FFF2-40B4-BE49-F238E27FC236}">
                  <a16:creationId xmlns:a16="http://schemas.microsoft.com/office/drawing/2014/main" id="{142EA44D-2686-CB83-173C-FFE54826EE92}"/>
                </a:ext>
              </a:extLst>
            </p:cNvPr>
            <p:cNvCxnSpPr/>
            <p:nvPr/>
          </p:nvCxnSpPr>
          <p:spPr>
            <a:xfrm>
              <a:off x="2657092" y="5552099"/>
              <a:ext cx="12888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111F2F60-2A6B-2B5A-8C70-873C5D1E3EC2}"/>
                </a:ext>
              </a:extLst>
            </p:cNvPr>
            <p:cNvSpPr txBox="1"/>
            <p:nvPr/>
          </p:nvSpPr>
          <p:spPr>
            <a:xfrm>
              <a:off x="1550030" y="5498433"/>
              <a:ext cx="445956" cy="200055"/>
            </a:xfrm>
            <a:prstGeom prst="rect">
              <a:avLst/>
            </a:prstGeom>
            <a:noFill/>
            <a:ln>
              <a:noFill/>
            </a:ln>
          </p:spPr>
          <p:txBody>
            <a:bodyPr wrap="none" rtlCol="0">
              <a:spAutoFit/>
            </a:bodyPr>
            <a:lstStyle/>
            <a:p>
              <a:r>
                <a:rPr lang="en-US" sz="700" dirty="0" err="1"/>
                <a:t>DPFirst</a:t>
              </a:r>
              <a:endParaRPr lang="en-US" sz="700" dirty="0"/>
            </a:p>
          </p:txBody>
        </p:sp>
        <p:sp>
          <p:nvSpPr>
            <p:cNvPr id="106" name="TextBox 105">
              <a:extLst>
                <a:ext uri="{FF2B5EF4-FFF2-40B4-BE49-F238E27FC236}">
                  <a16:creationId xmlns:a16="http://schemas.microsoft.com/office/drawing/2014/main" id="{ABF1EBAB-0F27-A175-54AA-90C8813C06DF}"/>
                </a:ext>
              </a:extLst>
            </p:cNvPr>
            <p:cNvSpPr txBox="1"/>
            <p:nvPr/>
          </p:nvSpPr>
          <p:spPr>
            <a:xfrm>
              <a:off x="1534883" y="5651891"/>
              <a:ext cx="575799" cy="200055"/>
            </a:xfrm>
            <a:prstGeom prst="rect">
              <a:avLst/>
            </a:prstGeom>
            <a:noFill/>
            <a:ln>
              <a:noFill/>
            </a:ln>
          </p:spPr>
          <p:txBody>
            <a:bodyPr wrap="none" rtlCol="0">
              <a:spAutoFit/>
            </a:bodyPr>
            <a:lstStyle/>
            <a:p>
              <a:r>
                <a:rPr lang="en-US" sz="700" dirty="0"/>
                <a:t>OP1DPFrst</a:t>
              </a:r>
            </a:p>
          </p:txBody>
        </p:sp>
        <p:sp>
          <p:nvSpPr>
            <p:cNvPr id="107" name="TextBox 106">
              <a:extLst>
                <a:ext uri="{FF2B5EF4-FFF2-40B4-BE49-F238E27FC236}">
                  <a16:creationId xmlns:a16="http://schemas.microsoft.com/office/drawing/2014/main" id="{3F2C7CB5-4E8F-2139-D8C4-FD00363857E4}"/>
                </a:ext>
              </a:extLst>
            </p:cNvPr>
            <p:cNvSpPr txBox="1"/>
            <p:nvPr/>
          </p:nvSpPr>
          <p:spPr>
            <a:xfrm>
              <a:off x="3754106" y="5635622"/>
              <a:ext cx="449162" cy="246221"/>
            </a:xfrm>
            <a:prstGeom prst="rect">
              <a:avLst/>
            </a:prstGeom>
            <a:noFill/>
            <a:ln>
              <a:noFill/>
            </a:ln>
          </p:spPr>
          <p:txBody>
            <a:bodyPr wrap="none" rtlCol="0">
              <a:spAutoFit/>
            </a:bodyPr>
            <a:lstStyle/>
            <a:p>
              <a:r>
                <a:rPr lang="en-US" sz="1000" dirty="0"/>
                <a:t>Error</a:t>
              </a:r>
            </a:p>
          </p:txBody>
        </p:sp>
        <p:sp>
          <p:nvSpPr>
            <p:cNvPr id="108" name="Flowchart: Delay 107">
              <a:extLst>
                <a:ext uri="{FF2B5EF4-FFF2-40B4-BE49-F238E27FC236}">
                  <a16:creationId xmlns:a16="http://schemas.microsoft.com/office/drawing/2014/main" id="{6283AC34-B76C-E831-F899-58B223C4FA95}"/>
                </a:ext>
              </a:extLst>
            </p:cNvPr>
            <p:cNvSpPr/>
            <p:nvPr/>
          </p:nvSpPr>
          <p:spPr>
            <a:xfrm>
              <a:off x="3261649" y="5617226"/>
              <a:ext cx="276727" cy="260684"/>
            </a:xfrm>
            <a:prstGeom prst="flowChartDelay">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109" name="Straight Connector 108">
              <a:extLst>
                <a:ext uri="{FF2B5EF4-FFF2-40B4-BE49-F238E27FC236}">
                  <a16:creationId xmlns:a16="http://schemas.microsoft.com/office/drawing/2014/main" id="{9123D6E9-1D1B-8BB1-301C-47B3F5E823E1}"/>
                </a:ext>
              </a:extLst>
            </p:cNvPr>
            <p:cNvCxnSpPr>
              <a:cxnSpLocks/>
            </p:cNvCxnSpPr>
            <p:nvPr/>
          </p:nvCxnSpPr>
          <p:spPr>
            <a:xfrm flipH="1">
              <a:off x="2964870" y="5848791"/>
              <a:ext cx="287523" cy="3155"/>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8EAC3AEE-630D-FBD7-F607-F891F0FF05EB}"/>
                </a:ext>
              </a:extLst>
            </p:cNvPr>
            <p:cNvCxnSpPr/>
            <p:nvPr/>
          </p:nvCxnSpPr>
          <p:spPr>
            <a:xfrm>
              <a:off x="2964870" y="5848791"/>
              <a:ext cx="0" cy="14836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14" name="Oval 113">
            <a:extLst>
              <a:ext uri="{FF2B5EF4-FFF2-40B4-BE49-F238E27FC236}">
                <a16:creationId xmlns:a16="http://schemas.microsoft.com/office/drawing/2014/main" id="{5FC4D7E9-A7B0-4C2F-13BF-A31631DA0E24}"/>
              </a:ext>
            </a:extLst>
          </p:cNvPr>
          <p:cNvSpPr/>
          <p:nvPr/>
        </p:nvSpPr>
        <p:spPr>
          <a:xfrm>
            <a:off x="8843846" y="5195283"/>
            <a:ext cx="87988" cy="8673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 name="TextBox 8">
            <a:extLst>
              <a:ext uri="{FF2B5EF4-FFF2-40B4-BE49-F238E27FC236}">
                <a16:creationId xmlns:a16="http://schemas.microsoft.com/office/drawing/2014/main" id="{4669543F-2CCA-81C9-DC51-D0DA7BC82379}"/>
              </a:ext>
            </a:extLst>
          </p:cNvPr>
          <p:cNvSpPr txBox="1"/>
          <p:nvPr/>
        </p:nvSpPr>
        <p:spPr>
          <a:xfrm>
            <a:off x="8111751" y="4530849"/>
            <a:ext cx="1999265" cy="246221"/>
          </a:xfrm>
          <a:prstGeom prst="rect">
            <a:avLst/>
          </a:prstGeom>
          <a:noFill/>
          <a:ln>
            <a:noFill/>
          </a:ln>
        </p:spPr>
        <p:txBody>
          <a:bodyPr wrap="none" rtlCol="0">
            <a:spAutoFit/>
          </a:bodyPr>
          <a:lstStyle/>
          <a:p>
            <a:r>
              <a:rPr lang="en-US" sz="1000" dirty="0"/>
              <a:t>(</a:t>
            </a:r>
            <a:r>
              <a:rPr lang="en-US" sz="1000" dirty="0" err="1"/>
              <a:t>DPOvrfl</a:t>
            </a:r>
            <a:r>
              <a:rPr lang="en-US" sz="1000" dirty="0"/>
              <a:t>=1)(</a:t>
            </a:r>
            <a:r>
              <a:rPr lang="en-US" sz="1000" dirty="0" err="1"/>
              <a:t>SignYexp</a:t>
            </a:r>
            <a:r>
              <a:rPr lang="en-US" sz="1000" dirty="0"/>
              <a:t>=</a:t>
            </a:r>
            <a:r>
              <a:rPr lang="en-US" sz="1000" dirty="0" err="1"/>
              <a:t>SignXexp</a:t>
            </a:r>
            <a:r>
              <a:rPr lang="en-US" sz="1000" dirty="0"/>
              <a:t>=0)</a:t>
            </a:r>
          </a:p>
        </p:txBody>
      </p:sp>
      <p:sp>
        <p:nvSpPr>
          <p:cNvPr id="13" name="TextBox 12">
            <a:extLst>
              <a:ext uri="{FF2B5EF4-FFF2-40B4-BE49-F238E27FC236}">
                <a16:creationId xmlns:a16="http://schemas.microsoft.com/office/drawing/2014/main" id="{2883B002-2B3C-6D84-CA49-FAC2E6CD786D}"/>
              </a:ext>
            </a:extLst>
          </p:cNvPr>
          <p:cNvSpPr txBox="1"/>
          <p:nvPr/>
        </p:nvSpPr>
        <p:spPr>
          <a:xfrm>
            <a:off x="8279318" y="5913482"/>
            <a:ext cx="1063112" cy="246221"/>
          </a:xfrm>
          <a:prstGeom prst="rect">
            <a:avLst/>
          </a:prstGeom>
          <a:solidFill>
            <a:schemeClr val="accent5">
              <a:lumMod val="20000"/>
              <a:lumOff val="80000"/>
            </a:schemeClr>
          </a:solidFill>
          <a:ln>
            <a:noFill/>
          </a:ln>
        </p:spPr>
        <p:txBody>
          <a:bodyPr wrap="none" rtlCol="0">
            <a:spAutoFit/>
          </a:bodyPr>
          <a:lstStyle/>
          <a:p>
            <a:r>
              <a:rPr lang="en-US" sz="1000" dirty="0"/>
              <a:t>Mult Underflows</a:t>
            </a:r>
          </a:p>
        </p:txBody>
      </p:sp>
      <p:sp>
        <p:nvSpPr>
          <p:cNvPr id="14" name="TextBox 13">
            <a:extLst>
              <a:ext uri="{FF2B5EF4-FFF2-40B4-BE49-F238E27FC236}">
                <a16:creationId xmlns:a16="http://schemas.microsoft.com/office/drawing/2014/main" id="{4B15A50F-83CD-7ADD-F4FC-552641347E20}"/>
              </a:ext>
            </a:extLst>
          </p:cNvPr>
          <p:cNvSpPr txBox="1"/>
          <p:nvPr/>
        </p:nvSpPr>
        <p:spPr>
          <a:xfrm>
            <a:off x="894684" y="5891436"/>
            <a:ext cx="979755" cy="246221"/>
          </a:xfrm>
          <a:prstGeom prst="rect">
            <a:avLst/>
          </a:prstGeom>
          <a:solidFill>
            <a:schemeClr val="accent2">
              <a:lumMod val="20000"/>
              <a:lumOff val="80000"/>
            </a:schemeClr>
          </a:solidFill>
          <a:ln>
            <a:noFill/>
          </a:ln>
        </p:spPr>
        <p:txBody>
          <a:bodyPr wrap="none" rtlCol="0">
            <a:spAutoFit/>
          </a:bodyPr>
          <a:lstStyle/>
          <a:p>
            <a:r>
              <a:rPr lang="en-US" sz="1000" dirty="0"/>
              <a:t>Div Underflows</a:t>
            </a:r>
          </a:p>
        </p:txBody>
      </p:sp>
      <p:sp>
        <p:nvSpPr>
          <p:cNvPr id="15" name="TextBox 14">
            <a:extLst>
              <a:ext uri="{FF2B5EF4-FFF2-40B4-BE49-F238E27FC236}">
                <a16:creationId xmlns:a16="http://schemas.microsoft.com/office/drawing/2014/main" id="{203B02CE-2FEC-850B-2D97-74E19975401F}"/>
              </a:ext>
            </a:extLst>
          </p:cNvPr>
          <p:cNvSpPr txBox="1"/>
          <p:nvPr/>
        </p:nvSpPr>
        <p:spPr>
          <a:xfrm>
            <a:off x="8207969" y="6223854"/>
            <a:ext cx="2042604" cy="246221"/>
          </a:xfrm>
          <a:prstGeom prst="rect">
            <a:avLst/>
          </a:prstGeom>
          <a:noFill/>
          <a:ln>
            <a:noFill/>
          </a:ln>
        </p:spPr>
        <p:txBody>
          <a:bodyPr wrap="square" rtlCol="0">
            <a:spAutoFit/>
          </a:bodyPr>
          <a:lstStyle/>
          <a:p>
            <a:r>
              <a:rPr lang="en-US" sz="1000" dirty="0"/>
              <a:t>(</a:t>
            </a:r>
            <a:r>
              <a:rPr lang="en-US" sz="1000" dirty="0" err="1"/>
              <a:t>DPOvrfl</a:t>
            </a:r>
            <a:r>
              <a:rPr lang="en-US" sz="1000" dirty="0"/>
              <a:t>=1)(</a:t>
            </a:r>
            <a:r>
              <a:rPr lang="en-US" sz="1000" dirty="0" err="1"/>
              <a:t>SignYexp</a:t>
            </a:r>
            <a:r>
              <a:rPr lang="en-US" sz="1000" dirty="0"/>
              <a:t>=</a:t>
            </a:r>
            <a:r>
              <a:rPr lang="en-US" sz="1000" dirty="0" err="1"/>
              <a:t>SignXexp</a:t>
            </a:r>
            <a:r>
              <a:rPr lang="en-US" sz="1000" dirty="0"/>
              <a:t>=1)</a:t>
            </a:r>
          </a:p>
        </p:txBody>
      </p:sp>
      <p:sp>
        <p:nvSpPr>
          <p:cNvPr id="16" name="TextBox 15">
            <a:extLst>
              <a:ext uri="{FF2B5EF4-FFF2-40B4-BE49-F238E27FC236}">
                <a16:creationId xmlns:a16="http://schemas.microsoft.com/office/drawing/2014/main" id="{7BA23E58-D892-9B6D-0021-DE887B312EE0}"/>
              </a:ext>
            </a:extLst>
          </p:cNvPr>
          <p:cNvSpPr txBox="1"/>
          <p:nvPr/>
        </p:nvSpPr>
        <p:spPr>
          <a:xfrm>
            <a:off x="895751" y="6271620"/>
            <a:ext cx="2182262" cy="246221"/>
          </a:xfrm>
          <a:prstGeom prst="rect">
            <a:avLst/>
          </a:prstGeom>
          <a:noFill/>
          <a:ln>
            <a:noFill/>
          </a:ln>
        </p:spPr>
        <p:txBody>
          <a:bodyPr wrap="square" rtlCol="0">
            <a:spAutoFit/>
          </a:bodyPr>
          <a:lstStyle/>
          <a:p>
            <a:r>
              <a:rPr lang="en-US" sz="1000" dirty="0"/>
              <a:t>(</a:t>
            </a:r>
            <a:r>
              <a:rPr lang="en-US" sz="1000" dirty="0" err="1"/>
              <a:t>DPOvrfl</a:t>
            </a:r>
            <a:r>
              <a:rPr lang="en-US" sz="1000" dirty="0"/>
              <a:t>=1)(</a:t>
            </a:r>
            <a:r>
              <a:rPr lang="en-US" sz="1000" dirty="0" err="1"/>
              <a:t>SignYexp</a:t>
            </a:r>
            <a:r>
              <a:rPr lang="en-US" sz="1000" dirty="0"/>
              <a:t>=1)(</a:t>
            </a:r>
            <a:r>
              <a:rPr lang="en-US" sz="1000" dirty="0" err="1"/>
              <a:t>SignXexp</a:t>
            </a:r>
            <a:r>
              <a:rPr lang="en-US" sz="1000" dirty="0"/>
              <a:t>=0)</a:t>
            </a:r>
          </a:p>
        </p:txBody>
      </p:sp>
      <p:sp>
        <p:nvSpPr>
          <p:cNvPr id="20" name="TextBox 19">
            <a:extLst>
              <a:ext uri="{FF2B5EF4-FFF2-40B4-BE49-F238E27FC236}">
                <a16:creationId xmlns:a16="http://schemas.microsoft.com/office/drawing/2014/main" id="{ABCBFCB7-581C-9D72-A32A-669E2B17CDF9}"/>
              </a:ext>
            </a:extLst>
          </p:cNvPr>
          <p:cNvSpPr txBox="1"/>
          <p:nvPr/>
        </p:nvSpPr>
        <p:spPr>
          <a:xfrm>
            <a:off x="895751" y="3980963"/>
            <a:ext cx="2754280" cy="553998"/>
          </a:xfrm>
          <a:prstGeom prst="rect">
            <a:avLst/>
          </a:prstGeom>
          <a:solidFill>
            <a:schemeClr val="accent4">
              <a:lumMod val="20000"/>
              <a:lumOff val="80000"/>
            </a:schemeClr>
          </a:solidFill>
          <a:ln>
            <a:noFill/>
          </a:ln>
        </p:spPr>
        <p:txBody>
          <a:bodyPr wrap="none" rtlCol="0">
            <a:spAutoFit/>
          </a:bodyPr>
          <a:lstStyle/>
          <a:p>
            <a:pPr fontAlgn="b"/>
            <a:r>
              <a:rPr lang="en-US" sz="1000" dirty="0">
                <a:solidFill>
                  <a:srgbClr val="000000"/>
                </a:solidFill>
                <a:latin typeface="Calibri" panose="020F0502020204030204" pitchFamily="34" charset="0"/>
              </a:rPr>
              <a:t>Division Overflows</a:t>
            </a:r>
          </a:p>
          <a:p>
            <a:pPr fontAlgn="b"/>
            <a:r>
              <a:rPr lang="en-US" sz="1000" dirty="0"/>
              <a:t>Anytime </a:t>
            </a:r>
            <a:r>
              <a:rPr lang="en-US" sz="1000" dirty="0" err="1"/>
              <a:t>Dexp</a:t>
            </a:r>
            <a:r>
              <a:rPr lang="en-US" sz="1000" dirty="0"/>
              <a:t> is positive number greater than 7</a:t>
            </a:r>
          </a:p>
          <a:p>
            <a:pPr fontAlgn="b"/>
            <a:r>
              <a:rPr lang="en-US" sz="1000" dirty="0"/>
              <a:t>Within the positive exp1, negative exp2 quadrant</a:t>
            </a:r>
          </a:p>
        </p:txBody>
      </p:sp>
      <p:sp>
        <p:nvSpPr>
          <p:cNvPr id="22" name="TextBox 21">
            <a:extLst>
              <a:ext uri="{FF2B5EF4-FFF2-40B4-BE49-F238E27FC236}">
                <a16:creationId xmlns:a16="http://schemas.microsoft.com/office/drawing/2014/main" id="{1589524A-4F91-3074-F3BA-25584DAF41E7}"/>
              </a:ext>
            </a:extLst>
          </p:cNvPr>
          <p:cNvSpPr txBox="1"/>
          <p:nvPr/>
        </p:nvSpPr>
        <p:spPr>
          <a:xfrm>
            <a:off x="797049" y="4535919"/>
            <a:ext cx="2182262" cy="246221"/>
          </a:xfrm>
          <a:prstGeom prst="rect">
            <a:avLst/>
          </a:prstGeom>
          <a:noFill/>
          <a:ln>
            <a:noFill/>
          </a:ln>
        </p:spPr>
        <p:txBody>
          <a:bodyPr wrap="square" rtlCol="0">
            <a:spAutoFit/>
          </a:bodyPr>
          <a:lstStyle/>
          <a:p>
            <a:r>
              <a:rPr lang="en-US" sz="1000" dirty="0"/>
              <a:t>(</a:t>
            </a:r>
            <a:r>
              <a:rPr lang="en-US" sz="1000" dirty="0" err="1"/>
              <a:t>DPOvrfl</a:t>
            </a:r>
            <a:r>
              <a:rPr lang="en-US" sz="1000" dirty="0"/>
              <a:t>=1)(</a:t>
            </a:r>
            <a:r>
              <a:rPr lang="en-US" sz="1000" dirty="0" err="1"/>
              <a:t>SignYexp</a:t>
            </a:r>
            <a:r>
              <a:rPr lang="en-US" sz="1000" dirty="0"/>
              <a:t>=0)(</a:t>
            </a:r>
            <a:r>
              <a:rPr lang="en-US" sz="1000" dirty="0" err="1"/>
              <a:t>SignXexp</a:t>
            </a:r>
            <a:r>
              <a:rPr lang="en-US" sz="1000" dirty="0"/>
              <a:t>=1)</a:t>
            </a:r>
          </a:p>
        </p:txBody>
      </p:sp>
      <p:sp>
        <p:nvSpPr>
          <p:cNvPr id="23" name="TextBox 22">
            <a:extLst>
              <a:ext uri="{FF2B5EF4-FFF2-40B4-BE49-F238E27FC236}">
                <a16:creationId xmlns:a16="http://schemas.microsoft.com/office/drawing/2014/main" id="{2A02E2C5-8CD0-80CE-67FE-5D27D64730BF}"/>
              </a:ext>
            </a:extLst>
          </p:cNvPr>
          <p:cNvSpPr txBox="1"/>
          <p:nvPr/>
        </p:nvSpPr>
        <p:spPr>
          <a:xfrm>
            <a:off x="2748913" y="472094"/>
            <a:ext cx="5794471" cy="400110"/>
          </a:xfrm>
          <a:prstGeom prst="rect">
            <a:avLst/>
          </a:prstGeom>
          <a:noFill/>
          <a:ln>
            <a:noFill/>
          </a:ln>
        </p:spPr>
        <p:txBody>
          <a:bodyPr wrap="none" rtlCol="0">
            <a:spAutoFit/>
          </a:bodyPr>
          <a:lstStyle/>
          <a:p>
            <a:r>
              <a:rPr lang="en-US" sz="2000" dirty="0"/>
              <a:t>Multiplication and Division Overflows and Underflows</a:t>
            </a:r>
          </a:p>
        </p:txBody>
      </p:sp>
      <p:sp>
        <p:nvSpPr>
          <p:cNvPr id="2" name="TextBox 1">
            <a:extLst>
              <a:ext uri="{FF2B5EF4-FFF2-40B4-BE49-F238E27FC236}">
                <a16:creationId xmlns:a16="http://schemas.microsoft.com/office/drawing/2014/main" id="{71D6CC5C-3664-1A6E-947A-925E1360795D}"/>
              </a:ext>
            </a:extLst>
          </p:cNvPr>
          <p:cNvSpPr txBox="1"/>
          <p:nvPr/>
        </p:nvSpPr>
        <p:spPr>
          <a:xfrm>
            <a:off x="3512873" y="3433383"/>
            <a:ext cx="4667624" cy="276999"/>
          </a:xfrm>
          <a:prstGeom prst="rect">
            <a:avLst/>
          </a:prstGeom>
          <a:noFill/>
          <a:ln>
            <a:noFill/>
          </a:ln>
        </p:spPr>
        <p:txBody>
          <a:bodyPr wrap="none" rtlCol="0">
            <a:spAutoFit/>
          </a:bodyPr>
          <a:lstStyle/>
          <a:p>
            <a:r>
              <a:rPr lang="en-US" sz="1200" b="1" dirty="0" err="1"/>
              <a:t>Dexp</a:t>
            </a:r>
            <a:r>
              <a:rPr lang="en-US" sz="1200" b="1" dirty="0"/>
              <a:t> and </a:t>
            </a:r>
            <a:r>
              <a:rPr lang="en-US" sz="1200" b="1" dirty="0" err="1"/>
              <a:t>Sexp</a:t>
            </a:r>
            <a:r>
              <a:rPr lang="en-US" sz="1200" b="1" dirty="0"/>
              <a:t> Counter Values From All Combinations of Op1 and Op2</a:t>
            </a:r>
          </a:p>
        </p:txBody>
      </p:sp>
    </p:spTree>
    <p:extLst>
      <p:ext uri="{BB962C8B-B14F-4D97-AF65-F5344CB8AC3E}">
        <p14:creationId xmlns:p14="http://schemas.microsoft.com/office/powerpoint/2010/main" val="18654225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chemeClr val="tx1"/>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none" rtlCol="0">
        <a:spAutoFit/>
      </a:bodyPr>
      <a:lstStyle>
        <a:defPPr>
          <a:defRPr sz="10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557052</TotalTime>
  <Words>7970</Words>
  <Application>Microsoft Office PowerPoint</Application>
  <PresentationFormat>Widescreen</PresentationFormat>
  <Paragraphs>3365</Paragraphs>
  <Slides>34</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42" baseType="lpstr">
      <vt:lpstr>Arial</vt:lpstr>
      <vt:lpstr>Calibri</vt:lpstr>
      <vt:lpstr>Calibri Light</vt:lpstr>
      <vt:lpstr>Cambria Math</vt:lpstr>
      <vt:lpstr>Courier New</vt:lpstr>
      <vt:lpstr>Wingdings</vt:lpstr>
      <vt:lpstr>Office Theme</vt:lpstr>
      <vt:lpstr>Worksheet</vt:lpstr>
      <vt:lpstr>PowerPoint Presentation</vt:lpstr>
      <vt:lpstr>TTL 4-Banger Calculator</vt:lpstr>
      <vt:lpstr>Top Level Process View</vt:lpstr>
      <vt:lpstr>PowerPoint Presentation</vt:lpstr>
      <vt:lpstr>PowerPoint Presentation</vt:lpstr>
      <vt:lpstr>Sequencer (SEQ)</vt:lpstr>
      <vt:lpstr>Sequencer (SEQ)</vt:lpstr>
      <vt:lpstr>Sequencer (SEQ)</vt:lpstr>
      <vt:lpstr>PowerPoint Presentation</vt:lpstr>
      <vt:lpstr>PowerPoint Presentation</vt:lpstr>
      <vt:lpstr>Display and Keyboard (DSKY)</vt:lpstr>
      <vt:lpstr>PowerPoint Presentation</vt:lpstr>
      <vt:lpstr>PowerPoint Presentation</vt:lpstr>
      <vt:lpstr>REG: Registers, Data Steering and Compute</vt:lpstr>
      <vt:lpstr>Arith – Add/Sub</vt:lpstr>
      <vt:lpstr>Arith – Metadata Counters</vt:lpstr>
      <vt:lpstr>StatPhsRst</vt:lpstr>
      <vt:lpstr>StatPhsRst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Cass Blodgett</cp:lastModifiedBy>
  <cp:revision>579</cp:revision>
  <cp:lastPrinted>2025-09-27T22:20:21Z</cp:lastPrinted>
  <dcterms:created xsi:type="dcterms:W3CDTF">2023-07-03T14:32:47Z</dcterms:created>
  <dcterms:modified xsi:type="dcterms:W3CDTF">2026-04-15T15:09:47Z</dcterms:modified>
</cp:coreProperties>
</file>